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0"/>
  </p:notesMasterIdLst>
  <p:sldIdLst>
    <p:sldId id="312" r:id="rId2"/>
    <p:sldId id="266" r:id="rId3"/>
    <p:sldId id="308" r:id="rId4"/>
    <p:sldId id="309" r:id="rId5"/>
    <p:sldId id="297" r:id="rId6"/>
    <p:sldId id="310" r:id="rId7"/>
    <p:sldId id="311" r:id="rId8"/>
    <p:sldId id="28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995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78" autoAdjust="0"/>
    <p:restoredTop sz="86715" autoAdjust="0"/>
  </p:normalViewPr>
  <p:slideViewPr>
    <p:cSldViewPr>
      <p:cViewPr varScale="1">
        <p:scale>
          <a:sx n="59" d="100"/>
          <a:sy n="59" d="100"/>
        </p:scale>
        <p:origin x="1472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29B4F1-0441-4F27-B436-2A229ED74C05}" type="datetimeFigureOut">
              <a:rPr lang="en-GB" smtClean="0"/>
              <a:t>18/03/2020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3562F-F21E-4B00-A8FF-35F29BA0FD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087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Print</a:t>
            </a:r>
            <a:r>
              <a:rPr lang="en-GB" baseline="0" dirty="0"/>
              <a:t>… give when they walk in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3562F-F21E-4B00-A8FF-35F29BA0FD8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182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Could do a mini</a:t>
            </a:r>
            <a:r>
              <a:rPr lang="en-GB" baseline="0" dirty="0"/>
              <a:t> description task – explain where Rwanda is, north south east west, </a:t>
            </a:r>
            <a:r>
              <a:rPr lang="en-GB" baseline="0" dirty="0" err="1"/>
              <a:t>whats</a:t>
            </a:r>
            <a:r>
              <a:rPr lang="en-GB" baseline="0" dirty="0"/>
              <a:t> close etc.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3562F-F21E-4B00-A8FF-35F29BA0FD8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423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DC680-7F1C-4E82-823E-CED95A6A7F04}" type="datetimeFigureOut">
              <a:rPr lang="en-GB" smtClean="0"/>
              <a:t>18/03/2020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2F34-D023-45AA-8C6F-DA069A3F5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7209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DC680-7F1C-4E82-823E-CED95A6A7F04}" type="datetimeFigureOut">
              <a:rPr lang="en-GB" smtClean="0"/>
              <a:t>18/03/2020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2F34-D023-45AA-8C6F-DA069A3F5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0232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DC680-7F1C-4E82-823E-CED95A6A7F04}" type="datetimeFigureOut">
              <a:rPr lang="en-GB" smtClean="0"/>
              <a:t>18/03/2020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2F34-D023-45AA-8C6F-DA069A3F5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041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DC680-7F1C-4E82-823E-CED95A6A7F04}" type="datetimeFigureOut">
              <a:rPr lang="en-GB" smtClean="0"/>
              <a:t>18/03/2020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2F34-D023-45AA-8C6F-DA069A3F5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219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DC680-7F1C-4E82-823E-CED95A6A7F04}" type="datetimeFigureOut">
              <a:rPr lang="en-GB" smtClean="0"/>
              <a:t>18/03/2020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2F34-D023-45AA-8C6F-DA069A3F5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095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DC680-7F1C-4E82-823E-CED95A6A7F04}" type="datetimeFigureOut">
              <a:rPr lang="en-GB" smtClean="0"/>
              <a:t>18/03/2020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2F34-D023-45AA-8C6F-DA069A3F5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508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DC680-7F1C-4E82-823E-CED95A6A7F04}" type="datetimeFigureOut">
              <a:rPr lang="en-GB" smtClean="0"/>
              <a:t>18/03/2020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2F34-D023-45AA-8C6F-DA069A3F5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170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DC680-7F1C-4E82-823E-CED95A6A7F04}" type="datetimeFigureOut">
              <a:rPr lang="en-GB" smtClean="0"/>
              <a:t>18/03/2020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2F34-D023-45AA-8C6F-DA069A3F5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13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DC680-7F1C-4E82-823E-CED95A6A7F04}" type="datetimeFigureOut">
              <a:rPr lang="en-GB" smtClean="0"/>
              <a:t>18/03/2020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2F34-D023-45AA-8C6F-DA069A3F5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52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DC680-7F1C-4E82-823E-CED95A6A7F04}" type="datetimeFigureOut">
              <a:rPr lang="en-GB" smtClean="0"/>
              <a:t>18/03/2020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2F34-D023-45AA-8C6F-DA069A3F5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839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DC680-7F1C-4E82-823E-CED95A6A7F04}" type="datetimeFigureOut">
              <a:rPr lang="en-GB" smtClean="0"/>
              <a:t>18/03/2020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2F34-D023-45AA-8C6F-DA069A3F5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137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DC680-7F1C-4E82-823E-CED95A6A7F04}" type="datetimeFigureOut">
              <a:rPr lang="en-GB" smtClean="0"/>
              <a:t>18/03/2020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72F34-D023-45AA-8C6F-DA069A3F5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175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13632"/>
            <a:ext cx="9144000" cy="3365331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400" b="1" dirty="0">
                <a:latin typeface="Comic Sans MS" panose="030F0702030302020204" pitchFamily="66" charset="0"/>
                <a:ea typeface="Adobe Ming Std L" pitchFamily="18" charset="-128"/>
                <a:cs typeface="Gisha" pitchFamily="34" charset="-79"/>
              </a:rPr>
              <a:t>DNA Starter</a:t>
            </a:r>
          </a:p>
          <a:p>
            <a:pPr algn="l"/>
            <a:endParaRPr lang="en-GB" sz="2400" b="1" dirty="0">
              <a:latin typeface="Comic Sans MS" panose="030F0702030302020204" pitchFamily="66" charset="0"/>
              <a:ea typeface="Adobe Ming Std L" pitchFamily="18" charset="-128"/>
              <a:cs typeface="Gisha" pitchFamily="34" charset="-79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3378963"/>
            <a:ext cx="9144000" cy="3479037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400" b="1" dirty="0">
                <a:latin typeface="Comic Sans MS" panose="030F0702030302020204" pitchFamily="66" charset="0"/>
                <a:ea typeface="Adobe Ming Std L" pitchFamily="18" charset="-128"/>
                <a:cs typeface="Gisha" pitchFamily="34" charset="-79"/>
              </a:rPr>
              <a:t>DNA Starter</a:t>
            </a:r>
          </a:p>
          <a:p>
            <a:pPr algn="l"/>
            <a:endParaRPr lang="en-GB" sz="2400" b="1" dirty="0">
              <a:latin typeface="Comic Sans MS" panose="030F0702030302020204" pitchFamily="66" charset="0"/>
              <a:ea typeface="Adobe Ming Std L" pitchFamily="18" charset="-128"/>
              <a:cs typeface="Gisha" pitchFamily="34" charset="-79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31975"/>
            <a:ext cx="890351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GB" sz="2400" dirty="0">
                <a:latin typeface="Comic Sans MS" panose="030F0702030302020204" pitchFamily="66" charset="0"/>
              </a:rPr>
              <a:t>What is poverty?</a:t>
            </a:r>
          </a:p>
          <a:p>
            <a:pPr marL="457200" indent="-457200">
              <a:buAutoNum type="arabicPeriod"/>
            </a:pPr>
            <a:r>
              <a:rPr lang="en-GB" sz="2400" dirty="0">
                <a:latin typeface="Comic Sans MS" panose="030F0702030302020204" pitchFamily="66" charset="0"/>
              </a:rPr>
              <a:t>Name a charity that helps people in poverty __________</a:t>
            </a:r>
          </a:p>
          <a:p>
            <a:pPr marL="457200" indent="-457200">
              <a:buAutoNum type="arabicPeriod"/>
            </a:pPr>
            <a:r>
              <a:rPr lang="en-GB" sz="2400" dirty="0">
                <a:latin typeface="Comic Sans MS" panose="030F0702030302020204" pitchFamily="66" charset="0"/>
              </a:rPr>
              <a:t>What is Genocide?</a:t>
            </a:r>
          </a:p>
          <a:p>
            <a:pPr marL="457200" indent="-457200">
              <a:buAutoNum type="arabicPeriod"/>
            </a:pPr>
            <a:endParaRPr lang="en-GB" sz="2400" dirty="0">
              <a:latin typeface="Comic Sans MS" panose="030F0702030302020204" pitchFamily="66" charset="0"/>
            </a:endParaRPr>
          </a:p>
          <a:p>
            <a:pPr marL="457200" indent="-457200">
              <a:buAutoNum type="arabicPeriod"/>
            </a:pPr>
            <a:r>
              <a:rPr lang="en-GB" sz="2400" dirty="0">
                <a:latin typeface="Comic Sans MS" panose="030F0702030302020204" pitchFamily="66" charset="0"/>
              </a:rPr>
              <a:t>What was the Holocaust?</a:t>
            </a:r>
          </a:p>
          <a:p>
            <a:pPr marL="457200" indent="-457200">
              <a:buAutoNum type="arabicPeriod"/>
            </a:pPr>
            <a:endParaRPr lang="en-GB" sz="2400" dirty="0">
              <a:latin typeface="Comic Sans MS" panose="030F0702030302020204" pitchFamily="66" charset="0"/>
            </a:endParaRPr>
          </a:p>
          <a:p>
            <a:pPr marL="457200" indent="-457200">
              <a:buAutoNum type="arabicPeriod"/>
            </a:pPr>
            <a:r>
              <a:rPr lang="en-GB" sz="2400" dirty="0">
                <a:latin typeface="Comic Sans MS" panose="030F0702030302020204" pitchFamily="66" charset="0"/>
              </a:rPr>
              <a:t>What was the main religion of people persecuted during the Holocaust? 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09" y="3724634"/>
            <a:ext cx="890351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GB" sz="2400" dirty="0">
                <a:latin typeface="Comic Sans MS" panose="030F0702030302020204" pitchFamily="66" charset="0"/>
              </a:rPr>
              <a:t>What is poverty?</a:t>
            </a:r>
          </a:p>
          <a:p>
            <a:pPr marL="457200" indent="-457200">
              <a:buAutoNum type="arabicPeriod"/>
            </a:pPr>
            <a:r>
              <a:rPr lang="en-GB" sz="2400" dirty="0">
                <a:latin typeface="Comic Sans MS" panose="030F0702030302020204" pitchFamily="66" charset="0"/>
              </a:rPr>
              <a:t>Name a charity that helps people in poverty __________</a:t>
            </a:r>
          </a:p>
          <a:p>
            <a:pPr marL="457200" indent="-457200">
              <a:buAutoNum type="arabicPeriod"/>
            </a:pPr>
            <a:r>
              <a:rPr lang="en-GB" sz="2400" dirty="0">
                <a:latin typeface="Comic Sans MS" panose="030F0702030302020204" pitchFamily="66" charset="0"/>
              </a:rPr>
              <a:t>What is Genocide?</a:t>
            </a:r>
          </a:p>
          <a:p>
            <a:pPr marL="457200" indent="-457200">
              <a:buAutoNum type="arabicPeriod"/>
            </a:pPr>
            <a:endParaRPr lang="en-GB" sz="2400" dirty="0">
              <a:latin typeface="Comic Sans MS" panose="030F0702030302020204" pitchFamily="66" charset="0"/>
            </a:endParaRPr>
          </a:p>
          <a:p>
            <a:pPr marL="457200" indent="-457200">
              <a:buAutoNum type="arabicPeriod"/>
            </a:pPr>
            <a:r>
              <a:rPr lang="en-GB" sz="2400" dirty="0">
                <a:latin typeface="Comic Sans MS" panose="030F0702030302020204" pitchFamily="66" charset="0"/>
              </a:rPr>
              <a:t>What was the Holocaust?</a:t>
            </a:r>
          </a:p>
          <a:p>
            <a:pPr marL="457200" indent="-457200">
              <a:buAutoNum type="arabicPeriod"/>
            </a:pPr>
            <a:endParaRPr lang="en-GB" sz="2400" dirty="0">
              <a:latin typeface="Comic Sans MS" panose="030F0702030302020204" pitchFamily="66" charset="0"/>
            </a:endParaRPr>
          </a:p>
          <a:p>
            <a:pPr marL="457200" indent="-457200">
              <a:buAutoNum type="arabicPeriod"/>
            </a:pPr>
            <a:r>
              <a:rPr lang="en-GB" sz="2400" dirty="0">
                <a:latin typeface="Comic Sans MS" panose="030F0702030302020204" pitchFamily="66" charset="0"/>
              </a:rPr>
              <a:t>What was the main religion of people persecuted during the Holocaust? __________</a:t>
            </a:r>
          </a:p>
        </p:txBody>
      </p:sp>
    </p:spTree>
    <p:extLst>
      <p:ext uri="{BB962C8B-B14F-4D97-AF65-F5344CB8AC3E}">
        <p14:creationId xmlns:p14="http://schemas.microsoft.com/office/powerpoint/2010/main" val="1261005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9396" y="-164826"/>
            <a:ext cx="7772400" cy="1470025"/>
          </a:xfrm>
        </p:spPr>
        <p:txBody>
          <a:bodyPr>
            <a:normAutofit/>
          </a:bodyPr>
          <a:lstStyle/>
          <a:p>
            <a:r>
              <a:rPr lang="en-GB" sz="3600" b="1" u="sng" dirty="0">
                <a:latin typeface="Comic Sans MS" panose="030F0702030302020204" pitchFamily="66" charset="0"/>
              </a:rPr>
              <a:t>Let me tell you about Rwanda!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188950" y="1185924"/>
            <a:ext cx="3970598" cy="3456384"/>
          </a:xfrm>
          <a:prstGeom prst="star5">
            <a:avLst>
              <a:gd name="adj" fmla="val 32008"/>
              <a:gd name="hf" fmla="val 105146"/>
              <a:gd name="vf" fmla="val 11055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898861" y="2535473"/>
            <a:ext cx="2561268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mic Sans MS" panose="030F0702030302020204" pitchFamily="66" charset="0"/>
              </a:rPr>
              <a:t>To be able to identify where Rwanda is located on a map. </a:t>
            </a:r>
          </a:p>
        </p:txBody>
      </p:sp>
      <p:sp>
        <p:nvSpPr>
          <p:cNvPr id="8" name="5-Point Star 7"/>
          <p:cNvSpPr/>
          <p:nvPr/>
        </p:nvSpPr>
        <p:spPr>
          <a:xfrm>
            <a:off x="4788024" y="1158568"/>
            <a:ext cx="4255988" cy="3384376"/>
          </a:xfrm>
          <a:prstGeom prst="star5">
            <a:avLst>
              <a:gd name="adj" fmla="val 31363"/>
              <a:gd name="hf" fmla="val 105146"/>
              <a:gd name="vf" fmla="val 110557"/>
            </a:avLst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5524378" y="2417278"/>
            <a:ext cx="278328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mic Sans MS" panose="030F0702030302020204" pitchFamily="66" charset="0"/>
              </a:rPr>
              <a:t>To be able to describe what life is like for someone who lives in Rwanda.</a:t>
            </a:r>
          </a:p>
        </p:txBody>
      </p:sp>
      <p:sp>
        <p:nvSpPr>
          <p:cNvPr id="10" name="5-Point Star 9"/>
          <p:cNvSpPr/>
          <p:nvPr/>
        </p:nvSpPr>
        <p:spPr>
          <a:xfrm>
            <a:off x="2431617" y="3407802"/>
            <a:ext cx="4297400" cy="3261558"/>
          </a:xfrm>
          <a:prstGeom prst="star5">
            <a:avLst>
              <a:gd name="adj" fmla="val 31625"/>
              <a:gd name="hf" fmla="val 105146"/>
              <a:gd name="vf" fmla="val 110557"/>
            </a:avLst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3230685" y="4608131"/>
            <a:ext cx="2699263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mic Sans MS" panose="030F0702030302020204" pitchFamily="66" charset="0"/>
              </a:rPr>
              <a:t>To be able to evaluate how different our life is in the UK compared to someone who lives in Rwanda.</a:t>
            </a:r>
          </a:p>
        </p:txBody>
      </p:sp>
    </p:spTree>
    <p:extLst>
      <p:ext uri="{BB962C8B-B14F-4D97-AF65-F5344CB8AC3E}">
        <p14:creationId xmlns:p14="http://schemas.microsoft.com/office/powerpoint/2010/main" val="2873552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Where is Rwanda located?</a:t>
            </a:r>
          </a:p>
        </p:txBody>
      </p:sp>
      <p:sp>
        <p:nvSpPr>
          <p:cNvPr id="5" name="AutoShape 2" descr="Image result for blank continent ma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AutoShape 4" descr="Image result for blank continent ma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80" y="1417638"/>
            <a:ext cx="8075240" cy="48007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35025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375" y="7937"/>
            <a:ext cx="8229600" cy="1143000"/>
          </a:xfrm>
        </p:spPr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Where is Rwanda located?</a:t>
            </a:r>
          </a:p>
        </p:txBody>
      </p:sp>
      <p:sp>
        <p:nvSpPr>
          <p:cNvPr id="5" name="AutoShape 2" descr="Image result for blank continent ma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AutoShape 4" descr="Image result for blank continent ma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155574" y="969872"/>
            <a:ext cx="3912369" cy="8309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omic Sans MS" panose="030F0702030302020204" pitchFamily="66" charset="0"/>
              </a:rPr>
              <a:t>Rwanda is located in Africa!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" y="1960471"/>
            <a:ext cx="4032688" cy="4708889"/>
          </a:xfrm>
          <a:prstGeom prst="rect">
            <a:avLst/>
          </a:prstGeom>
        </p:spPr>
      </p:pic>
      <p:pic>
        <p:nvPicPr>
          <p:cNvPr id="14" name="Picture 13" descr="map_rwanda.gi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263" y="969872"/>
            <a:ext cx="4821961" cy="525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29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513139"/>
            <a:ext cx="91440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200" dirty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omic Sans MS" panose="030F0702030302020204" pitchFamily="66" charset="0"/>
              </a:rPr>
              <a:t>You are now going to be finding out facts about what it is lie to live in Rwanda.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omic Sans MS" panose="030F0702030302020204" pitchFamily="66" charset="0"/>
              </a:rPr>
              <a:t>Your task is to use the information, and summarise it to the most important facts.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omic Sans MS" panose="030F0702030302020204" pitchFamily="66" charset="0"/>
              </a:rPr>
              <a:t>You can present this information in a table, or any format of your choice. Below is an example…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0"/>
            <a:ext cx="9144000" cy="90871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u="sng" dirty="0">
                <a:latin typeface="Comic Sans MS" panose="030F0702030302020204" pitchFamily="66" charset="0"/>
              </a:rPr>
              <a:t>Task: What is life like?</a:t>
            </a:r>
            <a:endParaRPr lang="en-GB" sz="3600" dirty="0">
              <a:latin typeface="Comic Sans MS" panose="030F0702030302020204" pitchFamily="66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913707"/>
              </p:ext>
            </p:extLst>
          </p:nvPr>
        </p:nvGraphicFramePr>
        <p:xfrm>
          <a:off x="179512" y="3284984"/>
          <a:ext cx="5707023" cy="335699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570"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Location/Facts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b="1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70"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Transport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b="1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70"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Food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b="1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570"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Tourism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b="1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570"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Animals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b="1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570"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Education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b="1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570"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General</a:t>
                      </a:r>
                      <a:r>
                        <a:rPr lang="en-GB" b="1" baseline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 life</a:t>
                      </a:r>
                      <a:endParaRPr lang="en-GB" b="1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b="1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84168" y="2777152"/>
            <a:ext cx="2914228" cy="1015663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omic Sans MS" panose="030F0702030302020204" pitchFamily="66" charset="0"/>
              </a:rPr>
              <a:t>Extension</a:t>
            </a:r>
            <a:r>
              <a:rPr lang="en-GB" sz="2000" dirty="0">
                <a:latin typeface="Comic Sans MS" panose="030F0702030302020204" pitchFamily="66" charset="0"/>
              </a:rPr>
              <a:t>: Would you be able to live in Rwanda? Why?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4168" y="3933056"/>
            <a:ext cx="2843808" cy="255454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Comic Sans MS" panose="030F0702030302020204" pitchFamily="66" charset="0"/>
              </a:rPr>
              <a:t>Challenge: </a:t>
            </a:r>
            <a:r>
              <a:rPr lang="en-GB" sz="2000" dirty="0">
                <a:latin typeface="Comic Sans MS" panose="030F0702030302020204" pitchFamily="66" charset="0"/>
              </a:rPr>
              <a:t>What do you think would be the most challenging thing about living in Rwanda?</a:t>
            </a:r>
          </a:p>
          <a:p>
            <a:pPr algn="ctr"/>
            <a:r>
              <a:rPr lang="en-GB" sz="2000" dirty="0">
                <a:latin typeface="Comic Sans MS" panose="030F0702030302020204" pitchFamily="66" charset="0"/>
              </a:rPr>
              <a:t>What would be the easiest thing to adjust to?</a:t>
            </a:r>
          </a:p>
        </p:txBody>
      </p:sp>
    </p:spTree>
    <p:extLst>
      <p:ext uri="{BB962C8B-B14F-4D97-AF65-F5344CB8AC3E}">
        <p14:creationId xmlns:p14="http://schemas.microsoft.com/office/powerpoint/2010/main" val="4126498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513139"/>
            <a:ext cx="9144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2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 Meet </a:t>
            </a:r>
            <a:r>
              <a:rPr lang="en-GB" sz="2400" dirty="0" err="1">
                <a:latin typeface="Comic Sans MS" panose="030F0702030302020204" pitchFamily="66" charset="0"/>
              </a:rPr>
              <a:t>Sifa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This is </a:t>
            </a:r>
            <a:r>
              <a:rPr lang="en-GB" sz="2400" dirty="0" err="1">
                <a:latin typeface="Comic Sans MS" panose="030F0702030302020204" pitchFamily="66" charset="0"/>
              </a:rPr>
              <a:t>Sifa</a:t>
            </a:r>
            <a:r>
              <a:rPr lang="en-GB" sz="2400" dirty="0">
                <a:latin typeface="Comic Sans MS" panose="030F0702030302020204" pitchFamily="66" charset="0"/>
              </a:rPr>
              <a:t> explaining what a general day is like for her 	and her family.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Whilst you are watching this you need 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to think of the following…..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4 Ways your life is similar to </a:t>
            </a:r>
            <a:r>
              <a:rPr lang="en-GB" sz="2400" dirty="0" err="1">
                <a:latin typeface="Comic Sans MS" panose="030F0702030302020204" pitchFamily="66" charset="0"/>
              </a:rPr>
              <a:t>Sifa’s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4 Ways your life is different to </a:t>
            </a:r>
            <a:r>
              <a:rPr lang="en-GB" sz="2400" dirty="0" err="1">
                <a:latin typeface="Comic Sans MS" panose="030F0702030302020204" pitchFamily="66" charset="0"/>
              </a:rPr>
              <a:t>Sifa’s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omic Sans MS" panose="030F0702030302020204" pitchFamily="66" charset="0"/>
            </a:endParaRPr>
          </a:p>
          <a:p>
            <a:pPr algn="ctr"/>
            <a:r>
              <a:rPr lang="en-GB" sz="2400" b="1" dirty="0">
                <a:latin typeface="Comic Sans MS" panose="030F0702030302020204" pitchFamily="66" charset="0"/>
              </a:rPr>
              <a:t>https://www.youtube.com/watch?v=0-EOnaliBBs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omic Sans MS" panose="030F0702030302020204" pitchFamily="66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58779"/>
            <a:ext cx="9144000" cy="90871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u="sng" dirty="0">
                <a:latin typeface="Comic Sans MS" panose="030F0702030302020204" pitchFamily="66" charset="0"/>
              </a:rPr>
              <a:t>Task: Comparing lives…</a:t>
            </a:r>
            <a:endParaRPr lang="en-GB" sz="3600" dirty="0">
              <a:latin typeface="Comic Sans MS" panose="030F0702030302020204" pitchFamily="66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9512" y="4992669"/>
            <a:ext cx="2914228" cy="1015663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omic Sans MS" panose="030F0702030302020204" pitchFamily="66" charset="0"/>
              </a:rPr>
              <a:t>Extension</a:t>
            </a:r>
            <a:r>
              <a:rPr lang="en-GB" sz="2000" dirty="0">
                <a:latin typeface="Comic Sans MS" panose="030F0702030302020204" pitchFamily="66" charset="0"/>
              </a:rPr>
              <a:t>: Does </a:t>
            </a:r>
            <a:r>
              <a:rPr lang="en-GB" sz="2000" dirty="0" err="1">
                <a:latin typeface="Comic Sans MS" panose="030F0702030302020204" pitchFamily="66" charset="0"/>
              </a:rPr>
              <a:t>Sifa</a:t>
            </a:r>
            <a:r>
              <a:rPr lang="en-GB" sz="2000" dirty="0">
                <a:latin typeface="Comic Sans MS" panose="030F0702030302020204" pitchFamily="66" charset="0"/>
              </a:rPr>
              <a:t> live in Poverty? How can you tell this?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165" y="6165304"/>
            <a:ext cx="6186501" cy="40011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Comic Sans MS" panose="030F0702030302020204" pitchFamily="66" charset="0"/>
              </a:rPr>
              <a:t>Challenge: How could </a:t>
            </a:r>
            <a:r>
              <a:rPr lang="en-GB" sz="2000" b="1" dirty="0" err="1">
                <a:latin typeface="Comic Sans MS" panose="030F0702030302020204" pitchFamily="66" charset="0"/>
              </a:rPr>
              <a:t>Sifa’s</a:t>
            </a:r>
            <a:r>
              <a:rPr lang="en-GB" sz="2000" b="1" dirty="0">
                <a:latin typeface="Comic Sans MS" panose="030F0702030302020204" pitchFamily="66" charset="0"/>
              </a:rPr>
              <a:t> life be improved? </a:t>
            </a:r>
            <a:endParaRPr lang="en-GB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95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-8000" y="-39695"/>
            <a:ext cx="9144000" cy="90871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u="sng" dirty="0" err="1">
                <a:latin typeface="Comic Sans MS" panose="030F0702030302020204" pitchFamily="66" charset="0"/>
              </a:rPr>
              <a:t>Extention</a:t>
            </a:r>
            <a:r>
              <a:rPr lang="en-GB" sz="3200" b="1" u="sng" dirty="0">
                <a:latin typeface="Comic Sans MS" panose="030F0702030302020204" pitchFamily="66" charset="0"/>
              </a:rPr>
              <a:t> Task: Comparing lives…</a:t>
            </a:r>
            <a:endParaRPr lang="en-GB" sz="3600" dirty="0">
              <a:latin typeface="Comic Sans MS" panose="030F0702030302020204" pitchFamily="66" charset="0"/>
            </a:endParaRPr>
          </a:p>
        </p:txBody>
      </p:sp>
      <p:sp>
        <p:nvSpPr>
          <p:cNvPr id="2" name="AutoShape 2" descr="Image result for dear diary templ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667" t="22565" r="50081" b="47435"/>
          <a:stretch/>
        </p:blipFill>
        <p:spPr>
          <a:xfrm>
            <a:off x="127709" y="660105"/>
            <a:ext cx="4248472" cy="28803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67770" y="334897"/>
            <a:ext cx="4392488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2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Create two small Dear Diary entries showing the differences of living in the UK and Rwanda.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How would your day to day lives be different?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Tips…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What would you eat for breakfast?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Would you both go to school? How would you get there?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Would you have a shower?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How would you get clean water?</a:t>
            </a:r>
          </a:p>
          <a:p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omic Sans MS" panose="030F0702030302020204" pitchFamily="66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l="5667" t="22610" r="50081" b="47435"/>
          <a:stretch/>
        </p:blipFill>
        <p:spPr>
          <a:xfrm>
            <a:off x="143556" y="3789040"/>
            <a:ext cx="4248472" cy="287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0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3458" y="0"/>
            <a:ext cx="9130542" cy="764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u="sng" dirty="0">
                <a:latin typeface="Comic Sans MS" panose="030F0702030302020204" pitchFamily="66" charset="0"/>
              </a:rPr>
              <a:t>Plenary:</a:t>
            </a:r>
            <a:r>
              <a:rPr lang="en-GB" sz="3200" b="1" dirty="0">
                <a:latin typeface="Comic Sans MS" panose="030F0702030302020204" pitchFamily="66" charset="0"/>
              </a:rPr>
              <a:t> </a:t>
            </a:r>
            <a:r>
              <a:rPr lang="en-GB" sz="3200" dirty="0">
                <a:latin typeface="Comic Sans MS" panose="030F0702030302020204" pitchFamily="66" charset="0"/>
              </a:rPr>
              <a:t>Text</a:t>
            </a:r>
          </a:p>
        </p:txBody>
      </p:sp>
      <p:pic>
        <p:nvPicPr>
          <p:cNvPr id="25" name="Picture 2" descr="http://www.neilcowburn.com/wp-content/uploads/2009/11/iphone_wirefram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052736"/>
            <a:ext cx="3747099" cy="5348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4578729" y="1052483"/>
            <a:ext cx="4320480" cy="5047536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omic Sans MS" panose="030F0702030302020204" pitchFamily="66" charset="0"/>
              </a:rPr>
              <a:t>Draw the outline of a phone in your book.</a:t>
            </a:r>
          </a:p>
          <a:p>
            <a:pPr algn="ctr"/>
            <a:endParaRPr lang="en-GB" sz="1400" dirty="0">
              <a:latin typeface="Comic Sans MS" panose="030F0702030302020204" pitchFamily="66" charset="0"/>
            </a:endParaRPr>
          </a:p>
          <a:p>
            <a:pPr algn="ctr"/>
            <a:r>
              <a:rPr lang="en-GB" sz="2800" dirty="0">
                <a:latin typeface="Comic Sans MS" panose="030F0702030302020204" pitchFamily="66" charset="0"/>
              </a:rPr>
              <a:t>Inside it, write a text to a friend letting them know you are in Rwanda.</a:t>
            </a:r>
          </a:p>
          <a:p>
            <a:pPr algn="ctr"/>
            <a:r>
              <a:rPr lang="en-GB" sz="2800" dirty="0">
                <a:latin typeface="Comic Sans MS" panose="030F0702030302020204" pitchFamily="66" charset="0"/>
              </a:rPr>
              <a:t>What can you…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Comic Sans MS" panose="030F0702030302020204" pitchFamily="66" charset="0"/>
              </a:rPr>
              <a:t>Hear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Comic Sans MS" panose="030F0702030302020204" pitchFamily="66" charset="0"/>
              </a:rPr>
              <a:t>Smell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Comic Sans MS" panose="030F0702030302020204" pitchFamily="66" charset="0"/>
              </a:rPr>
              <a:t>See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Comic Sans MS" panose="030F0702030302020204" pitchFamily="66" charset="0"/>
              </a:rPr>
              <a:t>Feel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Comic Sans MS" panose="030F0702030302020204" pitchFamily="66" charset="0"/>
              </a:rPr>
              <a:t>Taste</a:t>
            </a:r>
            <a:endParaRPr lang="en-GB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959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3732</TotalTime>
  <Words>491</Words>
  <Application>Microsoft Office PowerPoint</Application>
  <PresentationFormat>On-screen Show (4:3)</PresentationFormat>
  <Paragraphs>78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Adobe Ming Std L</vt:lpstr>
      <vt:lpstr>Arial</vt:lpstr>
      <vt:lpstr>Calibri</vt:lpstr>
      <vt:lpstr>Comic Sans MS</vt:lpstr>
      <vt:lpstr>Gisha</vt:lpstr>
      <vt:lpstr>Office Theme</vt:lpstr>
      <vt:lpstr>PowerPoint Presentation</vt:lpstr>
      <vt:lpstr>Let me tell you about Rwanda!</vt:lpstr>
      <vt:lpstr>Where is Rwanda located?</vt:lpstr>
      <vt:lpstr>Where is Rwanda located?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Y8 History</dc:title>
  <dc:creator>Sian Woolvin</dc:creator>
  <cp:lastModifiedBy>Louise Reynolds</cp:lastModifiedBy>
  <cp:revision>174</cp:revision>
  <cp:lastPrinted>2014-09-02T13:06:12Z</cp:lastPrinted>
  <dcterms:created xsi:type="dcterms:W3CDTF">2014-09-02T12:39:22Z</dcterms:created>
  <dcterms:modified xsi:type="dcterms:W3CDTF">2020-03-18T16:39:26Z</dcterms:modified>
</cp:coreProperties>
</file>