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12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695E5-CDBC-4F1A-A0FC-24BE9E62F751}" type="datetimeFigureOut">
              <a:rPr lang="en-GB" smtClean="0"/>
              <a:t>13/03/2020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99D6-E58B-4C1F-BF39-41ADD15FE1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18403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695E5-CDBC-4F1A-A0FC-24BE9E62F751}" type="datetimeFigureOut">
              <a:rPr lang="en-GB" smtClean="0"/>
              <a:t>13/03/2020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99D6-E58B-4C1F-BF39-41ADD15FE1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6294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695E5-CDBC-4F1A-A0FC-24BE9E62F751}" type="datetimeFigureOut">
              <a:rPr lang="en-GB" smtClean="0"/>
              <a:t>13/03/2020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99D6-E58B-4C1F-BF39-41ADD15FE1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59203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695E5-CDBC-4F1A-A0FC-24BE9E62F751}" type="datetimeFigureOut">
              <a:rPr lang="en-GB" smtClean="0"/>
              <a:t>13/03/2020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99D6-E58B-4C1F-BF39-41ADD15FE1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3752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695E5-CDBC-4F1A-A0FC-24BE9E62F751}" type="datetimeFigureOut">
              <a:rPr lang="en-GB" smtClean="0"/>
              <a:t>13/03/2020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99D6-E58B-4C1F-BF39-41ADD15FE1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2134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695E5-CDBC-4F1A-A0FC-24BE9E62F751}" type="datetimeFigureOut">
              <a:rPr lang="en-GB" smtClean="0"/>
              <a:t>13/03/2020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99D6-E58B-4C1F-BF39-41ADD15FE1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1414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695E5-CDBC-4F1A-A0FC-24BE9E62F751}" type="datetimeFigureOut">
              <a:rPr lang="en-GB" smtClean="0"/>
              <a:t>13/03/2020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99D6-E58B-4C1F-BF39-41ADD15FE1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8882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695E5-CDBC-4F1A-A0FC-24BE9E62F751}" type="datetimeFigureOut">
              <a:rPr lang="en-GB" smtClean="0"/>
              <a:t>13/03/2020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99D6-E58B-4C1F-BF39-41ADD15FE1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7924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695E5-CDBC-4F1A-A0FC-24BE9E62F751}" type="datetimeFigureOut">
              <a:rPr lang="en-GB" smtClean="0"/>
              <a:t>13/03/2020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99D6-E58B-4C1F-BF39-41ADD15FE1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4749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695E5-CDBC-4F1A-A0FC-24BE9E62F751}" type="datetimeFigureOut">
              <a:rPr lang="en-GB" smtClean="0"/>
              <a:t>13/03/2020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99D6-E58B-4C1F-BF39-41ADD15FE1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5070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9695E5-CDBC-4F1A-A0FC-24BE9E62F751}" type="datetimeFigureOut">
              <a:rPr lang="en-GB" smtClean="0"/>
              <a:t>13/03/2020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D899D6-E58B-4C1F-BF39-41ADD15FE1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55085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9695E5-CDBC-4F1A-A0FC-24BE9E62F751}" type="datetimeFigureOut">
              <a:rPr lang="en-GB" smtClean="0"/>
              <a:t>13/03/2020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D899D6-E58B-4C1F-BF39-41ADD15FE1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3282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6822F3-AE27-4EF8-8BFF-E18719B9C8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82178"/>
            <a:ext cx="9144000" cy="629364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571C516-EFCB-4038-AD38-5236A5356E16}"/>
              </a:ext>
            </a:extLst>
          </p:cNvPr>
          <p:cNvSpPr txBox="1"/>
          <p:nvPr/>
        </p:nvSpPr>
        <p:spPr>
          <a:xfrm>
            <a:off x="98981" y="353505"/>
            <a:ext cx="2238866" cy="1767526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n-GB" dirty="0"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  <a:p>
            <a:pPr algn="ctr"/>
            <a:r>
              <a:rPr lang="en-GB" sz="2400" dirty="0">
                <a:latin typeface="Adobe Gothic Std B" panose="020B0800000000000000" pitchFamily="34" charset="-128"/>
                <a:ea typeface="Adobe Gothic Std B" panose="020B0800000000000000" pitchFamily="34" charset="-128"/>
              </a:rPr>
              <a:t>Art, Design and Technology</a:t>
            </a:r>
          </a:p>
          <a:p>
            <a:endParaRPr lang="en-GB" dirty="0">
              <a:latin typeface="Adobe Gothic Std B" panose="020B0800000000000000" pitchFamily="34" charset="-128"/>
              <a:ea typeface="Adobe Gothic Std B" panose="020B0800000000000000" pitchFamily="34" charset="-128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07F3CB-9E17-4120-9F32-91FC8688DA69}"/>
              </a:ext>
            </a:extLst>
          </p:cNvPr>
          <p:cNvSpPr txBox="1"/>
          <p:nvPr/>
        </p:nvSpPr>
        <p:spPr>
          <a:xfrm>
            <a:off x="2253006" y="5801412"/>
            <a:ext cx="6749592" cy="784830"/>
          </a:xfrm>
          <a:prstGeom prst="rect">
            <a:avLst/>
          </a:prstGeom>
          <a:solidFill>
            <a:schemeClr val="accent6"/>
          </a:solidFill>
          <a:ln w="57150">
            <a:solidFill>
              <a:schemeClr val="tx1"/>
            </a:solidFill>
            <a:prstDash val="lgDashDotDot"/>
          </a:ln>
        </p:spPr>
        <p:txBody>
          <a:bodyPr wrap="square" rtlCol="0">
            <a:spAutoFit/>
          </a:bodyPr>
          <a:lstStyle/>
          <a:p>
            <a:r>
              <a:rPr lang="en-GB" sz="1500" dirty="0"/>
              <a:t>Each completed Art challenge will be added to a house competition and every student will be entered into a special prize draw.  Certificates for every completed entry.</a:t>
            </a:r>
          </a:p>
        </p:txBody>
      </p:sp>
    </p:spTree>
    <p:extLst>
      <p:ext uri="{BB962C8B-B14F-4D97-AF65-F5344CB8AC3E}">
        <p14:creationId xmlns:p14="http://schemas.microsoft.com/office/powerpoint/2010/main" val="5333190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</TotalTime>
  <Words>34</Words>
  <Application>Microsoft Office PowerPoint</Application>
  <PresentationFormat>On-screen Show (4:3)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Adobe Gothic Std B</vt:lpstr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 Brittle (Staff)</dc:creator>
  <cp:lastModifiedBy>Y Brittle (Staff)</cp:lastModifiedBy>
  <cp:revision>1</cp:revision>
  <dcterms:created xsi:type="dcterms:W3CDTF">2020-03-13T07:52:44Z</dcterms:created>
  <dcterms:modified xsi:type="dcterms:W3CDTF">2020-03-13T07:54:40Z</dcterms:modified>
</cp:coreProperties>
</file>