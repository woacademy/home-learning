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52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78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19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29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06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74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09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62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72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20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664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B2E5C-85F6-46C9-8901-886D7F8E535C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EE934-BEBC-4BC0-BE42-73FA0EB5B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0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83CBFF-0FDB-41FA-BABB-5D5D57170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037"/>
            <a:ext cx="9144000" cy="6257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00713D-E8DA-417C-9C6E-E860244A59F0}"/>
              </a:ext>
            </a:extLst>
          </p:cNvPr>
          <p:cNvSpPr txBox="1"/>
          <p:nvPr/>
        </p:nvSpPr>
        <p:spPr>
          <a:xfrm>
            <a:off x="98980" y="476053"/>
            <a:ext cx="2427403" cy="1384995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  <a:p>
            <a:pPr algn="ctr"/>
            <a:r>
              <a:rPr lang="en-GB" sz="24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Art, Design and Technology</a:t>
            </a:r>
          </a:p>
          <a:p>
            <a:endParaRPr lang="en-GB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91EAA-DB75-4AB5-BB92-BA0790AEDEBD}"/>
              </a:ext>
            </a:extLst>
          </p:cNvPr>
          <p:cNvSpPr txBox="1"/>
          <p:nvPr/>
        </p:nvSpPr>
        <p:spPr>
          <a:xfrm>
            <a:off x="2253006" y="5801412"/>
            <a:ext cx="6749592" cy="784830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r>
              <a:rPr lang="en-GB" sz="1500" dirty="0"/>
              <a:t>Each completed Art challenge will be added to a house competition and every student will be entered into a special prize draw.  Certificates for every completed entry.</a:t>
            </a:r>
          </a:p>
        </p:txBody>
      </p:sp>
    </p:spTree>
    <p:extLst>
      <p:ext uri="{BB962C8B-B14F-4D97-AF65-F5344CB8AC3E}">
        <p14:creationId xmlns:p14="http://schemas.microsoft.com/office/powerpoint/2010/main" val="1831137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34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Adobe Gothic Std B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 Brittle (Staff)</dc:creator>
  <cp:lastModifiedBy>Y Brittle (Staff)</cp:lastModifiedBy>
  <cp:revision>2</cp:revision>
  <cp:lastPrinted>2020-03-13T07:45:39Z</cp:lastPrinted>
  <dcterms:created xsi:type="dcterms:W3CDTF">2020-03-13T07:36:57Z</dcterms:created>
  <dcterms:modified xsi:type="dcterms:W3CDTF">2020-03-13T07:55:14Z</dcterms:modified>
</cp:coreProperties>
</file>