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4"/>
  </p:notesMasterIdLst>
  <p:sldIdLst>
    <p:sldId id="524" r:id="rId2"/>
    <p:sldId id="526" r:id="rId3"/>
    <p:sldId id="525" r:id="rId4"/>
    <p:sldId id="527" r:id="rId5"/>
    <p:sldId id="528" r:id="rId6"/>
    <p:sldId id="530" r:id="rId7"/>
    <p:sldId id="529" r:id="rId8"/>
    <p:sldId id="531" r:id="rId9"/>
    <p:sldId id="532" r:id="rId10"/>
    <p:sldId id="533" r:id="rId11"/>
    <p:sldId id="534" r:id="rId12"/>
    <p:sldId id="535" r:id="rId13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CA3E454-224E-914B-A353-6A769A5E2378}">
          <p14:sldIdLst>
            <p14:sldId id="524"/>
            <p14:sldId id="526"/>
            <p14:sldId id="525"/>
            <p14:sldId id="527"/>
            <p14:sldId id="528"/>
            <p14:sldId id="530"/>
            <p14:sldId id="529"/>
            <p14:sldId id="531"/>
            <p14:sldId id="532"/>
            <p14:sldId id="533"/>
            <p14:sldId id="534"/>
            <p14:sldId id="535"/>
          </p14:sldIdLst>
        </p14:section>
        <p14:section name="Untitled Section" id="{4BC864B7-3BCE-4647-9E26-52005677437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rek Davies" initials="DD" lastIdx="17" clrIdx="0">
    <p:extLst/>
  </p:cmAuthor>
  <p:cmAuthor id="2" name="Vicki Pugh" initials="VP" lastIdx="19" clrIdx="1">
    <p:extLst/>
  </p:cmAuthor>
  <p:cmAuthor id="3" name="K Riley" initials="KR" lastIdx="0" clrIdx="2">
    <p:extLst>
      <p:ext uri="{19B8F6BF-5375-455C-9EA6-DF929625EA0E}">
        <p15:presenceInfo xmlns:p15="http://schemas.microsoft.com/office/powerpoint/2012/main" userId="S-1-5-21-2595659810-2178671043-38393840-10500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D579"/>
    <a:srgbClr val="F79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15" autoAdjust="0"/>
    <p:restoredTop sz="94434" autoAdjust="0"/>
  </p:normalViewPr>
  <p:slideViewPr>
    <p:cSldViewPr>
      <p:cViewPr varScale="1">
        <p:scale>
          <a:sx n="68" d="100"/>
          <a:sy n="68" d="100"/>
        </p:scale>
        <p:origin x="143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1952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2D2026-0859-4913-9377-3DA08F595AD2}" type="datetimeFigureOut">
              <a:rPr lang="en-US" smtClean="0"/>
              <a:t>3/17/2020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9D32D9-63A9-423F-8B77-368638260D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704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F713-2110-964B-A68E-481EBA276186}" type="datetimeFigureOut">
              <a:rPr lang="en-GB" smtClean="0"/>
              <a:t>17/03/2020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BB9E-F5D3-6E40-A939-4B2058AA44B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987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F713-2110-964B-A68E-481EBA276186}" type="datetimeFigureOut">
              <a:rPr lang="en-GB" smtClean="0"/>
              <a:t>17/03/2020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BB9E-F5D3-6E40-A939-4B2058AA44B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9971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F713-2110-964B-A68E-481EBA276186}" type="datetimeFigureOut">
              <a:rPr lang="en-GB" smtClean="0"/>
              <a:t>17/03/2020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BB9E-F5D3-6E40-A939-4B2058AA44B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7691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F713-2110-964B-A68E-481EBA276186}" type="datetimeFigureOut">
              <a:rPr lang="en-GB" smtClean="0"/>
              <a:t>17/03/2020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BB9E-F5D3-6E40-A939-4B2058AA44B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0867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F713-2110-964B-A68E-481EBA276186}" type="datetimeFigureOut">
              <a:rPr lang="en-GB" smtClean="0"/>
              <a:t>17/03/2020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BB9E-F5D3-6E40-A939-4B2058AA44B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4364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F713-2110-964B-A68E-481EBA276186}" type="datetimeFigureOut">
              <a:rPr lang="en-GB" smtClean="0"/>
              <a:t>17/03/2020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BB9E-F5D3-6E40-A939-4B2058AA44B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658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F713-2110-964B-A68E-481EBA276186}" type="datetimeFigureOut">
              <a:rPr lang="en-GB" smtClean="0"/>
              <a:t>17/03/2020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BB9E-F5D3-6E40-A939-4B2058AA44B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464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F713-2110-964B-A68E-481EBA276186}" type="datetimeFigureOut">
              <a:rPr lang="en-GB" smtClean="0"/>
              <a:t>17/03/2020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BB9E-F5D3-6E40-A939-4B2058AA44B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7688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F713-2110-964B-A68E-481EBA276186}" type="datetimeFigureOut">
              <a:rPr lang="en-GB" smtClean="0"/>
              <a:t>17/03/2020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BB9E-F5D3-6E40-A939-4B2058AA44B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8606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F713-2110-964B-A68E-481EBA276186}" type="datetimeFigureOut">
              <a:rPr lang="en-GB" smtClean="0"/>
              <a:t>17/03/2020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BB9E-F5D3-6E40-A939-4B2058AA44B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6682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5F713-2110-964B-A68E-481EBA276186}" type="datetimeFigureOut">
              <a:rPr lang="en-GB" smtClean="0"/>
              <a:t>17/03/2020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CBB9E-F5D3-6E40-A939-4B2058AA44B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4073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5F713-2110-964B-A68E-481EBA276186}" type="datetimeFigureOut">
              <a:rPr lang="en-GB" smtClean="0"/>
              <a:t>17/03/2020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CBB9E-F5D3-6E40-A939-4B2058AA44B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900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jonubou.exampro.net/" TargetMode="External"/><Relationship Id="rId13" Type="http://schemas.openxmlformats.org/officeDocument/2006/relationships/hyperlink" Target="http://buqoeiy.exampro.net/" TargetMode="External"/><Relationship Id="rId18" Type="http://schemas.openxmlformats.org/officeDocument/2006/relationships/hyperlink" Target="http://sitiryp.exampro.net/" TargetMode="External"/><Relationship Id="rId3" Type="http://schemas.openxmlformats.org/officeDocument/2006/relationships/hyperlink" Target="http://mumulef.exampro.net/" TargetMode="External"/><Relationship Id="rId7" Type="http://schemas.openxmlformats.org/officeDocument/2006/relationships/hyperlink" Target="http://neyefen.exampro.net/" TargetMode="External"/><Relationship Id="rId12" Type="http://schemas.openxmlformats.org/officeDocument/2006/relationships/hyperlink" Target="http://kelacoc.exampro.net/" TargetMode="External"/><Relationship Id="rId17" Type="http://schemas.openxmlformats.org/officeDocument/2006/relationships/hyperlink" Target="http://lekynyw.exampro.net/" TargetMode="External"/><Relationship Id="rId2" Type="http://schemas.openxmlformats.org/officeDocument/2006/relationships/hyperlink" Target="http://aekeoyj.exampro.net/" TargetMode="External"/><Relationship Id="rId16" Type="http://schemas.openxmlformats.org/officeDocument/2006/relationships/hyperlink" Target="http://qosuyoa.exampro.net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vofowub.exampro.net/" TargetMode="External"/><Relationship Id="rId11" Type="http://schemas.openxmlformats.org/officeDocument/2006/relationships/hyperlink" Target="http://eouahok.exampro.net/" TargetMode="External"/><Relationship Id="rId5" Type="http://schemas.openxmlformats.org/officeDocument/2006/relationships/hyperlink" Target="http://necakex.exampro.net/" TargetMode="External"/><Relationship Id="rId15" Type="http://schemas.openxmlformats.org/officeDocument/2006/relationships/hyperlink" Target="http://ryfeuox.exampro.net/" TargetMode="External"/><Relationship Id="rId10" Type="http://schemas.openxmlformats.org/officeDocument/2006/relationships/hyperlink" Target="http://poeilos.exampro.net/" TargetMode="External"/><Relationship Id="rId4" Type="http://schemas.openxmlformats.org/officeDocument/2006/relationships/hyperlink" Target="http://wioeiiq.exampro.net/" TargetMode="External"/><Relationship Id="rId9" Type="http://schemas.openxmlformats.org/officeDocument/2006/relationships/hyperlink" Target="http://qybunuc.exampro.net/" TargetMode="External"/><Relationship Id="rId14" Type="http://schemas.openxmlformats.org/officeDocument/2006/relationships/hyperlink" Target="http://dutebyq.exampro.net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eydejec.exampro.net/" TargetMode="External"/><Relationship Id="rId3" Type="http://schemas.openxmlformats.org/officeDocument/2006/relationships/hyperlink" Target="http://jooohuy.exampro.net/" TargetMode="External"/><Relationship Id="rId7" Type="http://schemas.openxmlformats.org/officeDocument/2006/relationships/hyperlink" Target="http://pidexum.exampro.net/" TargetMode="External"/><Relationship Id="rId2" Type="http://schemas.openxmlformats.org/officeDocument/2006/relationships/hyperlink" Target="http://iytywov.exampro.net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iefyyad.exampro.net/" TargetMode="External"/><Relationship Id="rId5" Type="http://schemas.openxmlformats.org/officeDocument/2006/relationships/hyperlink" Target="http://lireuur.exampro.net/" TargetMode="External"/><Relationship Id="rId4" Type="http://schemas.openxmlformats.org/officeDocument/2006/relationships/hyperlink" Target="http://mujuliv.exampro.net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://xujitif.exampro.net/" TargetMode="External"/><Relationship Id="rId13" Type="http://schemas.openxmlformats.org/officeDocument/2006/relationships/hyperlink" Target="http://uayiuog.exampro.net/" TargetMode="External"/><Relationship Id="rId3" Type="http://schemas.openxmlformats.org/officeDocument/2006/relationships/hyperlink" Target="http://paqutyb.exampro.net/" TargetMode="External"/><Relationship Id="rId7" Type="http://schemas.openxmlformats.org/officeDocument/2006/relationships/hyperlink" Target="http://yubauee.exampro.net/" TargetMode="External"/><Relationship Id="rId12" Type="http://schemas.openxmlformats.org/officeDocument/2006/relationships/hyperlink" Target="http://garurim.exampro.net/" TargetMode="External"/><Relationship Id="rId2" Type="http://schemas.openxmlformats.org/officeDocument/2006/relationships/hyperlink" Target="http://kymouyx.exampro.net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kuiaxeo.exampro.net/" TargetMode="External"/><Relationship Id="rId11" Type="http://schemas.openxmlformats.org/officeDocument/2006/relationships/hyperlink" Target="http://papeouu.exampro.net/" TargetMode="External"/><Relationship Id="rId5" Type="http://schemas.openxmlformats.org/officeDocument/2006/relationships/hyperlink" Target="http://furipik.exampro.net/" TargetMode="External"/><Relationship Id="rId10" Type="http://schemas.openxmlformats.org/officeDocument/2006/relationships/hyperlink" Target="http://ryzooiu.exampro.net/" TargetMode="External"/><Relationship Id="rId4" Type="http://schemas.openxmlformats.org/officeDocument/2006/relationships/hyperlink" Target="http://losequx.exampro.net/" TargetMode="External"/><Relationship Id="rId9" Type="http://schemas.openxmlformats.org/officeDocument/2006/relationships/hyperlink" Target="http://uisekym.exampro.net/" TargetMode="External"/><Relationship Id="rId14" Type="http://schemas.openxmlformats.org/officeDocument/2006/relationships/hyperlink" Target="http://lilyouw.exampro.net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iyeiov.exampro.net/" TargetMode="External"/><Relationship Id="rId2" Type="http://schemas.openxmlformats.org/officeDocument/2006/relationships/hyperlink" Target="http://dejosuk.exampro.net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hojiyow.exampro.net/" TargetMode="External"/><Relationship Id="rId5" Type="http://schemas.openxmlformats.org/officeDocument/2006/relationships/hyperlink" Target="http://xadibir.exampro.net/" TargetMode="External"/><Relationship Id="rId4" Type="http://schemas.openxmlformats.org/officeDocument/2006/relationships/hyperlink" Target="http://nijimiw.exampro.net/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://ayyeqiw.exampro.net/" TargetMode="External"/><Relationship Id="rId13" Type="http://schemas.openxmlformats.org/officeDocument/2006/relationships/hyperlink" Target="http://polefup.exampro.net/" TargetMode="External"/><Relationship Id="rId18" Type="http://schemas.openxmlformats.org/officeDocument/2006/relationships/hyperlink" Target="http://xiuyliu.exampro.net/" TargetMode="External"/><Relationship Id="rId3" Type="http://schemas.openxmlformats.org/officeDocument/2006/relationships/hyperlink" Target="http://iukuluu.exampro.net/" TargetMode="External"/><Relationship Id="rId7" Type="http://schemas.openxmlformats.org/officeDocument/2006/relationships/hyperlink" Target="http://faaioia.exampro.net/" TargetMode="External"/><Relationship Id="rId12" Type="http://schemas.openxmlformats.org/officeDocument/2006/relationships/hyperlink" Target="http://cekigew.exampro.net/" TargetMode="External"/><Relationship Id="rId17" Type="http://schemas.openxmlformats.org/officeDocument/2006/relationships/hyperlink" Target="http://hiauqok.exampro.net/" TargetMode="External"/><Relationship Id="rId2" Type="http://schemas.openxmlformats.org/officeDocument/2006/relationships/hyperlink" Target="http://rooiquk.exampro.net/" TargetMode="External"/><Relationship Id="rId16" Type="http://schemas.openxmlformats.org/officeDocument/2006/relationships/hyperlink" Target="http://bubenis.exampro.net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qugames.exampro.net/" TargetMode="External"/><Relationship Id="rId11" Type="http://schemas.openxmlformats.org/officeDocument/2006/relationships/hyperlink" Target="http://xypejyx.exampro.net/" TargetMode="External"/><Relationship Id="rId5" Type="http://schemas.openxmlformats.org/officeDocument/2006/relationships/hyperlink" Target="http://eewefuv.exampro.net/" TargetMode="External"/><Relationship Id="rId15" Type="http://schemas.openxmlformats.org/officeDocument/2006/relationships/hyperlink" Target="http://lujykod.exampro.net/" TargetMode="External"/><Relationship Id="rId10" Type="http://schemas.openxmlformats.org/officeDocument/2006/relationships/hyperlink" Target="http://foiuqeu.exampro.net/" TargetMode="External"/><Relationship Id="rId4" Type="http://schemas.openxmlformats.org/officeDocument/2006/relationships/hyperlink" Target="http://rujauyk.exampro.net/" TargetMode="External"/><Relationship Id="rId9" Type="http://schemas.openxmlformats.org/officeDocument/2006/relationships/hyperlink" Target="http://neearix.exampro.net/" TargetMode="External"/><Relationship Id="rId14" Type="http://schemas.openxmlformats.org/officeDocument/2006/relationships/hyperlink" Target="http://jikenis.exampro.net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notijop.exampro.net/" TargetMode="External"/><Relationship Id="rId7" Type="http://schemas.openxmlformats.org/officeDocument/2006/relationships/hyperlink" Target="http://nikivuw.exampro.net/" TargetMode="External"/><Relationship Id="rId2" Type="http://schemas.openxmlformats.org/officeDocument/2006/relationships/hyperlink" Target="http://heeusuv.exampro.net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muwezut.exampro.net/" TargetMode="External"/><Relationship Id="rId5" Type="http://schemas.openxmlformats.org/officeDocument/2006/relationships/hyperlink" Target="http://vehotiq.exampro.net/" TargetMode="External"/><Relationship Id="rId4" Type="http://schemas.openxmlformats.org/officeDocument/2006/relationships/hyperlink" Target="http://yiseauv.exampro.net/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://piloain.exampro.net/" TargetMode="External"/><Relationship Id="rId13" Type="http://schemas.openxmlformats.org/officeDocument/2006/relationships/hyperlink" Target="http://jujelul.exampro.net/" TargetMode="External"/><Relationship Id="rId3" Type="http://schemas.openxmlformats.org/officeDocument/2006/relationships/hyperlink" Target="http://zuvyeon.exampro.net/" TargetMode="External"/><Relationship Id="rId7" Type="http://schemas.openxmlformats.org/officeDocument/2006/relationships/hyperlink" Target="http://oumueun.exampro.net/" TargetMode="External"/><Relationship Id="rId12" Type="http://schemas.openxmlformats.org/officeDocument/2006/relationships/hyperlink" Target="http://tyguhuk.exampro.net/" TargetMode="External"/><Relationship Id="rId2" Type="http://schemas.openxmlformats.org/officeDocument/2006/relationships/hyperlink" Target="http://fycinop.exampro.net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cigetie.exampro.net/" TargetMode="External"/><Relationship Id="rId11" Type="http://schemas.openxmlformats.org/officeDocument/2006/relationships/hyperlink" Target="http://cilepus.exampro.net/" TargetMode="External"/><Relationship Id="rId5" Type="http://schemas.openxmlformats.org/officeDocument/2006/relationships/hyperlink" Target="http://fuuowyk.exampro.net/" TargetMode="External"/><Relationship Id="rId10" Type="http://schemas.openxmlformats.org/officeDocument/2006/relationships/hyperlink" Target="http://soiiiuv.exampro.net/" TargetMode="External"/><Relationship Id="rId4" Type="http://schemas.openxmlformats.org/officeDocument/2006/relationships/hyperlink" Target="http://tasumoy.exampro.net/" TargetMode="External"/><Relationship Id="rId9" Type="http://schemas.openxmlformats.org/officeDocument/2006/relationships/hyperlink" Target="http://ryvajif.exampro.net/" TargetMode="External"/><Relationship Id="rId14" Type="http://schemas.openxmlformats.org/officeDocument/2006/relationships/hyperlink" Target="http://nohaver.exampro.net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busubur.exampro.net/" TargetMode="External"/><Relationship Id="rId2" Type="http://schemas.openxmlformats.org/officeDocument/2006/relationships/hyperlink" Target="http://voeeyox.exampro.net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tetaxes.exampro.net/" TargetMode="External"/><Relationship Id="rId5" Type="http://schemas.openxmlformats.org/officeDocument/2006/relationships/hyperlink" Target="http://vagooim.exampro.net/" TargetMode="External"/><Relationship Id="rId4" Type="http://schemas.openxmlformats.org/officeDocument/2006/relationships/hyperlink" Target="http://nioomoo.exampro.net/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://vorelin.exampro.net/" TargetMode="External"/><Relationship Id="rId13" Type="http://schemas.openxmlformats.org/officeDocument/2006/relationships/hyperlink" Target="http://xibuyua.exampro.net/" TargetMode="External"/><Relationship Id="rId3" Type="http://schemas.openxmlformats.org/officeDocument/2006/relationships/hyperlink" Target="http://qifoyup.exampro.net/" TargetMode="External"/><Relationship Id="rId7" Type="http://schemas.openxmlformats.org/officeDocument/2006/relationships/hyperlink" Target="http://iuryaeb.exampro.net/" TargetMode="External"/><Relationship Id="rId12" Type="http://schemas.openxmlformats.org/officeDocument/2006/relationships/hyperlink" Target="http://cijuhal.exampro.net/" TargetMode="External"/><Relationship Id="rId2" Type="http://schemas.openxmlformats.org/officeDocument/2006/relationships/hyperlink" Target="http://oamaqei.exampro.net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kojiiem.exampro.net/" TargetMode="External"/><Relationship Id="rId11" Type="http://schemas.openxmlformats.org/officeDocument/2006/relationships/hyperlink" Target="http://aimakix.exampro.net/" TargetMode="External"/><Relationship Id="rId5" Type="http://schemas.openxmlformats.org/officeDocument/2006/relationships/hyperlink" Target="http://meeuqio.exampro.net/" TargetMode="External"/><Relationship Id="rId15" Type="http://schemas.openxmlformats.org/officeDocument/2006/relationships/hyperlink" Target="http://hoiujer.exampro.net/" TargetMode="External"/><Relationship Id="rId10" Type="http://schemas.openxmlformats.org/officeDocument/2006/relationships/hyperlink" Target="http://faqasuw.exampro.net/" TargetMode="External"/><Relationship Id="rId4" Type="http://schemas.openxmlformats.org/officeDocument/2006/relationships/hyperlink" Target="http://oeiygyp.exampro.net/" TargetMode="External"/><Relationship Id="rId9" Type="http://schemas.openxmlformats.org/officeDocument/2006/relationships/hyperlink" Target="http://doqoboo.exampro.net/" TargetMode="External"/><Relationship Id="rId14" Type="http://schemas.openxmlformats.org/officeDocument/2006/relationships/hyperlink" Target="http://tobofuo.exampro.net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aurinev.exampro.net/" TargetMode="External"/><Relationship Id="rId7" Type="http://schemas.openxmlformats.org/officeDocument/2006/relationships/hyperlink" Target="http://rerioyk.exampro.net/" TargetMode="External"/><Relationship Id="rId2" Type="http://schemas.openxmlformats.org/officeDocument/2006/relationships/hyperlink" Target="http://tetukyx.exampro.net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govojop.exampro.net/" TargetMode="External"/><Relationship Id="rId5" Type="http://schemas.openxmlformats.org/officeDocument/2006/relationships/hyperlink" Target="http://gurywaf.exampro.net/" TargetMode="External"/><Relationship Id="rId4" Type="http://schemas.openxmlformats.org/officeDocument/2006/relationships/hyperlink" Target="http://nejywup.exampro.net/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://gusimui.exampro.net/" TargetMode="External"/><Relationship Id="rId13" Type="http://schemas.openxmlformats.org/officeDocument/2006/relationships/hyperlink" Target="http://kekiiei.exampro.net/" TargetMode="External"/><Relationship Id="rId3" Type="http://schemas.openxmlformats.org/officeDocument/2006/relationships/hyperlink" Target="http://cejaeeu.exampro.net/" TargetMode="External"/><Relationship Id="rId7" Type="http://schemas.openxmlformats.org/officeDocument/2006/relationships/hyperlink" Target="http://euvizof.exampro.net/" TargetMode="External"/><Relationship Id="rId12" Type="http://schemas.openxmlformats.org/officeDocument/2006/relationships/hyperlink" Target="http://zeoysoy.exampro.net/" TargetMode="External"/><Relationship Id="rId2" Type="http://schemas.openxmlformats.org/officeDocument/2006/relationships/hyperlink" Target="http://bofityl.exampro.net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eaxuouy.exampro.net/" TargetMode="External"/><Relationship Id="rId11" Type="http://schemas.openxmlformats.org/officeDocument/2006/relationships/hyperlink" Target="http://beyilow.exampro.net/" TargetMode="External"/><Relationship Id="rId5" Type="http://schemas.openxmlformats.org/officeDocument/2006/relationships/hyperlink" Target="http://xesufeb.exampro.net/" TargetMode="External"/><Relationship Id="rId10" Type="http://schemas.openxmlformats.org/officeDocument/2006/relationships/hyperlink" Target="http://dopiwel.exampro.net/" TargetMode="External"/><Relationship Id="rId4" Type="http://schemas.openxmlformats.org/officeDocument/2006/relationships/hyperlink" Target="http://aarifet.exampro.net/" TargetMode="External"/><Relationship Id="rId9" Type="http://schemas.openxmlformats.org/officeDocument/2006/relationships/hyperlink" Target="http://ceuidol.exampro.net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vuwebyq.exampro.net/" TargetMode="External"/><Relationship Id="rId2" Type="http://schemas.openxmlformats.org/officeDocument/2006/relationships/hyperlink" Target="http://bucovaw.exampro.net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jayetub.exampro.net/" TargetMode="External"/><Relationship Id="rId5" Type="http://schemas.openxmlformats.org/officeDocument/2006/relationships/hyperlink" Target="http://caferuq.exampro.net/" TargetMode="External"/><Relationship Id="rId4" Type="http://schemas.openxmlformats.org/officeDocument/2006/relationships/hyperlink" Target="http://buiiyag.exampro.ne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132" y="15949"/>
            <a:ext cx="9017364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u="sng" dirty="0"/>
              <a:t>Biology Paper 1 - Foundation</a:t>
            </a:r>
          </a:p>
          <a:p>
            <a:r>
              <a:rPr lang="en-GB" dirty="0"/>
              <a:t>Cell Biology Foundation 1 -</a:t>
            </a:r>
            <a:r>
              <a:rPr lang="en-GB" dirty="0">
                <a:hlinkClick r:id="rId2"/>
              </a:rPr>
              <a:t> http://AEKEOYJ.exampro.net</a:t>
            </a:r>
            <a:endParaRPr lang="en-GB" dirty="0"/>
          </a:p>
          <a:p>
            <a:r>
              <a:rPr lang="en-GB" dirty="0"/>
              <a:t>Cell Biology Foundation 2 - </a:t>
            </a:r>
            <a:r>
              <a:rPr lang="en-GB" dirty="0">
                <a:hlinkClick r:id="rId3"/>
              </a:rPr>
              <a:t>http://MUMULEF.exampro.net</a:t>
            </a:r>
            <a:endParaRPr lang="en-GB" dirty="0"/>
          </a:p>
          <a:p>
            <a:r>
              <a:rPr lang="en-GB" dirty="0"/>
              <a:t>Organisation Foundation 1 - </a:t>
            </a:r>
            <a:r>
              <a:rPr lang="en-GB" dirty="0">
                <a:hlinkClick r:id="rId4"/>
              </a:rPr>
              <a:t>http://WIOEIIQ.exampro.net</a:t>
            </a:r>
            <a:endParaRPr lang="en-GB" dirty="0"/>
          </a:p>
          <a:p>
            <a:r>
              <a:rPr lang="en-GB" dirty="0"/>
              <a:t>Organisation Foundation 2 - </a:t>
            </a:r>
            <a:r>
              <a:rPr lang="en-GB" dirty="0">
                <a:hlinkClick r:id="rId5"/>
              </a:rPr>
              <a:t>http://NECAKEX.exampro.net</a:t>
            </a:r>
            <a:endParaRPr lang="en-GB" dirty="0"/>
          </a:p>
          <a:p>
            <a:r>
              <a:rPr lang="en-GB" dirty="0"/>
              <a:t>Organisation Foundation 3 - </a:t>
            </a:r>
            <a:r>
              <a:rPr lang="en-GB" dirty="0">
                <a:hlinkClick r:id="rId6"/>
              </a:rPr>
              <a:t>http://VOFOWUB.exampro.net</a:t>
            </a:r>
            <a:endParaRPr lang="en-GB" dirty="0"/>
          </a:p>
          <a:p>
            <a:r>
              <a:rPr lang="en-GB" dirty="0"/>
              <a:t>Infection Foundation - </a:t>
            </a:r>
            <a:r>
              <a:rPr lang="en-GB" dirty="0">
                <a:hlinkClick r:id="rId7"/>
              </a:rPr>
              <a:t>http://NEYEFEN.exampro.net</a:t>
            </a:r>
            <a:endParaRPr lang="en-GB" dirty="0"/>
          </a:p>
          <a:p>
            <a:r>
              <a:rPr lang="en-GB" dirty="0"/>
              <a:t>Bioenergetics Foundation 1 - </a:t>
            </a:r>
            <a:r>
              <a:rPr lang="en-GB" dirty="0">
                <a:hlinkClick r:id="rId8"/>
              </a:rPr>
              <a:t>http://JONUBOU.exampro.net</a:t>
            </a:r>
            <a:endParaRPr lang="en-GB" dirty="0"/>
          </a:p>
          <a:p>
            <a:r>
              <a:rPr lang="en-GB" dirty="0"/>
              <a:t>Bioenergetics Foundation 2 - </a:t>
            </a:r>
            <a:r>
              <a:rPr lang="en-GB" dirty="0">
                <a:hlinkClick r:id="rId9"/>
              </a:rPr>
              <a:t>http://QYBUNUC.exampro.net</a:t>
            </a:r>
            <a:endParaRPr lang="en-GB" dirty="0"/>
          </a:p>
          <a:p>
            <a:endParaRPr lang="en-GB" sz="2000" b="1" u="sng" dirty="0"/>
          </a:p>
          <a:p>
            <a:r>
              <a:rPr lang="en-GB" sz="2400" b="1" u="sng" dirty="0"/>
              <a:t>Chemistry Paper 1 - Foundation</a:t>
            </a:r>
          </a:p>
          <a:p>
            <a:r>
              <a:rPr lang="en-GB" dirty="0"/>
              <a:t>Atomic Structure Foundation 1 - </a:t>
            </a:r>
            <a:r>
              <a:rPr lang="en-GB" dirty="0">
                <a:hlinkClick r:id="rId10"/>
              </a:rPr>
              <a:t>http://POEILOS.exampro.net</a:t>
            </a:r>
            <a:endParaRPr lang="en-GB" dirty="0"/>
          </a:p>
          <a:p>
            <a:r>
              <a:rPr lang="en-GB" dirty="0"/>
              <a:t>Atomic Structure Foundation 2 - </a:t>
            </a:r>
            <a:r>
              <a:rPr lang="en-GB" dirty="0">
                <a:hlinkClick r:id="rId11"/>
              </a:rPr>
              <a:t>http://EOUAHOK.exampro.net</a:t>
            </a:r>
            <a:endParaRPr lang="en-GB" dirty="0"/>
          </a:p>
          <a:p>
            <a:r>
              <a:rPr lang="en-GB" dirty="0"/>
              <a:t>Atomic Structure Foundation 3 - </a:t>
            </a:r>
            <a:r>
              <a:rPr lang="en-GB" dirty="0">
                <a:hlinkClick r:id="rId12"/>
              </a:rPr>
              <a:t>http://KELACOC.exampro.net</a:t>
            </a:r>
            <a:endParaRPr lang="en-GB" dirty="0"/>
          </a:p>
          <a:p>
            <a:r>
              <a:rPr lang="en-GB" dirty="0"/>
              <a:t>Structure And Bonding Foundation 1 - </a:t>
            </a:r>
            <a:r>
              <a:rPr lang="en-GB" dirty="0">
                <a:hlinkClick r:id="rId13"/>
              </a:rPr>
              <a:t>http://BUQOEIY.exampro.net</a:t>
            </a:r>
            <a:endParaRPr lang="en-GB" dirty="0"/>
          </a:p>
          <a:p>
            <a:r>
              <a:rPr lang="en-GB" dirty="0"/>
              <a:t>Structure And Bonding Foundation 2 - </a:t>
            </a:r>
            <a:r>
              <a:rPr lang="en-GB" dirty="0">
                <a:hlinkClick r:id="rId14"/>
              </a:rPr>
              <a:t>http://DUTEBYQ.exampro.net</a:t>
            </a:r>
            <a:endParaRPr lang="en-GB" dirty="0"/>
          </a:p>
          <a:p>
            <a:r>
              <a:rPr lang="en-GB" dirty="0"/>
              <a:t>Quantitative Chemistry Foundation - </a:t>
            </a:r>
            <a:r>
              <a:rPr lang="en-GB" dirty="0">
                <a:hlinkClick r:id="rId15"/>
              </a:rPr>
              <a:t>http://RYFEUOX.exampro.net</a:t>
            </a:r>
            <a:endParaRPr lang="en-GB" dirty="0"/>
          </a:p>
          <a:p>
            <a:r>
              <a:rPr lang="en-GB" dirty="0"/>
              <a:t>Chemical Changes Foundation 1 - </a:t>
            </a:r>
            <a:r>
              <a:rPr lang="en-GB" dirty="0">
                <a:hlinkClick r:id="rId16"/>
              </a:rPr>
              <a:t>http://QOSUYOA.exampro.net</a:t>
            </a:r>
            <a:endParaRPr lang="en-GB" dirty="0"/>
          </a:p>
          <a:p>
            <a:r>
              <a:rPr lang="en-GB" dirty="0"/>
              <a:t>Chemical Changes Foundation 2 - </a:t>
            </a:r>
            <a:r>
              <a:rPr lang="en-GB" dirty="0">
                <a:hlinkClick r:id="rId17"/>
              </a:rPr>
              <a:t>http://LEKYNYW.exampro.net</a:t>
            </a:r>
            <a:endParaRPr lang="en-GB" dirty="0"/>
          </a:p>
          <a:p>
            <a:r>
              <a:rPr lang="en-GB" dirty="0"/>
              <a:t>Energy Changes Foundation - </a:t>
            </a:r>
            <a:r>
              <a:rPr lang="en-GB" dirty="0">
                <a:hlinkClick r:id="rId18"/>
              </a:rPr>
              <a:t>http://SITIRYP.exampro.net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13792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9512" y="116632"/>
            <a:ext cx="878497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u="sng" dirty="0"/>
              <a:t>Physics Paper 1 - Foundation</a:t>
            </a:r>
          </a:p>
          <a:p>
            <a:r>
              <a:rPr lang="en-GB" dirty="0"/>
              <a:t>Energy Foundation 1 - </a:t>
            </a:r>
            <a:r>
              <a:rPr lang="en-GB" dirty="0">
                <a:hlinkClick r:id="rId2"/>
              </a:rPr>
              <a:t>http://IYTYWOV.exampro.net</a:t>
            </a:r>
            <a:endParaRPr lang="en-GB" dirty="0"/>
          </a:p>
          <a:p>
            <a:r>
              <a:rPr lang="en-GB" dirty="0"/>
              <a:t>Energy Foundation 2 - </a:t>
            </a:r>
            <a:r>
              <a:rPr lang="en-GB" dirty="0">
                <a:hlinkClick r:id="rId3"/>
              </a:rPr>
              <a:t>http://JOOOHUY.exampro.net</a:t>
            </a:r>
            <a:endParaRPr lang="en-GB" dirty="0"/>
          </a:p>
          <a:p>
            <a:r>
              <a:rPr lang="en-GB" dirty="0"/>
              <a:t>Electricity Foundation 1 - </a:t>
            </a:r>
            <a:r>
              <a:rPr lang="en-GB" dirty="0">
                <a:hlinkClick r:id="rId4"/>
              </a:rPr>
              <a:t>http://MUJULIV.exampro.net</a:t>
            </a:r>
            <a:endParaRPr lang="en-GB" dirty="0"/>
          </a:p>
          <a:p>
            <a:r>
              <a:rPr lang="en-GB" dirty="0"/>
              <a:t>Electricity Foundation 2 - </a:t>
            </a:r>
            <a:r>
              <a:rPr lang="en-GB" dirty="0">
                <a:hlinkClick r:id="rId5"/>
              </a:rPr>
              <a:t>http://LIREUUR.exampro.net</a:t>
            </a:r>
            <a:endParaRPr lang="en-GB" dirty="0"/>
          </a:p>
          <a:p>
            <a:r>
              <a:rPr lang="en-GB" dirty="0"/>
              <a:t>Electricity Foundation 3 - </a:t>
            </a:r>
            <a:r>
              <a:rPr lang="en-GB" dirty="0">
                <a:hlinkClick r:id="rId6"/>
              </a:rPr>
              <a:t>http://IEFYYAD.exampro.net</a:t>
            </a:r>
            <a:endParaRPr lang="en-GB" dirty="0"/>
          </a:p>
          <a:p>
            <a:r>
              <a:rPr lang="en-GB" dirty="0"/>
              <a:t>Particle Model Foundation - </a:t>
            </a:r>
            <a:r>
              <a:rPr lang="en-GB" dirty="0">
                <a:hlinkClick r:id="rId7"/>
              </a:rPr>
              <a:t>http://PIDEXUM.exampro.net</a:t>
            </a:r>
            <a:endParaRPr lang="en-GB" dirty="0"/>
          </a:p>
          <a:p>
            <a:r>
              <a:rPr lang="en-GB" dirty="0"/>
              <a:t>Atomic Structure Foundation - </a:t>
            </a:r>
            <a:r>
              <a:rPr lang="en-GB" dirty="0">
                <a:hlinkClick r:id="rId8"/>
              </a:rPr>
              <a:t>http://EYDEJEC.exampro.net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4273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9512" y="26629"/>
            <a:ext cx="8712968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u="sng" dirty="0"/>
              <a:t>Biology Paper 2 - Foundation</a:t>
            </a:r>
          </a:p>
          <a:p>
            <a:r>
              <a:rPr lang="en-GB" dirty="0"/>
              <a:t>Homeostasis Foundation 1 – </a:t>
            </a:r>
            <a:r>
              <a:rPr lang="en-GB" u="sng" dirty="0">
                <a:solidFill>
                  <a:schemeClr val="accent1">
                    <a:lumMod val="75000"/>
                  </a:schemeClr>
                </a:solidFill>
              </a:rPr>
              <a:t>hhtp://MYNIMYQ.exampro.net </a:t>
            </a:r>
          </a:p>
          <a:p>
            <a:r>
              <a:rPr lang="en-GB" dirty="0"/>
              <a:t>Homeostasis Foundation 2 - </a:t>
            </a:r>
            <a:r>
              <a:rPr lang="en-GB" dirty="0">
                <a:hlinkClick r:id="rId2"/>
              </a:rPr>
              <a:t>http://KYMOUYX.exampro.net</a:t>
            </a:r>
            <a:endParaRPr lang="en-GB" dirty="0"/>
          </a:p>
          <a:p>
            <a:r>
              <a:rPr lang="en-GB" dirty="0"/>
              <a:t>Inheritance Foundation 1 - </a:t>
            </a:r>
            <a:r>
              <a:rPr lang="en-GB" dirty="0">
                <a:hlinkClick r:id="rId3"/>
              </a:rPr>
              <a:t>http://PAQUTYB.exampro.net</a:t>
            </a:r>
            <a:endParaRPr lang="en-GB" dirty="0"/>
          </a:p>
          <a:p>
            <a:r>
              <a:rPr lang="en-GB" dirty="0"/>
              <a:t>Inheritance Foundation 2 - </a:t>
            </a:r>
            <a:r>
              <a:rPr lang="en-GB" dirty="0">
                <a:hlinkClick r:id="rId4"/>
              </a:rPr>
              <a:t>http://LOSEQUX.exampro.net</a:t>
            </a:r>
            <a:endParaRPr lang="en-GB" dirty="0"/>
          </a:p>
          <a:p>
            <a:r>
              <a:rPr lang="en-GB" dirty="0"/>
              <a:t>Ecosystems Foundation 1 - </a:t>
            </a:r>
            <a:r>
              <a:rPr lang="en-GB" dirty="0">
                <a:hlinkClick r:id="rId5"/>
              </a:rPr>
              <a:t>http://FURIPIK.exampro.net</a:t>
            </a:r>
            <a:endParaRPr lang="en-GB" dirty="0"/>
          </a:p>
          <a:p>
            <a:r>
              <a:rPr lang="en-GB" dirty="0"/>
              <a:t>Ecosystems Foundation 2 - </a:t>
            </a:r>
            <a:r>
              <a:rPr lang="en-GB" dirty="0">
                <a:hlinkClick r:id="rId6"/>
              </a:rPr>
              <a:t>http://KUIAXEO.exampro.net</a:t>
            </a:r>
            <a:endParaRPr lang="en-GB" dirty="0"/>
          </a:p>
          <a:p>
            <a:r>
              <a:rPr lang="en-GB" dirty="0"/>
              <a:t>Ecosystems Foundation 3 - </a:t>
            </a:r>
            <a:r>
              <a:rPr lang="en-GB" dirty="0">
                <a:hlinkClick r:id="rId7"/>
              </a:rPr>
              <a:t>http://YUBAUEE.exampro.net</a:t>
            </a:r>
            <a:endParaRPr lang="en-GB" dirty="0"/>
          </a:p>
          <a:p>
            <a:endParaRPr lang="en-GB" dirty="0"/>
          </a:p>
          <a:p>
            <a:r>
              <a:rPr lang="en-GB" sz="2800" b="1" u="sng" dirty="0"/>
              <a:t>Chemistry Paper 2 - Foundation</a:t>
            </a:r>
          </a:p>
          <a:p>
            <a:r>
              <a:rPr lang="en-GB" dirty="0"/>
              <a:t>Rates Of Reaction Foundation - </a:t>
            </a:r>
            <a:r>
              <a:rPr lang="en-GB" dirty="0">
                <a:hlinkClick r:id="rId8"/>
              </a:rPr>
              <a:t>http://XUJITIF.exampro.net</a:t>
            </a:r>
            <a:endParaRPr lang="en-GB" dirty="0"/>
          </a:p>
          <a:p>
            <a:r>
              <a:rPr lang="en-GB" dirty="0"/>
              <a:t>Organic Chemistry Foundation 1 - </a:t>
            </a:r>
            <a:r>
              <a:rPr lang="en-GB" dirty="0">
                <a:hlinkClick r:id="rId9"/>
              </a:rPr>
              <a:t>http://UISEKYM.exampro.net</a:t>
            </a:r>
            <a:endParaRPr lang="en-GB" dirty="0"/>
          </a:p>
          <a:p>
            <a:r>
              <a:rPr lang="en-GB" dirty="0"/>
              <a:t>Organic Chemistry Foundation 2 - </a:t>
            </a:r>
            <a:r>
              <a:rPr lang="en-GB" dirty="0">
                <a:hlinkClick r:id="rId10"/>
              </a:rPr>
              <a:t>http://RYZOOIU.exampro.net</a:t>
            </a:r>
            <a:endParaRPr lang="en-GB" dirty="0"/>
          </a:p>
          <a:p>
            <a:r>
              <a:rPr lang="en-GB" dirty="0"/>
              <a:t>Chemical Analysis Foundation - </a:t>
            </a:r>
            <a:r>
              <a:rPr lang="en-GB" dirty="0">
                <a:hlinkClick r:id="rId11"/>
              </a:rPr>
              <a:t>http://PAPEOUU.exampro.net</a:t>
            </a:r>
            <a:endParaRPr lang="en-GB" dirty="0"/>
          </a:p>
          <a:p>
            <a:r>
              <a:rPr lang="en-GB" dirty="0"/>
              <a:t>Chemistry Of The Atmosphere Foundation 1 - </a:t>
            </a:r>
            <a:r>
              <a:rPr lang="en-GB" dirty="0">
                <a:hlinkClick r:id="rId12"/>
              </a:rPr>
              <a:t>http://GARURIM.exampro.net</a:t>
            </a:r>
            <a:endParaRPr lang="en-GB" dirty="0"/>
          </a:p>
          <a:p>
            <a:r>
              <a:rPr lang="en-GB" dirty="0"/>
              <a:t>Chemistry Of The Atmosphere Foundation 2 - </a:t>
            </a:r>
            <a:r>
              <a:rPr lang="en-GB" dirty="0">
                <a:hlinkClick r:id="rId13"/>
              </a:rPr>
              <a:t>http://UAYIUOG.exampro.net</a:t>
            </a:r>
            <a:endParaRPr lang="en-GB" dirty="0"/>
          </a:p>
          <a:p>
            <a:r>
              <a:rPr lang="en-GB" dirty="0"/>
              <a:t>Using Resources Foundation - </a:t>
            </a:r>
            <a:r>
              <a:rPr lang="en-GB" dirty="0">
                <a:hlinkClick r:id="rId14"/>
              </a:rPr>
              <a:t>http://LILYOUW.exampro.net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034694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9512" y="116632"/>
            <a:ext cx="8784976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u="sng" dirty="0"/>
              <a:t>Physics Paper 2 - Foundation</a:t>
            </a:r>
          </a:p>
          <a:p>
            <a:r>
              <a:rPr lang="en-GB" dirty="0"/>
              <a:t>Forces Foundation 1 – </a:t>
            </a:r>
            <a:r>
              <a:rPr lang="en-GB" dirty="0">
                <a:hlinkClick r:id="rId2"/>
              </a:rPr>
              <a:t>http://DEJOSUK.exampro.net</a:t>
            </a:r>
            <a:endParaRPr lang="en-GB" dirty="0"/>
          </a:p>
          <a:p>
            <a:r>
              <a:rPr lang="en-GB" dirty="0"/>
              <a:t>Forces Foundation 2 -  </a:t>
            </a:r>
            <a:r>
              <a:rPr lang="en-GB" dirty="0">
                <a:hlinkClick r:id="rId3"/>
              </a:rPr>
              <a:t>http://WIYEIOV.exampro.net</a:t>
            </a:r>
            <a:r>
              <a:rPr lang="en-GB" dirty="0"/>
              <a:t> </a:t>
            </a:r>
          </a:p>
          <a:p>
            <a:r>
              <a:rPr lang="en-GB" dirty="0"/>
              <a:t>Waves Foundation 1 - </a:t>
            </a:r>
            <a:r>
              <a:rPr lang="en-GB" dirty="0">
                <a:hlinkClick r:id="rId4"/>
              </a:rPr>
              <a:t>http://NIJIMIW.exampro.net</a:t>
            </a:r>
            <a:endParaRPr lang="en-GB" dirty="0"/>
          </a:p>
          <a:p>
            <a:r>
              <a:rPr lang="en-GB" dirty="0"/>
              <a:t>Waves Foundation 2 - </a:t>
            </a:r>
            <a:r>
              <a:rPr lang="en-GB" dirty="0">
                <a:hlinkClick r:id="rId5"/>
              </a:rPr>
              <a:t>http://XADIBIR.exampro.net</a:t>
            </a:r>
            <a:endParaRPr lang="en-GB" dirty="0"/>
          </a:p>
          <a:p>
            <a:r>
              <a:rPr lang="en-GB" dirty="0"/>
              <a:t>Magnetism Foundation - </a:t>
            </a:r>
            <a:r>
              <a:rPr lang="en-GB" dirty="0">
                <a:hlinkClick r:id="rId6"/>
              </a:rPr>
              <a:t>http://HOJIYOW.exampro.net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9876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7504" y="0"/>
            <a:ext cx="8928992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u="sng" dirty="0"/>
              <a:t>Biology Paper 1 - Standard</a:t>
            </a:r>
          </a:p>
          <a:p>
            <a:r>
              <a:rPr lang="en-GB" dirty="0"/>
              <a:t>Cell Biology Standard 1 – </a:t>
            </a:r>
            <a:r>
              <a:rPr lang="en-GB" dirty="0">
                <a:hlinkClick r:id="rId2"/>
              </a:rPr>
              <a:t>http://ROOIQUK.exampro.net</a:t>
            </a:r>
            <a:endParaRPr lang="en-GB" dirty="0"/>
          </a:p>
          <a:p>
            <a:r>
              <a:rPr lang="en-GB" dirty="0"/>
              <a:t>Cell Biology Standard 2 - </a:t>
            </a:r>
            <a:r>
              <a:rPr lang="en-GB" dirty="0">
                <a:hlinkClick r:id="rId3"/>
              </a:rPr>
              <a:t>http://IUKULUU.exampro.net</a:t>
            </a:r>
            <a:endParaRPr lang="en-GB" dirty="0"/>
          </a:p>
          <a:p>
            <a:r>
              <a:rPr lang="en-GB" dirty="0"/>
              <a:t>Organisation Standard 1 - </a:t>
            </a:r>
            <a:r>
              <a:rPr lang="en-GB" dirty="0">
                <a:hlinkClick r:id="rId4"/>
              </a:rPr>
              <a:t>http://RUJAUYK.exampro.net</a:t>
            </a:r>
            <a:endParaRPr lang="en-GB" dirty="0"/>
          </a:p>
          <a:p>
            <a:r>
              <a:rPr lang="en-GB" dirty="0"/>
              <a:t>Organisation Standard 2 - </a:t>
            </a:r>
            <a:r>
              <a:rPr lang="en-GB" dirty="0">
                <a:hlinkClick r:id="rId5"/>
              </a:rPr>
              <a:t>http://EEWEFUV.exampro.net</a:t>
            </a:r>
            <a:endParaRPr lang="en-GB" dirty="0"/>
          </a:p>
          <a:p>
            <a:r>
              <a:rPr lang="en-GB" dirty="0"/>
              <a:t>Infection Standard - </a:t>
            </a:r>
            <a:r>
              <a:rPr lang="en-GB" dirty="0">
                <a:hlinkClick r:id="rId6"/>
              </a:rPr>
              <a:t>http://QUGAMES.exampro.net</a:t>
            </a:r>
            <a:endParaRPr lang="en-GB" dirty="0"/>
          </a:p>
          <a:p>
            <a:r>
              <a:rPr lang="en-GB" dirty="0"/>
              <a:t>Bioenergetics Standard 1 - </a:t>
            </a:r>
            <a:r>
              <a:rPr lang="en-GB" dirty="0">
                <a:hlinkClick r:id="rId7"/>
              </a:rPr>
              <a:t>http://FAAIOIA.exampro.net</a:t>
            </a:r>
            <a:endParaRPr lang="en-GB" dirty="0"/>
          </a:p>
          <a:p>
            <a:r>
              <a:rPr lang="en-GB" dirty="0"/>
              <a:t>Bioenergetics Standard 2 - </a:t>
            </a:r>
            <a:r>
              <a:rPr lang="en-GB" dirty="0">
                <a:hlinkClick r:id="rId8"/>
              </a:rPr>
              <a:t>http://AYYEQIW.exampro.net</a:t>
            </a:r>
            <a:endParaRPr lang="en-GB" dirty="0"/>
          </a:p>
          <a:p>
            <a:endParaRPr lang="en-GB" dirty="0"/>
          </a:p>
          <a:p>
            <a:r>
              <a:rPr lang="en-GB" sz="2400" b="1" u="sng" dirty="0"/>
              <a:t>Chemistry Paper 1 - Standard</a:t>
            </a:r>
          </a:p>
          <a:p>
            <a:r>
              <a:rPr lang="en-GB" dirty="0"/>
              <a:t>Atomic Structure Standard 1 - </a:t>
            </a:r>
            <a:r>
              <a:rPr lang="en-GB" dirty="0">
                <a:hlinkClick r:id="rId9"/>
              </a:rPr>
              <a:t>http://NEEARIX.exampro.net</a:t>
            </a:r>
            <a:endParaRPr lang="en-GB" dirty="0"/>
          </a:p>
          <a:p>
            <a:r>
              <a:rPr lang="en-GB" dirty="0"/>
              <a:t>Atomic Structure Standard 2 - </a:t>
            </a:r>
            <a:r>
              <a:rPr lang="en-GB" dirty="0">
                <a:hlinkClick r:id="rId10"/>
              </a:rPr>
              <a:t>http://FOIUQEU.exampro.net</a:t>
            </a:r>
            <a:endParaRPr lang="en-GB" dirty="0"/>
          </a:p>
          <a:p>
            <a:r>
              <a:rPr lang="en-GB" dirty="0"/>
              <a:t>Atomic Structure Standard 3 - </a:t>
            </a:r>
            <a:r>
              <a:rPr lang="en-GB" dirty="0">
                <a:hlinkClick r:id="rId11"/>
              </a:rPr>
              <a:t>http://XYPEJYX.exampro.net</a:t>
            </a:r>
            <a:endParaRPr lang="en-GB" dirty="0"/>
          </a:p>
          <a:p>
            <a:r>
              <a:rPr lang="en-GB" dirty="0"/>
              <a:t>Bonding Standard 1 - </a:t>
            </a:r>
            <a:r>
              <a:rPr lang="en-GB" dirty="0">
                <a:hlinkClick r:id="rId12"/>
              </a:rPr>
              <a:t>http://CEKIGEW.exampro.net</a:t>
            </a:r>
            <a:endParaRPr lang="en-GB" dirty="0"/>
          </a:p>
          <a:p>
            <a:r>
              <a:rPr lang="en-GB" dirty="0"/>
              <a:t>Bonding Standard 2 - </a:t>
            </a:r>
            <a:r>
              <a:rPr lang="en-GB" dirty="0">
                <a:hlinkClick r:id="rId13"/>
              </a:rPr>
              <a:t>http://POLEFUP.exampro.net</a:t>
            </a:r>
            <a:endParaRPr lang="en-GB" dirty="0"/>
          </a:p>
          <a:p>
            <a:r>
              <a:rPr lang="en-GB" dirty="0"/>
              <a:t>Quantitative Standard - </a:t>
            </a:r>
            <a:r>
              <a:rPr lang="en-GB" dirty="0">
                <a:hlinkClick r:id="rId14"/>
              </a:rPr>
              <a:t>http://JIKENIS.exampro.net</a:t>
            </a:r>
            <a:endParaRPr lang="en-GB" dirty="0"/>
          </a:p>
          <a:p>
            <a:r>
              <a:rPr lang="en-GB" dirty="0"/>
              <a:t>Chemical Changes 1 - </a:t>
            </a:r>
            <a:r>
              <a:rPr lang="en-GB" dirty="0">
                <a:hlinkClick r:id="rId15"/>
              </a:rPr>
              <a:t>http://LUJYKOD.exampro.net</a:t>
            </a:r>
            <a:endParaRPr lang="en-GB" dirty="0"/>
          </a:p>
          <a:p>
            <a:r>
              <a:rPr lang="en-GB" dirty="0"/>
              <a:t>Chemical Changes 2 - </a:t>
            </a:r>
            <a:r>
              <a:rPr lang="en-GB" dirty="0">
                <a:hlinkClick r:id="rId16"/>
              </a:rPr>
              <a:t>http://BUBENIS.exampro.net</a:t>
            </a:r>
            <a:endParaRPr lang="en-GB" dirty="0"/>
          </a:p>
          <a:p>
            <a:r>
              <a:rPr lang="en-GB" dirty="0"/>
              <a:t>Chemical Changes 3 - </a:t>
            </a:r>
            <a:r>
              <a:rPr lang="en-GB" dirty="0">
                <a:hlinkClick r:id="rId17"/>
              </a:rPr>
              <a:t>http://HIAUQOK.exampro.net</a:t>
            </a:r>
            <a:endParaRPr lang="en-GB" dirty="0"/>
          </a:p>
          <a:p>
            <a:r>
              <a:rPr lang="en-GB" dirty="0"/>
              <a:t>Energy Changes - </a:t>
            </a:r>
            <a:r>
              <a:rPr lang="en-GB" dirty="0">
                <a:hlinkClick r:id="rId18"/>
              </a:rPr>
              <a:t>http://XIUYLIU.exampro.net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3325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260648"/>
            <a:ext cx="87129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u="sng" dirty="0"/>
              <a:t>Physics Paper 1 - Standard</a:t>
            </a:r>
          </a:p>
          <a:p>
            <a:r>
              <a:rPr lang="en-GB" dirty="0"/>
              <a:t>Energy Standard 1 – </a:t>
            </a:r>
            <a:r>
              <a:rPr lang="en-GB" dirty="0">
                <a:hlinkClick r:id="rId2"/>
              </a:rPr>
              <a:t>http://HEEUSUV.exampro.net</a:t>
            </a:r>
            <a:endParaRPr lang="en-GB" dirty="0"/>
          </a:p>
          <a:p>
            <a:r>
              <a:rPr lang="en-GB" dirty="0"/>
              <a:t>Energy Standard 2 - </a:t>
            </a:r>
            <a:r>
              <a:rPr lang="en-GB" dirty="0">
                <a:hlinkClick r:id="rId3"/>
              </a:rPr>
              <a:t>http://NOTIJOP.exampro.net</a:t>
            </a:r>
            <a:endParaRPr lang="en-GB" dirty="0"/>
          </a:p>
          <a:p>
            <a:r>
              <a:rPr lang="en-GB" dirty="0"/>
              <a:t>Electricity Standard 1 - </a:t>
            </a:r>
            <a:r>
              <a:rPr lang="en-GB" dirty="0">
                <a:hlinkClick r:id="rId4"/>
              </a:rPr>
              <a:t>http://YISEAUV.exampro.net</a:t>
            </a:r>
            <a:endParaRPr lang="en-GB" dirty="0"/>
          </a:p>
          <a:p>
            <a:r>
              <a:rPr lang="en-GB" dirty="0"/>
              <a:t>Electricity Standard 2 - </a:t>
            </a:r>
            <a:r>
              <a:rPr lang="en-GB" dirty="0">
                <a:hlinkClick r:id="rId5"/>
              </a:rPr>
              <a:t>http://VEHOTIQ.exampro.net</a:t>
            </a:r>
            <a:endParaRPr lang="en-GB" dirty="0"/>
          </a:p>
          <a:p>
            <a:r>
              <a:rPr lang="en-GB" dirty="0"/>
              <a:t>Particle Model Standard - </a:t>
            </a:r>
            <a:r>
              <a:rPr lang="en-GB" dirty="0">
                <a:hlinkClick r:id="rId6"/>
              </a:rPr>
              <a:t>http://MUWEZUT.exampro.net</a:t>
            </a:r>
            <a:endParaRPr lang="en-GB" dirty="0"/>
          </a:p>
          <a:p>
            <a:r>
              <a:rPr lang="en-GB" dirty="0"/>
              <a:t>Atomic Structure Standard - </a:t>
            </a:r>
            <a:r>
              <a:rPr lang="en-GB" dirty="0">
                <a:hlinkClick r:id="rId7"/>
              </a:rPr>
              <a:t>http://NIKIVUW.exampro.net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6610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7504" y="0"/>
            <a:ext cx="892899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u="sng" dirty="0"/>
              <a:t>Biology Paper 2 - Standard</a:t>
            </a:r>
          </a:p>
          <a:p>
            <a:r>
              <a:rPr lang="en-GB" dirty="0"/>
              <a:t>Homeostasis Standard 1 – </a:t>
            </a:r>
            <a:r>
              <a:rPr lang="en-GB" dirty="0">
                <a:hlinkClick r:id="rId2"/>
              </a:rPr>
              <a:t>http://FYCINOP.exampro.net</a:t>
            </a:r>
            <a:endParaRPr lang="en-GB" dirty="0"/>
          </a:p>
          <a:p>
            <a:r>
              <a:rPr lang="en-GB" dirty="0"/>
              <a:t>Homeostasis Standard 2 -  </a:t>
            </a:r>
            <a:r>
              <a:rPr lang="en-GB" dirty="0">
                <a:hlinkClick r:id="rId3"/>
              </a:rPr>
              <a:t>http://ZUVYEON.exampro.net</a:t>
            </a:r>
            <a:endParaRPr lang="en-GB" dirty="0"/>
          </a:p>
          <a:p>
            <a:r>
              <a:rPr lang="en-GB" dirty="0"/>
              <a:t>Inheritance Standard 1 - </a:t>
            </a:r>
            <a:r>
              <a:rPr lang="en-GB" dirty="0">
                <a:hlinkClick r:id="rId4"/>
              </a:rPr>
              <a:t>http://TASUMOY.exampro.net</a:t>
            </a:r>
            <a:endParaRPr lang="en-GB" dirty="0"/>
          </a:p>
          <a:p>
            <a:r>
              <a:rPr lang="en-GB" dirty="0"/>
              <a:t>Inheritance Standard 2 - </a:t>
            </a:r>
            <a:r>
              <a:rPr lang="en-GB" dirty="0">
                <a:hlinkClick r:id="rId5"/>
              </a:rPr>
              <a:t>http://FUUOWYK.exampro.net</a:t>
            </a:r>
            <a:endParaRPr lang="en-GB" dirty="0"/>
          </a:p>
          <a:p>
            <a:r>
              <a:rPr lang="en-GB" dirty="0"/>
              <a:t>Ecosystems Standard 1 - </a:t>
            </a:r>
            <a:r>
              <a:rPr lang="en-GB" dirty="0">
                <a:hlinkClick r:id="rId6"/>
              </a:rPr>
              <a:t>http://CIGETIE.exampro.net</a:t>
            </a:r>
            <a:endParaRPr lang="en-GB" dirty="0"/>
          </a:p>
          <a:p>
            <a:r>
              <a:rPr lang="en-GB" dirty="0"/>
              <a:t>Ecosystems Standard 2 - </a:t>
            </a:r>
            <a:r>
              <a:rPr lang="en-GB" dirty="0">
                <a:hlinkClick r:id="rId7"/>
              </a:rPr>
              <a:t>http://OUMUEUN.exampro.net</a:t>
            </a:r>
            <a:endParaRPr lang="en-GB" dirty="0"/>
          </a:p>
          <a:p>
            <a:endParaRPr lang="en-GB" dirty="0"/>
          </a:p>
          <a:p>
            <a:r>
              <a:rPr lang="en-GB" sz="2400" b="1" u="sng" dirty="0"/>
              <a:t>Chemistry Paper 2 - Standard</a:t>
            </a:r>
          </a:p>
          <a:p>
            <a:r>
              <a:rPr lang="en-GB" dirty="0"/>
              <a:t>Rates Standard 1 - </a:t>
            </a:r>
            <a:r>
              <a:rPr lang="en-GB" dirty="0">
                <a:hlinkClick r:id="rId8"/>
              </a:rPr>
              <a:t>http://PILOAIN.exampro.net</a:t>
            </a:r>
            <a:endParaRPr lang="en-GB" dirty="0"/>
          </a:p>
          <a:p>
            <a:r>
              <a:rPr lang="en-GB" dirty="0"/>
              <a:t>Rates Standard 2 - </a:t>
            </a:r>
            <a:r>
              <a:rPr lang="en-GB" dirty="0">
                <a:hlinkClick r:id="rId9"/>
              </a:rPr>
              <a:t>http://RYVAJIF.exampro.net</a:t>
            </a:r>
            <a:endParaRPr lang="en-GB" dirty="0"/>
          </a:p>
          <a:p>
            <a:r>
              <a:rPr lang="en-GB" dirty="0"/>
              <a:t>Organic Chemistry Standard 1 - </a:t>
            </a:r>
            <a:r>
              <a:rPr lang="en-GB" dirty="0">
                <a:hlinkClick r:id="rId10"/>
              </a:rPr>
              <a:t>http://SOIIIUV.exampro.net</a:t>
            </a:r>
            <a:endParaRPr lang="en-GB" dirty="0"/>
          </a:p>
          <a:p>
            <a:r>
              <a:rPr lang="en-GB" dirty="0"/>
              <a:t>Organic Chemistry Standard 2 - </a:t>
            </a:r>
            <a:r>
              <a:rPr lang="en-GB" dirty="0">
                <a:hlinkClick r:id="rId11"/>
              </a:rPr>
              <a:t>http://CILEPUS.exampro.net</a:t>
            </a:r>
            <a:endParaRPr lang="en-GB" dirty="0"/>
          </a:p>
          <a:p>
            <a:r>
              <a:rPr lang="en-GB" dirty="0"/>
              <a:t>Chemical Analysis Standard - </a:t>
            </a:r>
            <a:r>
              <a:rPr lang="en-GB" dirty="0">
                <a:hlinkClick r:id="rId12"/>
              </a:rPr>
              <a:t>http://TYGUHUK.exampro.net</a:t>
            </a:r>
            <a:endParaRPr lang="en-GB" dirty="0"/>
          </a:p>
          <a:p>
            <a:r>
              <a:rPr lang="en-GB" dirty="0"/>
              <a:t>Chemistry Of the Atmosphere Standard - </a:t>
            </a:r>
            <a:r>
              <a:rPr lang="en-GB" dirty="0">
                <a:hlinkClick r:id="rId13"/>
              </a:rPr>
              <a:t>http://JUJELUL.exampro.net</a:t>
            </a:r>
            <a:endParaRPr lang="en-GB" dirty="0"/>
          </a:p>
          <a:p>
            <a:r>
              <a:rPr lang="en-GB" dirty="0"/>
              <a:t>Using Resources Standard - </a:t>
            </a:r>
            <a:r>
              <a:rPr lang="en-GB" dirty="0">
                <a:hlinkClick r:id="rId14"/>
              </a:rPr>
              <a:t>http://NOHAVER.exampro.net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9596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9512" y="116632"/>
            <a:ext cx="8712968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u="sng" dirty="0"/>
              <a:t>Physics Paper 2 - Standard</a:t>
            </a:r>
          </a:p>
          <a:p>
            <a:r>
              <a:rPr lang="en-GB" dirty="0"/>
              <a:t>Forces Standard 1 – </a:t>
            </a:r>
            <a:r>
              <a:rPr lang="en-GB" dirty="0">
                <a:hlinkClick r:id="rId2"/>
              </a:rPr>
              <a:t>http://VOEEYOX.exampro.net</a:t>
            </a:r>
            <a:endParaRPr lang="en-GB" dirty="0"/>
          </a:p>
          <a:p>
            <a:r>
              <a:rPr lang="en-GB" dirty="0"/>
              <a:t>Forces Standard 2 -  </a:t>
            </a:r>
            <a:r>
              <a:rPr lang="en-GB" dirty="0">
                <a:hlinkClick r:id="rId3"/>
              </a:rPr>
              <a:t>http://BUSUBUR.exampro.net</a:t>
            </a:r>
            <a:endParaRPr lang="en-GB" dirty="0"/>
          </a:p>
          <a:p>
            <a:r>
              <a:rPr lang="en-GB" dirty="0"/>
              <a:t>Forces Standard 3 - </a:t>
            </a:r>
            <a:r>
              <a:rPr lang="en-GB" dirty="0">
                <a:hlinkClick r:id="rId4"/>
              </a:rPr>
              <a:t>http://NIOOMOO.exampro.net</a:t>
            </a:r>
            <a:endParaRPr lang="en-GB" dirty="0"/>
          </a:p>
          <a:p>
            <a:r>
              <a:rPr lang="en-GB" dirty="0"/>
              <a:t>Waves Standard - </a:t>
            </a:r>
            <a:r>
              <a:rPr lang="en-GB" dirty="0">
                <a:hlinkClick r:id="rId5"/>
              </a:rPr>
              <a:t>http://VAGOOIM.exampro.net</a:t>
            </a:r>
            <a:endParaRPr lang="en-GB" dirty="0"/>
          </a:p>
          <a:p>
            <a:r>
              <a:rPr lang="en-GB" dirty="0"/>
              <a:t>Magnetism Standard - </a:t>
            </a:r>
            <a:r>
              <a:rPr lang="en-GB" dirty="0">
                <a:hlinkClick r:id="rId6"/>
              </a:rPr>
              <a:t>http://TETAXES.exampro.net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2270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7504" y="0"/>
            <a:ext cx="8928992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u="sng" dirty="0"/>
              <a:t>Biology Paper 1 Higher</a:t>
            </a:r>
          </a:p>
          <a:p>
            <a:r>
              <a:rPr lang="en-GB" dirty="0"/>
              <a:t>Cell Biology Higher 1 - </a:t>
            </a:r>
            <a:r>
              <a:rPr lang="en-GB" dirty="0">
                <a:hlinkClick r:id="rId2"/>
              </a:rPr>
              <a:t>http://OAMAQEI.exampro.net</a:t>
            </a:r>
            <a:endParaRPr lang="en-GB" dirty="0"/>
          </a:p>
          <a:p>
            <a:r>
              <a:rPr lang="en-GB" dirty="0"/>
              <a:t>Cell Biology Higher 2 - </a:t>
            </a:r>
            <a:r>
              <a:rPr lang="en-GB" dirty="0">
                <a:hlinkClick r:id="rId3"/>
              </a:rPr>
              <a:t>http://QIFOYUP.exampro.net</a:t>
            </a:r>
            <a:endParaRPr lang="en-GB" dirty="0"/>
          </a:p>
          <a:p>
            <a:r>
              <a:rPr lang="en-GB" dirty="0"/>
              <a:t>Organisation Higher 1 - </a:t>
            </a:r>
            <a:r>
              <a:rPr lang="en-GB" dirty="0">
                <a:hlinkClick r:id="rId4"/>
              </a:rPr>
              <a:t>http://OEIYGYP.exampro.net</a:t>
            </a:r>
            <a:endParaRPr lang="en-GB" dirty="0"/>
          </a:p>
          <a:p>
            <a:r>
              <a:rPr lang="en-GB" dirty="0"/>
              <a:t>Organisation Higher 2 - </a:t>
            </a:r>
            <a:r>
              <a:rPr lang="en-GB" dirty="0">
                <a:hlinkClick r:id="rId5"/>
              </a:rPr>
              <a:t>http://MEEUQIO.exampro.net</a:t>
            </a:r>
            <a:endParaRPr lang="en-GB" dirty="0"/>
          </a:p>
          <a:p>
            <a:r>
              <a:rPr lang="en-GB" dirty="0"/>
              <a:t>Infection Higher - </a:t>
            </a:r>
            <a:r>
              <a:rPr lang="en-GB" dirty="0">
                <a:hlinkClick r:id="rId6"/>
              </a:rPr>
              <a:t>http://KOJIIEM.exampro.net</a:t>
            </a:r>
            <a:endParaRPr lang="en-GB" dirty="0"/>
          </a:p>
          <a:p>
            <a:r>
              <a:rPr lang="en-GB" dirty="0"/>
              <a:t>Bioenergetics Higher - </a:t>
            </a:r>
            <a:r>
              <a:rPr lang="en-GB" dirty="0">
                <a:hlinkClick r:id="rId7"/>
              </a:rPr>
              <a:t>http://IURYAEB.exampro.net</a:t>
            </a:r>
            <a:endParaRPr lang="en-GB" dirty="0"/>
          </a:p>
          <a:p>
            <a:endParaRPr lang="en-GB" dirty="0"/>
          </a:p>
          <a:p>
            <a:r>
              <a:rPr lang="en-GB" sz="2400" b="1" u="sng" dirty="0"/>
              <a:t>Chemistry Paper 1 Higher</a:t>
            </a:r>
          </a:p>
          <a:p>
            <a:r>
              <a:rPr lang="en-GB" dirty="0"/>
              <a:t>Atomic Structure Higher 1 - </a:t>
            </a:r>
            <a:r>
              <a:rPr lang="en-GB" dirty="0">
                <a:hlinkClick r:id="rId8"/>
              </a:rPr>
              <a:t>http://VORELIN.exampro.net</a:t>
            </a:r>
            <a:endParaRPr lang="en-GB" dirty="0"/>
          </a:p>
          <a:p>
            <a:r>
              <a:rPr lang="en-GB" dirty="0"/>
              <a:t>Atomic Structure Higher 2 - </a:t>
            </a:r>
            <a:r>
              <a:rPr lang="en-GB" dirty="0">
                <a:hlinkClick r:id="rId9"/>
              </a:rPr>
              <a:t>http://DOQOBOO.exampro.net</a:t>
            </a:r>
            <a:endParaRPr lang="en-GB" dirty="0"/>
          </a:p>
          <a:p>
            <a:r>
              <a:rPr lang="en-GB" dirty="0"/>
              <a:t>Bonding Higher 1 - </a:t>
            </a:r>
            <a:r>
              <a:rPr lang="en-GB" dirty="0">
                <a:hlinkClick r:id="rId10"/>
              </a:rPr>
              <a:t>http://FAQASUW.exampro.net</a:t>
            </a:r>
            <a:endParaRPr lang="en-GB" dirty="0"/>
          </a:p>
          <a:p>
            <a:r>
              <a:rPr lang="en-GB" dirty="0"/>
              <a:t>Bonding Higher 2 - </a:t>
            </a:r>
            <a:r>
              <a:rPr lang="en-GB" dirty="0">
                <a:hlinkClick r:id="rId11"/>
              </a:rPr>
              <a:t>http://AIMAKIX.exampro.net</a:t>
            </a:r>
            <a:endParaRPr lang="en-GB" dirty="0"/>
          </a:p>
          <a:p>
            <a:r>
              <a:rPr lang="en-GB" dirty="0"/>
              <a:t>Quantitative Higher - </a:t>
            </a:r>
            <a:r>
              <a:rPr lang="en-GB" dirty="0">
                <a:hlinkClick r:id="rId12"/>
              </a:rPr>
              <a:t>http://CIJUHAL.exampro.net</a:t>
            </a:r>
            <a:endParaRPr lang="en-GB" dirty="0"/>
          </a:p>
          <a:p>
            <a:r>
              <a:rPr lang="en-GB" dirty="0"/>
              <a:t>Chemical Changes Higher 1 - </a:t>
            </a:r>
            <a:r>
              <a:rPr lang="en-GB" dirty="0">
                <a:hlinkClick r:id="rId13"/>
              </a:rPr>
              <a:t>http://XIBUYUA.exampro.net</a:t>
            </a:r>
            <a:endParaRPr lang="en-GB" dirty="0"/>
          </a:p>
          <a:p>
            <a:r>
              <a:rPr lang="en-GB" dirty="0"/>
              <a:t>Chemical Changes Higher 2 - </a:t>
            </a:r>
            <a:r>
              <a:rPr lang="en-GB" dirty="0">
                <a:hlinkClick r:id="rId14"/>
              </a:rPr>
              <a:t>http://TOBOFUO.exampro.net</a:t>
            </a:r>
            <a:endParaRPr lang="en-GB" dirty="0"/>
          </a:p>
          <a:p>
            <a:r>
              <a:rPr lang="en-GB" dirty="0"/>
              <a:t>Energy Changes Higher - </a:t>
            </a:r>
            <a:r>
              <a:rPr lang="en-GB" dirty="0">
                <a:hlinkClick r:id="rId15"/>
              </a:rPr>
              <a:t>http://HOIUJER.exampro.net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4525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260648"/>
            <a:ext cx="871296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u="sng" dirty="0"/>
              <a:t>Physics Paper 1 Higher</a:t>
            </a:r>
          </a:p>
          <a:p>
            <a:r>
              <a:rPr lang="en-GB" dirty="0"/>
              <a:t>Energy Higher 1 - </a:t>
            </a:r>
            <a:r>
              <a:rPr lang="en-GB" dirty="0">
                <a:hlinkClick r:id="rId2"/>
              </a:rPr>
              <a:t>http://TETUKYX.exampro.net</a:t>
            </a:r>
            <a:endParaRPr lang="en-GB" dirty="0"/>
          </a:p>
          <a:p>
            <a:r>
              <a:rPr lang="en-GB" dirty="0"/>
              <a:t>Energy Higher 2 - </a:t>
            </a:r>
            <a:r>
              <a:rPr lang="en-GB" dirty="0">
                <a:hlinkClick r:id="rId3"/>
              </a:rPr>
              <a:t>http://AURINEV.exampro.net</a:t>
            </a:r>
            <a:endParaRPr lang="en-GB" dirty="0"/>
          </a:p>
          <a:p>
            <a:r>
              <a:rPr lang="en-GB" dirty="0"/>
              <a:t>Electricity Higher - </a:t>
            </a:r>
            <a:r>
              <a:rPr lang="en-GB" dirty="0">
                <a:hlinkClick r:id="rId4"/>
              </a:rPr>
              <a:t>http://NEJYWUP.exampro.net</a:t>
            </a:r>
            <a:r>
              <a:rPr lang="en-GB" dirty="0"/>
              <a:t> </a:t>
            </a:r>
          </a:p>
          <a:p>
            <a:r>
              <a:rPr lang="en-GB" dirty="0"/>
              <a:t>Particle Model Higher - </a:t>
            </a:r>
            <a:r>
              <a:rPr lang="en-GB" dirty="0">
                <a:hlinkClick r:id="rId5"/>
              </a:rPr>
              <a:t>http://GURYWAF.exampro.net</a:t>
            </a:r>
            <a:endParaRPr lang="en-GB" dirty="0"/>
          </a:p>
          <a:p>
            <a:r>
              <a:rPr lang="en-GB" dirty="0"/>
              <a:t>Atomic Structure Higher 1 - </a:t>
            </a:r>
            <a:r>
              <a:rPr lang="en-GB" dirty="0">
                <a:hlinkClick r:id="rId6"/>
              </a:rPr>
              <a:t>http://GOVOJOP.exampro.net</a:t>
            </a:r>
            <a:endParaRPr lang="en-GB" dirty="0"/>
          </a:p>
          <a:p>
            <a:r>
              <a:rPr lang="en-GB" dirty="0"/>
              <a:t>Atomic Structure Higher 2 - </a:t>
            </a:r>
            <a:r>
              <a:rPr lang="en-GB" dirty="0">
                <a:hlinkClick r:id="rId7"/>
              </a:rPr>
              <a:t>http://RERIOYK.exampro.net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7937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7504" y="0"/>
            <a:ext cx="892899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u="sng" dirty="0"/>
              <a:t>Biology Paper 2 Higher</a:t>
            </a:r>
          </a:p>
          <a:p>
            <a:r>
              <a:rPr lang="en-GB" dirty="0"/>
              <a:t>Homeostasis Higher 1 – </a:t>
            </a:r>
            <a:r>
              <a:rPr lang="en-GB" dirty="0">
                <a:hlinkClick r:id="rId2"/>
              </a:rPr>
              <a:t>http://BOFITYL.exampro.net</a:t>
            </a:r>
            <a:endParaRPr lang="en-GB" dirty="0"/>
          </a:p>
          <a:p>
            <a:r>
              <a:rPr lang="en-GB" dirty="0"/>
              <a:t>Homeostasis Higher 2 -  </a:t>
            </a:r>
            <a:r>
              <a:rPr lang="en-GB" dirty="0">
                <a:hlinkClick r:id="rId3"/>
              </a:rPr>
              <a:t>http://CEJAEEU.exampro.net</a:t>
            </a:r>
            <a:endParaRPr lang="en-GB" dirty="0"/>
          </a:p>
          <a:p>
            <a:r>
              <a:rPr lang="en-GB" dirty="0"/>
              <a:t>Inheritance Higher 1 - </a:t>
            </a:r>
            <a:r>
              <a:rPr lang="en-GB" dirty="0">
                <a:hlinkClick r:id="rId4"/>
              </a:rPr>
              <a:t>http://AARIFET.exampro.net</a:t>
            </a:r>
            <a:endParaRPr lang="en-GB" dirty="0"/>
          </a:p>
          <a:p>
            <a:r>
              <a:rPr lang="en-GB" dirty="0"/>
              <a:t>Inheritance Higher 2 - </a:t>
            </a:r>
            <a:r>
              <a:rPr lang="en-GB" dirty="0">
                <a:hlinkClick r:id="rId5"/>
              </a:rPr>
              <a:t>http://XESUFEB.exampro.net</a:t>
            </a:r>
            <a:endParaRPr lang="en-GB" dirty="0"/>
          </a:p>
          <a:p>
            <a:r>
              <a:rPr lang="en-GB" dirty="0"/>
              <a:t>Inheritance Higher 3 - </a:t>
            </a:r>
            <a:r>
              <a:rPr lang="en-GB" dirty="0">
                <a:hlinkClick r:id="rId6"/>
              </a:rPr>
              <a:t>http://EAXUOUY.exampro.net</a:t>
            </a:r>
            <a:endParaRPr lang="en-GB" dirty="0"/>
          </a:p>
          <a:p>
            <a:r>
              <a:rPr lang="en-GB" dirty="0"/>
              <a:t>Ecosystems Higher 1 – </a:t>
            </a:r>
            <a:r>
              <a:rPr lang="en-GB" dirty="0">
                <a:hlinkClick r:id="rId7"/>
              </a:rPr>
              <a:t>http://EUVIZOF.exampro.net</a:t>
            </a:r>
            <a:endParaRPr lang="en-GB" dirty="0"/>
          </a:p>
          <a:p>
            <a:r>
              <a:rPr lang="en-GB" dirty="0"/>
              <a:t>Ecosystems Higher 2 - </a:t>
            </a:r>
            <a:r>
              <a:rPr lang="en-GB" dirty="0">
                <a:hlinkClick r:id="rId8"/>
              </a:rPr>
              <a:t>http://GUSIMUI.exampro.net</a:t>
            </a:r>
            <a:endParaRPr lang="en-GB" dirty="0"/>
          </a:p>
          <a:p>
            <a:endParaRPr lang="en-GB" sz="2000" b="1" u="sng" dirty="0"/>
          </a:p>
          <a:p>
            <a:r>
              <a:rPr lang="en-GB" sz="2000" b="1" u="sng" dirty="0"/>
              <a:t>Chemistry Paper 2 Higher</a:t>
            </a:r>
          </a:p>
          <a:p>
            <a:r>
              <a:rPr lang="en-GB" dirty="0"/>
              <a:t>Rates Higher – </a:t>
            </a:r>
            <a:r>
              <a:rPr lang="en-GB" dirty="0">
                <a:hlinkClick r:id="rId9"/>
              </a:rPr>
              <a:t>http://CEUIDOL.exampro.net</a:t>
            </a:r>
            <a:endParaRPr lang="en-GB" dirty="0"/>
          </a:p>
          <a:p>
            <a:r>
              <a:rPr lang="en-GB" dirty="0"/>
              <a:t>Organic Chemistry Higher – </a:t>
            </a:r>
            <a:r>
              <a:rPr lang="en-GB" dirty="0">
                <a:hlinkClick r:id="rId10"/>
              </a:rPr>
              <a:t>http://DOPIWEL.exampro.net</a:t>
            </a:r>
            <a:endParaRPr lang="en-GB" dirty="0"/>
          </a:p>
          <a:p>
            <a:r>
              <a:rPr lang="en-GB" dirty="0"/>
              <a:t>Chemical Analysis Higher – </a:t>
            </a:r>
            <a:r>
              <a:rPr lang="en-GB" dirty="0">
                <a:hlinkClick r:id="rId11"/>
              </a:rPr>
              <a:t>http://BEYILOW.exampro.net</a:t>
            </a:r>
            <a:endParaRPr lang="en-GB" dirty="0"/>
          </a:p>
          <a:p>
            <a:r>
              <a:rPr lang="en-GB" dirty="0"/>
              <a:t>Chemistry Of the Atmosphere Higher – </a:t>
            </a:r>
            <a:r>
              <a:rPr lang="en-GB" dirty="0">
                <a:hlinkClick r:id="rId12"/>
              </a:rPr>
              <a:t>http://ZEOYSOY.exampro.net</a:t>
            </a:r>
            <a:endParaRPr lang="en-GB" dirty="0"/>
          </a:p>
          <a:p>
            <a:r>
              <a:rPr lang="en-GB" dirty="0"/>
              <a:t>Using Resources Higher - </a:t>
            </a:r>
            <a:r>
              <a:rPr lang="en-GB" dirty="0">
                <a:hlinkClick r:id="rId13"/>
              </a:rPr>
              <a:t>http://KEKIIEI.exampro.net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6377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9512" y="116632"/>
            <a:ext cx="8712968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u="sng" dirty="0"/>
              <a:t>Physics Paper 2 Higher</a:t>
            </a:r>
          </a:p>
          <a:p>
            <a:r>
              <a:rPr lang="en-GB" dirty="0"/>
              <a:t>Forces Standard 1 – </a:t>
            </a:r>
            <a:r>
              <a:rPr lang="en-GB" dirty="0">
                <a:hlinkClick r:id="rId2"/>
              </a:rPr>
              <a:t>http://BUCOVAW.exampro.net</a:t>
            </a:r>
            <a:r>
              <a:rPr lang="en-GB" dirty="0"/>
              <a:t> </a:t>
            </a:r>
          </a:p>
          <a:p>
            <a:r>
              <a:rPr lang="en-GB" dirty="0"/>
              <a:t>Forces Standard 2 – </a:t>
            </a:r>
            <a:r>
              <a:rPr lang="en-GB" dirty="0">
                <a:hlinkClick r:id="rId3"/>
              </a:rPr>
              <a:t>http://VUWEBYQ.exampro.net</a:t>
            </a:r>
            <a:endParaRPr lang="en-GB" dirty="0"/>
          </a:p>
          <a:p>
            <a:r>
              <a:rPr lang="en-GB" dirty="0"/>
              <a:t>Forces Standard 3 – </a:t>
            </a:r>
            <a:r>
              <a:rPr lang="en-GB" dirty="0">
                <a:hlinkClick r:id="rId4"/>
              </a:rPr>
              <a:t>http://BUIIYAG.exampro.net</a:t>
            </a:r>
            <a:endParaRPr lang="en-GB" dirty="0"/>
          </a:p>
          <a:p>
            <a:r>
              <a:rPr lang="en-GB" dirty="0"/>
              <a:t>Waves Standard – </a:t>
            </a:r>
            <a:r>
              <a:rPr lang="en-GB" dirty="0">
                <a:hlinkClick r:id="rId5"/>
              </a:rPr>
              <a:t>http://CAFERUQ.exampro.net</a:t>
            </a:r>
            <a:endParaRPr lang="en-GB" dirty="0"/>
          </a:p>
          <a:p>
            <a:r>
              <a:rPr lang="en-GB" dirty="0"/>
              <a:t>Magnetism Standard - </a:t>
            </a:r>
            <a:r>
              <a:rPr lang="en-GB" dirty="0">
                <a:hlinkClick r:id="rId6"/>
              </a:rPr>
              <a:t>http://JAYETUB.exampro.net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438015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61755</TotalTime>
  <Words>1441</Words>
  <Application>Microsoft Office PowerPoint</Application>
  <PresentationFormat>On-screen Show (4:3)</PresentationFormat>
  <Paragraphs>149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zarina shaffi</dc:creator>
  <cp:lastModifiedBy>K Riley</cp:lastModifiedBy>
  <cp:revision>930</cp:revision>
  <cp:lastPrinted>2019-04-05T18:03:39Z</cp:lastPrinted>
  <dcterms:created xsi:type="dcterms:W3CDTF">2016-03-05T09:38:04Z</dcterms:created>
  <dcterms:modified xsi:type="dcterms:W3CDTF">2020-03-17T18:15:36Z</dcterms:modified>
</cp:coreProperties>
</file>