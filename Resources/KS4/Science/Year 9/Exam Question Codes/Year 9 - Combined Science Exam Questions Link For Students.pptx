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1"/>
  </p:sldMasterIdLst>
  <p:notesMasterIdLst>
    <p:notesMasterId r:id="rId5"/>
  </p:notesMasterIdLst>
  <p:sldIdLst>
    <p:sldId id="524" r:id="rId2"/>
    <p:sldId id="528" r:id="rId3"/>
    <p:sldId id="532" r:id="rId4"/>
  </p:sldIdLst>
  <p:sldSz cx="9144000" cy="6858000" type="screen4x3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CA3E454-224E-914B-A353-6A769A5E2378}">
          <p14:sldIdLst>
            <p14:sldId id="524"/>
            <p14:sldId id="528"/>
            <p14:sldId id="532"/>
          </p14:sldIdLst>
        </p14:section>
        <p14:section name="Untitled Section" id="{4BC864B7-3BCE-4647-9E26-520056774376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rek Davies" initials="DD" lastIdx="17" clrIdx="0">
    <p:extLst/>
  </p:cmAuthor>
  <p:cmAuthor id="2" name="Vicki Pugh" initials="VP" lastIdx="19" clrIdx="1">
    <p:extLst/>
  </p:cmAuthor>
  <p:cmAuthor id="3" name="K Riley" initials="KR" lastIdx="0" clrIdx="2">
    <p:extLst>
      <p:ext uri="{19B8F6BF-5375-455C-9EA6-DF929625EA0E}">
        <p15:presenceInfo xmlns:p15="http://schemas.microsoft.com/office/powerpoint/2012/main" userId="S-1-5-21-2595659810-2178671043-38393840-105008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FFD579"/>
    <a:srgbClr val="F796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515" autoAdjust="0"/>
    <p:restoredTop sz="94434" autoAdjust="0"/>
  </p:normalViewPr>
  <p:slideViewPr>
    <p:cSldViewPr>
      <p:cViewPr varScale="1">
        <p:scale>
          <a:sx n="68" d="100"/>
          <a:sy n="68" d="100"/>
        </p:scale>
        <p:origin x="1436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5" d="100"/>
          <a:sy n="85" d="100"/>
        </p:scale>
        <p:origin x="1952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2D2026-0859-4913-9377-3DA08F595AD2}" type="datetimeFigureOut">
              <a:rPr lang="en-US" smtClean="0"/>
              <a:t>3/17/2020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1425"/>
            <a:ext cx="44640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9D32D9-63A9-423F-8B77-368638260D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704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5F713-2110-964B-A68E-481EBA276186}" type="datetimeFigureOut">
              <a:rPr lang="en-GB" smtClean="0"/>
              <a:t>17/03/2020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CBB9E-F5D3-6E40-A939-4B2058AA44B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987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5F713-2110-964B-A68E-481EBA276186}" type="datetimeFigureOut">
              <a:rPr lang="en-GB" smtClean="0"/>
              <a:t>17/03/2020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CBB9E-F5D3-6E40-A939-4B2058AA44B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59971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5F713-2110-964B-A68E-481EBA276186}" type="datetimeFigureOut">
              <a:rPr lang="en-GB" smtClean="0"/>
              <a:t>17/03/2020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CBB9E-F5D3-6E40-A939-4B2058AA44B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47691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5F713-2110-964B-A68E-481EBA276186}" type="datetimeFigureOut">
              <a:rPr lang="en-GB" smtClean="0"/>
              <a:t>17/03/2020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CBB9E-F5D3-6E40-A939-4B2058AA44B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50867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5F713-2110-964B-A68E-481EBA276186}" type="datetimeFigureOut">
              <a:rPr lang="en-GB" smtClean="0"/>
              <a:t>17/03/2020</a:t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CBB9E-F5D3-6E40-A939-4B2058AA44B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24364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5F713-2110-964B-A68E-481EBA276186}" type="datetimeFigureOut">
              <a:rPr lang="en-GB" smtClean="0"/>
              <a:t>17/03/2020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CBB9E-F5D3-6E40-A939-4B2058AA44B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06585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5F713-2110-964B-A68E-481EBA276186}" type="datetimeFigureOut">
              <a:rPr lang="en-GB" smtClean="0"/>
              <a:t>17/03/2020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CBB9E-F5D3-6E40-A939-4B2058AA44B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44641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5F713-2110-964B-A68E-481EBA276186}" type="datetimeFigureOut">
              <a:rPr lang="en-GB" smtClean="0"/>
              <a:t>17/03/2020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CBB9E-F5D3-6E40-A939-4B2058AA44B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17688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5F713-2110-964B-A68E-481EBA276186}" type="datetimeFigureOut">
              <a:rPr lang="en-GB" smtClean="0"/>
              <a:t>17/03/2020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CBB9E-F5D3-6E40-A939-4B2058AA44B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48606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5F713-2110-964B-A68E-481EBA276186}" type="datetimeFigureOut">
              <a:rPr lang="en-GB" smtClean="0"/>
              <a:t>17/03/2020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CBB9E-F5D3-6E40-A939-4B2058AA44B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86682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5F713-2110-964B-A68E-481EBA276186}" type="datetimeFigureOut">
              <a:rPr lang="en-GB" smtClean="0"/>
              <a:t>17/03/2020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CBB9E-F5D3-6E40-A939-4B2058AA44B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94073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95F713-2110-964B-A68E-481EBA276186}" type="datetimeFigureOut">
              <a:rPr lang="en-GB" smtClean="0"/>
              <a:t>17/03/2020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2CBB9E-F5D3-6E40-A939-4B2058AA44B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5900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://jooohuy.exampro.net/" TargetMode="External"/><Relationship Id="rId3" Type="http://schemas.openxmlformats.org/officeDocument/2006/relationships/hyperlink" Target="http://mumulef.exampro.net/" TargetMode="External"/><Relationship Id="rId7" Type="http://schemas.openxmlformats.org/officeDocument/2006/relationships/hyperlink" Target="http://iytywov.exampro.net/" TargetMode="External"/><Relationship Id="rId2" Type="http://schemas.openxmlformats.org/officeDocument/2006/relationships/hyperlink" Target="http://aekeoyj.exampro.net/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://kelacoc.exampro.net/" TargetMode="External"/><Relationship Id="rId5" Type="http://schemas.openxmlformats.org/officeDocument/2006/relationships/hyperlink" Target="http://eouahok.exampro.net/" TargetMode="External"/><Relationship Id="rId4" Type="http://schemas.openxmlformats.org/officeDocument/2006/relationships/hyperlink" Target="http://poeilos.exampro.net/" TargetMode="External"/><Relationship Id="rId9" Type="http://schemas.openxmlformats.org/officeDocument/2006/relationships/hyperlink" Target="http://eydejec.exampro.net/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://notijop.exampro.net/" TargetMode="External"/><Relationship Id="rId3" Type="http://schemas.openxmlformats.org/officeDocument/2006/relationships/hyperlink" Target="http://iukuluu.exampro.net/" TargetMode="External"/><Relationship Id="rId7" Type="http://schemas.openxmlformats.org/officeDocument/2006/relationships/hyperlink" Target="http://heeusuv.exampro.net/" TargetMode="External"/><Relationship Id="rId2" Type="http://schemas.openxmlformats.org/officeDocument/2006/relationships/hyperlink" Target="http://rooiquk.exampro.net/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://xypejyx.exampro.net/" TargetMode="External"/><Relationship Id="rId5" Type="http://schemas.openxmlformats.org/officeDocument/2006/relationships/hyperlink" Target="http://foiuqeu.exampro.net/" TargetMode="External"/><Relationship Id="rId4" Type="http://schemas.openxmlformats.org/officeDocument/2006/relationships/hyperlink" Target="http://neearix.exampro.net/" TargetMode="External"/><Relationship Id="rId9" Type="http://schemas.openxmlformats.org/officeDocument/2006/relationships/hyperlink" Target="http://nikivuw.exampro.net/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://govojop.exampro.net/" TargetMode="External"/><Relationship Id="rId3" Type="http://schemas.openxmlformats.org/officeDocument/2006/relationships/hyperlink" Target="http://qifoyup.exampro.net/" TargetMode="External"/><Relationship Id="rId7" Type="http://schemas.openxmlformats.org/officeDocument/2006/relationships/hyperlink" Target="http://aurinev.exampro.net/" TargetMode="External"/><Relationship Id="rId2" Type="http://schemas.openxmlformats.org/officeDocument/2006/relationships/hyperlink" Target="http://oamaqei.exampro.net/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://tetukyx.exampro.net/" TargetMode="External"/><Relationship Id="rId5" Type="http://schemas.openxmlformats.org/officeDocument/2006/relationships/hyperlink" Target="http://doqoboo.exampro.net/" TargetMode="External"/><Relationship Id="rId4" Type="http://schemas.openxmlformats.org/officeDocument/2006/relationships/hyperlink" Target="http://vorelin.exampro.net/" TargetMode="External"/><Relationship Id="rId9" Type="http://schemas.openxmlformats.org/officeDocument/2006/relationships/hyperlink" Target="http://rerioyk.exampro.net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9132" y="15949"/>
            <a:ext cx="9017364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u="sng" dirty="0"/>
              <a:t>Biology Paper 1 - Foundation</a:t>
            </a:r>
          </a:p>
          <a:p>
            <a:r>
              <a:rPr lang="en-GB" dirty="0"/>
              <a:t>Cell Biology Foundation 1 -</a:t>
            </a:r>
            <a:r>
              <a:rPr lang="en-GB" dirty="0">
                <a:hlinkClick r:id="rId2"/>
              </a:rPr>
              <a:t> http://AEKEOYJ.exampro.net</a:t>
            </a:r>
            <a:endParaRPr lang="en-GB" dirty="0"/>
          </a:p>
          <a:p>
            <a:r>
              <a:rPr lang="en-GB" dirty="0"/>
              <a:t>Cell Biology Foundation 2 - </a:t>
            </a:r>
            <a:r>
              <a:rPr lang="en-GB" dirty="0">
                <a:hlinkClick r:id="rId3"/>
              </a:rPr>
              <a:t>http://MUMULEF.exampro.net</a:t>
            </a:r>
            <a:endParaRPr lang="en-GB" dirty="0"/>
          </a:p>
          <a:p>
            <a:endParaRPr lang="en-GB" sz="2000" b="1" u="sng" dirty="0"/>
          </a:p>
          <a:p>
            <a:r>
              <a:rPr lang="en-GB" sz="2400" b="1" u="sng" dirty="0"/>
              <a:t>Chemistry Paper 1 - Foundation</a:t>
            </a:r>
          </a:p>
          <a:p>
            <a:r>
              <a:rPr lang="en-GB" dirty="0"/>
              <a:t>Atomic Structure Foundation 1 - </a:t>
            </a:r>
            <a:r>
              <a:rPr lang="en-GB" dirty="0">
                <a:hlinkClick r:id="rId4"/>
              </a:rPr>
              <a:t>http://POEILOS.exampro.net</a:t>
            </a:r>
            <a:endParaRPr lang="en-GB" dirty="0"/>
          </a:p>
          <a:p>
            <a:r>
              <a:rPr lang="en-GB" dirty="0"/>
              <a:t>Atomic Structure Foundation 2 - </a:t>
            </a:r>
            <a:r>
              <a:rPr lang="en-GB" dirty="0">
                <a:hlinkClick r:id="rId5"/>
              </a:rPr>
              <a:t>http://EOUAHOK.exampro.net</a:t>
            </a:r>
            <a:endParaRPr lang="en-GB" dirty="0"/>
          </a:p>
          <a:p>
            <a:r>
              <a:rPr lang="en-GB" dirty="0"/>
              <a:t>Atomic Structure Foundation 3 - </a:t>
            </a:r>
            <a:r>
              <a:rPr lang="en-GB" dirty="0">
                <a:hlinkClick r:id="rId6"/>
              </a:rPr>
              <a:t>http://KELACOC.exampro.net</a:t>
            </a:r>
            <a:endParaRPr lang="en-GB" dirty="0"/>
          </a:p>
          <a:p>
            <a:endParaRPr lang="en-GB" dirty="0"/>
          </a:p>
          <a:p>
            <a:r>
              <a:rPr lang="en-GB" sz="2400" b="1" u="sng" dirty="0"/>
              <a:t>Physics Paper 1 - Foundation</a:t>
            </a:r>
          </a:p>
          <a:p>
            <a:r>
              <a:rPr lang="en-GB" dirty="0"/>
              <a:t>Energy Foundation 1 - </a:t>
            </a:r>
            <a:r>
              <a:rPr lang="en-GB" dirty="0">
                <a:hlinkClick r:id="rId7"/>
              </a:rPr>
              <a:t>http://IYTYWOV.exampro.net</a:t>
            </a:r>
            <a:endParaRPr lang="en-GB" dirty="0"/>
          </a:p>
          <a:p>
            <a:r>
              <a:rPr lang="en-GB" dirty="0"/>
              <a:t>Energy Foundation 2 - </a:t>
            </a:r>
            <a:r>
              <a:rPr lang="en-GB" dirty="0">
                <a:hlinkClick r:id="rId8"/>
              </a:rPr>
              <a:t>http://JOOOHUY.exampro.net</a:t>
            </a:r>
            <a:endParaRPr lang="en-GB" dirty="0"/>
          </a:p>
          <a:p>
            <a:r>
              <a:rPr lang="en-GB" dirty="0"/>
              <a:t>Atomic Structure Foundation - </a:t>
            </a:r>
            <a:r>
              <a:rPr lang="en-GB" dirty="0">
                <a:hlinkClick r:id="rId9"/>
              </a:rPr>
              <a:t>http://EYDEJEC.exampro.net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137927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7504" y="0"/>
            <a:ext cx="8928992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u="sng" dirty="0"/>
              <a:t>Biology Paper 1 - Standard</a:t>
            </a:r>
          </a:p>
          <a:p>
            <a:r>
              <a:rPr lang="en-GB" dirty="0"/>
              <a:t>Cell Biology Standard 1 – </a:t>
            </a:r>
            <a:r>
              <a:rPr lang="en-GB" dirty="0">
                <a:hlinkClick r:id="rId2"/>
              </a:rPr>
              <a:t>http://ROOIQUK.exampro.net</a:t>
            </a:r>
            <a:endParaRPr lang="en-GB" dirty="0"/>
          </a:p>
          <a:p>
            <a:r>
              <a:rPr lang="en-GB" dirty="0"/>
              <a:t>Cell Biology Standard 2 - </a:t>
            </a:r>
            <a:r>
              <a:rPr lang="en-GB" dirty="0">
                <a:hlinkClick r:id="rId3"/>
              </a:rPr>
              <a:t>http://IUKULUU.exampro.net</a:t>
            </a:r>
            <a:endParaRPr lang="en-GB" dirty="0"/>
          </a:p>
          <a:p>
            <a:endParaRPr lang="en-GB" dirty="0"/>
          </a:p>
          <a:p>
            <a:r>
              <a:rPr lang="en-GB" sz="2400" b="1" u="sng" dirty="0"/>
              <a:t>Chemistry Paper 1 - Standard</a:t>
            </a:r>
          </a:p>
          <a:p>
            <a:r>
              <a:rPr lang="en-GB" dirty="0"/>
              <a:t>Atomic Structure Standard 1 - </a:t>
            </a:r>
            <a:r>
              <a:rPr lang="en-GB" dirty="0">
                <a:hlinkClick r:id="rId4"/>
              </a:rPr>
              <a:t>http://NEEARIX.exampro.net</a:t>
            </a:r>
            <a:endParaRPr lang="en-GB" dirty="0"/>
          </a:p>
          <a:p>
            <a:r>
              <a:rPr lang="en-GB" dirty="0"/>
              <a:t>Atomic Structure Standard 2 - </a:t>
            </a:r>
            <a:r>
              <a:rPr lang="en-GB" dirty="0">
                <a:hlinkClick r:id="rId5"/>
              </a:rPr>
              <a:t>http://FOIUQEU.exampro.net</a:t>
            </a:r>
            <a:endParaRPr lang="en-GB" dirty="0"/>
          </a:p>
          <a:p>
            <a:r>
              <a:rPr lang="en-GB" dirty="0"/>
              <a:t>Atomic Structure Standard 3 - </a:t>
            </a:r>
            <a:r>
              <a:rPr lang="en-GB" dirty="0">
                <a:hlinkClick r:id="rId6"/>
              </a:rPr>
              <a:t>http://XYPEJYX.exampro.net</a:t>
            </a:r>
            <a:endParaRPr lang="en-GB" dirty="0"/>
          </a:p>
          <a:p>
            <a:endParaRPr lang="en-GB" dirty="0"/>
          </a:p>
          <a:p>
            <a:r>
              <a:rPr lang="en-GB" sz="2400" b="1" u="sng" dirty="0"/>
              <a:t>Physics Paper 1 - Standard</a:t>
            </a:r>
          </a:p>
          <a:p>
            <a:r>
              <a:rPr lang="en-GB" dirty="0"/>
              <a:t>Energy Standard 1 – </a:t>
            </a:r>
            <a:r>
              <a:rPr lang="en-GB" dirty="0">
                <a:hlinkClick r:id="rId7"/>
              </a:rPr>
              <a:t>http://HEEUSUV.exampro.net</a:t>
            </a:r>
            <a:endParaRPr lang="en-GB" dirty="0"/>
          </a:p>
          <a:p>
            <a:r>
              <a:rPr lang="en-GB" dirty="0"/>
              <a:t>Energy Standard 2 - </a:t>
            </a:r>
            <a:r>
              <a:rPr lang="en-GB" dirty="0">
                <a:hlinkClick r:id="rId8"/>
              </a:rPr>
              <a:t>http://NOTIJOP.exampro.net</a:t>
            </a:r>
            <a:endParaRPr lang="en-GB" dirty="0"/>
          </a:p>
          <a:p>
            <a:r>
              <a:rPr lang="en-GB" dirty="0"/>
              <a:t>Atomic Structure Standard - </a:t>
            </a:r>
            <a:r>
              <a:rPr lang="en-GB" dirty="0">
                <a:hlinkClick r:id="rId9"/>
              </a:rPr>
              <a:t>http://NIKIVUW.exampro.net</a:t>
            </a:r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53325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7504" y="0"/>
            <a:ext cx="8928992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u="sng" dirty="0"/>
              <a:t>Biology Paper 1 Higher</a:t>
            </a:r>
          </a:p>
          <a:p>
            <a:r>
              <a:rPr lang="en-GB" dirty="0"/>
              <a:t>Cell Biology Higher 1 - </a:t>
            </a:r>
            <a:r>
              <a:rPr lang="en-GB" dirty="0">
                <a:hlinkClick r:id="rId2"/>
              </a:rPr>
              <a:t>http://OAMAQEI.exampro.net</a:t>
            </a:r>
            <a:endParaRPr lang="en-GB" dirty="0"/>
          </a:p>
          <a:p>
            <a:r>
              <a:rPr lang="en-GB" dirty="0"/>
              <a:t>Cell Biology Higher 2 - </a:t>
            </a:r>
            <a:r>
              <a:rPr lang="en-GB" dirty="0">
                <a:hlinkClick r:id="rId3"/>
              </a:rPr>
              <a:t>http://QIFOYUP.exampro.net</a:t>
            </a:r>
            <a:endParaRPr lang="en-GB" dirty="0"/>
          </a:p>
          <a:p>
            <a:endParaRPr lang="en-GB" dirty="0"/>
          </a:p>
          <a:p>
            <a:r>
              <a:rPr lang="en-GB" sz="2400" b="1" u="sng" dirty="0"/>
              <a:t>Chemistry Paper 1 Higher</a:t>
            </a:r>
          </a:p>
          <a:p>
            <a:r>
              <a:rPr lang="en-GB" dirty="0"/>
              <a:t>Atomic Structure Higher 1 - </a:t>
            </a:r>
            <a:r>
              <a:rPr lang="en-GB" dirty="0">
                <a:hlinkClick r:id="rId4"/>
              </a:rPr>
              <a:t>http://VORELIN.exampro.net</a:t>
            </a:r>
            <a:endParaRPr lang="en-GB" dirty="0"/>
          </a:p>
          <a:p>
            <a:r>
              <a:rPr lang="en-GB" dirty="0"/>
              <a:t>Atomic Structure Higher 2 - </a:t>
            </a:r>
            <a:r>
              <a:rPr lang="en-GB" dirty="0">
                <a:hlinkClick r:id="rId5"/>
              </a:rPr>
              <a:t>http://DOQOBOO.exampro.net</a:t>
            </a:r>
            <a:endParaRPr lang="en-GB" dirty="0"/>
          </a:p>
          <a:p>
            <a:endParaRPr lang="en-GB" dirty="0"/>
          </a:p>
          <a:p>
            <a:r>
              <a:rPr lang="en-GB" sz="2400" b="1" u="sng" dirty="0"/>
              <a:t>Physics Paper 1 Higher</a:t>
            </a:r>
          </a:p>
          <a:p>
            <a:r>
              <a:rPr lang="en-GB" dirty="0"/>
              <a:t>Energy Higher 1 - </a:t>
            </a:r>
            <a:r>
              <a:rPr lang="en-GB" dirty="0">
                <a:hlinkClick r:id="rId6"/>
              </a:rPr>
              <a:t>http://TETUKYX.exampro.net</a:t>
            </a:r>
            <a:endParaRPr lang="en-GB" dirty="0"/>
          </a:p>
          <a:p>
            <a:r>
              <a:rPr lang="en-GB" dirty="0"/>
              <a:t>Energy Higher 2 - </a:t>
            </a:r>
            <a:r>
              <a:rPr lang="en-GB" dirty="0">
                <a:hlinkClick r:id="rId7"/>
              </a:rPr>
              <a:t>http://AURINEV.exampro.net</a:t>
            </a:r>
            <a:endParaRPr lang="en-GB" dirty="0"/>
          </a:p>
          <a:p>
            <a:r>
              <a:rPr lang="en-GB" dirty="0"/>
              <a:t>Atomic Structure Higher 1 - </a:t>
            </a:r>
            <a:r>
              <a:rPr lang="en-GB" dirty="0">
                <a:hlinkClick r:id="rId8"/>
              </a:rPr>
              <a:t>http://GOVOJOP.exampro.net</a:t>
            </a:r>
            <a:endParaRPr lang="en-GB" dirty="0"/>
          </a:p>
          <a:p>
            <a:r>
              <a:rPr lang="en-GB" dirty="0"/>
              <a:t>Atomic Structure Higher 2 - </a:t>
            </a:r>
            <a:r>
              <a:rPr lang="en-GB" dirty="0">
                <a:hlinkClick r:id="rId9"/>
              </a:rPr>
              <a:t>http://RERIOYK.exampro.net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3452551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61759</TotalTime>
  <Words>322</Words>
  <Application>Microsoft Office PowerPoint</Application>
  <PresentationFormat>On-screen Show (4:3)</PresentationFormat>
  <Paragraphs>39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Custom Design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zarina shaffi</dc:creator>
  <cp:lastModifiedBy>K Riley</cp:lastModifiedBy>
  <cp:revision>931</cp:revision>
  <cp:lastPrinted>2019-04-05T18:03:39Z</cp:lastPrinted>
  <dcterms:created xsi:type="dcterms:W3CDTF">2016-03-05T09:38:04Z</dcterms:created>
  <dcterms:modified xsi:type="dcterms:W3CDTF">2020-03-17T18:28:57Z</dcterms:modified>
</cp:coreProperties>
</file>