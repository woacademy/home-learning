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71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871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995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75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30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99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04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28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18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82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853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968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321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626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758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956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00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AEC084-951B-4D96-AF40-F360E8968C40}" type="datetimeFigureOut">
              <a:rPr lang="en-GB" smtClean="0"/>
              <a:t>25/09/2019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B1D32-575F-45CA-A4CB-18B4F78F06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123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27AA7-14EC-4046-BFC8-2D4498F8D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986" y="989814"/>
            <a:ext cx="9829014" cy="3855563"/>
          </a:xfrm>
        </p:spPr>
        <p:txBody>
          <a:bodyPr>
            <a:normAutofit/>
          </a:bodyPr>
          <a:lstStyle/>
          <a:p>
            <a:r>
              <a:rPr lang="en-GB" sz="4400" b="1" dirty="0"/>
              <a:t>What are the characteristics and skills of the entrepreneurs who run these enterprises?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C139B-44E0-4691-A74D-C308C3249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986" y="4034672"/>
            <a:ext cx="9829014" cy="2253006"/>
          </a:xfrm>
        </p:spPr>
        <p:txBody>
          <a:bodyPr/>
          <a:lstStyle/>
          <a:p>
            <a:r>
              <a:rPr lang="en-GB" dirty="0"/>
              <a:t>See help sheet and google drive template</a:t>
            </a:r>
          </a:p>
          <a:p>
            <a:r>
              <a:rPr lang="en-GB" dirty="0"/>
              <a:t>You must talk about the skills of your business owner/s</a:t>
            </a:r>
          </a:p>
          <a:p>
            <a:r>
              <a:rPr lang="en-GB" dirty="0"/>
              <a:t>You must talk about the characteristics of your business owner/s</a:t>
            </a:r>
          </a:p>
        </p:txBody>
      </p:sp>
    </p:spTree>
    <p:extLst>
      <p:ext uri="{BB962C8B-B14F-4D97-AF65-F5344CB8AC3E}">
        <p14:creationId xmlns:p14="http://schemas.microsoft.com/office/powerpoint/2010/main" val="21930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2363-9479-4D23-B5EA-605A667E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34636"/>
          </a:xfrm>
        </p:spPr>
        <p:txBody>
          <a:bodyPr>
            <a:normAutofit fontScale="90000"/>
          </a:bodyPr>
          <a:lstStyle/>
          <a:p>
            <a:r>
              <a:rPr lang="en-GB" dirty="0"/>
              <a:t>How have the </a:t>
            </a:r>
            <a:r>
              <a:rPr lang="en-GB" b="1" dirty="0"/>
              <a:t>characteristics</a:t>
            </a:r>
            <a:r>
              <a:rPr lang="en-GB" dirty="0"/>
              <a:t> of the enterprise and the entrepreneur influenced it achieving its main purpose?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73E78-44A9-424C-9597-4FBEBF49E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0589"/>
            <a:ext cx="10515600" cy="3226373"/>
          </a:xfrm>
        </p:spPr>
        <p:txBody>
          <a:bodyPr/>
          <a:lstStyle/>
          <a:p>
            <a:r>
              <a:rPr lang="en-GB" dirty="0"/>
              <a:t>Think about your business and their aims</a:t>
            </a:r>
          </a:p>
          <a:p>
            <a:r>
              <a:rPr lang="en-GB" dirty="0"/>
              <a:t>How have the characteristics of the entrepreneur helped to achieve the business aims? </a:t>
            </a:r>
            <a:r>
              <a:rPr lang="en-GB" dirty="0" err="1"/>
              <a:t>Eg</a:t>
            </a:r>
            <a:r>
              <a:rPr lang="en-GB" dirty="0"/>
              <a:t>- Motivation and dedication (look at your list)</a:t>
            </a:r>
          </a:p>
        </p:txBody>
      </p:sp>
    </p:spTree>
    <p:extLst>
      <p:ext uri="{BB962C8B-B14F-4D97-AF65-F5344CB8AC3E}">
        <p14:creationId xmlns:p14="http://schemas.microsoft.com/office/powerpoint/2010/main" val="149148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7445C-F257-4E99-A414-0B8262C2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562542"/>
          </a:xfrm>
        </p:spPr>
        <p:txBody>
          <a:bodyPr>
            <a:normAutofit fontScale="90000"/>
          </a:bodyPr>
          <a:lstStyle/>
          <a:p>
            <a:r>
              <a:rPr lang="en-GB" dirty="0"/>
              <a:t>What </a:t>
            </a:r>
            <a:r>
              <a:rPr lang="en-GB" b="1" dirty="0"/>
              <a:t>market research </a:t>
            </a:r>
            <a:r>
              <a:rPr lang="en-GB" dirty="0"/>
              <a:t>activity does each enterprise conduct?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BAF6C-003D-4A45-B858-8511D3D0C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3579"/>
            <a:ext cx="10515600" cy="3933384"/>
          </a:xfrm>
        </p:spPr>
        <p:txBody>
          <a:bodyPr/>
          <a:lstStyle/>
          <a:p>
            <a:r>
              <a:rPr lang="en-GB" dirty="0"/>
              <a:t>Primary?</a:t>
            </a:r>
          </a:p>
          <a:p>
            <a:r>
              <a:rPr lang="en-GB" dirty="0"/>
              <a:t>Secondary?</a:t>
            </a:r>
          </a:p>
        </p:txBody>
      </p:sp>
    </p:spTree>
    <p:extLst>
      <p:ext uri="{BB962C8B-B14F-4D97-AF65-F5344CB8AC3E}">
        <p14:creationId xmlns:p14="http://schemas.microsoft.com/office/powerpoint/2010/main" val="153080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EB3F-541C-4CC4-A27A-9449B602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 research- primary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1EC2-CE28-4152-BD3D-62517750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 dirty="0"/>
              <a:t>Questionnaires</a:t>
            </a:r>
          </a:p>
          <a:p>
            <a:r>
              <a:rPr lang="en-GB" dirty="0"/>
              <a:t>Face to face interviews</a:t>
            </a:r>
          </a:p>
          <a:p>
            <a:r>
              <a:rPr lang="en-GB" dirty="0"/>
              <a:t>Telephone</a:t>
            </a:r>
          </a:p>
          <a:p>
            <a:r>
              <a:rPr lang="en-GB" dirty="0"/>
              <a:t>Post</a:t>
            </a:r>
          </a:p>
          <a:p>
            <a:r>
              <a:rPr lang="en-GB" dirty="0"/>
              <a:t>Web site/social media</a:t>
            </a:r>
          </a:p>
          <a:p>
            <a:r>
              <a:rPr lang="en-GB" dirty="0"/>
              <a:t>Observations</a:t>
            </a:r>
          </a:p>
          <a:p>
            <a:r>
              <a:rPr lang="en-GB" dirty="0"/>
              <a:t>Interviews and focus groups</a:t>
            </a:r>
          </a:p>
          <a:p>
            <a:r>
              <a:rPr lang="en-GB" dirty="0"/>
              <a:t>Surveys (online)</a:t>
            </a:r>
          </a:p>
        </p:txBody>
      </p:sp>
    </p:spTree>
    <p:extLst>
      <p:ext uri="{BB962C8B-B14F-4D97-AF65-F5344CB8AC3E}">
        <p14:creationId xmlns:p14="http://schemas.microsoft.com/office/powerpoint/2010/main" val="1780952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ABFF-69EF-4D37-9257-1D99AB67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Market research - secondary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6AF86-A7C6-49F6-A617-6E2F1DE16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Third parties</a:t>
            </a:r>
          </a:p>
          <a:p>
            <a:r>
              <a:rPr lang="en-GB" dirty="0"/>
              <a:t>Online research- websites</a:t>
            </a:r>
          </a:p>
          <a:p>
            <a:r>
              <a:rPr lang="en-GB" dirty="0"/>
              <a:t>Company materials</a:t>
            </a:r>
          </a:p>
          <a:p>
            <a:r>
              <a:rPr lang="en-GB" dirty="0"/>
              <a:t>Market reports- MINTEL</a:t>
            </a:r>
          </a:p>
          <a:p>
            <a:r>
              <a:rPr lang="en-GB" dirty="0"/>
              <a:t>Government data</a:t>
            </a:r>
          </a:p>
        </p:txBody>
      </p:sp>
    </p:spTree>
    <p:extLst>
      <p:ext uri="{BB962C8B-B14F-4D97-AF65-F5344CB8AC3E}">
        <p14:creationId xmlns:p14="http://schemas.microsoft.com/office/powerpoint/2010/main" val="164521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3CAB-5B3F-46ED-81E3-A5F81A251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15782"/>
          </a:xfrm>
        </p:spPr>
        <p:txBody>
          <a:bodyPr>
            <a:normAutofit/>
          </a:bodyPr>
          <a:lstStyle/>
          <a:p>
            <a:r>
              <a:rPr lang="en-GB" dirty="0"/>
              <a:t>How </a:t>
            </a:r>
            <a:r>
              <a:rPr lang="en-GB" b="1" dirty="0"/>
              <a:t>the market research </a:t>
            </a:r>
            <a:r>
              <a:rPr lang="en-GB" dirty="0"/>
              <a:t>helps each enterprise to meet customer needs and understand competitor behaviour?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0489-0C26-425F-932E-6B1D56CE2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1991"/>
            <a:ext cx="10515600" cy="3084971"/>
          </a:xfrm>
        </p:spPr>
        <p:txBody>
          <a:bodyPr/>
          <a:lstStyle/>
          <a:p>
            <a:r>
              <a:rPr lang="en-GB" dirty="0"/>
              <a:t>How does the market research help the enterprise to meet the needs of its customers? </a:t>
            </a:r>
          </a:p>
          <a:p>
            <a:r>
              <a:rPr lang="en-GB" dirty="0"/>
              <a:t>How does it help them to understand the competitor?</a:t>
            </a:r>
          </a:p>
          <a:p>
            <a:r>
              <a:rPr lang="en-GB" dirty="0"/>
              <a:t>How does it use quantitative data? (numbers and statistics)</a:t>
            </a:r>
          </a:p>
          <a:p>
            <a:r>
              <a:rPr lang="en-GB" dirty="0"/>
              <a:t>How does it use qualitative data? (open ended questions)</a:t>
            </a:r>
          </a:p>
        </p:txBody>
      </p:sp>
    </p:spTree>
    <p:extLst>
      <p:ext uri="{BB962C8B-B14F-4D97-AF65-F5344CB8AC3E}">
        <p14:creationId xmlns:p14="http://schemas.microsoft.com/office/powerpoint/2010/main" val="292063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9A93-34CB-42D4-8260-2E4F9F3A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319753"/>
            <a:ext cx="10430384" cy="4251487"/>
          </a:xfrm>
        </p:spPr>
        <p:txBody>
          <a:bodyPr/>
          <a:lstStyle/>
          <a:p>
            <a:r>
              <a:rPr lang="en-GB" dirty="0"/>
              <a:t>You </a:t>
            </a:r>
            <a:r>
              <a:rPr lang="en-GB"/>
              <a:t>must for </a:t>
            </a:r>
            <a:r>
              <a:rPr lang="en-GB" dirty="0"/>
              <a:t>ONE of your SMEs</a:t>
            </a:r>
            <a:r>
              <a:rPr lang="en-GB" b="1" dirty="0"/>
              <a:t> assess </a:t>
            </a:r>
            <a:r>
              <a:rPr lang="en-GB" dirty="0"/>
              <a:t>how </a:t>
            </a:r>
            <a:r>
              <a:rPr lang="en-GB" b="1" dirty="0"/>
              <a:t>effectively </a:t>
            </a:r>
            <a:r>
              <a:rPr lang="en-GB" dirty="0"/>
              <a:t>the methods selected have been in meeting the needs of the customer and understanding competitor behaviour.</a:t>
            </a:r>
          </a:p>
        </p:txBody>
      </p:sp>
    </p:spTree>
    <p:extLst>
      <p:ext uri="{BB962C8B-B14F-4D97-AF65-F5344CB8AC3E}">
        <p14:creationId xmlns:p14="http://schemas.microsoft.com/office/powerpoint/2010/main" val="375490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BA80-1087-43FC-B13D-8834F2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97308"/>
          </a:xfrm>
        </p:spPr>
        <p:txBody>
          <a:bodyPr>
            <a:normAutofit fontScale="90000"/>
          </a:bodyPr>
          <a:lstStyle/>
          <a:p>
            <a:r>
              <a:rPr lang="en-GB" dirty="0"/>
              <a:t>What is the impact of internal and external factors on the level of success of each of the enterprises.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B6A93-0B9D-427D-9E2A-0D9FF7667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6065"/>
            <a:ext cx="10515600" cy="3480897"/>
          </a:xfrm>
        </p:spPr>
        <p:txBody>
          <a:bodyPr/>
          <a:lstStyle/>
          <a:p>
            <a:r>
              <a:rPr lang="en-GB" dirty="0"/>
              <a:t>Internal factors are</a:t>
            </a:r>
          </a:p>
          <a:p>
            <a:r>
              <a:rPr lang="en-GB" dirty="0"/>
              <a:t>External factors are</a:t>
            </a:r>
          </a:p>
        </p:txBody>
      </p:sp>
    </p:spTree>
    <p:extLst>
      <p:ext uri="{BB962C8B-B14F-4D97-AF65-F5344CB8AC3E}">
        <p14:creationId xmlns:p14="http://schemas.microsoft.com/office/powerpoint/2010/main" val="16507065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265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What are the characteristics and skills of the entrepreneurs who run these enterprises? </vt:lpstr>
      <vt:lpstr>How have the characteristics of the enterprise and the entrepreneur influenced it achieving its main purpose?</vt:lpstr>
      <vt:lpstr>What market research activity does each enterprise conduct? </vt:lpstr>
      <vt:lpstr>Market research- primary</vt:lpstr>
      <vt:lpstr>Market research - secondary</vt:lpstr>
      <vt:lpstr>How the market research helps each enterprise to meet customer needs and understand competitor behaviour?</vt:lpstr>
      <vt:lpstr>You must for ONE of your SMEs assess how effectively the methods selected have been in meeting the needs of the customer and understanding competitor behaviour.</vt:lpstr>
      <vt:lpstr>What is the impact of internal and external factors on the level of success of each of the enterprises.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the characteristics and skills of the entrepreneurs who run these enterprises?</dc:title>
  <dc:creator>N Atkins</dc:creator>
  <cp:lastModifiedBy>N Atkins</cp:lastModifiedBy>
  <cp:revision>4</cp:revision>
  <dcterms:created xsi:type="dcterms:W3CDTF">2019-09-25T20:22:36Z</dcterms:created>
  <dcterms:modified xsi:type="dcterms:W3CDTF">2019-09-25T20:55:56Z</dcterms:modified>
</cp:coreProperties>
</file>