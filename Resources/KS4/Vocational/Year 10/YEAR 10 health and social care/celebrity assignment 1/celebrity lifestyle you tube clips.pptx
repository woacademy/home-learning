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D861F-2759-40D2-A992-3B5E4805B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A972A-B516-4B30-8DA5-34158AF8E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58470-A94B-49A4-94F5-A85A6881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7EEF1-1A7B-432C-8054-FB813384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9021F-8C22-4EC5-9AA3-9811EA92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58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681C-CE1F-42A0-ACF6-BB11D7852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E533-B7B3-4868-9280-8C51AC335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BC73-1B41-46B8-BD96-A8407F61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6A3F9-C2CA-40FD-B0A8-0B25CDF99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33141-AB32-40A4-815B-ED340C41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32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B8AE5-3A11-4271-A714-D2DE0F408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5680B-F089-47A6-99ED-38DEB1FCD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0E34C-51E7-4467-A3C2-EC8EE229E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67289-3673-4A46-A81B-1B5651731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7C4D6-6F3D-4592-9EFC-B66BF942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871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2A6E4-BF3B-465F-95C9-C4B6223E4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5328B-CE65-4C4C-A9F4-2980CE3E1A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591788-53AB-42AD-9703-A7758B37D3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19639-6823-4B8E-B835-F369FA2B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FA9C0-E01C-4410-B1C4-26F72DDA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16800-E987-46C7-8ED8-E7CA346A5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533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8F374-B26B-4A76-97BD-EC43478BF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6C86E-CF93-4BD4-B8DF-48799A3F12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48874D-2861-4C32-80C1-D6EFD1189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31D0B3-5CB3-490C-94A6-B98C374592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0F5864-69FC-42BF-9170-C5BD7F92C8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284BA0-8D08-4645-AC65-A09ECBB1A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FE8424-AE82-4ED4-BB8A-69A156E8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CFF1C-F83D-4F1C-B292-480AA616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241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C551E-8A59-4794-8965-6F40ED866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9B8BD-776F-49DA-8CB1-1B84DF5D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FE130F-B9AB-4E80-B074-6FD3041B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7704E-DFDB-4BAC-BA86-A6350D70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87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74FD4-E39B-48B9-9ABA-46431BD79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7CB5DD-A015-455B-B743-0F8D23D63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9BAE0-21A4-4C16-B738-3397CAEB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9145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39F0-9E5A-4255-B3E3-0F1A3DDF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F7162-26B7-4FDE-A30E-90746BBC1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C77BBE-014B-4B26-BF57-034F9806E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EA440-9698-4D31-B072-3F69B36F2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FD9F2-4F67-42F6-A5AA-B57083F6A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71000-95A4-4117-8161-254AFEA63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214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62AE-D380-47DD-919E-2BE6F625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38CECE-2BD2-4A84-B6C4-D23F951DE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969F2-A90B-4518-82B6-F9CA69873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3AB5C-823A-4E5F-A827-E525AC62E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E24F5-927B-44B5-87F1-42D6EBE6D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52921-9934-481E-A884-DCCA05D7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399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FC012-126B-4AB8-A618-246668F8E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B4404-3A5B-41B1-84D7-22A68D5C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506C9-8618-44ED-AE8A-E0721EAC9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013C2-1C11-4277-9598-313EFA056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6E3DE-8DEC-47FD-9F28-A4CB0DC3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160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37694-DF66-4521-9921-DA079B3BD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C5384A-82B1-403F-B2B7-1C6196C40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74E17-5D12-481A-B874-98DA98C62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1BF20-9239-4A1D-B3CE-4511F111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30F41-09F4-4E1B-A24D-A92BE3EC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486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ED095B-08D6-4EF8-9AC6-7FF6000A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2F4F0-2F35-451B-A335-1CF2BDC8B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DEDEB-B097-4386-AEEA-28EFF0217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5A873-7404-4115-BD4F-D20DED30DDDA}" type="datetimeFigureOut">
              <a:rPr lang="en-GB" smtClean="0"/>
              <a:t>02/02/2020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1A314-C976-4983-BAFB-E2058CB0F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9477C-5247-4DA9-94DF-C0D530BE7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D0982-ACB4-4F14-B001-317434CB02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564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yTPaJZqaRx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MOo9iJ8RYW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3IqE1pmLYh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3DqntnXSZ0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BLoJTzkhOmQ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sM90ipkHHY" TargetMode="External"/><Relationship Id="rId2" Type="http://schemas.openxmlformats.org/officeDocument/2006/relationships/hyperlink" Target="https://youtu.be/zADj0k0waFY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8rC9jcywp9w" TargetMode="External"/><Relationship Id="rId2" Type="http://schemas.openxmlformats.org/officeDocument/2006/relationships/hyperlink" Target="https://youtu.be/yrIKVZOKxd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697C8-CDB0-43FD-BB0D-4D84B4A8A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hlinkClick r:id="rId2"/>
              </a:rPr>
              <a:t>https://youtu.be/yTPaJZqaRxg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BFB91-ECDC-4D14-A412-AC6B087293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Rhianna </a:t>
            </a:r>
          </a:p>
        </p:txBody>
      </p:sp>
    </p:spTree>
    <p:extLst>
      <p:ext uri="{BB962C8B-B14F-4D97-AF65-F5344CB8AC3E}">
        <p14:creationId xmlns:p14="http://schemas.microsoft.com/office/powerpoint/2010/main" val="39255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C514-4F99-40F7-AB77-F24E8B97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Brittany spears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D7715-C6D7-4C0B-9461-F8B67751F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https://youtu.be/MOo9iJ8RYWM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1602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C01B-7766-4BAC-BFB9-10DB91C27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Whitney </a:t>
            </a:r>
            <a:r>
              <a:rPr lang="en-GB" dirty="0" err="1"/>
              <a:t>houston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F44CB-6F30-4613-9176-BCD56B1E1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https://youtu.be/3IqE1pmLYh4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578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0D884-774A-4AC3-8DE0-CCFDF944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Michael Jackson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A6AE-CAF1-43E5-A0C8-3C912E729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https://youtu.be/d3DqntnXSZ0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856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FE071-B173-4BAA-B7A6-8B2CAD959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Marilyn </a:t>
            </a:r>
            <a:r>
              <a:rPr lang="en-GB" dirty="0" err="1"/>
              <a:t>monroe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E384A-2547-48C1-B0DF-851972985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https://youtu.be/BLoJTzkhOmQ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018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087DE-DD8B-4709-ABF8-05F0860C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Drew </a:t>
            </a:r>
            <a:r>
              <a:rPr lang="en-GB" dirty="0" err="1"/>
              <a:t>barrymore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98A6-F7EE-4ADF-BD31-C6405643F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https://youtu.be/zADj0k0waFY</a:t>
            </a:r>
            <a:endParaRPr lang="en-GB" dirty="0"/>
          </a:p>
          <a:p>
            <a:r>
              <a:rPr lang="en-GB" dirty="0">
                <a:hlinkClick r:id="rId3"/>
              </a:rPr>
              <a:t>https://youtu.be/esM90ipkHHY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548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C2092-55B5-47F2-BF52-60FF0904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Catherine zeta jones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61556-E645-4DE8-8965-725F66A3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https://youtu.be/yrIKVZOKxdg</a:t>
            </a:r>
            <a:endParaRPr lang="en-GB" dirty="0"/>
          </a:p>
          <a:p>
            <a:r>
              <a:rPr lang="en-GB" dirty="0">
                <a:hlinkClick r:id="rId3"/>
              </a:rPr>
              <a:t>https://youtu.be/8rC9jcywp9w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30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https://youtu.be/yTPaJZqaRxg </vt:lpstr>
      <vt:lpstr>Brittany spears</vt:lpstr>
      <vt:lpstr>Whitney houston</vt:lpstr>
      <vt:lpstr>Michael Jackson</vt:lpstr>
      <vt:lpstr>Marilyn monroe</vt:lpstr>
      <vt:lpstr>Drew barrymore</vt:lpstr>
      <vt:lpstr>Catherine zeta jones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https://youtu.be/yTPaJZqaRxg</dc:title>
  <dc:creator>N Atkins (Staff)</dc:creator>
  <cp:lastModifiedBy>N Atkins (Staff)</cp:lastModifiedBy>
  <cp:revision>2</cp:revision>
  <dcterms:created xsi:type="dcterms:W3CDTF">2020-02-02T22:15:14Z</dcterms:created>
  <dcterms:modified xsi:type="dcterms:W3CDTF">2020-02-02T22:21:54Z</dcterms:modified>
</cp:coreProperties>
</file>