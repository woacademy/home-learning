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2B0D06-7658-421A-B5B6-13AC5A42F497}">
  <a:tblStyle styleId="{0C2B0D06-7658-421A-B5B6-13AC5A42F4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{0C2B0D06-7658-421A-B5B6-13AC5A42F497}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