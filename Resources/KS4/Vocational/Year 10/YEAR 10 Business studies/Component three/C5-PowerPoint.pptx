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D8E27C-5519-4898-8BA7-BC5131A28F61}">
  <a:tblStyle styleId="{01D8E27C-5519-4898-8BA7-BC5131A28F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{01D8E27C-5519-4898-8BA7-BC5131A28F61}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