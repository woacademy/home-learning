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A5BCD-5979-4668-AABA-C958826C825E}">
  <a:tblStyle styleId="{AB7A5BCD-5979-4668-AABA-C958826C8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{AB7A5BCD-5979-4668-AABA-C958826C825E}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