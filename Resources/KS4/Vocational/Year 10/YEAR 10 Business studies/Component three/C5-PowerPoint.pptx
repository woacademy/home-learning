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ED3CD21-C839-474F-BA03-9D18FA14C918}">
  <a:tblStyle styleId="{EED3CD21-C839-474F-BA03-9D18FA14C91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{EED3CD21-C839-474F-BA03-9D18FA14C918}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