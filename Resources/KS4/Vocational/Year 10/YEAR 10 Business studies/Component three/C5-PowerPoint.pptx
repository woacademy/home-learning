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62F211-7931-44EC-9E09-47D714CFFA43}">
  <a:tblStyle styleId="{AD62F211-7931-44EC-9E09-47D714CFFA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{AD62F211-7931-44EC-9E09-47D714CFFA43}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