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CC23D9-11D8-47CD-A978-377C38DBD03C}">
  <a:tblStyle styleId="{14CC23D9-11D8-47CD-A978-377C38DBD0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{14CC23D9-11D8-47CD-A978-377C38DBD03C}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