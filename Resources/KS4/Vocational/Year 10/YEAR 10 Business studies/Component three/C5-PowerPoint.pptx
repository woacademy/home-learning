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11BF5-7510-4553-AF34-4C0DE94CF745}">
  <a:tblStyle styleId="{43C11BF5-7510-4553-AF34-4C0DE94CF7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{43C11BF5-7510-4553-AF34-4C0DE94CF745}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