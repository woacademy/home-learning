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80021-5130-4275-AD36-500AAA4653AD}">
  <a:tblStyle styleId="{EA180021-5130-4275-AD36-500AAA4653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{EA180021-5130-4275-AD36-500AAA4653AD}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