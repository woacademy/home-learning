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53C94B-63E8-437D-A82F-BC10FC46EFF1}">
  <a:tblStyle styleId="{8253C94B-63E8-437D-A82F-BC10FC46EF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{8253C94B-63E8-437D-A82F-BC10FC46EFF1}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