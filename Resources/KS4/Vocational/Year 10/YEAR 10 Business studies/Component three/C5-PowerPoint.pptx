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8634B-0B42-4B00-A5AA-3D7CB15B0418}">
  <a:tblStyle styleId="{2488634B-0B42-4B00-A5AA-3D7CB15B04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{2488634B-0B42-4B00-A5AA-3D7CB15B0418}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