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EE4ECC-11BB-4465-8D40-8BFA159FF35A}">
  <a:tblStyle styleId="{9BEE4ECC-11BB-4465-8D40-8BFA159FF3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{9BEE4ECC-11BB-4465-8D40-8BFA159FF35A}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