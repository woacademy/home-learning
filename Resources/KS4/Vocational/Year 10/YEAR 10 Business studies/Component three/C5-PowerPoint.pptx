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61C2E-9968-4626-B085-572A460D5158}">
  <a:tblStyle styleId="{A1961C2E-9968-4626-B085-572A460D51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{A1961C2E-9968-4626-B085-572A460D5158}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