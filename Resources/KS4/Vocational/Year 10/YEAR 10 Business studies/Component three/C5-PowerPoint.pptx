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934748-81FA-4219-A04D-F1C2CF6EE402}">
  <a:tblStyle styleId="{52934748-81FA-4219-A04D-F1C2CF6EE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{52934748-81FA-4219-A04D-F1C2CF6EE402}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