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52EC8D-0294-4EE1-81C2-5893493F4D02}">
  <a:tblStyle styleId="{0352EC8D-0294-4EE1-81C2-5893493F4D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{0352EC8D-0294-4EE1-81C2-5893493F4D02}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