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A6AF83-52D2-4B0E-A8E7-2EF73A33E2D4}">
  <a:tblStyle styleId="{7AA6AF83-52D2-4B0E-A8E7-2EF73A33E2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{7AA6AF83-52D2-4B0E-A8E7-2EF73A33E2D4}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