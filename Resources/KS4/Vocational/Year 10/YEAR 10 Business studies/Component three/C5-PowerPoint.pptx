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4C58E3-ADAC-46B8-8054-7A33D07EE8AE}">
  <a:tblStyle styleId="{884C58E3-ADAC-46B8-8054-7A33D07EE8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{884C58E3-ADAC-46B8-8054-7A33D07EE8AE}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