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950C7E-B4E5-444B-A495-40B77E045FFB}">
  <a:tblStyle styleId="{82950C7E-B4E5-444B-A495-40B77E045F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{82950C7E-B4E5-444B-A495-40B77E045FFB}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