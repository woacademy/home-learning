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E3186E-DE72-49F1-AED2-2DAF9E6B8B4B}">
  <a:tblStyle styleId="{47E3186E-DE72-49F1-AED2-2DAF9E6B8B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{47E3186E-DE72-49F1-AED2-2DAF9E6B8B4B}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