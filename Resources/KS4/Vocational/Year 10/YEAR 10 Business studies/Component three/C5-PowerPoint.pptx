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6C9CB-EEE7-4325-BE98-CE93B0B8F9D0}">
  <a:tblStyle styleId="{1306C9CB-EEE7-4325-BE98-CE93B0B8F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{1306C9CB-EEE7-4325-BE98-CE93B0B8F9D0}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