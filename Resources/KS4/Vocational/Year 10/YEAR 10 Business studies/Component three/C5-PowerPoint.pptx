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1C271-5A4A-4986-AA54-A30B903BBE0B}">
  <a:tblStyle styleId="{7221C271-5A4A-4986-AA54-A30B903BBE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{7221C271-5A4A-4986-AA54-A30B903BBE0B}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