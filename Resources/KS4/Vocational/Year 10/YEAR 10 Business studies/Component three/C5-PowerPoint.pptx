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7EB427-DDF9-4A1E-AB54-EFA500A21188}">
  <a:tblStyle styleId="{F47EB427-DDF9-4A1E-AB54-EFA500A211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{F47EB427-DDF9-4A1E-AB54-EFA500A21188}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