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DE101-DB1D-4730-9CDA-87C31802AB6C}">
  <a:tblStyle styleId="{125DE101-DB1D-4730-9CDA-87C31802AB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{125DE101-DB1D-4730-9CDA-87C31802AB6C}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