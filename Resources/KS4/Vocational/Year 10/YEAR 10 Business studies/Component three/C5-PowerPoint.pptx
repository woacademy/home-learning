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3B9425-D4BC-453A-AAC8-A32E781D72C0}">
  <a:tblStyle styleId="{233B9425-D4BC-453A-AAC8-A32E781D72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{233B9425-D4BC-453A-AAC8-A32E781D72C0}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