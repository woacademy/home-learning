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A70CCF3-0103-4C54-AD70-5AD48BBFCD6E}">
  <a:tblStyle styleId="{7A70CCF3-0103-4C54-AD70-5AD48BBFCD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{7A70CCF3-0103-4C54-AD70-5AD48BBFCD6E}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