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FA1A8F-0641-4C8B-9B09-2C7244312BE2}">
  <a:tblStyle styleId="{CBFA1A8F-0641-4C8B-9B09-2C7244312B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{CBFA1A8F-0641-4C8B-9B09-2C7244312BE2}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