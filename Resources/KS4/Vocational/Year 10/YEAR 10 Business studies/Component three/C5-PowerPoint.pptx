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1FC7D9-1695-4A81-B3CB-12407F3204B8}">
  <a:tblStyle styleId="{591FC7D9-1695-4A81-B3CB-12407F3204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{591FC7D9-1695-4A81-B3CB-12407F3204B8}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