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D74E0E-E05E-4C25-A7E5-00DF82423F98}">
  <a:tblStyle styleId="{A9D74E0E-E05E-4C25-A7E5-00DF82423F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{A9D74E0E-E05E-4C25-A7E5-00DF82423F98}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