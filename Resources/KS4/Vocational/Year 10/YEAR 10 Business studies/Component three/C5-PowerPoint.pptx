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76B456D-B161-4F76-8C1E-EF0E8DC48A61}">
  <a:tblStyle styleId="{276B456D-B161-4F76-8C1E-EF0E8DC48A6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{276B456D-B161-4F76-8C1E-EF0E8DC48A61}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