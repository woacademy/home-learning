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32923E1-7C02-4AFD-8B70-6CA34679894B}">
  <a:tblStyle styleId="{232923E1-7C02-4AFD-8B70-6CA34679894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{232923E1-7C02-4AFD-8B70-6CA34679894B}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