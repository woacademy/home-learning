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F218AA-F796-4545-8327-7C332EEED675}">
  <a:tblStyle styleId="{04F218AA-F796-4545-8327-7C332EEED6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{04F218AA-F796-4545-8327-7C332EEED675}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