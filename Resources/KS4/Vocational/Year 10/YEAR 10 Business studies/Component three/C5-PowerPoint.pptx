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4C54EB-041E-4B45-BD56-0CB8DCAAFA96}">
  <a:tblStyle styleId="{494C54EB-041E-4B45-BD56-0CB8DCAAFA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{494C54EB-041E-4B45-BD56-0CB8DCAAFA96}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