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0265AA-0D24-4F46-9375-82FFF69AEE25}">
  <a:tblStyle styleId="{CE0265AA-0D24-4F46-9375-82FFF69AEE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{CE0265AA-0D24-4F46-9375-82FFF69AEE25}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