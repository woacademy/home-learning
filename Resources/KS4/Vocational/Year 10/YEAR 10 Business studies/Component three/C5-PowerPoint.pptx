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5E3EF9-9479-474B-A992-BD10F0D74776}">
  <a:tblStyle styleId="{CB5E3EF9-9479-474B-A992-BD10F0D747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{CB5E3EF9-9479-474B-A992-BD10F0D74776}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