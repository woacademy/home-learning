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C6417F-936D-41C7-BEA1-C5ABB5DC57E9}">
  <a:tblStyle styleId="{D5C6417F-936D-41C7-BEA1-C5ABB5DC57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{D5C6417F-936D-41C7-BEA1-C5ABB5DC57E9}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