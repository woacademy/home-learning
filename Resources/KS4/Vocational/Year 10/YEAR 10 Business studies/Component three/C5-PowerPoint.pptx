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BEC4FE-52D0-430D-913F-4D1268CAFA49}">
  <a:tblStyle styleId="{01BEC4FE-52D0-430D-913F-4D1268CAFA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{01BEC4FE-52D0-430D-913F-4D1268CAFA49}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