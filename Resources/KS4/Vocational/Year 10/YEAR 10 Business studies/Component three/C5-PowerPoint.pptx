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32AD6-0FE5-438B-8CB8-C2000AA0CB4C}">
  <a:tblStyle styleId="{12132AD6-0FE5-438B-8CB8-C2000AA0CB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{12132AD6-0FE5-438B-8CB8-C2000AA0CB4C}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