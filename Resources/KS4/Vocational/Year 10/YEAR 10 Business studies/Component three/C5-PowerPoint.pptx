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0ECBD1-1929-4B3C-AF0F-275885DAFB55}">
  <a:tblStyle styleId="{280ECBD1-1929-4B3C-AF0F-275885DAFB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{280ECBD1-1929-4B3C-AF0F-275885DAFB55}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