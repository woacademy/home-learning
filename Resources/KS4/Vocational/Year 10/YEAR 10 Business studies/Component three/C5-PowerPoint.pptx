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60FBA-B6D0-4019-8651-35028C42CB23}">
  <a:tblStyle styleId="{B9D60FBA-B6D0-4019-8651-35028C42C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{B9D60FBA-B6D0-4019-8651-35028C42CB23}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