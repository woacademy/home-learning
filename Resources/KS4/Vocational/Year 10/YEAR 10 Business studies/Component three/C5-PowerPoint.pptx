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1B9343-DD14-4CB2-BF5D-C66C187E75F5}">
  <a:tblStyle styleId="{671B9343-DD14-4CB2-BF5D-C66C187E75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{671B9343-DD14-4CB2-BF5D-C66C187E75F5}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