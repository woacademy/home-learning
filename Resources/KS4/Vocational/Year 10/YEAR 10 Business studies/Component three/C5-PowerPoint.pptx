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03A0A2-81EC-4AB5-A48F-658F0B94A459}">
  <a:tblStyle styleId="{AE03A0A2-81EC-4AB5-A48F-658F0B94A4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{AE03A0A2-81EC-4AB5-A48F-658F0B94A459}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