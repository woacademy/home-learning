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C74B90-E843-490C-9826-50F8DA56726C}">
  <a:tblStyle styleId="{69C74B90-E843-490C-9826-50F8DA5672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{69C74B90-E843-490C-9826-50F8DA56726C}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