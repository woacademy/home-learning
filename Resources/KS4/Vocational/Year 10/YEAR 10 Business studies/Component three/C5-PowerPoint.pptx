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97450F-DAEC-433A-BB05-716323A2AC4A}">
  <a:tblStyle styleId="{0097450F-DAEC-433A-BB05-716323A2AC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{0097450F-DAEC-433A-BB05-716323A2AC4A}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