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441FD-3CCE-40E2-B018-59A5F0F7509F}">
  <a:tblStyle styleId="{819441FD-3CCE-40E2-B018-59A5F0F750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{819441FD-3CCE-40E2-B018-59A5F0F7509F}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