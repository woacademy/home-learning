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770E83-AC0E-421E-83F7-C33C0AE329D3}">
  <a:tblStyle styleId="{9A770E83-AC0E-421E-83F7-C33C0AE329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{9A770E83-AC0E-421E-83F7-C33C0AE329D3}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