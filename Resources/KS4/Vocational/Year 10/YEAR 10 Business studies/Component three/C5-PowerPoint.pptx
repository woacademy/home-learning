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9236FD-8C13-47D3-AE8E-F969E2C182DC}">
  <a:tblStyle styleId="{519236FD-8C13-47D3-AE8E-F969E2C182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{519236FD-8C13-47D3-AE8E-F969E2C182DC}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