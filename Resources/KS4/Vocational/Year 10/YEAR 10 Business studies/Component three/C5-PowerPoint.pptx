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36D7E-2F65-4FB2-B298-D1948AE4A2B3}">
  <a:tblStyle styleId="{EA436D7E-2F65-4FB2-B298-D1948AE4A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{EA436D7E-2F65-4FB2-B298-D1948AE4A2B3}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