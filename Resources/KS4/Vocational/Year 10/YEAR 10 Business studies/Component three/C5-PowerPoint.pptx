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C2C8A2-3FBE-403C-B9A5-CDDA84CC6D2D}">
  <a:tblStyle styleId="{5EC2C8A2-3FBE-403C-B9A5-CDDA84CC6D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{5EC2C8A2-3FBE-403C-B9A5-CDDA84CC6D2D}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