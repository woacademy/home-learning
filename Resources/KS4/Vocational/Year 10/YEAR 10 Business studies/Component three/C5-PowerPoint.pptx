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826FF1-0A61-40D5-9441-61BB381193CC}">
  <a:tblStyle styleId="{0E826FF1-0A61-40D5-9441-61BB381193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{0E826FF1-0A61-40D5-9441-61BB381193CC}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