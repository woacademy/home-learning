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D5C815-F9E2-4586-8DC5-91D322EDCB14}">
  <a:tblStyle styleId="{9ED5C815-F9E2-4586-8DC5-91D322EDCB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{9ED5C815-F9E2-4586-8DC5-91D322EDCB14}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