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8BBCF4-8AAA-4C2C-B835-E95A08777E3B}">
  <a:tblStyle styleId="{E88BBCF4-8AAA-4C2C-B835-E95A08777E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{E88BBCF4-8AAA-4C2C-B835-E95A08777E3B}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