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88131F-9CA9-4FA4-A8F9-051CACD5EB20}">
  <a:tblStyle styleId="{AE88131F-9CA9-4FA4-A8F9-051CACD5EB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{AE88131F-9CA9-4FA4-A8F9-051CACD5EB20}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