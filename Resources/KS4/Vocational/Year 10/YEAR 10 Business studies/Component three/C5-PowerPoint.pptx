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375CC-DF2B-44E2-A300-C9A14652244E}">
  <a:tblStyle styleId="{4A3375CC-DF2B-44E2-A300-C9A1465224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{4A3375CC-DF2B-44E2-A300-C9A14652244E}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