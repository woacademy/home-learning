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28BCD9-A230-4A77-A02D-C4CBBB878244}">
  <a:tblStyle styleId="{F828BCD9-A230-4A77-A02D-C4CBBB8782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{F828BCD9-A230-4A77-A02D-C4CBBB878244}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