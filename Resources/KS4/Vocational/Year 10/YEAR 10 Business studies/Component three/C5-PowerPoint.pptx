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554997-5C8E-46F8-A549-03C962960957}">
  <a:tblStyle styleId="{04554997-5C8E-46F8-A549-03C9629609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{04554997-5C8E-46F8-A549-03C962960957}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