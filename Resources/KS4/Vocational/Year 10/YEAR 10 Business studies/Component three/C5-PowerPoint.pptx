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886E0CA-3288-4417-BF5D-7BAD7E86A24F}">
  <a:tblStyle styleId="{A886E0CA-3288-4417-BF5D-7BAD7E86A2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{A886E0CA-3288-4417-BF5D-7BAD7E86A24F}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