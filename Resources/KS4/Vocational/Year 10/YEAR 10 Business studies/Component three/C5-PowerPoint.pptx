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C9B805-11E4-4291-8A52-C9B7E005B449}">
  <a:tblStyle styleId="{32C9B805-11E4-4291-8A52-C9B7E005B44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{32C9B805-11E4-4291-8A52-C9B7E005B449}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