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F91D1A-1D04-4063-B497-5250740BE34F}">
  <a:tblStyle styleId="{0AF91D1A-1D04-4063-B497-5250740BE3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{0AF91D1A-1D04-4063-B497-5250740BE34F}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