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EE38C-465E-401B-B69E-095DDB859F35}">
  <a:tblStyle styleId="{F5FEE38C-465E-401B-B69E-095DDB859F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{F5FEE38C-465E-401B-B69E-095DDB859F35}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