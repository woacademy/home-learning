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1A25E0-ABE5-4BE2-BD68-76305DC9DE78}">
  <a:tblStyle styleId="{D11A25E0-ABE5-4BE2-BD68-76305DC9DE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{D11A25E0-ABE5-4BE2-BD68-76305DC9DE78}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