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4D97CC-2FBF-4BAA-ADE6-CEE78C3A9551}">
  <a:tblStyle styleId="{694D97CC-2FBF-4BAA-ADE6-CEE78C3A95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{694D97CC-2FBF-4BAA-ADE6-CEE78C3A9551}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