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8019C-1914-47EA-94CC-56044DBBB92C}">
  <a:tblStyle styleId="{9BD8019C-1914-47EA-94CC-56044DBBB9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{9BD8019C-1914-47EA-94CC-56044DBBB92C}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