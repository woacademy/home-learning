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FBF7A3-0E87-4839-AEE6-563DD7562D63}">
  <a:tblStyle styleId="{64FBF7A3-0E87-4839-AEE6-563DD7562D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{64FBF7A3-0E87-4839-AEE6-563DD7562D63}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