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E89825-770D-42FB-B98B-36EFE99AA616}">
  <a:tblStyle styleId="{4AE89825-770D-42FB-B98B-36EFE99AA6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{4AE89825-770D-42FB-B98B-36EFE99AA616}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