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B9E3ADE-C1F6-4040-A607-8363850CDFD0}">
  <a:tblStyle styleId="{1B9E3ADE-C1F6-4040-A607-8363850CDFD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{1B9E3ADE-C1F6-4040-A607-8363850CDFD0}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