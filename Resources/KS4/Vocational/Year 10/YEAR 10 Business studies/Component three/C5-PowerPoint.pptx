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C49B8-AF0F-4179-8050-D3018C598A1C}">
  <a:tblStyle styleId="{FB1C49B8-AF0F-4179-8050-D3018C598A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{FB1C49B8-AF0F-4179-8050-D3018C598A1C}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