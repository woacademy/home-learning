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FCE7A43-5A18-4E94-B24F-3A98A6461E0C}">
  <a:tblStyle styleId="{FFCE7A43-5A18-4E94-B24F-3A98A6461E0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{FFCE7A43-5A18-4E94-B24F-3A98A6461E0C}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