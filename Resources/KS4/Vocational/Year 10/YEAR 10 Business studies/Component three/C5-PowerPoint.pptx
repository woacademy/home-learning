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E95637-4434-409F-B991-8314E24B696F}">
  <a:tblStyle styleId="{69E95637-4434-409F-B991-8314E24B69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{69E95637-4434-409F-B991-8314E24B696F}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