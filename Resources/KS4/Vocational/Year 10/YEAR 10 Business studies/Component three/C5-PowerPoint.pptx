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43C57C-5BE1-4507-9143-F80740677836}">
  <a:tblStyle styleId="{6F43C57C-5BE1-4507-9143-F807406778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{6F43C57C-5BE1-4507-9143-F80740677836}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