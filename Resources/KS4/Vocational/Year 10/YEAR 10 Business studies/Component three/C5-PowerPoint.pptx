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0A7BA2-FBAA-4FA3-95BA-2AD738C3214A}">
  <a:tblStyle styleId="{180A7BA2-FBAA-4FA3-95BA-2AD738C321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{180A7BA2-FBAA-4FA3-95BA-2AD738C3214A}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