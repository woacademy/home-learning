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90ABE-E8D1-465B-B3A7-47D65A1407FB}">
  <a:tblStyle styleId="{8AF90ABE-E8D1-465B-B3A7-47D65A1407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{8AF90ABE-E8D1-465B-B3A7-47D65A1407FB}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