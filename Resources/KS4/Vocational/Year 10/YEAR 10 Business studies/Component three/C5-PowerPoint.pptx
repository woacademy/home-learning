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7651F5-43EC-47F0-9D9D-01CE4171028C}">
  <a:tblStyle styleId="{1B7651F5-43EC-47F0-9D9D-01CE417102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{1B7651F5-43EC-47F0-9D9D-01CE4171028C}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