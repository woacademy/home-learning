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AF7416-3939-4113-AB4B-AD0DED594E99}">
  <a:tblStyle styleId="{CAAF7416-3939-4113-AB4B-AD0DED594E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{CAAF7416-3939-4113-AB4B-AD0DED594E99}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