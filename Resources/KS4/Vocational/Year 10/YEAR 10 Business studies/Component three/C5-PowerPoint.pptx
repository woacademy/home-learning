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2752581-AD44-483E-B2E2-2B61EFF82B21}">
  <a:tblStyle styleId="{02752581-AD44-483E-B2E2-2B61EFF82B2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{02752581-AD44-483E-B2E2-2B61EFF82B21}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