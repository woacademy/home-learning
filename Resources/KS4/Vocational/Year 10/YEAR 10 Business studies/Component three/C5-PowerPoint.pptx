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A21B42-2704-43E8-8C5D-6E15768BE894}">
  <a:tblStyle styleId="{7AA21B42-2704-43E8-8C5D-6E15768BE8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{7AA21B42-2704-43E8-8C5D-6E15768BE894}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