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5A0379-8E82-4B5B-B693-2A6522DC906D}">
  <a:tblStyle styleId="{8F5A0379-8E82-4B5B-B693-2A6522DC906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{8F5A0379-8E82-4B5B-B693-2A6522DC906D}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