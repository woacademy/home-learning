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039AB-DFF5-44FF-90C9-DAFDD3F11154}">
  <a:tblStyle styleId="{909039AB-DFF5-44FF-90C9-DAFDD3F111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{909039AB-DFF5-44FF-90C9-DAFDD3F11154}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