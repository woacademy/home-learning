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CE6698-0C5C-4558-9154-CF828F10541A}">
  <a:tblStyle styleId="{E5CE6698-0C5C-4558-9154-CF828F1054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{E5CE6698-0C5C-4558-9154-CF828F10541A}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