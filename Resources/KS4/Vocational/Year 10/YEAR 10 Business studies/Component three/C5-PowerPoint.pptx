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E28C47-EDB9-4918-BFFA-BD26785F7C79}">
  <a:tblStyle styleId="{DAE28C47-EDB9-4918-BFFA-BD26785F7C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{DAE28C47-EDB9-4918-BFFA-BD26785F7C79}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