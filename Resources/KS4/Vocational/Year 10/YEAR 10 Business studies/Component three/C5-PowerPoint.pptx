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7257A1-79B1-457A-90B7-5792976580E5}">
  <a:tblStyle styleId="{167257A1-79B1-457A-90B7-5792976580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{167257A1-79B1-457A-90B7-5792976580E5}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