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D0689A-793D-489D-AADA-21A0121FA98D}">
  <a:tblStyle styleId="{DED0689A-793D-489D-AADA-21A0121FA9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{DED0689A-793D-489D-AADA-21A0121FA98D}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