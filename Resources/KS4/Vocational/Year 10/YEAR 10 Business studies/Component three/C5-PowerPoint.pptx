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B1B77E-DEE7-4571-B7B5-767BA14FD8C5}">
  <a:tblStyle styleId="{56B1B77E-DEE7-4571-B7B5-767BA14FD8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{56B1B77E-DEE7-4571-B7B5-767BA14FD8C5}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