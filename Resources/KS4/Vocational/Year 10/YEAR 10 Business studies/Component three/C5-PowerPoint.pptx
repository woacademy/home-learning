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ED5BEA-2E39-4894-9732-8A6DE8C00356}">
  <a:tblStyle styleId="{6AED5BEA-2E39-4894-9732-8A6DE8C003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{6AED5BEA-2E39-4894-9732-8A6DE8C00356}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