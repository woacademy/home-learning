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04BD2B-D1CB-47E4-B7E9-04EF9616589F}">
  <a:tblStyle styleId="{5704BD2B-D1CB-47E4-B7E9-04EF9616589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{5704BD2B-D1CB-47E4-B7E9-04EF9616589F}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