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1CB12D-C1AE-44EB-9294-1A0CCAB75340}">
  <a:tblStyle styleId="{221CB12D-C1AE-44EB-9294-1A0CCAB753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{221CB12D-C1AE-44EB-9294-1A0CCAB75340}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