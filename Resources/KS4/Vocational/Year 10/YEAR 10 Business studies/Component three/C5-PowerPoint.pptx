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0A5D2A-A7A9-436C-BDD4-E0D079A22558}">
  <a:tblStyle styleId="{900A5D2A-A7A9-436C-BDD4-E0D079A225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{900A5D2A-A7A9-436C-BDD4-E0D079A22558}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