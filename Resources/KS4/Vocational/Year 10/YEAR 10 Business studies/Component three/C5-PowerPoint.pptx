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40CE0B-1BE8-4DF6-BF01-8E05A1DD7208}">
  <a:tblStyle styleId="{C040CE0B-1BE8-4DF6-BF01-8E05A1DD72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{C040CE0B-1BE8-4DF6-BF01-8E05A1DD7208}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