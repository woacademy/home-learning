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AFF0EF-0557-418A-9C5A-E164D243475E}">
  <a:tblStyle styleId="{74AFF0EF-0557-418A-9C5A-E164D243475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{74AFF0EF-0557-418A-9C5A-E164D243475E}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