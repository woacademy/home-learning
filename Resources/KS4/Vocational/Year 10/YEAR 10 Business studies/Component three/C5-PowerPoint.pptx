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DB7763-BE55-47B6-AF07-9F78E946ECF7}">
  <a:tblStyle styleId="{C0DB7763-BE55-47B6-AF07-9F78E946EC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{C0DB7763-BE55-47B6-AF07-9F78E946ECF7}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