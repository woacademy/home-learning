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B2E00B-AE47-4924-A38C-C832775981A0}">
  <a:tblStyle styleId="{3EB2E00B-AE47-4924-A38C-C832775981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{3EB2E00B-AE47-4924-A38C-C832775981A0}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