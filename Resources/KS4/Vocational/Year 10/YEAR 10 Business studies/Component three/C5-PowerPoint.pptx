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22D06-16CB-4CF3-9E39-9E48334D0DAB}">
  <a:tblStyle styleId="{91522D06-16CB-4CF3-9E39-9E48334D0D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{91522D06-16CB-4CF3-9E39-9E48334D0DAB}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