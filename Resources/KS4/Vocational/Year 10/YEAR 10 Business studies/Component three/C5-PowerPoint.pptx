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A7000-5B28-4CB4-A7E5-119C5B572560}">
  <a:tblStyle styleId="{C76A7000-5B28-4CB4-A7E5-119C5B5725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{C76A7000-5B28-4CB4-A7E5-119C5B572560}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