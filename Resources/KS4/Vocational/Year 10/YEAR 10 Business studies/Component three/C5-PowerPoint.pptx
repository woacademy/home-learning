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083A1E-DCC2-4A17-BAF4-ABF7128079B1}">
  <a:tblStyle styleId="{65083A1E-DCC2-4A17-BAF4-ABF7128079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{65083A1E-DCC2-4A17-BAF4-ABF7128079B1}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