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592078-0479-41A2-AF95-448EC7893322}">
  <a:tblStyle styleId="{32592078-0479-41A2-AF95-448EC78933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{32592078-0479-41A2-AF95-448EC7893322}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