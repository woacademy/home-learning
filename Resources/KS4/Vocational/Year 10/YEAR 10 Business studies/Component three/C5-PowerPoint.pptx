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A394D6A-22F7-4BAE-8A4C-B6AA305717E3}">
  <a:tblStyle styleId="{5A394D6A-22F7-4BAE-8A4C-B6AA305717E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{5A394D6A-22F7-4BAE-8A4C-B6AA305717E3}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