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426AEE-A51D-475B-8814-955C1510470F}">
  <a:tblStyle styleId="{46426AEE-A51D-475B-8814-955C151047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{46426AEE-A51D-475B-8814-955C1510470F}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