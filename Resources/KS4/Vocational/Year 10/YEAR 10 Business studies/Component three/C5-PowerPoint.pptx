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1420DB3-8137-4E9D-997C-E1C6EA74C492}">
  <a:tblStyle styleId="{91420DB3-8137-4E9D-997C-E1C6EA74C4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{91420DB3-8137-4E9D-997C-E1C6EA74C492}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