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28C806B-56E4-4D4F-9F87-B2BDF297116C}">
  <a:tblStyle styleId="{628C806B-56E4-4D4F-9F87-B2BDF297116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{628C806B-56E4-4D4F-9F87-B2BDF297116C}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