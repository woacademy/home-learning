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1BA45-5E80-4A17-A81B-F3D9692EF13F}">
  <a:tblStyle styleId="{3161BA45-5E80-4A17-A81B-F3D9692EF1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{3161BA45-5E80-4A17-A81B-F3D9692EF13F}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