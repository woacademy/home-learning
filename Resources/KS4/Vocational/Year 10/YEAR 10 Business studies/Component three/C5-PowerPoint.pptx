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3B3ECD-3542-4D04-BD9D-91A00006BCFB}">
  <a:tblStyle styleId="{A23B3ECD-3542-4D04-BD9D-91A00006BC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{A23B3ECD-3542-4D04-BD9D-91A00006BCFB}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