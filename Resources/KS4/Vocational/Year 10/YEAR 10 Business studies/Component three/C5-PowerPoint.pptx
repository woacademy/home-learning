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343B67-7A74-4781-8993-0ADB94B119F2}">
  <a:tblStyle styleId="{DA343B67-7A74-4781-8993-0ADB94B119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{DA343B67-7A74-4781-8993-0ADB94B119F2}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