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AC634-71EC-48B9-B513-929A97E3B942}">
  <a:tblStyle styleId="{781AC634-71EC-48B9-B513-929A97E3B9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{781AC634-71EC-48B9-B513-929A97E3B942}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