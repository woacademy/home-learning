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B0CDD0-7E29-421A-85F2-BEF8265AB11D}">
  <a:tblStyle styleId="{4CB0CDD0-7E29-421A-85F2-BEF8265AB1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{4CB0CDD0-7E29-421A-85F2-BEF8265AB11D}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