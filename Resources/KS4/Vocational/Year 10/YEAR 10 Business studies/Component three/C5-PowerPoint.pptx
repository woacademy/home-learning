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030D1A-E271-4D5D-900A-9D3DCC5A2BA8}">
  <a:tblStyle styleId="{77030D1A-E271-4D5D-900A-9D3DCC5A2B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{77030D1A-E271-4D5D-900A-9D3DCC5A2BA8}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