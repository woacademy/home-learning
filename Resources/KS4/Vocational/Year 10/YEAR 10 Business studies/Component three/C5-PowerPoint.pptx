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D4CEAB-B845-4532-AFF6-8F97E72A98E4}">
  <a:tblStyle styleId="{ACD4CEAB-B845-4532-AFF6-8F97E72A98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{ACD4CEAB-B845-4532-AFF6-8F97E72A98E4}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