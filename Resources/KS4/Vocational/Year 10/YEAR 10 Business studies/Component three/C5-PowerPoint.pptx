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4CB55F-D666-4335-B137-FFE961C6788C}">
  <a:tblStyle styleId="{744CB55F-D666-4335-B137-FFE961C678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{744CB55F-D666-4335-B137-FFE961C6788C}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