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23FF7-D736-438D-84E2-0473A67A39DC}">
  <a:tblStyle styleId="{57923FF7-D736-438D-84E2-0473A67A39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{57923FF7-D736-438D-84E2-0473A67A39DC}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