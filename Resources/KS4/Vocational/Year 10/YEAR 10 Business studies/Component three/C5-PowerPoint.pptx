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EA68EC-D7BB-4F71-A9A6-2DF303798463}">
  <a:tblStyle styleId="{12EA68EC-D7BB-4F71-A9A6-2DF3037984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{12EA68EC-D7BB-4F71-A9A6-2DF303798463}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