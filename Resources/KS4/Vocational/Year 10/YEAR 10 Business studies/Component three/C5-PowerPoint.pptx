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B3B137-424E-4887-AAD9-D165240CE887}">
  <a:tblStyle styleId="{F9B3B137-424E-4887-AAD9-D165240CE8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{F9B3B137-424E-4887-AAD9-D165240CE887}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