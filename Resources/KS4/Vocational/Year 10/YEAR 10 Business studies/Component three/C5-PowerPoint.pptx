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D9A16-3036-49C8-B098-653C89010F41}">
  <a:tblStyle styleId="{019D9A16-3036-49C8-B098-653C89010F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{019D9A16-3036-49C8-B098-653C89010F41}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