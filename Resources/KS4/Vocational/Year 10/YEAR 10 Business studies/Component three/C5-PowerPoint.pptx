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8731CC-BFED-47A6-AD02-2FE5DCE1BB64}">
  <a:tblStyle styleId="{858731CC-BFED-47A6-AD02-2FE5DCE1BB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{858731CC-BFED-47A6-AD02-2FE5DCE1BB64}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