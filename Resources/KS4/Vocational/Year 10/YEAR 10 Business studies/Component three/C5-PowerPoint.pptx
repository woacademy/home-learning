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41EE27-DED8-4CBA-97DE-342E3B1D1241}">
  <a:tblStyle styleId="{C241EE27-DED8-4CBA-97DE-342E3B1D12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{C241EE27-DED8-4CBA-97DE-342E3B1D1241}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