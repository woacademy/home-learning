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A55B4-9AAA-4ED4-A021-27434D5C91B9}">
  <a:tblStyle styleId="{AAAA55B4-9AAA-4ED4-A021-27434D5C91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{AAAA55B4-9AAA-4ED4-A021-27434D5C91B9}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