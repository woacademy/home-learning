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90E597-31C0-40DF-9D44-CA5A06E6C568}">
  <a:tblStyle styleId="{0790E597-31C0-40DF-9D44-CA5A06E6C5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{0790E597-31C0-40DF-9D44-CA5A06E6C568}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