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903BB8-4CE4-41DF-84D6-C24599D7C069}">
  <a:tblStyle styleId="{D9903BB8-4CE4-41DF-84D6-C24599D7C0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{D9903BB8-4CE4-41DF-84D6-C24599D7C069}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