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FBDF9E-EF2E-4B51-ADF2-0A70C0D20C43}">
  <a:tblStyle styleId="{1AFBDF9E-EF2E-4B51-ADF2-0A70C0D20C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{1AFBDF9E-EF2E-4B51-ADF2-0A70C0D20C43}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