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CA90F4-25CA-4FC8-AD41-3FCF06B4CF7C}">
  <a:tblStyle styleId="{3ECA90F4-25CA-4FC8-AD41-3FCF06B4CF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{3ECA90F4-25CA-4FC8-AD41-3FCF06B4CF7C}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