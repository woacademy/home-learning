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87D12DB-C2A8-4B0E-BE77-A31ED387A535}">
  <a:tblStyle styleId="{987D12DB-C2A8-4B0E-BE77-A31ED387A53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{987D12DB-C2A8-4B0E-BE77-A31ED387A535}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