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2C342E-2271-4E0E-B399-AA17850B9077}">
  <a:tblStyle styleId="{9A2C342E-2271-4E0E-B399-AA17850B90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{9A2C342E-2271-4E0E-B399-AA17850B9077}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