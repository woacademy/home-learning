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0BF1084-6A36-4829-86B1-32DC5D1D1A4E}">
  <a:tblStyle styleId="{A0BF1084-6A36-4829-86B1-32DC5D1D1A4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{A0BF1084-6A36-4829-86B1-32DC5D1D1A4E}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