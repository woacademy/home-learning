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6A87B3C-1701-451A-AA8A-506140F16826}">
  <a:tblStyle styleId="{76A87B3C-1701-451A-AA8A-506140F1682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{76A87B3C-1701-451A-AA8A-506140F16826}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