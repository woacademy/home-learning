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7820C5-98B1-4CC3-9DC3-9179EA9961B8}">
  <a:tblStyle styleId="{8B7820C5-98B1-4CC3-9DC3-9179EA9961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{8B7820C5-98B1-4CC3-9DC3-9179EA9961B8}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