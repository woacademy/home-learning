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280CEE-FAC8-4974-AA7D-ACFB08E867B7}">
  <a:tblStyle styleId="{8C280CEE-FAC8-4974-AA7D-ACFB08E867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{8C280CEE-FAC8-4974-AA7D-ACFB08E867B7}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