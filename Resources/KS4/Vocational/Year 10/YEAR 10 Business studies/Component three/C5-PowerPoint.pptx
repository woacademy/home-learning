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9227C2A-0B21-446A-885E-81F944650BF7}">
  <a:tblStyle styleId="{09227C2A-0B21-446A-885E-81F944650BF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{09227C2A-0B21-446A-885E-81F944650BF7}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