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4F13C3-5EE3-458F-A633-381BF2DD04CA}">
  <a:tblStyle styleId="{8B4F13C3-5EE3-458F-A633-381BF2DD04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{8B4F13C3-5EE3-458F-A633-381BF2DD04CA}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