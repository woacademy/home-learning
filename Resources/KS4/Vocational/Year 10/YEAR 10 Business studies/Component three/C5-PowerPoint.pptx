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AA18CA7-857F-4B64-8492-C77FB6AF5E2F}">
  <a:tblStyle styleId="{DAA18CA7-857F-4B64-8492-C77FB6AF5E2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{DAA18CA7-857F-4B64-8492-C77FB6AF5E2F}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