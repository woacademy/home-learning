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0EAACB-4A07-4A13-BDCD-945CDAAC5767}">
  <a:tblStyle styleId="{F40EAACB-4A07-4A13-BDCD-945CDAAC57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{F40EAACB-4A07-4A13-BDCD-945CDAAC5767}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