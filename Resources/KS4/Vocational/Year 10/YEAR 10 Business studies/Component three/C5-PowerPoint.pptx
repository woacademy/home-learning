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EFD21A-3F6C-48DD-B397-2F5A2B42B02A}">
  <a:tblStyle styleId="{47EFD21A-3F6C-48DD-B397-2F5A2B42B0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{47EFD21A-3F6C-48DD-B397-2F5A2B42B02A}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