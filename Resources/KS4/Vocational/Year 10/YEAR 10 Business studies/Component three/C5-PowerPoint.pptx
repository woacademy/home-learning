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4E2294B-CA7F-4486-B15E-F8B40F5817BC}">
  <a:tblStyle styleId="{F4E2294B-CA7F-4486-B15E-F8B40F5817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{F4E2294B-CA7F-4486-B15E-F8B40F5817BC}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