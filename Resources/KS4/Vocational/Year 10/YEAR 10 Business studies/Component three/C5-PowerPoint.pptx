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BAF534-4704-4264-ADC1-26D9F38AC810}">
  <a:tblStyle styleId="{AFBAF534-4704-4264-ADC1-26D9F38AC8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{AFBAF534-4704-4264-ADC1-26D9F38AC810}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