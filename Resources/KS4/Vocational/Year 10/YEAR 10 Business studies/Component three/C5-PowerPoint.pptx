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FBFAF5-B299-4726-8CD4-5024704510DD}">
  <a:tblStyle styleId="{D2FBFAF5-B299-4726-8CD4-5024704510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{D2FBFAF5-B299-4726-8CD4-5024704510DD}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