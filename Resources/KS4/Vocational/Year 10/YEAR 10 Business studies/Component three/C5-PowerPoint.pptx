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83B47-7BF8-4F54-8286-7F6D5ED7B461}">
  <a:tblStyle styleId="{44383B47-7BF8-4F54-8286-7F6D5ED7B4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{44383B47-7BF8-4F54-8286-7F6D5ED7B461}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