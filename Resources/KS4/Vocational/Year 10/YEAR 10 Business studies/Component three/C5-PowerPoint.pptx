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73E936-52B3-4A06-95E9-64A2C889ECDE}">
  <a:tblStyle styleId="{3E73E936-52B3-4A06-95E9-64A2C889EC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{3E73E936-52B3-4A06-95E9-64A2C889ECDE}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