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DB0C0F-8237-41A6-9547-7B4453E1EDF1}">
  <a:tblStyle styleId="{3BDB0C0F-8237-41A6-9547-7B4453E1ED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{3BDB0C0F-8237-41A6-9547-7B4453E1EDF1}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