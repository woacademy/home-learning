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5B4813-28DD-4AF1-AC53-774915F885A3}">
  <a:tblStyle styleId="{325B4813-28DD-4AF1-AC53-774915F885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{325B4813-28DD-4AF1-AC53-774915F885A3}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