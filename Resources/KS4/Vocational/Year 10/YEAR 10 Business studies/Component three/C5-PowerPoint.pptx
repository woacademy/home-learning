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C70E0F-D093-40C8-90E8-21138E82377E}">
  <a:tblStyle styleId="{CDC70E0F-D093-40C8-90E8-21138E8237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{CDC70E0F-D093-40C8-90E8-21138E82377E}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