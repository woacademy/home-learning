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49E080-4B72-4C9A-B5C5-50BC8EBE82D9}">
  <a:tblStyle styleId="{9B49E080-4B72-4C9A-B5C5-50BC8EBE82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{9B49E080-4B72-4C9A-B5C5-50BC8EBE82D9}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