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F86ABC-3510-4883-ADE0-DFC3C58E50C6}">
  <a:tblStyle styleId="{8EF86ABC-3510-4883-ADE0-DFC3C58E50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{8EF86ABC-3510-4883-ADE0-DFC3C58E50C6}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