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843064-3AD7-4013-BB30-90C870C5378B}">
  <a:tblStyle styleId="{6C843064-3AD7-4013-BB30-90C870C537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{6C843064-3AD7-4013-BB30-90C870C5378B}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