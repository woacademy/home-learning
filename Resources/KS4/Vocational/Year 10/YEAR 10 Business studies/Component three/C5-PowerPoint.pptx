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30DBB8-5414-4097-BB98-4D3BFB82671E}">
  <a:tblStyle styleId="{B330DBB8-5414-4097-BB98-4D3BFB8267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{B330DBB8-5414-4097-BB98-4D3BFB82671E}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