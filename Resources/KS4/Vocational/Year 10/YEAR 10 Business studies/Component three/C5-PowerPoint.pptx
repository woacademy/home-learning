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C00EE0-7057-4366-B9A8-7EDAD4CFD9E6}">
  <a:tblStyle styleId="{D1C00EE0-7057-4366-B9A8-7EDAD4CFD9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{D1C00EE0-7057-4366-B9A8-7EDAD4CFD9E6}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