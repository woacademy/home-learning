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B929A6-41D8-44CE-ACF4-913C29EBC00B}">
  <a:tblStyle styleId="{54B929A6-41D8-44CE-ACF4-913C29EBC0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{54B929A6-41D8-44CE-ACF4-913C29EBC00B}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