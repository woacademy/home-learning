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50AC5-ED43-4E4C-8762-94E92360A430}">
  <a:tblStyle styleId="{56B50AC5-ED43-4E4C-8762-94E92360A4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{56B50AC5-ED43-4E4C-8762-94E92360A430}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