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0883B5-BCB4-43F9-8120-36C71230EE34}">
  <a:tblStyle styleId="{380883B5-BCB4-43F9-8120-36C71230EE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{380883B5-BCB4-43F9-8120-36C71230EE34}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