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A4E7CA-E52A-494B-A06D-763F0E8ECAA6}">
  <a:tblStyle styleId="{D3A4E7CA-E52A-494B-A06D-763F0E8ECA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{D3A4E7CA-E52A-494B-A06D-763F0E8ECAA6}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