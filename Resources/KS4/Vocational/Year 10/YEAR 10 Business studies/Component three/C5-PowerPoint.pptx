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F9C8B8-1ED6-475C-BA15-C6B2A3843698}">
  <a:tblStyle styleId="{CFF9C8B8-1ED6-475C-BA15-C6B2A38436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{CFF9C8B8-1ED6-475C-BA15-C6B2A3843698}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