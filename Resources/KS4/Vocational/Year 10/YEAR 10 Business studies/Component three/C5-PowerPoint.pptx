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4A7FB8D-8D4D-4E5A-818B-5B8ACE52698A}">
  <a:tblStyle styleId="{C4A7FB8D-8D4D-4E5A-818B-5B8ACE52698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{C4A7FB8D-8D4D-4E5A-818B-5B8ACE52698A}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