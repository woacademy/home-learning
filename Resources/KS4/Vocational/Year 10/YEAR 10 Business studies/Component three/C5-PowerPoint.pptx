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0249F7-02E4-49E5-AB6B-855A0188684A}">
  <a:tblStyle styleId="{890249F7-02E4-49E5-AB6B-855A018868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{890249F7-02E4-49E5-AB6B-855A0188684A}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