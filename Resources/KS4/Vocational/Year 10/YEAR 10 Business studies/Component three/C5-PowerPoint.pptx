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387FEF-CD05-4E52-9824-CD075D06FEB2}">
  <a:tblStyle styleId="{A4387FEF-CD05-4E52-9824-CD075D06FE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{A4387FEF-CD05-4E52-9824-CD075D06FEB2}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