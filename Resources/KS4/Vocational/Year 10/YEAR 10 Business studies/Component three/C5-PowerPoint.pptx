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14FC32F-95F2-4586-B3FA-85CDB0A44D47}">
  <a:tblStyle styleId="{714FC32F-95F2-4586-B3FA-85CDB0A44D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{714FC32F-95F2-4586-B3FA-85CDB0A44D47}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