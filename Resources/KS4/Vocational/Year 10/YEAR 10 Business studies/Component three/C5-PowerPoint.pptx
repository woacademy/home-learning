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67DD4-17BE-4262-B421-BE8F99581602}">
  <a:tblStyle styleId="{83F67DD4-17BE-4262-B421-BE8F995816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{83F67DD4-17BE-4262-B421-BE8F99581602}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