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80D0A5-0C54-42AD-B052-5AAF2623006B}">
  <a:tblStyle styleId="{6F80D0A5-0C54-42AD-B052-5AAF262300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{6F80D0A5-0C54-42AD-B052-5AAF2623006B}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