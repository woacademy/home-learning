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E19604-548A-4C65-97DF-58FB4B19E270}">
  <a:tblStyle styleId="{07E19604-548A-4C65-97DF-58FB4B19E2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{07E19604-548A-4C65-97DF-58FB4B19E270}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