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2F78C3-4E06-4205-AD0E-0CAEF16A0562}">
  <a:tblStyle styleId="{3C2F78C3-4E06-4205-AD0E-0CAEF16A05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{3C2F78C3-4E06-4205-AD0E-0CAEF16A0562}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