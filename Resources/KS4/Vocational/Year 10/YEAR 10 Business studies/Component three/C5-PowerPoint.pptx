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15199F-2836-41AE-9CDC-65784D59E72E}">
  <a:tblStyle styleId="{C415199F-2836-41AE-9CDC-65784D59E7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{C415199F-2836-41AE-9CDC-65784D59E72E}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