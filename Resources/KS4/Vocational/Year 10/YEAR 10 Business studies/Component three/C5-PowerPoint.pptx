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3EF9346-F5FD-4BE8-B198-00DBC1EE7D70}">
  <a:tblStyle styleId="{83EF9346-F5FD-4BE8-B198-00DBC1EE7D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{83EF9346-F5FD-4BE8-B198-00DBC1EE7D70}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