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24C6731-0189-476A-895C-67267168A1B1}">
  <a:tblStyle styleId="{024C6731-0189-476A-895C-67267168A1B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{024C6731-0189-476A-895C-67267168A1B1}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