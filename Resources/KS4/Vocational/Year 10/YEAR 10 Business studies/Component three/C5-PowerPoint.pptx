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4C3168-DAB0-477E-BE15-554AAA2B6390}">
  <a:tblStyle styleId="{A74C3168-DAB0-477E-BE15-554AAA2B63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{A74C3168-DAB0-477E-BE15-554AAA2B6390}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