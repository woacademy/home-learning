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DBDD21-5FBF-4242-9FE2-A8263EAB128B}">
  <a:tblStyle styleId="{13DBDD21-5FBF-4242-9FE2-A8263EAB12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{13DBDD21-5FBF-4242-9FE2-A8263EAB128B}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