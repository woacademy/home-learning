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86EF5E-3FC5-4A09-B1C1-11382F380040}">
  <a:tblStyle styleId="{AC86EF5E-3FC5-4A09-B1C1-11382F3800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{AC86EF5E-3FC5-4A09-B1C1-11382F380040}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