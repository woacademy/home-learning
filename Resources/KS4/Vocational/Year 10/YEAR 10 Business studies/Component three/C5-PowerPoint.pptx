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9C1C25B-9CF5-4ADF-B4BB-D20DB4845ECA}">
  <a:tblStyle styleId="{29C1C25B-9CF5-4ADF-B4BB-D20DB4845EC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{29C1C25B-9CF5-4ADF-B4BB-D20DB4845ECA}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