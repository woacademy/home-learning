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900A6D-F086-43A6-A1E4-6A49DF12378C}">
  <a:tblStyle styleId="{4F900A6D-F086-43A6-A1E4-6A49DF1237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{4F900A6D-F086-43A6-A1E4-6A49DF12378C}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