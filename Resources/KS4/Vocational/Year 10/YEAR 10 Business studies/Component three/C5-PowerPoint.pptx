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3470D6-D12C-442C-955D-57E4971D2BB6}">
  <a:tblStyle styleId="{D43470D6-D12C-442C-955D-57E4971D2B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{D43470D6-D12C-442C-955D-57E4971D2BB6}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