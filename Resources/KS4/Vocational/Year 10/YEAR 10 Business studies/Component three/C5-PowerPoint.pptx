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691FCC-29EA-4468-87D1-7C1752D03D88}">
  <a:tblStyle styleId="{EA691FCC-29EA-4468-87D1-7C1752D03D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{EA691FCC-29EA-4468-87D1-7C1752D03D88}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