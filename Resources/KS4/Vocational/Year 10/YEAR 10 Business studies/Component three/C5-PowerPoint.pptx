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FA5785-E5CF-4CD6-9F46-FE79F58A06B4}">
  <a:tblStyle styleId="{04FA5785-E5CF-4CD6-9F46-FE79F58A06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{04FA5785-E5CF-4CD6-9F46-FE79F58A06B4}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