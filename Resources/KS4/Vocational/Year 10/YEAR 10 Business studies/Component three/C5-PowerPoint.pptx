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ACEE48-5AF7-4611-B7E2-18B990FAF66D}">
  <a:tblStyle styleId="{4AACEE48-5AF7-4611-B7E2-18B990FAF6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{4AACEE48-5AF7-4611-B7E2-18B990FAF66D}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