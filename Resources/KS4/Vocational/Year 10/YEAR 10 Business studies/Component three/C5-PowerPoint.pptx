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558AC2-61F1-4B12-8363-8762440C0109}">
  <a:tblStyle styleId="{B3558AC2-61F1-4B12-8363-8762440C010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{B3558AC2-61F1-4B12-8363-8762440C0109}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