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B06FDB-A957-4313-AE7E-49553626EEEC}">
  <a:tblStyle styleId="{35B06FDB-A957-4313-AE7E-49553626EE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{35B06FDB-A957-4313-AE7E-49553626EEEC}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