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3879DC-E085-40EC-BCF6-A63E8463A5C4}">
  <a:tblStyle styleId="{C03879DC-E085-40EC-BCF6-A63E8463A5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{C03879DC-E085-40EC-BCF6-A63E8463A5C4}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