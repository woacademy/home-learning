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FA5F49-015A-456B-ADB8-0E4A59054D38}">
  <a:tblStyle styleId="{35FA5F49-015A-456B-ADB8-0E4A59054D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{35FA5F49-015A-456B-ADB8-0E4A59054D38}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