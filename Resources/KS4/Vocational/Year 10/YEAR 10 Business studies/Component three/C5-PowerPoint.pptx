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446C33-2D83-4F46-AF9E-0155130DF7E0}">
  <a:tblStyle styleId="{4B446C33-2D83-4F46-AF9E-0155130DF7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{4B446C33-2D83-4F46-AF9E-0155130DF7E0}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