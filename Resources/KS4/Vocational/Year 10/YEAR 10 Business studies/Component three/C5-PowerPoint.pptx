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C478D2-531B-4B40-8C4C-A9C8A1183736}">
  <a:tblStyle styleId="{37C478D2-531B-4B40-8C4C-A9C8A11837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{37C478D2-531B-4B40-8C4C-A9C8A1183736}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