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3961C-DD2D-4031-98CD-25E8CB8F5F49}">
  <a:tblStyle styleId="{6C83961C-DD2D-4031-98CD-25E8CB8F5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{6C83961C-DD2D-4031-98CD-25E8CB8F5F49}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