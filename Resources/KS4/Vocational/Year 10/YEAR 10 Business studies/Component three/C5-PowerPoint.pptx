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C4C4A9-2803-4FEF-BAD2-8B0BA9118C1B}">
  <a:tblStyle styleId="{15C4C4A9-2803-4FEF-BAD2-8B0BA9118C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{15C4C4A9-2803-4FEF-BAD2-8B0BA9118C1B}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