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D12B4CCD-E9C2-4487-A442-4ED369720E32}">
  <a:tblStyle styleId="{D12B4CCD-E9C2-4487-A442-4ED369720E32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4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{D12B4CCD-E9C2-4487-A442-4ED369720E32}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