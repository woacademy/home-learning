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951C87-C781-44BB-81CD-312212989B82}">
  <a:tblStyle styleId="{78951C87-C781-44BB-81CD-312212989B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{78951C87-C781-44BB-81CD-312212989B82}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