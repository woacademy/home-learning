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0DF691-A834-434B-B608-B1F054701641}">
  <a:tblStyle styleId="{450DF691-A834-434B-B608-B1F0547016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{450DF691-A834-434B-B608-B1F054701641}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