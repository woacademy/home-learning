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5C17EC-858D-407D-A02F-F8058DFDCB5B}">
  <a:tblStyle styleId="{F35C17EC-858D-407D-A02F-F8058DFDCB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{F35C17EC-858D-407D-A02F-F8058DFDCB5B}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