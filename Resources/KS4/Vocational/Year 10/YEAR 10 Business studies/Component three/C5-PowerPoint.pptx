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8215D-6756-47ED-A9F2-6041D2326255}">
  <a:tblStyle styleId="{E8E8215D-6756-47ED-A9F2-6041D2326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{E8E8215D-6756-47ED-A9F2-6041D2326255}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