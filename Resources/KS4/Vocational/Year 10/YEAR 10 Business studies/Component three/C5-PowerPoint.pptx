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6F95C0-9095-4008-A122-EEEEA2EEE326}">
  <a:tblStyle styleId="{B06F95C0-9095-4008-A122-EEEEA2EEE3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{B06F95C0-9095-4008-A122-EEEEA2EEE326}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