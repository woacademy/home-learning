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5F53C1-7A33-4850-8F9D-D111A4AE3477}">
  <a:tblStyle styleId="{4A5F53C1-7A33-4850-8F9D-D111A4AE34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{4A5F53C1-7A33-4850-8F9D-D111A4AE3477}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