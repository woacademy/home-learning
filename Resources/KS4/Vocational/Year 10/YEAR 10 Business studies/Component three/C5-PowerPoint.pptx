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D83678-320C-45C9-AEDA-E0741A8D7995}">
  <a:tblStyle styleId="{1AD83678-320C-45C9-AEDA-E0741A8D79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{1AD83678-320C-45C9-AEDA-E0741A8D7995}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