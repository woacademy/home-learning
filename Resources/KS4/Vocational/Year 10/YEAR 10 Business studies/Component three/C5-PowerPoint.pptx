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5160E7-A29A-41C3-86D9-1214B8FDE2E1}">
  <a:tblStyle styleId="{0E5160E7-A29A-41C3-86D9-1214B8FDE2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{0E5160E7-A29A-41C3-86D9-1214B8FDE2E1}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