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57AD32-720A-436A-AE5D-D7F24153A036}">
  <a:tblStyle styleId="{7357AD32-720A-436A-AE5D-D7F24153A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{7357AD32-720A-436A-AE5D-D7F24153A036}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