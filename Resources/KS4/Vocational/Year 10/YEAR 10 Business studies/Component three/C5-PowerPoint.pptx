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283860B-9488-4E6B-8327-22DEE07E053F}">
  <a:tblStyle styleId="{C283860B-9488-4E6B-8327-22DEE07E05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{C283860B-9488-4E6B-8327-22DEE07E053F}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