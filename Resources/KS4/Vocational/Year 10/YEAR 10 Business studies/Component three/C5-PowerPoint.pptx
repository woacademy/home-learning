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2031D8-34A4-4DAC-A049-9B5AE11A9E55}">
  <a:tblStyle styleId="{DE2031D8-34A4-4DAC-A049-9B5AE11A9E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{DE2031D8-34A4-4DAC-A049-9B5AE11A9E55}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