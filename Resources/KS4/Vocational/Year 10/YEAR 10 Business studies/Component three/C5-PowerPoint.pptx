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CC2776-F674-44E6-9EAF-9412ACCE41F9}">
  <a:tblStyle styleId="{56CC2776-F674-44E6-9EAF-9412ACCE41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{56CC2776-F674-44E6-9EAF-9412ACCE41F9}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