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C2204A-C1FD-457F-AD8B-F69B289A5D11}">
  <a:tblStyle styleId="{1BC2204A-C1FD-457F-AD8B-F69B289A5D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{1BC2204A-C1FD-457F-AD8B-F69B289A5D11}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