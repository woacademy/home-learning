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CA4FB1C-381B-48C1-93C4-E42746AF359A}">
  <a:tblStyle styleId="{9CA4FB1C-381B-48C1-93C4-E42746AF359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{9CA4FB1C-381B-48C1-93C4-E42746AF359A}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