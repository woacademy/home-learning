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EDA48D-4653-40E2-961D-0ABFA9E5852E}">
  <a:tblStyle styleId="{95EDA48D-4653-40E2-961D-0ABFA9E585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{95EDA48D-4653-40E2-961D-0ABFA9E5852E}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