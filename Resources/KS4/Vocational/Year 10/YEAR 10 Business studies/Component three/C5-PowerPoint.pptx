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579C4EC-2D98-4346-9D4D-3BAFE5A3F633}">
  <a:tblStyle styleId="{1579C4EC-2D98-4346-9D4D-3BAFE5A3F6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{1579C4EC-2D98-4346-9D4D-3BAFE5A3F633}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