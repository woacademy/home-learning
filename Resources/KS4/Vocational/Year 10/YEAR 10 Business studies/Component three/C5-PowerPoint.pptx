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E73A433-C633-4BCF-8149-849F9393FF82}">
  <a:tblStyle styleId="{DE73A433-C633-4BCF-8149-849F9393FF8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{DE73A433-C633-4BCF-8149-849F9393FF82}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