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9F408-85B1-4A5F-9CA6-2DB20567188C}">
  <a:tblStyle styleId="{0179F408-85B1-4A5F-9CA6-2DB2056718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{0179F408-85B1-4A5F-9CA6-2DB20567188C}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