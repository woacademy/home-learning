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AAC781-5A80-4FD1-8E8F-EB42EEA58668}">
  <a:tblStyle styleId="{1BAAC781-5A80-4FD1-8E8F-EB42EEA586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{1BAAC781-5A80-4FD1-8E8F-EB42EEA58668}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