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C691C8-2981-463E-8403-D3BD3C09F048}">
  <a:tblStyle styleId="{00C691C8-2981-463E-8403-D3BD3C09F0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{00C691C8-2981-463E-8403-D3BD3C09F048}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