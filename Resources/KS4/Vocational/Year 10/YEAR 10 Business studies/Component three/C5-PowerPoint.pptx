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E4F491-41D8-4585-8286-F23F8BAAF1CA}">
  <a:tblStyle styleId="{B0E4F491-41D8-4585-8286-F23F8BAAF1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{B0E4F491-41D8-4585-8286-F23F8BAAF1CA}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