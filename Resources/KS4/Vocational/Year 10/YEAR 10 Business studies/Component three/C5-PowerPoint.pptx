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CA3FBF-1931-4B8C-B935-34E2D893734B}">
  <a:tblStyle styleId="{9FCA3FBF-1931-4B8C-B935-34E2D89373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{9FCA3FBF-1931-4B8C-B935-34E2D893734B}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