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242EC1-DF3E-4274-BCD4-A08690E089C2}">
  <a:tblStyle styleId="{E9242EC1-DF3E-4274-BCD4-A08690E089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{E9242EC1-DF3E-4274-BCD4-A08690E089C2}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