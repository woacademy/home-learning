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0F01BC-A721-4BD1-87F3-2A5785114598}">
  <a:tblStyle styleId="{E00F01BC-A721-4BD1-87F3-2A57851145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{E00F01BC-A721-4BD1-87F3-2A5785114598}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