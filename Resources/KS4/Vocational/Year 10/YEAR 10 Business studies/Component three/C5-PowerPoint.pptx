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D5848C-0B11-43EE-BD80-7E1BB198911E}">
  <a:tblStyle styleId="{ACD5848C-0B11-43EE-BD80-7E1BB19891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{ACD5848C-0B11-43EE-BD80-7E1BB198911E}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