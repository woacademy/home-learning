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4DE2D6-C948-443B-924A-B3C769DD26BE}">
  <a:tblStyle styleId="{EE4DE2D6-C948-443B-924A-B3C769DD26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{EE4DE2D6-C948-443B-924A-B3C769DD26BE}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