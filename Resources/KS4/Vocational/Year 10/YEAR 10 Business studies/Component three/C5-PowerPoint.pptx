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0474CA-F50E-43E1-9AC8-4672DEF42030}">
  <a:tblStyle styleId="{0F0474CA-F50E-43E1-9AC8-4672DEF420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{0F0474CA-F50E-43E1-9AC8-4672DEF42030}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