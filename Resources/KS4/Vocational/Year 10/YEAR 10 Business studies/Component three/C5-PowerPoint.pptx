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317BC3-9CF8-40AC-BD9C-6D9E4C5210C4}">
  <a:tblStyle styleId="{E7317BC3-9CF8-40AC-BD9C-6D9E4C5210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{E7317BC3-9CF8-40AC-BD9C-6D9E4C5210C4}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