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DA24DA-C4E8-4C2C-B0DA-75AECCBD7609}">
  <a:tblStyle styleId="{D3DA24DA-C4E8-4C2C-B0DA-75AECCBD76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{D3DA24DA-C4E8-4C2C-B0DA-75AECCBD7609}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