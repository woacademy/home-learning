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8E5B55-FAFC-407B-B019-D7AEB8B4C2EA}">
  <a:tblStyle styleId="{398E5B55-FAFC-407B-B019-D7AEB8B4C2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{398E5B55-FAFC-407B-B019-D7AEB8B4C2EA}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