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A342E2F-5390-4A43-8426-E7431EB1C548}">
  <a:tblStyle styleId="{EA342E2F-5390-4A43-8426-E7431EB1C5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{EA342E2F-5390-4A43-8426-E7431EB1C548}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