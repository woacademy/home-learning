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1052C8-B4C6-43F7-B60A-1BC129343BDD}">
  <a:tblStyle styleId="{E31052C8-B4C6-43F7-B60A-1BC129343B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{E31052C8-B4C6-43F7-B60A-1BC129343BDD}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