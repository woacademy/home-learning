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E7B4C5-1483-4A3D-95C7-073FC81B69A6}">
  <a:tblStyle styleId="{68E7B4C5-1483-4A3D-95C7-073FC81B69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{68E7B4C5-1483-4A3D-95C7-073FC81B69A6}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