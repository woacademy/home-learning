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2FA192-1CAE-45F1-B1E9-A8BAD6AD0832}">
  <a:tblStyle styleId="{A42FA192-1CAE-45F1-B1E9-A8BAD6AD08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{A42FA192-1CAE-45F1-B1E9-A8BAD6AD0832}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