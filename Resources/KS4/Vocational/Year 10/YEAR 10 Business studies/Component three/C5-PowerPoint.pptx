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1F91DA-9CCD-403B-8237-67344B0494A6}">
  <a:tblStyle styleId="{0A1F91DA-9CCD-403B-8237-67344B0494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{0A1F91DA-9CCD-403B-8237-67344B0494A6}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