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3D34CC-BCB7-4581-8E4E-D903854AFFBF}">
  <a:tblStyle styleId="{113D34CC-BCB7-4581-8E4E-D903854AFF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{113D34CC-BCB7-4581-8E4E-D903854AFFBF}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