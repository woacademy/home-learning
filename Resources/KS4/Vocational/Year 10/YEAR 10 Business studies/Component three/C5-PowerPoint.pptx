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D9F36E-4200-4295-B453-681EE9A8B0C3}">
  <a:tblStyle styleId="{5AD9F36E-4200-4295-B453-681EE9A8B0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{5AD9F36E-4200-4295-B453-681EE9A8B0C3}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