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1012AB-44A6-4C16-983E-966D2BA0D25D}">
  <a:tblStyle styleId="{5B1012AB-44A6-4C16-983E-966D2BA0D25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{5B1012AB-44A6-4C16-983E-966D2BA0D25D}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