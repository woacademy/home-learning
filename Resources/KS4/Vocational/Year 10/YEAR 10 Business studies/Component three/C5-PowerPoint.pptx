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B18F81-4280-4BEA-9960-908660BDD56E}">
  <a:tblStyle styleId="{C6B18F81-4280-4BEA-9960-908660BDD5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{C6B18F81-4280-4BEA-9960-908660BDD56E}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