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0C214-C154-49BD-92A9-13FF210F43F5}">
  <a:tblStyle styleId="{A1A0C214-C154-49BD-92A9-13FF210F43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{A1A0C214-C154-49BD-92A9-13FF210F43F5}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