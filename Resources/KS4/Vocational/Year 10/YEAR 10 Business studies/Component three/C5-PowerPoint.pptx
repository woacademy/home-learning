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D314E-174E-49D9-A329-E6513F457DD2}">
  <a:tblStyle styleId="{756D314E-174E-49D9-A329-E6513F457D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{756D314E-174E-49D9-A329-E6513F457DD2}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