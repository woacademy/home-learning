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08ABAC-6F1C-42B7-A184-7C9757B90D23}">
  <a:tblStyle styleId="{F708ABAC-6F1C-42B7-A184-7C9757B90D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{F708ABAC-6F1C-42B7-A184-7C9757B90D23}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