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8176A8-7625-46E6-AEAB-85FFB82206CA}">
  <a:tblStyle styleId="{078176A8-7625-46E6-AEAB-85FFB82206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{078176A8-7625-46E6-AEAB-85FFB82206CA}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