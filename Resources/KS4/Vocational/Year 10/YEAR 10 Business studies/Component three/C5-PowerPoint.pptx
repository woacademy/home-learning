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A87CA8-7555-475C-B738-E6BBF59B5002}">
  <a:tblStyle styleId="{55A87CA8-7555-475C-B738-E6BBF59B50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{55A87CA8-7555-475C-B738-E6BBF59B5002}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