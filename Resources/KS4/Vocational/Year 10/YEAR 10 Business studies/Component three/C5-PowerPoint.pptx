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52D854-08B4-4AD3-A815-28A4A401F82A}">
  <a:tblStyle styleId="{4252D854-08B4-4AD3-A815-28A4A401F8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{4252D854-08B4-4AD3-A815-28A4A401F82A}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