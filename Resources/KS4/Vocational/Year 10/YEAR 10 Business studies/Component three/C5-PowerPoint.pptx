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139FB3-B954-41C0-B890-53B3F5DC876A}">
  <a:tblStyle styleId="{65139FB3-B954-41C0-B890-53B3F5DC87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{65139FB3-B954-41C0-B890-53B3F5DC876A}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