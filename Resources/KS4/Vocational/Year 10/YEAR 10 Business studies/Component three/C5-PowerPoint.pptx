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276303-D255-42A3-A0FF-FEFD7BCECFA1}">
  <a:tblStyle styleId="{83276303-D255-42A3-A0FF-FEFD7BCECF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{83276303-D255-42A3-A0FF-FEFD7BCECFA1}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