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F20BD9-C457-4135-ACE7-1B50250F125E}">
  <a:tblStyle styleId="{D1F20BD9-C457-4135-ACE7-1B50250F1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{D1F20BD9-C457-4135-ACE7-1B50250F125E}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