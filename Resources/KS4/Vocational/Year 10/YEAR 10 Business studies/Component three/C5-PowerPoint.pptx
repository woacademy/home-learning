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431252D-7D7B-4058-AA42-B71AC7200647}">
  <a:tblStyle styleId="{1431252D-7D7B-4058-AA42-B71AC72006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{1431252D-7D7B-4058-AA42-B71AC7200647}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