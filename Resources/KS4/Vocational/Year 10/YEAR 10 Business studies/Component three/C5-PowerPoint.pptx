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A186BA-D841-49CA-92FE-A43154E41AF5}">
  <a:tblStyle styleId="{2CA186BA-D841-49CA-92FE-A43154E41A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{2CA186BA-D841-49CA-92FE-A43154E41AF5}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