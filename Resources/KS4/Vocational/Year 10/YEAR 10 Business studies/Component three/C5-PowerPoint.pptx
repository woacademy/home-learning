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59BC21-6DBC-4B01-825A-5871F802DCFB}">
  <a:tblStyle styleId="{6659BC21-6DBC-4B01-825A-5871F802DC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{6659BC21-6DBC-4B01-825A-5871F802DCFB}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