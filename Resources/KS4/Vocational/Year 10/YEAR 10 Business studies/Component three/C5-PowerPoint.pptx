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55980-354B-41BB-BE16-3D6FB9C437ED}">
  <a:tblStyle styleId="{45355980-354B-41BB-BE16-3D6FB9C437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{45355980-354B-41BB-BE16-3D6FB9C437ED}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