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25A10A-3A2D-478F-86B2-013C7EC4D4E7}">
  <a:tblStyle styleId="{DE25A10A-3A2D-478F-86B2-013C7EC4D4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{DE25A10A-3A2D-478F-86B2-013C7EC4D4E7}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