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6A3717-2334-4653-B56A-F1D1E02FB70A}">
  <a:tblStyle styleId="{016A3717-2334-4653-B56A-F1D1E02FB70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{016A3717-2334-4653-B56A-F1D1E02FB70A}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