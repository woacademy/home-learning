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66E7481-51EF-406E-BBC3-9D5D0A9E85B2}">
  <a:tblStyle styleId="{666E7481-51EF-406E-BBC3-9D5D0A9E85B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{666E7481-51EF-406E-BBC3-9D5D0A9E85B2}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