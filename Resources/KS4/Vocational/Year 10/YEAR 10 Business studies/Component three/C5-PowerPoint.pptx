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C463D5-2284-4F72-80BE-69F37BA4836F}">
  <a:tblStyle styleId="{D0C463D5-2284-4F72-80BE-69F37BA483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{D0C463D5-2284-4F72-80BE-69F37BA4836F}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