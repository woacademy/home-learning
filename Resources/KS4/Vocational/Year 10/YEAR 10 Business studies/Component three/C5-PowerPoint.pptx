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7C2D55-EDA1-4DF9-8463-9E5306CC092A}">
  <a:tblStyle styleId="{007C2D55-EDA1-4DF9-8463-9E5306CC09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{007C2D55-EDA1-4DF9-8463-9E5306CC092A}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