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D3914F9-CD22-4638-AE5C-C54062ED2D8E}">
  <a:tblStyle styleId="{BD3914F9-CD22-4638-AE5C-C54062ED2D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{BD3914F9-CD22-4638-AE5C-C54062ED2D8E}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