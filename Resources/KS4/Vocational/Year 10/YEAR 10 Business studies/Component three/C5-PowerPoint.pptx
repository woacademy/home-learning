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946306-7215-46D0-B380-43C9C0A4A2BB}">
  <a:tblStyle styleId="{C0946306-7215-46D0-B380-43C9C0A4A2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{C0946306-7215-46D0-B380-43C9C0A4A2BB}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