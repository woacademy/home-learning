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C9895E-C1DB-4E96-9FC9-B04D94E954C3}">
  <a:tblStyle styleId="{02C9895E-C1DB-4E96-9FC9-B04D94E954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{02C9895E-C1DB-4E96-9FC9-B04D94E954C3}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