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2B7B8D-4940-4C79-A024-19163C3E32F6}">
  <a:tblStyle styleId="{3A2B7B8D-4940-4C79-A024-19163C3E32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{3A2B7B8D-4940-4C79-A024-19163C3E32F6}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