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23FA15-6474-4899-BE5A-6D60CE0DE7DA}">
  <a:tblStyle styleId="{FF23FA15-6474-4899-BE5A-6D60CE0DE7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{FF23FA15-6474-4899-BE5A-6D60CE0DE7DA}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