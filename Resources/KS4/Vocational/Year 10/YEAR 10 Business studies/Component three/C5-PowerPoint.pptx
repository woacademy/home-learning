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A1D256-22BD-4526-8BCF-9412C324CABB}">
  <a:tblStyle styleId="{FDA1D256-22BD-4526-8BCF-9412C324CA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{FDA1D256-22BD-4526-8BCF-9412C324CABB}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