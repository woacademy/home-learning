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6CB358-A353-4BC6-A9C2-A63A1D2334F8}">
  <a:tblStyle styleId="{9C6CB358-A353-4BC6-A9C2-A63A1D2334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{9C6CB358-A353-4BC6-A9C2-A63A1D2334F8}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