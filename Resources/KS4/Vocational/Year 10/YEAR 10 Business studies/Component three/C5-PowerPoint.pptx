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6D102F-D3B1-442C-8DA8-0B8EC3BBAD8A}">
  <a:tblStyle styleId="{3D6D102F-D3B1-442C-8DA8-0B8EC3BBA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{3D6D102F-D3B1-442C-8DA8-0B8EC3BBAD8A}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