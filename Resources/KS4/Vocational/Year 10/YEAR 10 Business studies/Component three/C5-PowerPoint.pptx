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E256C7-EC0A-4EFE-BF95-62C11EF1EAE8}">
  <a:tblStyle styleId="{E6E256C7-EC0A-4EFE-BF95-62C11EF1EA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{E6E256C7-EC0A-4EFE-BF95-62C11EF1EAE8}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