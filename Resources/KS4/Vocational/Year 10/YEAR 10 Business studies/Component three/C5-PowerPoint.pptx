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AC5C49-E7A8-4E57-96BB-CBD61382E920}">
  <a:tblStyle styleId="{3AAC5C49-E7A8-4E57-96BB-CBD61382E9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{3AAC5C49-E7A8-4E57-96BB-CBD61382E920}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