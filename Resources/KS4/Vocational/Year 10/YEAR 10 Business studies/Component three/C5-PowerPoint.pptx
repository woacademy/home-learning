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C374B8-DD70-41C7-BC12-AB1CA428A14A}">
  <a:tblStyle styleId="{C3C374B8-DD70-41C7-BC12-AB1CA428A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{C3C374B8-DD70-41C7-BC12-AB1CA428A14A}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