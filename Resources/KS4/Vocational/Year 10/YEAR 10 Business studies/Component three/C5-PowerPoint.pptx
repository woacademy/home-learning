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971F0F-0449-45EE-A896-8723619342E2}">
  <a:tblStyle styleId="{9A971F0F-0449-45EE-A896-8723619342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{9A971F0F-0449-45EE-A896-8723619342E2}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