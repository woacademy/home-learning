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48B3D9-B478-4E98-8326-854FECB3F3BE}">
  <a:tblStyle styleId="{9448B3D9-B478-4E98-8326-854FECB3F3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{9448B3D9-B478-4E98-8326-854FECB3F3BE}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