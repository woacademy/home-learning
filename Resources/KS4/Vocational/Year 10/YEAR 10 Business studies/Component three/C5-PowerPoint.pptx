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4DE7D2-7974-48B0-BF23-9F8F8172809D}">
  <a:tblStyle styleId="{6C4DE7D2-7974-48B0-BF23-9F8F817280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{6C4DE7D2-7974-48B0-BF23-9F8F8172809D}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