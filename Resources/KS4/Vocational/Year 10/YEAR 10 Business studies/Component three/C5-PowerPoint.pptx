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B7A3CD-2061-4111-AE00-19CAE03A7347}">
  <a:tblStyle styleId="{21B7A3CD-2061-4111-AE00-19CAE03A73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{21B7A3CD-2061-4111-AE00-19CAE03A7347}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