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DDD0B5-FC96-4B23-854F-E0978AE38764}">
  <a:tblStyle styleId="{DADDD0B5-FC96-4B23-854F-E0978AE387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{DADDD0B5-FC96-4B23-854F-E0978AE38764}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