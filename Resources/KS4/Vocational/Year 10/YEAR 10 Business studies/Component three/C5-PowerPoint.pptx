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5308D1-5099-4038-9113-D27B02E69072}">
  <a:tblStyle styleId="{345308D1-5099-4038-9113-D27B02E6907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{345308D1-5099-4038-9113-D27B02E69072}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