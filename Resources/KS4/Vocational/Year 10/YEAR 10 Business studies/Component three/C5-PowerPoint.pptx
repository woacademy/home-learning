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969133-A727-487A-920E-3D8967594664}">
  <a:tblStyle styleId="{2D969133-A727-487A-920E-3D89675946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{2D969133-A727-487A-920E-3D8967594664}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