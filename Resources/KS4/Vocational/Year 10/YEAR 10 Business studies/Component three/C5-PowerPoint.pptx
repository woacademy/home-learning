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E539F3-40D5-4FCC-AF83-3C6A4E7C4FCF}">
  <a:tblStyle styleId="{8DE539F3-40D5-4FCC-AF83-3C6A4E7C4F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{8DE539F3-40D5-4FCC-AF83-3C6A4E7C4FCF}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