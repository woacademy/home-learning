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4DB2E-1E5A-4B9D-BFC7-F183729E53E8}">
  <a:tblStyle styleId="{E5A4DB2E-1E5A-4B9D-BFC7-F183729E53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{E5A4DB2E-1E5A-4B9D-BFC7-F183729E53E8}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