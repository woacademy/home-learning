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85B5712-9AB1-4890-8820-8DE7A1A27A40}">
  <a:tblStyle styleId="{985B5712-9AB1-4890-8820-8DE7A1A27A4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{985B5712-9AB1-4890-8820-8DE7A1A27A40}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