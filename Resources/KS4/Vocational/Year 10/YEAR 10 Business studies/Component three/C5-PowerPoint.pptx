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A03962-6331-41AF-973B-00A9EF6AB4E2}">
  <a:tblStyle styleId="{94A03962-6331-41AF-973B-00A9EF6AB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{94A03962-6331-41AF-973B-00A9EF6AB4E2}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