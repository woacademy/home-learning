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76249D1-84B6-4F5A-AA2C-1F55BF3AE912}">
  <a:tblStyle styleId="{076249D1-84B6-4F5A-AA2C-1F55BF3AE91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{076249D1-84B6-4F5A-AA2C-1F55BF3AE912}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