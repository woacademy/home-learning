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E6256-7C6A-40B8-A27C-38D67212E1AE}">
  <a:tblStyle styleId="{536E6256-7C6A-40B8-A27C-38D67212E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{536E6256-7C6A-40B8-A27C-38D67212E1AE}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