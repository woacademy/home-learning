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C56DBC-77C3-4FB5-A021-B37382DD759E}">
  <a:tblStyle styleId="{BCC56DBC-77C3-4FB5-A021-B37382DD75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{BCC56DBC-77C3-4FB5-A021-B37382DD759E}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