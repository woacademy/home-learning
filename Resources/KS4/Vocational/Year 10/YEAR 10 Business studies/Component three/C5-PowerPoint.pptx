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8380281-EF01-4322-8CB8-0F06F07BEE19}">
  <a:tblStyle styleId="{68380281-EF01-4322-8CB8-0F06F07BEE1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{68380281-EF01-4322-8CB8-0F06F07BEE19}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