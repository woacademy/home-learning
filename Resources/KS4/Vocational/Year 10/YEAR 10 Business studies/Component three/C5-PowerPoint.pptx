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3056D-EDB8-4324-BF12-F936FFC7A4D5}">
  <a:tblStyle styleId="{2413056D-EDB8-4324-BF12-F936FFC7A4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{2413056D-EDB8-4324-BF12-F936FFC7A4D5}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