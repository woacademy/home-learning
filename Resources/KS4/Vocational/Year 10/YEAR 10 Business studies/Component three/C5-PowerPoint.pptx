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9762C4-1503-4E59-B02A-E1500F019639}">
  <a:tblStyle styleId="{2C9762C4-1503-4E59-B02A-E1500F0196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{2C9762C4-1503-4E59-B02A-E1500F019639}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