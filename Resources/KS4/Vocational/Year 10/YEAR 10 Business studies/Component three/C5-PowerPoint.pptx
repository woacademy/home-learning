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EC6040-A89B-4CA3-B5CC-025C75CFE6DC}">
  <a:tblStyle styleId="{26EC6040-A89B-4CA3-B5CC-025C75CFE6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{26EC6040-A89B-4CA3-B5CC-025C75CFE6DC}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