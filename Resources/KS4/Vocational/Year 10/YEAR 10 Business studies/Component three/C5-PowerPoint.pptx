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7A41121-C406-484C-96A7-3799CE15444C}">
  <a:tblStyle styleId="{F7A41121-C406-484C-96A7-3799CE15444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{F7A41121-C406-484C-96A7-3799CE15444C}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