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8F8EBA-93F4-4C16-B09F-41249D0C32D4}">
  <a:tblStyle styleId="{DC8F8EBA-93F4-4C16-B09F-41249D0C32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{DC8F8EBA-93F4-4C16-B09F-41249D0C32D4}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