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71C30B-87FB-4915-A2AA-2779995207EF}">
  <a:tblStyle styleId="{2671C30B-87FB-4915-A2AA-2779995207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{2671C30B-87FB-4915-A2AA-2779995207EF}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