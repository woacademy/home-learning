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F17EAD-9C35-4E8E-AA47-6333B77AFAF0}">
  <a:tblStyle styleId="{AFF17EAD-9C35-4E8E-AA47-6333B77AFA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{AFF17EAD-9C35-4E8E-AA47-6333B77AFAF0}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