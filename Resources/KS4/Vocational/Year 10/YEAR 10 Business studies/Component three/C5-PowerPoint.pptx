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98FD738-E413-4C91-B3A5-924BBDC3D4F6}">
  <a:tblStyle styleId="{598FD738-E413-4C91-B3A5-924BBDC3D4F6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{598FD738-E413-4C91-B3A5-924BBDC3D4F6}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