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93283B-74BA-436F-B5C1-F9C3536780CE}">
  <a:tblStyle styleId="{6193283B-74BA-436F-B5C1-F9C3536780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{6193283B-74BA-436F-B5C1-F9C3536780CE}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