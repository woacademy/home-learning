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9FE356-9915-4BC7-B342-69A5EB31371D}">
  <a:tblStyle styleId="{C59FE356-9915-4BC7-B342-69A5EB3137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{C59FE356-9915-4BC7-B342-69A5EB31371D}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