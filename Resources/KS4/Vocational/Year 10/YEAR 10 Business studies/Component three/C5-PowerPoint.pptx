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AC1BB1-9406-42C4-B5E8-C8E63ADDBA53}">
  <a:tblStyle styleId="{6AAC1BB1-9406-42C4-B5E8-C8E63ADDBA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{6AAC1BB1-9406-42C4-B5E8-C8E63ADDBA53}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