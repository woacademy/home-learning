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EFB98C-8354-4494-946B-8AE31CBD93BC}">
  <a:tblStyle styleId="{B9EFB98C-8354-4494-946B-8AE31CBD93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{B9EFB98C-8354-4494-946B-8AE31CBD93BC}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