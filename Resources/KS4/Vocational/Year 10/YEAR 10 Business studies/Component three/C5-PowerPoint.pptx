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7C816A-0781-412E-9A7B-D3F56A4E147C}">
  <a:tblStyle styleId="{CC7C816A-0781-412E-9A7B-D3F56A4E14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{CC7C816A-0781-412E-9A7B-D3F56A4E147C}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