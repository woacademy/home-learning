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0C4A1F-A812-4176-BF50-43B3FADB50EE}">
  <a:tblStyle styleId="{470C4A1F-A812-4176-BF50-43B3FADB50E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{470C4A1F-A812-4176-BF50-43B3FADB50EE}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