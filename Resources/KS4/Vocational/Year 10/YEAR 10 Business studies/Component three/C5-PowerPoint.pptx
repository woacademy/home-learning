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5C0F2B-B78A-4B3F-B269-FCDD9D33C1FA}">
  <a:tblStyle styleId="{FB5C0F2B-B78A-4B3F-B269-FCDD9D33C1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{FB5C0F2B-B78A-4B3F-B269-FCDD9D33C1FA}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