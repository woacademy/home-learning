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7BCA25-E895-45F3-BB6D-0C625C2CEEB2}">
  <a:tblStyle styleId="{4E7BCA25-E895-45F3-BB6D-0C625C2CEE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{4E7BCA25-E895-45F3-BB6D-0C625C2CEEB2}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