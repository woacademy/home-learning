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595888-28B4-4285-992A-F9211BFEE2AC}">
  <a:tblStyle styleId="{19595888-28B4-4285-992A-F9211BFEE2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{19595888-28B4-4285-992A-F9211BFEE2AC}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