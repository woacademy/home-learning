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E80D92-D18D-48AA-AE0E-C039AD2DCEA7}">
  <a:tblStyle styleId="{C2E80D92-D18D-48AA-AE0E-C039AD2DCE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{C2E80D92-D18D-48AA-AE0E-C039AD2DCEA7}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