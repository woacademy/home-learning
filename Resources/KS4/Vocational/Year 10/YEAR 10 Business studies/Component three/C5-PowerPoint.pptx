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38D7CC-EDA6-4720-8777-991BDD4FA7AB}">
  <a:tblStyle styleId="{7338D7CC-EDA6-4720-8777-991BDD4FA7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{7338D7CC-EDA6-4720-8777-991BDD4FA7AB}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