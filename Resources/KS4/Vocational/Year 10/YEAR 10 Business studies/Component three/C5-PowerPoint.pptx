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F0B0675-0C42-4CEF-AA36-EE41857891F7}">
  <a:tblStyle styleId="{3F0B0675-0C42-4CEF-AA36-EE41857891F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{3F0B0675-0C42-4CEF-AA36-EE41857891F7}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