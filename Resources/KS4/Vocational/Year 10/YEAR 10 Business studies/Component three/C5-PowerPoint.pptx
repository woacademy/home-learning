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9106E3-9609-4526-9A63-BCA57478D5DB}">
  <a:tblStyle styleId="{439106E3-9609-4526-9A63-BCA57478D5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{439106E3-9609-4526-9A63-BCA57478D5DB}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