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87D9FEAC-CE52-4508-9A0F-358571B0C2B3}">
  <a:tblStyle styleId="{87D9FEAC-CE52-4508-9A0F-358571B0C2B3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{87D9FEAC-CE52-4508-9A0F-358571B0C2B3}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