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C7ED00-FA32-430B-997D-59953C942B65}">
  <a:tblStyle styleId="{72C7ED00-FA32-430B-997D-59953C942B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{72C7ED00-FA32-430B-997D-59953C942B65}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