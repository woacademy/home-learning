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22987A-B0D7-4239-BC85-EBD92F06319C}">
  <a:tblStyle styleId="{6722987A-B0D7-4239-BC85-EBD92F0631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{6722987A-B0D7-4239-BC85-EBD92F06319C}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