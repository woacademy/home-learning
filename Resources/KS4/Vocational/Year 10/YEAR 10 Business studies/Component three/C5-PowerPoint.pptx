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1BA920-07B1-4B23-85F5-D7D784433C3D}">
  <a:tblStyle styleId="{A31BA920-07B1-4B23-85F5-D7D784433C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{A31BA920-07B1-4B23-85F5-D7D784433C3D}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