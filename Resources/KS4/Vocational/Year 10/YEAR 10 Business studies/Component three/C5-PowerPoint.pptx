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4C0AA9-010B-4D3C-BF8D-64CF80055712}">
  <a:tblStyle styleId="{EC4C0AA9-010B-4D3C-BF8D-64CF800557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{EC4C0AA9-010B-4D3C-BF8D-64CF80055712}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