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CF2AC5-267A-4276-BEA6-29FC09123910}">
  <a:tblStyle styleId="{ABCF2AC5-267A-4276-BEA6-29FC091239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{ABCF2AC5-267A-4276-BEA6-29FC09123910}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