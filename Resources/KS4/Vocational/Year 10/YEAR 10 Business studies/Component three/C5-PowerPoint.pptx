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3DF380-8EE4-4A27-B92C-24971405A890}">
  <a:tblStyle styleId="{C63DF380-8EE4-4A27-B92C-24971405A8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{C63DF380-8EE4-4A27-B92C-24971405A890}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