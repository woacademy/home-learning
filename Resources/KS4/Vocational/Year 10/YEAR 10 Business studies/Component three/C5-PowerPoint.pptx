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9CDAC5-1D99-4D2E-A052-6A3A1DE46054}">
  <a:tblStyle styleId="{BC9CDAC5-1D99-4D2E-A052-6A3A1DE460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{BC9CDAC5-1D99-4D2E-A052-6A3A1DE46054}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