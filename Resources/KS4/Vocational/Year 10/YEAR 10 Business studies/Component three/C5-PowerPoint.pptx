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57C840-612F-4796-A4BB-9D4AFEEBBE1D}">
  <a:tblStyle styleId="{4857C840-612F-4796-A4BB-9D4AFEEBBE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{4857C840-612F-4796-A4BB-9D4AFEEBBE1D}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