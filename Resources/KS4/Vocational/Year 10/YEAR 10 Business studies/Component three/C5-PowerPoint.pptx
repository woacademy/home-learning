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403EF9-5A91-4BFE-AB3A-6932C486AA1C}">
  <a:tblStyle styleId="{FD403EF9-5A91-4BFE-AB3A-6932C486AA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{FD403EF9-5A91-4BFE-AB3A-6932C486AA1C}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