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DF73B5-38AA-429E-998C-302374BB1B6F}">
  <a:tblStyle styleId="{31DF73B5-38AA-429E-998C-302374BB1B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{31DF73B5-38AA-429E-998C-302374BB1B6F}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