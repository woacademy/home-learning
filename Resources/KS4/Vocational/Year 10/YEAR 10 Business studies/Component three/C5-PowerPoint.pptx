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77F4D0-5EC9-471B-8132-0597DF57513A}">
  <a:tblStyle styleId="{B477F4D0-5EC9-471B-8132-0597DF5751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{B477F4D0-5EC9-471B-8132-0597DF57513A}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