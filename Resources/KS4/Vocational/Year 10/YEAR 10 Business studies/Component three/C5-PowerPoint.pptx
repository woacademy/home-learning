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EA45A59-64E1-44DD-8D5C-B556B79DF15E}">
  <a:tblStyle styleId="{5EA45A59-64E1-44DD-8D5C-B556B79DF1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{5EA45A59-64E1-44DD-8D5C-B556B79DF15E}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