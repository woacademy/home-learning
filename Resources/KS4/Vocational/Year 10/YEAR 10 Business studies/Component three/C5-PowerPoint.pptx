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61F108-ACD7-490D-8006-50C7DF692896}">
  <a:tblStyle styleId="{F361F108-ACD7-490D-8006-50C7DF6928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{F361F108-ACD7-490D-8006-50C7DF692896}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