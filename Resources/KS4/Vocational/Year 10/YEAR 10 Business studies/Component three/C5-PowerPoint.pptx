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E9CA54-C19A-4C48-A76B-4697069A12BC}">
  <a:tblStyle styleId="{B3E9CA54-C19A-4C48-A76B-4697069A12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{B3E9CA54-C19A-4C48-A76B-4697069A12BC}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