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E5F39AE-3199-4E1D-B79B-9DF5F80FA7B3}">
  <a:tblStyle styleId="{6E5F39AE-3199-4E1D-B79B-9DF5F80FA7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{6E5F39AE-3199-4E1D-B79B-9DF5F80FA7B3}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