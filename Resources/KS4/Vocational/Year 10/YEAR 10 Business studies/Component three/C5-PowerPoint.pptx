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D2A25-B34A-4D6E-B5FA-215D55E539D9}">
  <a:tblStyle styleId="{D8CD2A25-B34A-4D6E-B5FA-215D55E539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{D8CD2A25-B34A-4D6E-B5FA-215D55E539D9}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