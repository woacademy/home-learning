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3036B9-5139-4C73-8926-18199936639E}">
  <a:tblStyle styleId="{803036B9-5139-4C73-8926-1819993663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{803036B9-5139-4C73-8926-18199936639E}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