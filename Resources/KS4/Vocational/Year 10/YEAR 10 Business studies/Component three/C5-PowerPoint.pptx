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5F15B4-9130-46C0-83E2-320F4FA6559C}">
  <a:tblStyle styleId="{715F15B4-9130-46C0-83E2-320F4FA655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{715F15B4-9130-46C0-83E2-320F4FA6559C}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