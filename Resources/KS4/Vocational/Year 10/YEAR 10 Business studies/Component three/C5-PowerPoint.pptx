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11EB23-0D71-4904-BFB9-06B571407A3B}">
  <a:tblStyle styleId="{7111EB23-0D71-4904-BFB9-06B571407A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{7111EB23-0D71-4904-BFB9-06B571407A3B}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