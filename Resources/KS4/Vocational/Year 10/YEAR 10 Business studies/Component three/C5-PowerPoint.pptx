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486FA6-20BF-44FA-A340-760DF83711B7}">
  <a:tblStyle styleId="{1B486FA6-20BF-44FA-A340-760DF83711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{1B486FA6-20BF-44FA-A340-760DF83711B7}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