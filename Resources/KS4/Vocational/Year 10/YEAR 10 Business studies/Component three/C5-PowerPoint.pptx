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027826-864F-4A17-93FB-AB94D58E33C5}">
  <a:tblStyle styleId="{C5027826-864F-4A17-93FB-AB94D58E33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{C5027826-864F-4A17-93FB-AB94D58E33C5}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