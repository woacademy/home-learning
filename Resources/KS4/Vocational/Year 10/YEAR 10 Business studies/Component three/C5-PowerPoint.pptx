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BD09B2-F59A-47C4-950F-56CD70958F02}">
  <a:tblStyle styleId="{62BD09B2-F59A-47C4-950F-56CD70958F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{62BD09B2-F59A-47C4-950F-56CD70958F02}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