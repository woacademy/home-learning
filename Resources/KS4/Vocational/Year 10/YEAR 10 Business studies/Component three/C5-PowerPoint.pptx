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106CC9-F822-4644-AA47-182D94B9E3C3}">
  <a:tblStyle styleId="{DD106CC9-F822-4644-AA47-182D94B9E3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{DD106CC9-F822-4644-AA47-182D94B9E3C3}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