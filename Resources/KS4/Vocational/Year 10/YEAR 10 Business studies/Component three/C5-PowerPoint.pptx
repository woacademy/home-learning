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9AA7FA-DC66-4A31-8BC9-009D0B5E2FBF}">
  <a:tblStyle styleId="{129AA7FA-DC66-4A31-8BC9-009D0B5E2F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{129AA7FA-DC66-4A31-8BC9-009D0B5E2FBF}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