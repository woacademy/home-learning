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9829507-E548-483C-B6D5-4916869B1DAA}">
  <a:tblStyle styleId="{49829507-E548-483C-B6D5-4916869B1DA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{49829507-E548-483C-B6D5-4916869B1DAA}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