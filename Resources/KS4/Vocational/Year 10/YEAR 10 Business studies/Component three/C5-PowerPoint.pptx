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112048-1908-4E49-A7B4-FBD972D1F6D9}">
  <a:tblStyle styleId="{2A112048-1908-4E49-A7B4-FBD972D1F6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{2A112048-1908-4E49-A7B4-FBD972D1F6D9}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