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8F734D-19D2-4D13-8E0C-A914A3529843}">
  <a:tblStyle styleId="{B48F734D-19D2-4D13-8E0C-A914A35298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{B48F734D-19D2-4D13-8E0C-A914A3529843}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