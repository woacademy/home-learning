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60566D-7559-40D2-BE8B-8039813CCCE3}">
  <a:tblStyle styleId="{C360566D-7559-40D2-BE8B-8039813CCC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{C360566D-7559-40D2-BE8B-8039813CCCE3}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