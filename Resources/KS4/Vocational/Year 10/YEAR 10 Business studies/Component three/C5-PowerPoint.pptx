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944EA4-C178-4CC9-A275-AC1727ADA4FE}">
  <a:tblStyle styleId="{34944EA4-C178-4CC9-A275-AC1727ADA4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{34944EA4-C178-4CC9-A275-AC1727ADA4FE}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