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39AA18-F2EC-489C-9135-5BBA1CF21B28}">
  <a:tblStyle styleId="{6839AA18-F2EC-489C-9135-5BBA1CF21B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{6839AA18-F2EC-489C-9135-5BBA1CF21B28}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