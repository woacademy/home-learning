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68843-80EA-4BD7-A04F-62D038E104B5}">
  <a:tblStyle styleId="{F7D68843-80EA-4BD7-A04F-62D038E104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{F7D68843-80EA-4BD7-A04F-62D038E104B5}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