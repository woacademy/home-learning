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9212BB-D8B3-4DCB-8E8C-9556115AF8A3}">
  <a:tblStyle styleId="{689212BB-D8B3-4DCB-8E8C-9556115AF8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{689212BB-D8B3-4DCB-8E8C-9556115AF8A3}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