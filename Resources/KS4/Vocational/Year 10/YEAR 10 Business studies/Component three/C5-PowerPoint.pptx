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BB2E73E-9387-439B-B311-AB39CEC07E39}">
  <a:tblStyle styleId="{4BB2E73E-9387-439B-B311-AB39CEC07E3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{4BB2E73E-9387-439B-B311-AB39CEC07E39}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