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EC746A-D979-4E73-942A-36B3A19F47CE}">
  <a:tblStyle styleId="{59EC746A-D979-4E73-942A-36B3A19F47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{59EC746A-D979-4E73-942A-36B3A19F47CE}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