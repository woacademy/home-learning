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4FDADD-427C-4971-B230-020CC7BA98FB}">
  <a:tblStyle styleId="{794FDADD-427C-4971-B230-020CC7BA98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{794FDADD-427C-4971-B230-020CC7BA98FB}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