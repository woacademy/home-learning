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BAC2D3-A08C-401E-937F-37D1C38B6BAB}">
  <a:tblStyle styleId="{F0BAC2D3-A08C-401E-937F-37D1C38B6B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{F0BAC2D3-A08C-401E-937F-37D1C38B6BAB}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