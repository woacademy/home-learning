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9A56738-4FD2-4B0C-A557-4B9A68E85E5D}">
  <a:tblStyle styleId="{A9A56738-4FD2-4B0C-A557-4B9A68E85E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{A9A56738-4FD2-4B0C-A557-4B9A68E85E5D}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