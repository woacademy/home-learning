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8722B9-B8E6-44BB-891A-451F588C3D42}">
  <a:tblStyle styleId="{1F8722B9-B8E6-44BB-891A-451F588C3D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{1F8722B9-B8E6-44BB-891A-451F588C3D42}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