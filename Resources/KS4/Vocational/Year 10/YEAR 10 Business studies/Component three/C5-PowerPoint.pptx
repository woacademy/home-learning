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796EB4-5CB7-46CF-B237-3CC0048480F5}">
  <a:tblStyle styleId="{4D796EB4-5CB7-46CF-B237-3CC0048480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{4D796EB4-5CB7-46CF-B237-3CC0048480F5}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