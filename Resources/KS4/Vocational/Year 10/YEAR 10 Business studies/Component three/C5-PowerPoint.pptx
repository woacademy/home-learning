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608415-6C5C-4150-AC08-39FF127276FB}">
  <a:tblStyle styleId="{15608415-6C5C-4150-AC08-39FF127276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{15608415-6C5C-4150-AC08-39FF127276FB}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