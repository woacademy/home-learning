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352CA8-84C1-4B93-9024-45C93443E78B}">
  <a:tblStyle styleId="{5D352CA8-84C1-4B93-9024-45C93443E7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{5D352CA8-84C1-4B93-9024-45C93443E78B}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