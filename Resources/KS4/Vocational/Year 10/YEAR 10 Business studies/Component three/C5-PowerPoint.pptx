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194DA3-BD2E-4228-9E3D-1CF5C33E7254}">
  <a:tblStyle styleId="{70194DA3-BD2E-4228-9E3D-1CF5C33E725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{70194DA3-BD2E-4228-9E3D-1CF5C33E7254}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