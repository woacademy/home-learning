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8AD792-B361-4137-9FC3-289C538FA678}">
  <a:tblStyle styleId="{7C8AD792-B361-4137-9FC3-289C538FA6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{7C8AD792-B361-4137-9FC3-289C538FA678}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