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96C59E-53DD-4318-8C85-71F692A2BE7F}">
  <a:tblStyle styleId="{C496C59E-53DD-4318-8C85-71F692A2BE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{C496C59E-53DD-4318-8C85-71F692A2BE7F}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