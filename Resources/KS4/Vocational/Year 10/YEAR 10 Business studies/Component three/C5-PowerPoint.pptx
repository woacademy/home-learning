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4810A85-7527-4D70-BCC0-CE513009CE26}">
  <a:tblStyle styleId="{E4810A85-7527-4D70-BCC0-CE513009CE2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{E4810A85-7527-4D70-BCC0-CE513009CE26}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