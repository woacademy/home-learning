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844612-FC19-4964-9AB7-6C0DBF7320CF}">
  <a:tblStyle styleId="{6A844612-FC19-4964-9AB7-6C0DBF7320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{6A844612-FC19-4964-9AB7-6C0DBF7320CF}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