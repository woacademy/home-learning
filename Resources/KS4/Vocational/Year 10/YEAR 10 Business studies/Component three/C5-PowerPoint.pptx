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E3AA06-0D03-458A-81EE-E11361F070E7}">
  <a:tblStyle styleId="{BFE3AA06-0D03-458A-81EE-E11361F070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{BFE3AA06-0D03-458A-81EE-E11361F070E7}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