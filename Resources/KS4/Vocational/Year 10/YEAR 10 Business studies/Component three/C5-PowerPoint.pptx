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B5095F-1738-46E3-A8A9-84AE7C8C6F8D}">
  <a:tblStyle styleId="{95B5095F-1738-46E3-A8A9-84AE7C8C6F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{95B5095F-1738-46E3-A8A9-84AE7C8C6F8D}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