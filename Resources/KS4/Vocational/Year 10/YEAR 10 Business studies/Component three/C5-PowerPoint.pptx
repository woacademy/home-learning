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8CC26B-E7AD-49AE-BBC3-6833F9B1EDC8}">
  <a:tblStyle styleId="{A18CC26B-E7AD-49AE-BBC3-6833F9B1ED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{A18CC26B-E7AD-49AE-BBC3-6833F9B1EDC8}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