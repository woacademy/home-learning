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F61B17-254F-4B0F-8886-151AFFC4690B}">
  <a:tblStyle styleId="{0AF61B17-254F-4B0F-8886-151AFFC469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{0AF61B17-254F-4B0F-8886-151AFFC4690B}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