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2420CD-8FE4-4888-97B9-6814F432D7E5}">
  <a:tblStyle styleId="{FF2420CD-8FE4-4888-97B9-6814F432D7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{FF2420CD-8FE4-4888-97B9-6814F432D7E5}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