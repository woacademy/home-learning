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87531B-AD93-4647-8156-AEC0FBBECD3B}">
  <a:tblStyle styleId="{1487531B-AD93-4647-8156-AEC0FBBECD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{1487531B-AD93-4647-8156-AEC0FBBECD3B}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