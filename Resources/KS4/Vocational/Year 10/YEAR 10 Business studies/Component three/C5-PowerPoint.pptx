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642262-B11B-4636-A7F9-0F6A551DE077}">
  <a:tblStyle styleId="{A9642262-B11B-4636-A7F9-0F6A551DE0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{A9642262-B11B-4636-A7F9-0F6A551DE077}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