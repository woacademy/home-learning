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BD03EF-3237-4108-AE8F-72106301778A}">
  <a:tblStyle styleId="{80BD03EF-3237-4108-AE8F-7210630177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{80BD03EF-3237-4108-AE8F-72106301778A}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