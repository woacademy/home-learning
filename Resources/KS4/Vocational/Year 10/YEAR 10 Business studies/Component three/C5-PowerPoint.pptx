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78FBD-16D3-4F99-9BB8-77F5D5D3CF6A}">
  <a:tblStyle styleId="{26078FBD-16D3-4F99-9BB8-77F5D5D3CF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{26078FBD-16D3-4F99-9BB8-77F5D5D3CF6A}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