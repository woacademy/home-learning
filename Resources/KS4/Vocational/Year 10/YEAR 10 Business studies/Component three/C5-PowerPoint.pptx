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D6AF2-E4E8-4064-ACD4-A7B1FB5CE224}">
  <a:tblStyle styleId="{7DCD6AF2-E4E8-4064-ACD4-A7B1FB5CE2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{7DCD6AF2-E4E8-4064-ACD4-A7B1FB5CE224}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