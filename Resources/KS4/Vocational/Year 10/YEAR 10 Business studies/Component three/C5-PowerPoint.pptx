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F97FEF-2452-4819-B7CD-7D2522CE3543}">
  <a:tblStyle styleId="{CCF97FEF-2452-4819-B7CD-7D2522CE35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{CCF97FEF-2452-4819-B7CD-7D2522CE3543}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