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7EF200-CEA0-4D93-A547-77BB67A84930}">
  <a:tblStyle styleId="{BD7EF200-CEA0-4D93-A547-77BB67A849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{BD7EF200-CEA0-4D93-A547-77BB67A84930}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