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7E4E45-3AEB-4488-AA4F-94F1E5462813}">
  <a:tblStyle styleId="{E27E4E45-3AEB-4488-AA4F-94F1E54628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{E27E4E45-3AEB-4488-AA4F-94F1E5462813}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