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A1A6EF-32C8-4F48-8458-E330EFE417CF}">
  <a:tblStyle styleId="{41A1A6EF-32C8-4F48-8458-E330EFE417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{41A1A6EF-32C8-4F48-8458-E330EFE417CF}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