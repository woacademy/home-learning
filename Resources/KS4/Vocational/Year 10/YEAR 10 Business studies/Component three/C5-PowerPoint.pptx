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9CD498-56E8-4941-B6F7-0F1205724FFF}">
  <a:tblStyle styleId="{B29CD498-56E8-4941-B6F7-0F1205724F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{B29CD498-56E8-4941-B6F7-0F1205724FFF}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