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BB91AB-AD69-420E-BB9A-EAC581F159F2}">
  <a:tblStyle styleId="{9FBB91AB-AD69-420E-BB9A-EAC581F159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{9FBB91AB-AD69-420E-BB9A-EAC581F159F2}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