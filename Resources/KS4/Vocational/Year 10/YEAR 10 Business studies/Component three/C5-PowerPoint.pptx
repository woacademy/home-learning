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39ECD0-DB3B-4583-BCD3-DD312399D914}">
  <a:tblStyle styleId="{5F39ECD0-DB3B-4583-BCD3-DD312399D9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{5F39ECD0-DB3B-4583-BCD3-DD312399D914}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