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23FD46-BF48-4699-AFC2-D053CD3D9188}">
  <a:tblStyle styleId="{5D23FD46-BF48-4699-AFC2-D053CD3D91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{5D23FD46-BF48-4699-AFC2-D053CD3D9188}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