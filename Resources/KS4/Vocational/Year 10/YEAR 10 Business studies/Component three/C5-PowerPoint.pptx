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8D7DBD2C-6C90-4C0A-B122-1B7ED3E970CB}">
  <a:tblStyle styleId="{8D7DBD2C-6C90-4C0A-B122-1B7ED3E970C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{8D7DBD2C-6C90-4C0A-B122-1B7ED3E970CB}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