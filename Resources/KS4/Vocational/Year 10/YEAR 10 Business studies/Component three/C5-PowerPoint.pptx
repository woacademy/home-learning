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BE9051-CBB3-470A-9B9B-D1D943B2D43F}">
  <a:tblStyle styleId="{4ABE9051-CBB3-470A-9B9B-D1D943B2D4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{4ABE9051-CBB3-470A-9B9B-D1D943B2D43F}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