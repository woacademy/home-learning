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EB2A0E-AA7D-4C84-8C4A-9BAF0CC024A0}">
  <a:tblStyle styleId="{6BEB2A0E-AA7D-4C84-8C4A-9BAF0CC024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{6BEB2A0E-AA7D-4C84-8C4A-9BAF0CC024A0}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