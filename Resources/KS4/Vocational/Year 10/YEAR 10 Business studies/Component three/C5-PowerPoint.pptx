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62FD55D-4A94-4126-A73D-A217E8E6E644}">
  <a:tblStyle styleId="{162FD55D-4A94-4126-A73D-A217E8E6E64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{162FD55D-4A94-4126-A73D-A217E8E6E644}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