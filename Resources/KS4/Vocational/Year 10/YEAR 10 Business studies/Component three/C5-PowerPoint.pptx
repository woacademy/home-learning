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E194981-BB23-4266-A1D6-3499F4F1A291}">
  <a:tblStyle styleId="{0E194981-BB23-4266-A1D6-3499F4F1A29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{0E194981-BB23-4266-A1D6-3499F4F1A291}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