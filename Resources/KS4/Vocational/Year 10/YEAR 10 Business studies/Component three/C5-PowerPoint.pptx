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CDF089-5ACB-4738-83FA-FA04DFA6308F}">
  <a:tblStyle styleId="{58CDF089-5ACB-4738-83FA-FA04DFA630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{58CDF089-5ACB-4738-83FA-FA04DFA6308F}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