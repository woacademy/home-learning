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3D7F71-A9BC-4E92-B94C-6D1F40FD50E3}">
  <a:tblStyle styleId="{673D7F71-A9BC-4E92-B94C-6D1F40FD50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{673D7F71-A9BC-4E92-B94C-6D1F40FD50E3}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