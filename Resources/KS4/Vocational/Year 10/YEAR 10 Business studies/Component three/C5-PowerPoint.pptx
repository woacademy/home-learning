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EB755D-0636-4D58-881C-BAA9A0A92C6D}">
  <a:tblStyle styleId="{52EB755D-0636-4D58-881C-BAA9A0A92C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{52EB755D-0636-4D58-881C-BAA9A0A92C6D}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