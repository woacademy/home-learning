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2D59D-6485-42B6-9E3D-CD4051BB1FB4}">
  <a:tblStyle styleId="{43E2D59D-6485-42B6-9E3D-CD4051BB1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{43E2D59D-6485-42B6-9E3D-CD4051BB1FB4}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