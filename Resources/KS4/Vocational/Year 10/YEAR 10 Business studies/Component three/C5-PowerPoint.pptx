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EC4B8F-8B45-4DDF-A5B6-FF4C70437F5C}">
  <a:tblStyle styleId="{E3EC4B8F-8B45-4DDF-A5B6-FF4C70437F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{E3EC4B8F-8B45-4DDF-A5B6-FF4C70437F5C}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