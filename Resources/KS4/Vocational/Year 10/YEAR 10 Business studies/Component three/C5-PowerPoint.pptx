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042994-AED4-4EDA-8904-F24AA16CB043}">
  <a:tblStyle styleId="{DA042994-AED4-4EDA-8904-F24AA16CB0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{DA042994-AED4-4EDA-8904-F24AA16CB043}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