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14E58A-34D3-4E38-AA2B-34C9D9058A89}">
  <a:tblStyle styleId="{7C14E58A-34D3-4E38-AA2B-34C9D9058A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{7C14E58A-34D3-4E38-AA2B-34C9D9058A89}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