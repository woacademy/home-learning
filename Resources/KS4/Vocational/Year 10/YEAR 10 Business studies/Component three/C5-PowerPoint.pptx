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D904EF-449B-411A-869E-912FDEDE05FA}">
  <a:tblStyle styleId="{21D904EF-449B-411A-869E-912FDEDE05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{21D904EF-449B-411A-869E-912FDEDE05FA}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