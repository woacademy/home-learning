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93A135-EB98-4B3B-A3DD-3D9058318FA9}">
  <a:tblStyle styleId="{B093A135-EB98-4B3B-A3DD-3D9058318F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{B093A135-EB98-4B3B-A3DD-3D9058318FA9}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