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E00995-89BE-4070-B833-FE68FF254B3A}">
  <a:tblStyle styleId="{B5E00995-89BE-4070-B833-FE68FF254B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{B5E00995-89BE-4070-B833-FE68FF254B3A}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