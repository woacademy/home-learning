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88752C-E9E4-4888-9C87-CF36C8BF2040}">
  <a:tblStyle styleId="{D288752C-E9E4-4888-9C87-CF36C8BF20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{D288752C-E9E4-4888-9C87-CF36C8BF2040}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