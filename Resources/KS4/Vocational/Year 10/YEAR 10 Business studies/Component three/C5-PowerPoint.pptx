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EE8BAD5-80E7-44B8-ADBC-5D96857E7719}">
  <a:tblStyle styleId="{5EE8BAD5-80E7-44B8-ADBC-5D96857E77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{5EE8BAD5-80E7-44B8-ADBC-5D96857E7719}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