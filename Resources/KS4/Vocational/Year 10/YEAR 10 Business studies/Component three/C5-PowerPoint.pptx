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EB7A70-978E-4563-BDB8-12091516F7F4}">
  <a:tblStyle styleId="{F2EB7A70-978E-4563-BDB8-12091516F7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{F2EB7A70-978E-4563-BDB8-12091516F7F4}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