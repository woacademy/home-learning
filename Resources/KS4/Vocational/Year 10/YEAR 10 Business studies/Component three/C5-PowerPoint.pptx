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CD2627-7D62-422E-ABC3-BF5EFA35B7CC}">
  <a:tblStyle styleId="{1FCD2627-7D62-422E-ABC3-BF5EFA35B7C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{1FCD2627-7D62-422E-ABC3-BF5EFA35B7CC}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