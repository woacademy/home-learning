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69A0E1-71BA-4B36-99C7-A0A3BA2092B6}">
  <a:tblStyle styleId="{6269A0E1-71BA-4B36-99C7-A0A3BA2092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{6269A0E1-71BA-4B36-99C7-A0A3BA2092B6}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