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D4134B-194B-4C80-9CFE-D24FE3C47B81}">
  <a:tblStyle styleId="{46D4134B-194B-4C80-9CFE-D24FE3C47B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{46D4134B-194B-4C80-9CFE-D24FE3C47B81}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