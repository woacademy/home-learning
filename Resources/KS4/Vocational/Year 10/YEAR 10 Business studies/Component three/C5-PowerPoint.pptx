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F54982-0F81-4AF0-96E4-E9916BA0EE62}">
  <a:tblStyle styleId="{86F54982-0F81-4AF0-96E4-E9916BA0EE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{86F54982-0F81-4AF0-96E4-E9916BA0EE62}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