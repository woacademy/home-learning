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687BF4-DF12-45CE-8038-A43A93B387E4}">
  <a:tblStyle styleId="{28687BF4-DF12-45CE-8038-A43A93B387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{28687BF4-DF12-45CE-8038-A43A93B387E4}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