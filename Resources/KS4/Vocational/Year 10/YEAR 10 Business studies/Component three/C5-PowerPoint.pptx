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24E76D-A022-4985-ADB8-0F4D4D44B4BF}">
  <a:tblStyle styleId="{1424E76D-A022-4985-ADB8-0F4D4D44B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{1424E76D-A022-4985-ADB8-0F4D4D44B4BF}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