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569F5A-97C7-464B-A843-89860C303863}">
  <a:tblStyle styleId="{60569F5A-97C7-464B-A843-89860C3038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{60569F5A-97C7-464B-A843-89860C303863}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