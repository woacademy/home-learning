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5073E-545B-4C1E-AF45-33256C894571}">
  <a:tblStyle styleId="{F3F5073E-545B-4C1E-AF45-33256C8945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{F3F5073E-545B-4C1E-AF45-33256C894571}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