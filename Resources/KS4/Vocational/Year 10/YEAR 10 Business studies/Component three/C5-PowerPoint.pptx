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5C33E9-CB58-4B47-A582-72304E20DCDF}">
  <a:tblStyle styleId="{4D5C33E9-CB58-4B47-A582-72304E20DC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{4D5C33E9-CB58-4B47-A582-72304E20DCDF}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