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6F6A55-4EF8-4700-A589-172123FED812}">
  <a:tblStyle styleId="{D26F6A55-4EF8-4700-A589-172123FED8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{D26F6A55-4EF8-4700-A589-172123FED812}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