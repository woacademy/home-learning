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8213A-4E4F-429C-855A-D0CFCAEC105C}">
  <a:tblStyle styleId="{FD98213A-4E4F-429C-855A-D0CFCAEC10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{FD98213A-4E4F-429C-855A-D0CFCAEC105C}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