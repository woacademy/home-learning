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E2CFE-3F1A-4461-8B90-5EC13F3BCC2D}">
  <a:tblStyle styleId="{411E2CFE-3F1A-4461-8B90-5EC13F3BCC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{411E2CFE-3F1A-4461-8B90-5EC13F3BCC2D}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