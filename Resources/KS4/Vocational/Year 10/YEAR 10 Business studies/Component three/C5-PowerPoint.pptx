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5A3F3D-31FB-42E3-A0E7-137E43707DC9}">
  <a:tblStyle styleId="{B75A3F3D-31FB-42E3-A0E7-137E43707D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{B75A3F3D-31FB-42E3-A0E7-137E43707DC9}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