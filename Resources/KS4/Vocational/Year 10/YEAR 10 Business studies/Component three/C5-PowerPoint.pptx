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B67DA2-9F67-41FA-A832-618302BE5C52}">
  <a:tblStyle styleId="{25B67DA2-9F67-41FA-A832-618302BE5C5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{25B67DA2-9F67-41FA-A832-618302BE5C52}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