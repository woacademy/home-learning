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7B7A8D-0B3C-4C88-B9B7-A93B88671D8F}">
  <a:tblStyle styleId="{F07B7A8D-0B3C-4C88-B9B7-A93B88671D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{F07B7A8D-0B3C-4C88-B9B7-A93B88671D8F}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