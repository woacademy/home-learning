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CC77DC-F8EC-4B10-83C1-847AFAF6E699}">
  <a:tblStyle styleId="{D4CC77DC-F8EC-4B10-83C1-847AFAF6E6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{D4CC77DC-F8EC-4B10-83C1-847AFAF6E699}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