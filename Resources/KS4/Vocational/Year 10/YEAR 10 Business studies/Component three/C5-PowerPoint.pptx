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C740D3-6EA6-4D1A-BFD3-AB2ED8FFF370}">
  <a:tblStyle styleId="{40C740D3-6EA6-4D1A-BFD3-AB2ED8FFF3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{40C740D3-6EA6-4D1A-BFD3-AB2ED8FFF370}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