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B7B7B-750F-4DB1-B4B2-FE28D15C4B89}">
  <a:tblStyle styleId="{5A6B7B7B-750F-4DB1-B4B2-FE28D15C4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{5A6B7B7B-750F-4DB1-B4B2-FE28D15C4B89}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