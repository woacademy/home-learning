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9948E-D671-4B0A-A5D0-8C40A560172D}">
  <a:tblStyle styleId="{0619948E-D671-4B0A-A5D0-8C40A56017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{0619948E-D671-4B0A-A5D0-8C40A560172D}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