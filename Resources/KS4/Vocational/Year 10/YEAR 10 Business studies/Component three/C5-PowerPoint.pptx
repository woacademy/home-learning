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045BDA-39A3-4AA3-8908-C6BAD8281A1A}">
  <a:tblStyle styleId="{EA045BDA-39A3-4AA3-8908-C6BAD8281A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{EA045BDA-39A3-4AA3-8908-C6BAD8281A1A}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