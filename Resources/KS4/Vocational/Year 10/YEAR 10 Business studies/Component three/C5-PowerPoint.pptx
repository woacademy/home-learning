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E824350-460F-4E0B-B59C-66D3E2AD2397}">
  <a:tblStyle styleId="{2E824350-460F-4E0B-B59C-66D3E2AD239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{2E824350-460F-4E0B-B59C-66D3E2AD2397}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