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F4E23-6718-4F2E-87C0-F67E6A81DEE1}">
  <a:tblStyle styleId="{151F4E23-6718-4F2E-87C0-F67E6A81DE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{151F4E23-6718-4F2E-87C0-F67E6A81DEE1}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