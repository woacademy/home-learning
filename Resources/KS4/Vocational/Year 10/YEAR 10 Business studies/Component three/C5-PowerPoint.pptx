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9D2E1A4-E52A-4F20-AA14-0716861E3F3B}">
  <a:tblStyle styleId="{99D2E1A4-E52A-4F20-AA14-0716861E3F3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{99D2E1A4-E52A-4F20-AA14-0716861E3F3B}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