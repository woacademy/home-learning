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B0A0BE-CC67-4FDE-A5E7-C582ADF32176}">
  <a:tblStyle styleId="{44B0A0BE-CC67-4FDE-A5E7-C582ADF321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{44B0A0BE-CC67-4FDE-A5E7-C582ADF32176}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