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369DF5-8DD6-4BF5-A856-0BFE318AF11F}">
  <a:tblStyle styleId="{97369DF5-8DD6-4BF5-A856-0BFE318AF1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{97369DF5-8DD6-4BF5-A856-0BFE318AF11F}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