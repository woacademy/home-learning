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EBC52D-F803-49E6-BD34-1BE11217E824}">
  <a:tblStyle styleId="{0CEBC52D-F803-49E6-BD34-1BE11217E8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{0CEBC52D-F803-49E6-BD34-1BE11217E824}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