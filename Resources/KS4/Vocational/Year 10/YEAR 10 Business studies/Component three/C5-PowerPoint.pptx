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0F58B7-D7FA-4BC4-9611-03E28F9B0015}">
  <a:tblStyle styleId="{170F58B7-D7FA-4BC4-9611-03E28F9B00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{170F58B7-D7FA-4BC4-9611-03E28F9B0015}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