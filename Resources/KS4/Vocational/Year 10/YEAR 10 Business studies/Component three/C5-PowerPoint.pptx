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0976F9-635A-4501-ABDC-92E0BD2188B8}">
  <a:tblStyle styleId="{F30976F9-635A-4501-ABDC-92E0BD2188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{F30976F9-635A-4501-ABDC-92E0BD2188B8}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