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1147D-E217-4263-9454-17458FDF623D}">
  <a:tblStyle styleId="{ACF1147D-E217-4263-9454-17458FDF62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{ACF1147D-E217-4263-9454-17458FDF623D}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