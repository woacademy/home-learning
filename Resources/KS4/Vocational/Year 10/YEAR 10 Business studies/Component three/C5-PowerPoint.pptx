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D1BDDF-B3E2-4F7B-8A19-340219F47E55}">
  <a:tblStyle styleId="{5BD1BDDF-B3E2-4F7B-8A19-340219F47E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{5BD1BDDF-B3E2-4F7B-8A19-340219F47E55}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