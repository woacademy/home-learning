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A9416C-67E9-481D-B133-AFE43CCA5107}">
  <a:tblStyle styleId="{4AA9416C-67E9-481D-B133-AFE43CCA51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{4AA9416C-67E9-481D-B133-AFE43CCA5107}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