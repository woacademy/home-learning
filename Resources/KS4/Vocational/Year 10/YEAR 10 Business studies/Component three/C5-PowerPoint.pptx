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E3C5DB-F4DB-4A21-BDB7-7D682F6664D9}">
  <a:tblStyle styleId="{57E3C5DB-F4DB-4A21-BDB7-7D682F6664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{57E3C5DB-F4DB-4A21-BDB7-7D682F6664D9}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