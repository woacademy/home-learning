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5AEE44-C0DF-41A1-8B0B-034A50366FBF}">
  <a:tblStyle styleId="{1F5AEE44-C0DF-41A1-8B0B-034A50366F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{1F5AEE44-C0DF-41A1-8B0B-034A50366FBF}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