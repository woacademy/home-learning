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D82542-10D0-4A08-833A-F31A4346C69B}">
  <a:tblStyle styleId="{48D82542-10D0-4A08-833A-F31A4346C6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{48D82542-10D0-4A08-833A-F31A4346C69B}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