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21CBD-836F-49C9-AEBE-532BC9B0EA0D}">
  <a:tblStyle styleId="{33121CBD-836F-49C9-AEBE-532BC9B0EA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{33121CBD-836F-49C9-AEBE-532BC9B0EA0D}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