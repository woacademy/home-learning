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DBBA6C-678D-44F3-A9D2-7A623F71171D}">
  <a:tblStyle styleId="{52DBBA6C-678D-44F3-A9D2-7A623F7117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{52DBBA6C-678D-44F3-A9D2-7A623F71171D}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