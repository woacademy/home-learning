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7AF62F-EF6D-4F60-97FA-E76C10488A60}">
  <a:tblStyle styleId="{A07AF62F-EF6D-4F60-97FA-E76C10488A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{A07AF62F-EF6D-4F60-97FA-E76C10488A60}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