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DCD08EA-C9D3-4D62-82E2-E636AD80687F}">
  <a:tblStyle styleId="{8DCD08EA-C9D3-4D62-82E2-E636AD80687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{8DCD08EA-C9D3-4D62-82E2-E636AD80687F}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