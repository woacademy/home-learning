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DA1C58-D252-4342-8268-C7E5BC976125}">
  <a:tblStyle styleId="{DFDA1C58-D252-4342-8268-C7E5BC9761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{DFDA1C58-D252-4342-8268-C7E5BC976125}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