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EEDA90-ADC3-4394-8763-4ACA0BD769E9}">
  <a:tblStyle styleId="{B8EEDA90-ADC3-4394-8763-4ACA0BD769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{B8EEDA90-ADC3-4394-8763-4ACA0BD769E9}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