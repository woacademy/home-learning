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52FF6D-4473-4B31-928F-975A42BB0222}">
  <a:tblStyle styleId="{5752FF6D-4473-4B31-928F-975A42BB02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{5752FF6D-4473-4B31-928F-975A42BB0222}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