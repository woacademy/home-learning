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5329F5-40EB-480F-9FBD-719CC87F14DB}">
  <a:tblStyle styleId="{AF5329F5-40EB-480F-9FBD-719CC87F14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{AF5329F5-40EB-480F-9FBD-719CC87F14DB}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