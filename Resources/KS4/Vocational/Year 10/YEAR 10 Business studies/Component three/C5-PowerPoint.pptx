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10A13D-3E19-4643-8096-0930A48288FC}">
  <a:tblStyle styleId="{6410A13D-3E19-4643-8096-0930A48288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{6410A13D-3E19-4643-8096-0930A48288FC}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