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5DB953-447F-41B4-9FBB-569B34C24B37}">
  <a:tblStyle styleId="{775DB953-447F-41B4-9FBB-569B34C24B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{775DB953-447F-41B4-9FBB-569B34C24B37}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