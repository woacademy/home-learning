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84E5C-A29F-4E61-BB27-CF8238BE814F}">
  <a:tblStyle styleId="{97F84E5C-A29F-4E61-BB27-CF8238BE81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{97F84E5C-A29F-4E61-BB27-CF8238BE814F}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