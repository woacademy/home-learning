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8C38D2-715D-40BE-8F49-550E770ADC42}">
  <a:tblStyle styleId="{CA8C38D2-715D-40BE-8F49-550E770ADC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{CA8C38D2-715D-40BE-8F49-550E770ADC42}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