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5A4252-D227-4DE8-952C-133AA830D71F}">
  <a:tblStyle styleId="{4C5A4252-D227-4DE8-952C-133AA830D7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{4C5A4252-D227-4DE8-952C-133AA830D71F}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