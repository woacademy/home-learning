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A66E024-4FDA-4CEF-83B4-6A9736BB28B0}">
  <a:tblStyle styleId="{5A66E024-4FDA-4CEF-83B4-6A9736BB28B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{5A66E024-4FDA-4CEF-83B4-6A9736BB28B0}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