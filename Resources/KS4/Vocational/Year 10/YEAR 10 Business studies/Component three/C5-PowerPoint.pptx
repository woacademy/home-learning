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DD72BC-3906-4830-9A2E-7EE958A8B4BF}">
  <a:tblStyle styleId="{AADD72BC-3906-4830-9A2E-7EE958A8B4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{AADD72BC-3906-4830-9A2E-7EE958A8B4BF}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