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D55895-BA9C-4486-964A-39433CB8F6C0}">
  <a:tblStyle styleId="{8ED55895-BA9C-4486-964A-39433CB8F6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{8ED55895-BA9C-4486-964A-39433CB8F6C0}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