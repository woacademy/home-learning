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D9D305-AF0D-47D2-9B59-C29A45C9CA9D}">
  <a:tblStyle styleId="{A2D9D305-AF0D-47D2-9B59-C29A45C9CA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{A2D9D305-AF0D-47D2-9B59-C29A45C9CA9D}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