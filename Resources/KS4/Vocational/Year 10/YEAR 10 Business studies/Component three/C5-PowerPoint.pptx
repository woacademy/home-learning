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4916DF-CB55-4AFE-9215-670F7683374F}">
  <a:tblStyle styleId="{904916DF-CB55-4AFE-9215-670F768337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{904916DF-CB55-4AFE-9215-670F7683374F}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