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41439D-BE3F-4243-B9D7-378689DF4D0E}">
  <a:tblStyle styleId="{8241439D-BE3F-4243-B9D7-378689DF4D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{8241439D-BE3F-4243-B9D7-378689DF4D0E}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