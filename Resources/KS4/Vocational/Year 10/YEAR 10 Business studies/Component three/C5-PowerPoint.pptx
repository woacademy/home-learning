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F72F1-5AA0-47AB-A9EC-D2C626D3494F}">
  <a:tblStyle styleId="{2C8F72F1-5AA0-47AB-A9EC-D2C626D349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{2C8F72F1-5AA0-47AB-A9EC-D2C626D3494F}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