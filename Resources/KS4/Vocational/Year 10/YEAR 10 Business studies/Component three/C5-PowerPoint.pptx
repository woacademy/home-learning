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5BA7A-8570-430E-880F-AD7CBDFBB24D}">
  <a:tblStyle styleId="{1AF5BA7A-8570-430E-880F-AD7CBDFBB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{1AF5BA7A-8570-430E-880F-AD7CBDFBB24D}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