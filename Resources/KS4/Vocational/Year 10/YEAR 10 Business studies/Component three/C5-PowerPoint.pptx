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55EEAE5-F6A5-4A6F-A809-28E35DDAC7C7}">
  <a:tblStyle styleId="{B55EEAE5-F6A5-4A6F-A809-28E35DDAC7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{B55EEAE5-F6A5-4A6F-A809-28E35DDAC7C7}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