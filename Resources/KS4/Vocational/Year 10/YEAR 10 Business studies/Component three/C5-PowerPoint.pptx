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35C94-7B9A-4596-A3F7-970EA903EC75}">
  <a:tblStyle styleId="{ABF35C94-7B9A-4596-A3F7-970EA903EC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{ABF35C94-7B9A-4596-A3F7-970EA903EC75}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