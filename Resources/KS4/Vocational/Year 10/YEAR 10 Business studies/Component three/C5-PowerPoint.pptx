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64D796-2B6F-4854-AFAC-CD871947DE1A}">
  <a:tblStyle styleId="{E064D796-2B6F-4854-AFAC-CD871947DE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{E064D796-2B6F-4854-AFAC-CD871947DE1A}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