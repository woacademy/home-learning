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915C3E8-35E4-421C-BB64-FE4626AFB68F}">
  <a:tblStyle styleId="{B915C3E8-35E4-421C-BB64-FE4626AFB68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{B915C3E8-35E4-421C-BB64-FE4626AFB68F}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