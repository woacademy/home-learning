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A82D36C-AC4C-4584-A7AF-4339B68F90EF}">
  <a:tblStyle styleId="{6A82D36C-AC4C-4584-A7AF-4339B68F90E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{6A82D36C-AC4C-4584-A7AF-4339B68F90EF}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