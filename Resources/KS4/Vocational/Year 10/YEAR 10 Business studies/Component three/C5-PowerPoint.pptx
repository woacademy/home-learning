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2B30C8-1D4B-4B11-BA20-1D20CFBF2821}">
  <a:tblStyle styleId="{F42B30C8-1D4B-4B11-BA20-1D20CFBF28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{F42B30C8-1D4B-4B11-BA20-1D20CFBF2821}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