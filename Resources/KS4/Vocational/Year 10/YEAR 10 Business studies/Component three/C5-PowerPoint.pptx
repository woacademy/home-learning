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A96734-1CC2-4CBA-A7FD-BF4B2F50A224}">
  <a:tblStyle styleId="{37A96734-1CC2-4CBA-A7FD-BF4B2F50A2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{37A96734-1CC2-4CBA-A7FD-BF4B2F50A224}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