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5DD092-404C-4A2A-9BE3-E30B0111001B}">
  <a:tblStyle styleId="{665DD092-404C-4A2A-9BE3-E30B011100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{665DD092-404C-4A2A-9BE3-E30B0111001B}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