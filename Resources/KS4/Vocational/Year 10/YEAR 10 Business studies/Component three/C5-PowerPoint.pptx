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D6E6A3-F803-42D7-BA9D-88F42AB442EB}">
  <a:tblStyle styleId="{52D6E6A3-F803-42D7-BA9D-88F42AB442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{52D6E6A3-F803-42D7-BA9D-88F42AB442EB}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