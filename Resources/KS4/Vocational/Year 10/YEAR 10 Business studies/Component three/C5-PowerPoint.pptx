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708068-1757-45FC-835D-3CBED1923471}">
  <a:tblStyle styleId="{64708068-1757-45FC-835D-3CBED19234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{64708068-1757-45FC-835D-3CBED1923471}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