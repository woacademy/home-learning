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9BB37C9F-08A4-47CE-9806-C487EFF201E5}">
  <a:tblStyle styleId="{9BB37C9F-08A4-47CE-9806-C487EFF201E5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4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{9BB37C9F-08A4-47CE-9806-C487EFF201E5}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