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F83F75-247F-4346-8561-0C49263D22B7}">
  <a:tblStyle styleId="{FFF83F75-247F-4346-8561-0C49263D22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{FFF83F75-247F-4346-8561-0C49263D22B7}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