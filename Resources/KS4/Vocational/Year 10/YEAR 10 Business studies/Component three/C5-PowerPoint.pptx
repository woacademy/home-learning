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0F48E2-AD84-4B3B-8AEC-CD35BFDA819C}">
  <a:tblStyle styleId="{9B0F48E2-AD84-4B3B-8AEC-CD35BFDA81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{9B0F48E2-AD84-4B3B-8AEC-CD35BFDA819C}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