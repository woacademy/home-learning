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23E803-856A-4144-AA67-A810CDF26189}">
  <a:tblStyle styleId="{9423E803-856A-4144-AA67-A810CDF261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{9423E803-856A-4144-AA67-A810CDF26189}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