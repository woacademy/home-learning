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CB7A1F-C73F-4628-B2F6-894E14393659}">
  <a:tblStyle styleId="{A2CB7A1F-C73F-4628-B2F6-894E143936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{A2CB7A1F-C73F-4628-B2F6-894E14393659}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