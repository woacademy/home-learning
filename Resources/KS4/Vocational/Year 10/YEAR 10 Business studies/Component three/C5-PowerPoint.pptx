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4B5670-CA7E-4755-AAEE-CE7BBB02C666}">
  <a:tblStyle styleId="{2B4B5670-CA7E-4755-AAEE-CE7BBB02C6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{2B4B5670-CA7E-4755-AAEE-CE7BBB02C666}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