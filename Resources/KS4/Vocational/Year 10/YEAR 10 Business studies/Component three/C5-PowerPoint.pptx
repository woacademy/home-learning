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FA2AF7-25AE-48DC-A45A-B6CE28C2B935}">
  <a:tblStyle styleId="{D5FA2AF7-25AE-48DC-A45A-B6CE28C2B9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{D5FA2AF7-25AE-48DC-A45A-B6CE28C2B935}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