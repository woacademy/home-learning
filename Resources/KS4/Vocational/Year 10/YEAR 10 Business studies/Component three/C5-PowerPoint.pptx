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9818E2-E791-4606-88F5-38A5A8161B44}">
  <a:tblStyle styleId="{3A9818E2-E791-4606-88F5-38A5A8161B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{3A9818E2-E791-4606-88F5-38A5A8161B44}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