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01040B-237F-4794-AAD5-F0EB28C16B62}">
  <a:tblStyle styleId="{1A01040B-237F-4794-AAD5-F0EB28C16B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{1A01040B-237F-4794-AAD5-F0EB28C16B62}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