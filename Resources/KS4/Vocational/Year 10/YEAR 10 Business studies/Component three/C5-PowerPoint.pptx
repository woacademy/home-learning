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D0FE02-9783-4D89-B74C-3C0186849F1B}">
  <a:tblStyle styleId="{B5D0FE02-9783-4D89-B74C-3C0186849F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{B5D0FE02-9783-4D89-B74C-3C0186849F1B}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