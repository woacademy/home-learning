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98C917-6D9E-440D-97BA-96F571904CC8}">
  <a:tblStyle styleId="{1C98C917-6D9E-440D-97BA-96F571904C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{1C98C917-6D9E-440D-97BA-96F571904CC8}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