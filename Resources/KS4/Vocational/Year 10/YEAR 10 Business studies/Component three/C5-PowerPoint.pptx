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53250E9-F41C-4F0C-9EDD-031DE4A4B23D}">
  <a:tblStyle styleId="{153250E9-F41C-4F0C-9EDD-031DE4A4B2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{153250E9-F41C-4F0C-9EDD-031DE4A4B23D}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