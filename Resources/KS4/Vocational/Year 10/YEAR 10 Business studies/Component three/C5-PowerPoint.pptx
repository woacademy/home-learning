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0236A3-2198-4047-B0AB-E2A249ADFE9B}">
  <a:tblStyle styleId="{810236A3-2198-4047-B0AB-E2A249ADFE9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{810236A3-2198-4047-B0AB-E2A249ADFE9B}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