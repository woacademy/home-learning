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766C5D-C885-4A75-A474-634735F15237}">
  <a:tblStyle styleId="{65766C5D-C885-4A75-A474-634735F152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{65766C5D-C885-4A75-A474-634735F15237}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