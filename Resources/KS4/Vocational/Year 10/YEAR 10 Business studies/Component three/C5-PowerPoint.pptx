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C434B0-719A-4D45-A614-B811597504FE}">
  <a:tblStyle styleId="{95C434B0-719A-4D45-A614-B811597504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{95C434B0-719A-4D45-A614-B811597504FE}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