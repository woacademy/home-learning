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0C9140-FBBE-4298-828D-57C6BE46480F}">
  <a:tblStyle styleId="{050C9140-FBBE-4298-828D-57C6BE4648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{050C9140-FBBE-4298-828D-57C6BE46480F}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