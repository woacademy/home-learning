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337A6F-FAF2-46E4-A06A-77CFE3B07936}">
  <a:tblStyle styleId="{C6337A6F-FAF2-46E4-A06A-77CFE3B079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{C6337A6F-FAF2-46E4-A06A-77CFE3B07936}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