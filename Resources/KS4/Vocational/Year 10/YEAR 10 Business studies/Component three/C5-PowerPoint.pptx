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33E01D-CFF9-47EB-AF86-AE3D04A42F59}">
  <a:tblStyle styleId="{5C33E01D-CFF9-47EB-AF86-AE3D04A42F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{5C33E01D-CFF9-47EB-AF86-AE3D04A42F59}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