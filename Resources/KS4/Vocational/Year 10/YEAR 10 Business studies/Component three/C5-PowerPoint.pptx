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AFD951-FF64-46E4-AC07-FBC8E5394E40}">
  <a:tblStyle styleId="{D8AFD951-FF64-46E4-AC07-FBC8E5394E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{D8AFD951-FF64-46E4-AC07-FBC8E5394E40}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