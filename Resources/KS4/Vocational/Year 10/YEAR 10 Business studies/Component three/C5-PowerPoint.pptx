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133911-2E97-42EC-B90B-3B6F3909C878}">
  <a:tblStyle styleId="{60133911-2E97-42EC-B90B-3B6F3909C8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{60133911-2E97-42EC-B90B-3B6F3909C878}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