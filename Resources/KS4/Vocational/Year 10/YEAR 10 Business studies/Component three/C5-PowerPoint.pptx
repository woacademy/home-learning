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3EDA42-65C3-4648-8714-A0CE6D081EC2}">
  <a:tblStyle styleId="{5A3EDA42-65C3-4648-8714-A0CE6D081E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{5A3EDA42-65C3-4648-8714-A0CE6D081EC2}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