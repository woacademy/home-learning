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4D1501-1E8B-47E6-87FA-5321BF259815}">
  <a:tblStyle styleId="{D04D1501-1E8B-47E6-87FA-5321BF2598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{D04D1501-1E8B-47E6-87FA-5321BF259815}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