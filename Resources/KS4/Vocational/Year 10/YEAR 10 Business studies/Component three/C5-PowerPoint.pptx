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C6BD25-1944-4122-9111-3C44575FCAD6}">
  <a:tblStyle styleId="{2AC6BD25-1944-4122-9111-3C44575FCA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{2AC6BD25-1944-4122-9111-3C44575FCAD6}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