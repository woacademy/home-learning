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8CCEC0-DCE3-4497-BCBB-3C90E9C51F54}">
  <a:tblStyle styleId="{C48CCEC0-DCE3-4497-BCBB-3C90E9C51F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{C48CCEC0-DCE3-4497-BCBB-3C90E9C51F54}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