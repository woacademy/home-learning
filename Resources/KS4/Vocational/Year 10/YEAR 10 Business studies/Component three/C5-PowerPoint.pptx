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E1BB0A-56AF-485F-86FB-B88F1306A1A1}">
  <a:tblStyle styleId="{BEE1BB0A-56AF-485F-86FB-B88F1306A1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{BEE1BB0A-56AF-485F-86FB-B88F1306A1A1}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