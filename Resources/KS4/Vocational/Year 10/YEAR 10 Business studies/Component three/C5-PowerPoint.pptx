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DD9027-DFD0-45EE-9346-D68719CA5775}">
  <a:tblStyle styleId="{95DD9027-DFD0-45EE-9346-D68719CA57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{95DD9027-DFD0-45EE-9346-D68719CA5775}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