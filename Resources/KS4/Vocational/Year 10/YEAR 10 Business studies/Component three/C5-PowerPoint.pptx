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4FC947-527C-4C8F-B276-B8F884A57AC8}">
  <a:tblStyle styleId="{F94FC947-527C-4C8F-B276-B8F884A57A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{F94FC947-527C-4C8F-B276-B8F884A57AC8}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