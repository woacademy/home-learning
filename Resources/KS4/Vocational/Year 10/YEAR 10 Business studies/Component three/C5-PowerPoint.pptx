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5E8E91-2074-4D73-8AB9-560DEF246AF2}">
  <a:tblStyle styleId="{165E8E91-2074-4D73-8AB9-560DEF246A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{165E8E91-2074-4D73-8AB9-560DEF246AF2}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