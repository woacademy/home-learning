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D2ABB8-92CF-4515-97B5-D11E999C3464}">
  <a:tblStyle styleId="{AFD2ABB8-92CF-4515-97B5-D11E999C34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{AFD2ABB8-92CF-4515-97B5-D11E999C3464}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