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FE1D46-CBBA-4668-A5B2-FC1CA7473EA1}">
  <a:tblStyle styleId="{87FE1D46-CBBA-4668-A5B2-FC1CA7473E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{87FE1D46-CBBA-4668-A5B2-FC1CA7473EA1}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