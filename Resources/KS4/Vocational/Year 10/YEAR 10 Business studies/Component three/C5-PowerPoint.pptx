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4B6633A-3709-429C-9B3D-6D858C12902C}">
  <a:tblStyle styleId="{84B6633A-3709-429C-9B3D-6D858C1290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{84B6633A-3709-429C-9B3D-6D858C12902C}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