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A5F1BB-6FAB-401A-9263-A4B39049AF9A}">
  <a:tblStyle styleId="{04A5F1BB-6FAB-401A-9263-A4B39049AF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{04A5F1BB-6FAB-401A-9263-A4B39049AF9A}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