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1A7209-A95B-41C4-9B40-11BB06270EA6}">
  <a:tblStyle styleId="{DC1A7209-A95B-41C4-9B40-11BB06270E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{DC1A7209-A95B-41C4-9B40-11BB06270EA6}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