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6CBCFD-6316-4FEE-9C8C-15F3FB40F392}">
  <a:tblStyle styleId="{756CBCFD-6316-4FEE-9C8C-15F3FB40F3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{756CBCFD-6316-4FEE-9C8C-15F3FB40F392}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