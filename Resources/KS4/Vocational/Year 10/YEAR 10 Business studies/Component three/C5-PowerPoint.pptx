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48C6C2-EE1E-4742-A541-6DD1DD48A7F9}">
  <a:tblStyle styleId="{9648C6C2-EE1E-4742-A541-6DD1DD48A7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{9648C6C2-EE1E-4742-A541-6DD1DD48A7F9}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