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66275-4925-44DE-80B1-7EBA46EFA41B}">
  <a:tblStyle styleId="{8B266275-4925-44DE-80B1-7EBA46EFA4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{8B266275-4925-44DE-80B1-7EBA46EFA41B}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