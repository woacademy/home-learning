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D0D11B-CE85-456A-8A98-4A4E641427AB}">
  <a:tblStyle styleId="{15D0D11B-CE85-456A-8A98-4A4E641427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{15D0D11B-CE85-456A-8A98-4A4E641427AB}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