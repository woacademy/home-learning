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100888-207B-4EDC-AB39-116D1C976501}">
  <a:tblStyle styleId="{7D100888-207B-4EDC-AB39-116D1C9765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{7D100888-207B-4EDC-AB39-116D1C976501}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