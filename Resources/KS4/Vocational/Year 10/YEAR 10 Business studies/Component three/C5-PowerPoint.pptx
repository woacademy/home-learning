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139591-2E97-4E84-BB96-5FDE591F2BD9}">
  <a:tblStyle styleId="{38139591-2E97-4E84-BB96-5FDE591F2B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{38139591-2E97-4E84-BB96-5FDE591F2BD9}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