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3459EC-9842-4DFD-8B5A-9315DFC97BB7}">
  <a:tblStyle styleId="{743459EC-9842-4DFD-8B5A-9315DFC97B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{743459EC-9842-4DFD-8B5A-9315DFC97BB7}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