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262030-B89C-43A9-81BB-63FFF0631C5C}">
  <a:tblStyle styleId="{6B262030-B89C-43A9-81BB-63FFF0631C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{6B262030-B89C-43A9-81BB-63FFF0631C5C}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