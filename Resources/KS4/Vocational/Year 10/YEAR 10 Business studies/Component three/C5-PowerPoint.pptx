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7CB70E-EF11-45F9-A150-7478E5E70B7F}">
  <a:tblStyle styleId="{4D7CB70E-EF11-45F9-A150-7478E5E70B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{4D7CB70E-EF11-45F9-A150-7478E5E70B7F}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