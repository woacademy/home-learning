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086C64-AA71-46C9-86DB-8E0746C10EE8}">
  <a:tblStyle styleId="{35086C64-AA71-46C9-86DB-8E0746C10E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{35086C64-AA71-46C9-86DB-8E0746C10EE8}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