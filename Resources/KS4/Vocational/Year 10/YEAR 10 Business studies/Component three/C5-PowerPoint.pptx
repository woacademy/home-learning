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A775A0-616B-4DAA-BC81-24BD1940F5EE}">
  <a:tblStyle styleId="{00A775A0-616B-4DAA-BC81-24BD1940F5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{00A775A0-616B-4DAA-BC81-24BD1940F5EE}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