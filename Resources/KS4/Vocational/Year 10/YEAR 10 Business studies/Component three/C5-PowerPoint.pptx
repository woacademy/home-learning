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5CC762-D547-4CD8-A996-3C09F9C37E9E}">
  <a:tblStyle styleId="{0A5CC762-D547-4CD8-A996-3C09F9C37E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{0A5CC762-D547-4CD8-A996-3C09F9C37E9E}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