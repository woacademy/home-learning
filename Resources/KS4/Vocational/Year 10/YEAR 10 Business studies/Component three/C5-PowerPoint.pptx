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1478E1-9935-46E6-958C-3FDA56E44ED2}">
  <a:tblStyle styleId="{601478E1-9935-46E6-958C-3FDA56E44E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{601478E1-9935-46E6-958C-3FDA56E44ED2}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