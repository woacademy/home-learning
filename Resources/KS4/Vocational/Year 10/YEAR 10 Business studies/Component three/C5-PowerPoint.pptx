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FF4FCE-7C69-4C65-A983-61EEEC59A62F}">
  <a:tblStyle styleId="{33FF4FCE-7C69-4C65-A983-61EEEC59A6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{33FF4FCE-7C69-4C65-A983-61EEEC59A62F}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