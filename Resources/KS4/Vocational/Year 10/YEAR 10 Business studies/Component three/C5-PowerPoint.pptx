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91DB22-4DF4-4D2F-8550-F5205CEBE5C4}">
  <a:tblStyle styleId="{7491DB22-4DF4-4D2F-8550-F5205CEBE5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{7491DB22-4DF4-4D2F-8550-F5205CEBE5C4}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