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53ABA6-793C-4A8D-89ED-51FAC7A60CF6}">
  <a:tblStyle styleId="{FA53ABA6-793C-4A8D-89ED-51FAC7A60C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{FA53ABA6-793C-4A8D-89ED-51FAC7A60CF6}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