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F63578-CB72-4AB4-B801-1999AC218EB5}">
  <a:tblStyle styleId="{CFF63578-CB72-4AB4-B801-1999AC218E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{CFF63578-CB72-4AB4-B801-1999AC218EB5}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