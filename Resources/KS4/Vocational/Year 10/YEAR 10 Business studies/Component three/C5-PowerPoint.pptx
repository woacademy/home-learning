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FFB55A6-CFC8-4447-8D51-760C8E4574E2}">
  <a:tblStyle styleId="{7FFB55A6-CFC8-4447-8D51-760C8E4574E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{7FFB55A6-CFC8-4447-8D51-760C8E4574E2}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