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A60329-B2D7-492D-BF58-82499A867EE6}">
  <a:tblStyle styleId="{7AA60329-B2D7-492D-BF58-82499A867E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{7AA60329-B2D7-492D-BF58-82499A867EE6}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