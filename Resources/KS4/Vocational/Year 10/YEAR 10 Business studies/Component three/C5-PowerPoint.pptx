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5A8F08C-88F7-4954-9ECC-1F5776465577}">
  <a:tblStyle styleId="{65A8F08C-88F7-4954-9ECC-1F57764655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{65A8F08C-88F7-4954-9ECC-1F5776465577}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