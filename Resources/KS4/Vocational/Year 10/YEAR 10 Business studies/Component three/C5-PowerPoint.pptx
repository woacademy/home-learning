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C7A967-BB0B-4A29-82B9-7175FBCF00B9}">
  <a:tblStyle styleId="{7AC7A967-BB0B-4A29-82B9-7175FBCF00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{7AC7A967-BB0B-4A29-82B9-7175FBCF00B9}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