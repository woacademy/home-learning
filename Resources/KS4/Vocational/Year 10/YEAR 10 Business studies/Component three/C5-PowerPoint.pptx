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2FD429-CA2A-4F36-A8EB-463791D390D6}">
  <a:tblStyle styleId="{BE2FD429-CA2A-4F36-A8EB-463791D390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{BE2FD429-CA2A-4F36-A8EB-463791D390D6}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