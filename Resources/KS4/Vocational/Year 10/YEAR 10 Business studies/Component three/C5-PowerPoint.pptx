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F6B5AC-E178-4E1D-B091-E25767C8F716}">
  <a:tblStyle styleId="{3EF6B5AC-E178-4E1D-B091-E25767C8F7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{3EF6B5AC-E178-4E1D-B091-E25767C8F716}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