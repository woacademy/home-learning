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B081F2-5379-4C14-871D-E78EEA9372E2}">
  <a:tblStyle styleId="{91B081F2-5379-4C14-871D-E78EEA9372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{91B081F2-5379-4C14-871D-E78EEA9372E2}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