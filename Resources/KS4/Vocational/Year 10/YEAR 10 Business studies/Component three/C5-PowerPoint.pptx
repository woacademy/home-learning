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5AFD1C-F985-47BC-88FD-28C87C0C7533}">
  <a:tblStyle styleId="{BE5AFD1C-F985-47BC-88FD-28C87C0C75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{BE5AFD1C-F985-47BC-88FD-28C87C0C7533}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