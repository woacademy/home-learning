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65667F-8900-4596-B181-C323B625550B}">
  <a:tblStyle styleId="{4465667F-8900-4596-B181-C323B62555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{4465667F-8900-4596-B181-C323B625550B}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