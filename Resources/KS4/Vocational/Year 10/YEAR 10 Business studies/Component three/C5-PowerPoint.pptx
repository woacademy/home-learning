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DA8657-253A-4D37-8820-CF9DD035B1B5}">
  <a:tblStyle styleId="{79DA8657-253A-4D37-8820-CF9DD035B1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{79DA8657-253A-4D37-8820-CF9DD035B1B5}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