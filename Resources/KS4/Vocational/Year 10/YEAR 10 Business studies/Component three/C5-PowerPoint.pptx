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C70B39-6FE1-421C-91B8-FB9C4C5D7DE7}">
  <a:tblStyle styleId="{69C70B39-6FE1-421C-91B8-FB9C4C5D7D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{69C70B39-6FE1-421C-91B8-FB9C4C5D7DE7}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