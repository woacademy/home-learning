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669362-D528-49BE-8AE1-833DB88B590B}">
  <a:tblStyle styleId="{40669362-D528-49BE-8AE1-833DB88B59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{40669362-D528-49BE-8AE1-833DB88B590B}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