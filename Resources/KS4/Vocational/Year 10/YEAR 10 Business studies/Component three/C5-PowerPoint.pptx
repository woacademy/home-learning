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A78782-0401-4FC1-9883-C2148E8EFE77}">
  <a:tblStyle styleId="{03A78782-0401-4FC1-9883-C2148E8EFE7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{03A78782-0401-4FC1-9883-C2148E8EFE77}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