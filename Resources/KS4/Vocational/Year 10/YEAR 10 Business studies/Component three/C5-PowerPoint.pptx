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3A3016-1511-4D05-811D-D17A0F5BB871}">
  <a:tblStyle styleId="{E63A3016-1511-4D05-811D-D17A0F5BB8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{E63A3016-1511-4D05-811D-D17A0F5BB871}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