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412D6B-1B7C-488F-B518-B695C8F4913C}">
  <a:tblStyle styleId="{9A412D6B-1B7C-488F-B518-B695C8F491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{9A412D6B-1B7C-488F-B518-B695C8F4913C}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