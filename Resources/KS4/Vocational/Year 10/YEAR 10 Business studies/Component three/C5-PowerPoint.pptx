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757A4B-9E7E-4DD8-AA21-E50A3450FE44}">
  <a:tblStyle styleId="{5F757A4B-9E7E-4DD8-AA21-E50A3450FE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{5F757A4B-9E7E-4DD8-AA21-E50A3450FE44}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