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377F25-A447-439C-A957-BD8405B2B42B}">
  <a:tblStyle styleId="{BC377F25-A447-439C-A957-BD8405B2B42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{BC377F25-A447-439C-A957-BD8405B2B42B}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