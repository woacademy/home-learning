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B7F23C-BED0-452C-9FF3-D98B80D8F44C}">
  <a:tblStyle styleId="{97B7F23C-BED0-452C-9FF3-D98B80D8F4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{97B7F23C-BED0-452C-9FF3-D98B80D8F44C}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