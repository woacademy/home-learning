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5D8D69-9063-4D9C-B241-3D4A15B0C6A1}">
  <a:tblStyle styleId="{6F5D8D69-9063-4D9C-B241-3D4A15B0C6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{6F5D8D69-9063-4D9C-B241-3D4A15B0C6A1}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