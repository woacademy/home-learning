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C2D2E73-7201-474E-ABBB-9841475F75D1}">
  <a:tblStyle styleId="{4C2D2E73-7201-474E-ABBB-9841475F75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{4C2D2E73-7201-474E-ABBB-9841475F75D1}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