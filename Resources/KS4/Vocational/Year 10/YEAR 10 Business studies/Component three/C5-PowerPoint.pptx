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0BB040-BDFF-491E-9818-C569F7F3F82B}">
  <a:tblStyle styleId="{480BB040-BDFF-491E-9818-C569F7F3F8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{480BB040-BDFF-491E-9818-C569F7F3F82B}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