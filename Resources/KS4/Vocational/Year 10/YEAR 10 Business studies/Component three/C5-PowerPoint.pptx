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9FC5C2-F778-42D6-BA0C-48AE1EDCAD12}">
  <a:tblStyle styleId="{EF9FC5C2-F778-42D6-BA0C-48AE1EDCAD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{EF9FC5C2-F778-42D6-BA0C-48AE1EDCAD12}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