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0AB221-498C-41FA-BEE3-85E5395E2BFF}">
  <a:tblStyle styleId="{790AB221-498C-41FA-BEE3-85E5395E2BF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{790AB221-498C-41FA-BEE3-85E5395E2BFF}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