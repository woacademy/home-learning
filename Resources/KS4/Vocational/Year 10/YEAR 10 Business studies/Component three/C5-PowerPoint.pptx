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298EFE-C8AF-4AF4-81E1-FD703EC49B5B}">
  <a:tblStyle styleId="{23298EFE-C8AF-4AF4-81E1-FD703EC49B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{23298EFE-C8AF-4AF4-81E1-FD703EC49B5B}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