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050BBE-3420-4E41-8189-E9D3BF35CB68}">
  <a:tblStyle styleId="{B1050BBE-3420-4E41-8189-E9D3BF35CB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{B1050BBE-3420-4E41-8189-E9D3BF35CB68}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