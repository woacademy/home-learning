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C8DDE-E01E-46D2-A401-E514AD802954}">
  <a:tblStyle styleId="{8F5C8DDE-E01E-46D2-A401-E514AD8029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{8F5C8DDE-E01E-46D2-A401-E514AD802954}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