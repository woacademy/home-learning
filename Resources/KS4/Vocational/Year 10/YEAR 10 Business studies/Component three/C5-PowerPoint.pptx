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2FF589-366C-4A75-86FA-F5EBD2607033}">
  <a:tblStyle styleId="{A72FF589-366C-4A75-86FA-F5EBD26070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{A72FF589-366C-4A75-86FA-F5EBD2607033}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