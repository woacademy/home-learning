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F3A8BE-A047-48F9-BEC8-69E3B99EDB57}">
  <a:tblStyle styleId="{F4F3A8BE-A047-48F9-BEC8-69E3B99EDB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{F4F3A8BE-A047-48F9-BEC8-69E3B99EDB57}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