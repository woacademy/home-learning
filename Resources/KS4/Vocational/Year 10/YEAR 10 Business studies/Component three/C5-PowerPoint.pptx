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65BD8F-7A9F-4A74-BC62-39A1EA436749}">
  <a:tblStyle styleId="{1265BD8F-7A9F-4A74-BC62-39A1EA4367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{1265BD8F-7A9F-4A74-BC62-39A1EA436749}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