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C34D617-E9F6-4AB0-A51E-9A3CFC8DE88A}">
  <a:tblStyle styleId="{3C34D617-E9F6-4AB0-A51E-9A3CFC8DE88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{3C34D617-E9F6-4AB0-A51E-9A3CFC8DE88A}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