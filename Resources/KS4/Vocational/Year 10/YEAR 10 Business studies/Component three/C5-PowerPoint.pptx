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86E373F-841D-4B1F-8BB7-8DE0E64AEDA2}">
  <a:tblStyle styleId="{F86E373F-841D-4B1F-8BB7-8DE0E64AED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{F86E373F-841D-4B1F-8BB7-8DE0E64AEDA2}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