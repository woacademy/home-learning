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BAE870-49FB-48CB-B9F2-2274793C66E4}">
  <a:tblStyle styleId="{42BAE870-49FB-48CB-B9F2-2274793C66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{42BAE870-49FB-48CB-B9F2-2274793C66E4}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