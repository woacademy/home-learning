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5C5135-FCA4-46C8-8453-478A0F5C797C}">
  <a:tblStyle styleId="{AE5C5135-FCA4-46C8-8453-478A0F5C79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{AE5C5135-FCA4-46C8-8453-478A0F5C797C}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