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6918E2-10D4-4774-AD59-F341EAF19110}">
  <a:tblStyle styleId="{C56918E2-10D4-4774-AD59-F341EAF191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{C56918E2-10D4-4774-AD59-F341EAF19110}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