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8730A5-4AA1-4297-95D9-21E0CC9DE07F}">
  <a:tblStyle styleId="{AA8730A5-4AA1-4297-95D9-21E0CC9DE0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{AA8730A5-4AA1-4297-95D9-21E0CC9DE07F}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