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015D4D-574C-4B29-8942-0EBE2D6730BA}">
  <a:tblStyle styleId="{AB015D4D-574C-4B29-8942-0EBE2D6730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{AB015D4D-574C-4B29-8942-0EBE2D6730BA}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