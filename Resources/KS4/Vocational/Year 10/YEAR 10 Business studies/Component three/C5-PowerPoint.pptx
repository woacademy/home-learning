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5399F5-6215-4026-AC92-BF1B64733F74}">
  <a:tblStyle styleId="{335399F5-6215-4026-AC92-BF1B64733F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{335399F5-6215-4026-AC92-BF1B64733F74}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