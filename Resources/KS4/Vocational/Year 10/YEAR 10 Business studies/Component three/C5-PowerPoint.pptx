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8019D1-8A22-4B26-AF64-7CAA1E32C1E7}">
  <a:tblStyle styleId="{AF8019D1-8A22-4B26-AF64-7CAA1E32C1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{AF8019D1-8A22-4B26-AF64-7CAA1E32C1E7}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