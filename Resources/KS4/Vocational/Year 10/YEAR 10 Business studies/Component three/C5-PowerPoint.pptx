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CACAD1-9D27-419E-98B5-B0FB78616C44}">
  <a:tblStyle styleId="{D2CACAD1-9D27-419E-98B5-B0FB78616C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{D2CACAD1-9D27-419E-98B5-B0FB78616C44}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