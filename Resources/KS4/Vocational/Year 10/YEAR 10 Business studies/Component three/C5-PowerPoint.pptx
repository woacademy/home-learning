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3E167C-92C2-4E45-B10E-3CD37895961B}">
  <a:tblStyle styleId="{613E167C-92C2-4E45-B10E-3CD3789596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{613E167C-92C2-4E45-B10E-3CD37895961B}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