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3CA800-F0AB-49BB-8F7D-09B459A097AF}">
  <a:tblStyle styleId="{DD3CA800-F0AB-49BB-8F7D-09B459A097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{DD3CA800-F0AB-49BB-8F7D-09B459A097AF}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