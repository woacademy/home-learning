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4B577F-3FD7-4483-A7A1-9E621A5F3897}">
  <a:tblStyle styleId="{9A4B577F-3FD7-4483-A7A1-9E621A5F38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{9A4B577F-3FD7-4483-A7A1-9E621A5F3897}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