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F7FCC5-E7A4-41FA-BAEF-E246C1BF3EDB}">
  <a:tblStyle styleId="{69F7FCC5-E7A4-41FA-BAEF-E246C1BF3E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{69F7FCC5-E7A4-41FA-BAEF-E246C1BF3EDB}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