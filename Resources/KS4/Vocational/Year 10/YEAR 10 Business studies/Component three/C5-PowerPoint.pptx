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612F98-CB39-42D7-8BB8-FB04644023E8}">
  <a:tblStyle styleId="{00612F98-CB39-42D7-8BB8-FB04644023E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{00612F98-CB39-42D7-8BB8-FB04644023E8}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