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BA79A3-B726-4498-BB3B-550B38D7A5FE}">
  <a:tblStyle styleId="{50BA79A3-B726-4498-BB3B-550B38D7A5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{50BA79A3-B726-4498-BB3B-550B38D7A5FE}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