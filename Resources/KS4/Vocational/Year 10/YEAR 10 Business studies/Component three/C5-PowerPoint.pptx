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57684FB-6A91-4909-82B3-257A282872A6}">
  <a:tblStyle styleId="{F57684FB-6A91-4909-82B3-257A282872A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{F57684FB-6A91-4909-82B3-257A282872A6}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