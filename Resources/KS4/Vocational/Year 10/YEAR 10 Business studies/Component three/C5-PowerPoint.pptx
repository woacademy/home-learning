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DB9E79-73E1-4FAF-B3E8-F9F1A3426768}">
  <a:tblStyle styleId="{21DB9E79-73E1-4FAF-B3E8-F9F1A34267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{21DB9E79-73E1-4FAF-B3E8-F9F1A3426768}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