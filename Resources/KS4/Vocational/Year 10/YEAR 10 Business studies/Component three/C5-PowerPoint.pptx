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003673-0B91-4BC8-8C4F-6F0ABD9EB0B5}">
  <a:tblStyle styleId="{CA003673-0B91-4BC8-8C4F-6F0ABD9EB0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{CA003673-0B91-4BC8-8C4F-6F0ABD9EB0B5}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