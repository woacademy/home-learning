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379103-C25E-44A0-9F2F-553A9581B7D0}">
  <a:tblStyle styleId="{23379103-C25E-44A0-9F2F-553A9581B7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{23379103-C25E-44A0-9F2F-553A9581B7D0}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