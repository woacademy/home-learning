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B36F71-91CF-4D28-8BA7-9A162C112DE7}">
  <a:tblStyle styleId="{26B36F71-91CF-4D28-8BA7-9A162C112D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{26B36F71-91CF-4D28-8BA7-9A162C112DE7}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