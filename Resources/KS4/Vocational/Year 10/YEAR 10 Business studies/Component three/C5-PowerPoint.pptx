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64C90F-22D4-47E2-8B3D-C340E53E8418}">
  <a:tblStyle styleId="{D564C90F-22D4-47E2-8B3D-C340E53E84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{D564C90F-22D4-47E2-8B3D-C340E53E8418}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