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85DB34-2F94-43F6-9C1B-F8973D5D9B16}">
  <a:tblStyle styleId="{7285DB34-2F94-43F6-9C1B-F8973D5D9B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{7285DB34-2F94-43F6-9C1B-F8973D5D9B16}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