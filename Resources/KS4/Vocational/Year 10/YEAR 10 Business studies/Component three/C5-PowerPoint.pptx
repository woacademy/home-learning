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CA039-1609-462B-8974-068D76E23D03}">
  <a:tblStyle styleId="{711CA039-1609-462B-8974-068D76E23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{711CA039-1609-462B-8974-068D76E23D03}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