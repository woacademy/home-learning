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E5A308-3A03-47C0-8A3D-934A6DB5E70D}">
  <a:tblStyle styleId="{85E5A308-3A03-47C0-8A3D-934A6DB5E7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{85E5A308-3A03-47C0-8A3D-934A6DB5E70D}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