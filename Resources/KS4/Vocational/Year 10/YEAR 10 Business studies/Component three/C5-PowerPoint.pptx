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EB0BFE5-7252-405C-9C7F-B67D6F8731BC}">
  <a:tblStyle styleId="{9EB0BFE5-7252-405C-9C7F-B67D6F8731B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{9EB0BFE5-7252-405C-9C7F-B67D6F8731BC}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