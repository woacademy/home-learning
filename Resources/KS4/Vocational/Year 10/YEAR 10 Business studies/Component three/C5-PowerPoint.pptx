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9277DA-C92E-434F-BB93-EEADA06B1033}">
  <a:tblStyle styleId="{6C9277DA-C92E-434F-BB93-EEADA06B10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{6C9277DA-C92E-434F-BB93-EEADA06B1033}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