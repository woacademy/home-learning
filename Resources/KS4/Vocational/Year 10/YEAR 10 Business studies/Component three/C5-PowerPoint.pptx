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B2831C-824C-4964-A7C9-66E34C2067AF}">
  <a:tblStyle styleId="{66B2831C-824C-4964-A7C9-66E34C2067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{66B2831C-824C-4964-A7C9-66E34C2067AF}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