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B1FF2E-510A-4649-82FC-39C385409DA2}">
  <a:tblStyle styleId="{35B1FF2E-510A-4649-82FC-39C385409D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{35B1FF2E-510A-4649-82FC-39C385409DA2}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