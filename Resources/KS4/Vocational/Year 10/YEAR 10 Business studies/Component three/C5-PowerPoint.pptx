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9AE47D-1E95-4209-913C-C6C4677673DB}">
  <a:tblStyle styleId="{F39AE47D-1E95-4209-913C-C6C4677673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{F39AE47D-1E95-4209-913C-C6C4677673DB}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