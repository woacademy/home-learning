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D4DBB-10CB-45B4-A4C5-902CC1ABB47A}">
  <a:tblStyle styleId="{075D4DBB-10CB-45B4-A4C5-902CC1ABB4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{075D4DBB-10CB-45B4-A4C5-902CC1ABB47A}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