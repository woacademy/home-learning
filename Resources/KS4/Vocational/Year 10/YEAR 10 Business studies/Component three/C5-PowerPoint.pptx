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373626-7F27-4839-B458-CAA57E3A5D15}">
  <a:tblStyle styleId="{7D373626-7F27-4839-B458-CAA57E3A5D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{7D373626-7F27-4839-B458-CAA57E3A5D15}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