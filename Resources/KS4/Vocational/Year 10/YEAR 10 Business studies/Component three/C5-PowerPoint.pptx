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7ADB77-059F-4D0C-8431-113063BBD888}">
  <a:tblStyle styleId="{137ADB77-059F-4D0C-8431-113063BBD8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{137ADB77-059F-4D0C-8431-113063BBD888}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