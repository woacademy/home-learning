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BACFA1-B170-4EF1-A73E-CF0B2D1D6CAB}">
  <a:tblStyle styleId="{B3BACFA1-B170-4EF1-A73E-CF0B2D1D6C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{B3BACFA1-B170-4EF1-A73E-CF0B2D1D6CAB}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