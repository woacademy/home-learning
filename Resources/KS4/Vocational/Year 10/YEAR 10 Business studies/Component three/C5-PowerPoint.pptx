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05BE21-8486-4B06-AD9A-7E02BEE842D6}">
  <a:tblStyle styleId="{6405BE21-8486-4B06-AD9A-7E02BEE842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{6405BE21-8486-4B06-AD9A-7E02BEE842D6}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