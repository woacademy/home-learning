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8F71C4-3B8C-4A39-BE23-50F4306472AF}">
  <a:tblStyle styleId="{758F71C4-3B8C-4A39-BE23-50F4306472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{758F71C4-3B8C-4A39-BE23-50F4306472AF}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