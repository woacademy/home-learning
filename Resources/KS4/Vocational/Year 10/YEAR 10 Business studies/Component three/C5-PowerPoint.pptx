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D2C41AA-DC9D-47C6-9667-682FE7A85828}">
  <a:tblStyle styleId="{4D2C41AA-DC9D-47C6-9667-682FE7A858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{4D2C41AA-DC9D-47C6-9667-682FE7A85828}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