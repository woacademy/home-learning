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553531-50EA-49DB-9DA5-C8B2EDC7CFA8}">
  <a:tblStyle styleId="{54553531-50EA-49DB-9DA5-C8B2EDC7CF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{54553531-50EA-49DB-9DA5-C8B2EDC7CFA8}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