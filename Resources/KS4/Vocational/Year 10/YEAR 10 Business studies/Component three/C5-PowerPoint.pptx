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0954F-F247-416E-AFF7-D561991A691A}">
  <a:tblStyle styleId="{8C40954F-F247-416E-AFF7-D561991A69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{8C40954F-F247-416E-AFF7-D561991A691A}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