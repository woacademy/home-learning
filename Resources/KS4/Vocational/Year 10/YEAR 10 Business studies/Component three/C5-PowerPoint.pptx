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4A10BF-E3A9-41EE-9957-481A13FC6722}">
  <a:tblStyle styleId="{2E4A10BF-E3A9-41EE-9957-481A13FC67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{2E4A10BF-E3A9-41EE-9957-481A13FC6722}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