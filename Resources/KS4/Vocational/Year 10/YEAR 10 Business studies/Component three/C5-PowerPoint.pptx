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43DAE-024D-4540-872B-E36B912A6C1F}">
  <a:tblStyle styleId="{AD543DAE-024D-4540-872B-E36B912A6C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{AD543DAE-024D-4540-872B-E36B912A6C1F}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