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8D85CE-7843-4B26-8FEE-666B3B9FBF6D}">
  <a:tblStyle styleId="{DA8D85CE-7843-4B26-8FEE-666B3B9FBF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{DA8D85CE-7843-4B26-8FEE-666B3B9FBF6D}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