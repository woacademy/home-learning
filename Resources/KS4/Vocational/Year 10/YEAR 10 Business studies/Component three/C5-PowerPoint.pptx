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E01E8A-AC24-4385-8076-13623A772A1C}">
  <a:tblStyle styleId="{BBE01E8A-AC24-4385-8076-13623A772A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{BBE01E8A-AC24-4385-8076-13623A772A1C}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