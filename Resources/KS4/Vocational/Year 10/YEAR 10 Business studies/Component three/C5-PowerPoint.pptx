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66193D-F348-4402-8E29-0E5D631AADB2}">
  <a:tblStyle styleId="{DE66193D-F348-4402-8E29-0E5D631AAD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{DE66193D-F348-4402-8E29-0E5D631AADB2}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