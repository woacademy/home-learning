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9EE73C-D0B5-4972-9F74-BDB288A81192}">
  <a:tblStyle styleId="{B39EE73C-D0B5-4972-9F74-BDB288A811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{B39EE73C-D0B5-4972-9F74-BDB288A81192}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