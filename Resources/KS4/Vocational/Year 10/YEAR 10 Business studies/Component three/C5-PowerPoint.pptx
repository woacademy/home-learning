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041C49-4220-4545-A003-DF55D065E012}">
  <a:tblStyle styleId="{A4041C49-4220-4545-A003-DF55D065E0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{A4041C49-4220-4545-A003-DF55D065E012}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