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7BF5B4-39BD-4BE0-A45D-5B6CE61CF873}">
  <a:tblStyle styleId="{AA7BF5B4-39BD-4BE0-A45D-5B6CE61CF8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{AA7BF5B4-39BD-4BE0-A45D-5B6CE61CF873}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