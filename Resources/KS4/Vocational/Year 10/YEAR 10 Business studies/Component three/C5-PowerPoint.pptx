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317257F-D2E6-486E-AD2C-5A55708C862D}">
  <a:tblStyle styleId="{E317257F-D2E6-486E-AD2C-5A55708C86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{E317257F-D2E6-486E-AD2C-5A55708C862D}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