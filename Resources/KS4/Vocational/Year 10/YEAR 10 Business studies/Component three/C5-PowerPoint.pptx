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AE4F77-F073-4D3F-8C6A-92DF7BB2DBAD}">
  <a:tblStyle styleId="{56AE4F77-F073-4D3F-8C6A-92DF7BB2DB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{56AE4F77-F073-4D3F-8C6A-92DF7BB2DBAD}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