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5038BE-E052-4619-9F89-E6B7C3E2F5F2}">
  <a:tblStyle styleId="{E85038BE-E052-4619-9F89-E6B7C3E2F5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{E85038BE-E052-4619-9F89-E6B7C3E2F5F2}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