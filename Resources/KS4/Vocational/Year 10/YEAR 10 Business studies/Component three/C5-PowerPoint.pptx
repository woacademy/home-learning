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086E98-A375-4A61-BA6A-D5D55AF08317}">
  <a:tblStyle styleId="{D0086E98-A375-4A61-BA6A-D5D55AF083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{D0086E98-A375-4A61-BA6A-D5D55AF08317}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