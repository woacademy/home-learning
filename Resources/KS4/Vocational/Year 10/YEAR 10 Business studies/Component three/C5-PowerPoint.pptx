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B52EF0-5D42-45E7-8A02-4823DD2BDC4E}">
  <a:tblStyle styleId="{BEB52EF0-5D42-45E7-8A02-4823DD2BDC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{BEB52EF0-5D42-45E7-8A02-4823DD2BDC4E}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