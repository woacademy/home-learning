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097EEF-DF33-45F5-B609-1E793796033B}">
  <a:tblStyle styleId="{53097EEF-DF33-45F5-B609-1E79379603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{53097EEF-DF33-45F5-B609-1E793796033B}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