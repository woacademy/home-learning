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9695FB-C817-4118-AE22-D82FCEA527C3}">
  <a:tblStyle styleId="{BC9695FB-C817-4118-AE22-D82FCEA527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{BC9695FB-C817-4118-AE22-D82FCEA527C3}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