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149535-F497-4148-B441-9BBB9B88546B}">
  <a:tblStyle styleId="{8C149535-F497-4148-B441-9BBB9B8854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{8C149535-F497-4148-B441-9BBB9B88546B}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