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670845-A04C-42C0-8EC8-7C396F8D82C8}">
  <a:tblStyle styleId="{88670845-A04C-42C0-8EC8-7C396F8D82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{88670845-A04C-42C0-8EC8-7C396F8D82C8}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