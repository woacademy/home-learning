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4219C-8F66-499D-B05E-9317280A22CB}">
  <a:tblStyle styleId="{7774219C-8F66-499D-B05E-9317280A22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{7774219C-8F66-499D-B05E-9317280A22CB}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