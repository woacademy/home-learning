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E2C71C-7A9C-489A-809E-DFAE00AF12D2}">
  <a:tblStyle styleId="{DCE2C71C-7A9C-489A-809E-DFAE00AF12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{DCE2C71C-7A9C-489A-809E-DFAE00AF12D2}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