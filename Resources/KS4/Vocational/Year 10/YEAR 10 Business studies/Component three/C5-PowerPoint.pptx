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0548F55-88A2-4004-87F3-FFA41B1F6723}">
  <a:tblStyle styleId="{00548F55-88A2-4004-87F3-FFA41B1F672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{00548F55-88A2-4004-87F3-FFA41B1F6723}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