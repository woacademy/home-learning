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F4F9BFB-DFB6-413E-A5DF-B5917BAEB75F}">
  <a:tblStyle styleId="{8F4F9BFB-DFB6-413E-A5DF-B5917BAEB7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{8F4F9BFB-DFB6-413E-A5DF-B5917BAEB75F}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