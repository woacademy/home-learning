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6D441F-2AAB-4DC7-9999-54A39878D9E7}">
  <a:tblStyle styleId="{486D441F-2AAB-4DC7-9999-54A39878D9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{486D441F-2AAB-4DC7-9999-54A39878D9E7}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