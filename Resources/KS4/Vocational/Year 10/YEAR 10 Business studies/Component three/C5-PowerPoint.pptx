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DD523EB-92D2-49CB-AFC0-F814FD9D5C8C}">
  <a:tblStyle styleId="{0DD523EB-92D2-49CB-AFC0-F814FD9D5C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{0DD523EB-92D2-49CB-AFC0-F814FD9D5C8C}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