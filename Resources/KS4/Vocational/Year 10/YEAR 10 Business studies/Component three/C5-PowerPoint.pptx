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F33DD4-CDBB-4B0C-B6B1-813ACADCAB36}">
  <a:tblStyle styleId="{12F33DD4-CDBB-4B0C-B6B1-813ACADCAB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{12F33DD4-CDBB-4B0C-B6B1-813ACADCAB36}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