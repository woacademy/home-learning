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4618EA-EC3F-4C7D-BC30-F7CE512A6373}">
  <a:tblStyle styleId="{914618EA-EC3F-4C7D-BC30-F7CE512A63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{914618EA-EC3F-4C7D-BC30-F7CE512A6373}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