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A789B58-49ED-434E-92AB-9B47F2FB4758}">
  <a:tblStyle styleId="{2A789B58-49ED-434E-92AB-9B47F2FB47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{2A789B58-49ED-434E-92AB-9B47F2FB4758}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