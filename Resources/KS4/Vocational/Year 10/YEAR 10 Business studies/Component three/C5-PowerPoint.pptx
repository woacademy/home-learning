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5E160-03D7-4FDE-9BAA-573EE347DD88}">
  <a:tblStyle styleId="{EE95E160-03D7-4FDE-9BAA-573EE347DD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{EE95E160-03D7-4FDE-9BAA-573EE347DD88}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