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7965A3-262B-486F-A0D0-26AC4BDE2747}">
  <a:tblStyle styleId="{F47965A3-262B-486F-A0D0-26AC4BDE27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{F47965A3-262B-486F-A0D0-26AC4BDE2747}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