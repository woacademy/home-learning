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5F6D4-FEC8-42EA-AF9A-DAD1E15E9209}">
  <a:tblStyle styleId="{BDA5F6D4-FEC8-42EA-AF9A-DAD1E15E92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{BDA5F6D4-FEC8-42EA-AF9A-DAD1E15E9209}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