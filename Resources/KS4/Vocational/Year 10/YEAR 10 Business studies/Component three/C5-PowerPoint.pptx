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93DD55-8C3E-4B46-B259-CE5DCD194375}">
  <a:tblStyle styleId="{A893DD55-8C3E-4B46-B259-CE5DCD1943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{A893DD55-8C3E-4B46-B259-CE5DCD194375}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