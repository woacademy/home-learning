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3399AE-5F89-45A6-A4FB-B25C14431BF2}">
  <a:tblStyle styleId="{A93399AE-5F89-45A6-A4FB-B25C14431B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{A93399AE-5F89-45A6-A4FB-B25C14431BF2}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