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E4C8F1-226D-4669-A3BD-61CC23292058}">
  <a:tblStyle styleId="{E2E4C8F1-226D-4669-A3BD-61CC232920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{E2E4C8F1-226D-4669-A3BD-61CC23292058}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