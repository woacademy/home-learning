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997AEC-FE4B-4C41-8D14-25B7AE7D6027}">
  <a:tblStyle styleId="{D9997AEC-FE4B-4C41-8D14-25B7AE7D60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{D9997AEC-FE4B-4C41-8D14-25B7AE7D6027}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