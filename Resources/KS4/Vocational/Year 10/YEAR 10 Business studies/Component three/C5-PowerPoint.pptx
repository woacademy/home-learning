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E921CB-FD1B-4781-98FD-A8A61714264F}">
  <a:tblStyle styleId="{C5E921CB-FD1B-4781-98FD-A8A6171426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{C5E921CB-FD1B-4781-98FD-A8A61714264F}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