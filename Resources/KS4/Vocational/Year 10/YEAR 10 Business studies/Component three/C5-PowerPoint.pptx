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B6AE6A-4583-4F72-B996-EFD21EF0EEB4}">
  <a:tblStyle styleId="{E1B6AE6A-4583-4F72-B996-EFD21EF0EE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{E1B6AE6A-4583-4F72-B996-EFD21EF0EEB4}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