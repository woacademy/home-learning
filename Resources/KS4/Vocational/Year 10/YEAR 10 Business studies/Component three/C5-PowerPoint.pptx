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AD0F62D5-292A-40D7-932B-B9D5E56260F5}">
  <a:tblStyle styleId="{AD0F62D5-292A-40D7-932B-B9D5E56260F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{AD0F62D5-292A-40D7-932B-B9D5E56260F5}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