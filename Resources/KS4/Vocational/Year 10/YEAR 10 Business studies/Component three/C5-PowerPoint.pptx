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19F341-B1BE-410D-B301-0495315EF7EA}">
  <a:tblStyle styleId="{9B19F341-B1BE-410D-B301-0495315EF7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{9B19F341-B1BE-410D-B301-0495315EF7EA}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