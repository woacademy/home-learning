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389696-7DCC-407A-B956-96E1AC1F1D80}">
  <a:tblStyle styleId="{D7389696-7DCC-407A-B956-96E1AC1F1D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{D7389696-7DCC-407A-B956-96E1AC1F1D80}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