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C2E4DE0-F46F-4253-A8E1-E61F71B8D9BB}">
  <a:tblStyle styleId="{6C2E4DE0-F46F-4253-A8E1-E61F71B8D9B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{6C2E4DE0-F46F-4253-A8E1-E61F71B8D9BB}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