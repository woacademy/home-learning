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EFB890-23D4-4476-8FC6-6FF07EDA7F38}">
  <a:tblStyle styleId="{ACEFB890-23D4-4476-8FC6-6FF07EDA7F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{ACEFB890-23D4-4476-8FC6-6FF07EDA7F38}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