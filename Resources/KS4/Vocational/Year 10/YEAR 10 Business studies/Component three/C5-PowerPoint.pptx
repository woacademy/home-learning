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6AACAD-8BAF-4749-97A4-DB3BD5873582}">
  <a:tblStyle styleId="{616AACAD-8BAF-4749-97A4-DB3BD58735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{616AACAD-8BAF-4749-97A4-DB3BD5873582}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