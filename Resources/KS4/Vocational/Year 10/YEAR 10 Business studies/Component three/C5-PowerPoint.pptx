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1104EB-5CD0-46BE-80B2-B0CD4E2AF9B0}">
  <a:tblStyle styleId="{961104EB-5CD0-46BE-80B2-B0CD4E2AF9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{961104EB-5CD0-46BE-80B2-B0CD4E2AF9B0}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