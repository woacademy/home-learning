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15E322-6735-4939-9C5C-612A3CE10A8B}">
  <a:tblStyle styleId="{2715E322-6735-4939-9C5C-612A3CE10A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{2715E322-6735-4939-9C5C-612A3CE10A8B}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