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E38EDC-DF71-40B7-8D41-56088A3186F0}">
  <a:tblStyle styleId="{48E38EDC-DF71-40B7-8D41-56088A3186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{48E38EDC-DF71-40B7-8D41-56088A3186F0}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