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09CB64F-F536-4913-B6EE-90756F95E2CE}">
  <a:tblStyle styleId="{F09CB64F-F536-4913-B6EE-90756F95E2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{F09CB64F-F536-4913-B6EE-90756F95E2CE}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