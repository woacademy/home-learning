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5F95E2-FC2B-4BF3-AE9C-93A0C7470FFC}">
  <a:tblStyle styleId="{335F95E2-FC2B-4BF3-AE9C-93A0C7470F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{335F95E2-FC2B-4BF3-AE9C-93A0C7470FFC}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