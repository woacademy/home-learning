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821975-1EB6-4D08-8FD5-DEA646B10BA6}">
  <a:tblStyle styleId="{5F821975-1EB6-4D08-8FD5-DEA646B10B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{5F821975-1EB6-4D08-8FD5-DEA646B10BA6}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