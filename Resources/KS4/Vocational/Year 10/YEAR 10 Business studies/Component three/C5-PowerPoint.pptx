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079CC4-378C-40AC-8379-67DAB7F3DB25}">
  <a:tblStyle styleId="{78079CC4-378C-40AC-8379-67DAB7F3DB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{78079CC4-378C-40AC-8379-67DAB7F3DB25}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