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CC9632-5C1E-4FC3-BBE8-18AE31FCCE3B}">
  <a:tblStyle styleId="{9CCC9632-5C1E-4FC3-BBE8-18AE31FCCE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{9CCC9632-5C1E-4FC3-BBE8-18AE31FCCE3B}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