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2FE616-6167-4FF9-9A62-F68383241CE8}">
  <a:tblStyle styleId="{8B2FE616-6167-4FF9-9A62-F68383241C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{8B2FE616-6167-4FF9-9A62-F68383241CE8}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