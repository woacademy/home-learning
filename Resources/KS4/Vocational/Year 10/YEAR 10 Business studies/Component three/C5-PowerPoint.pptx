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4C4A38-D926-4583-B1FE-8B016BC7E841}">
  <a:tblStyle styleId="{3A4C4A38-D926-4583-B1FE-8B016BC7E84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{3A4C4A38-D926-4583-B1FE-8B016BC7E841}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