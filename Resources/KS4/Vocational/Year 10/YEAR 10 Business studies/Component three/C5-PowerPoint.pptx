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0C12467-1F30-44E6-B3C0-815F9723FB9F}">
  <a:tblStyle styleId="{E0C12467-1F30-44E6-B3C0-815F9723FB9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{E0C12467-1F30-44E6-B3C0-815F9723FB9F}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