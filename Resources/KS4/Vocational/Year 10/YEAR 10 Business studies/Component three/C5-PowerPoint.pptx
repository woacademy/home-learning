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E10C3F-028A-4E8A-B577-026E5A91E520}">
  <a:tblStyle styleId="{4CE10C3F-028A-4E8A-B577-026E5A91E5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{4CE10C3F-028A-4E8A-B577-026E5A91E520}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