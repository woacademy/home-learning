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07AF415-59DB-4514-A9E3-FF62C3EFBDB7}">
  <a:tblStyle styleId="{007AF415-59DB-4514-A9E3-FF62C3EFBDB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{007AF415-59DB-4514-A9E3-FF62C3EFBDB7}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