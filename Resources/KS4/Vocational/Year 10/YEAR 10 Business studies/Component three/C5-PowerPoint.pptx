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703551-DADC-45B4-B7F4-AE4D9A1C259B}">
  <a:tblStyle styleId="{15703551-DADC-45B4-B7F4-AE4D9A1C25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{15703551-DADC-45B4-B7F4-AE4D9A1C259B}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