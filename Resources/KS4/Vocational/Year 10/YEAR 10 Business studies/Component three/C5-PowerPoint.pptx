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2FC42CB-0066-4D45-AB5E-C6ABE27B1B63}">
  <a:tblStyle styleId="{42FC42CB-0066-4D45-AB5E-C6ABE27B1B6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{42FC42CB-0066-4D45-AB5E-C6ABE27B1B63}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