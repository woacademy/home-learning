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025033-CB8E-4329-BB2B-4A75441CDE80}">
  <a:tblStyle styleId="{83025033-CB8E-4329-BB2B-4A75441CDE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{83025033-CB8E-4329-BB2B-4A75441CDE80}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