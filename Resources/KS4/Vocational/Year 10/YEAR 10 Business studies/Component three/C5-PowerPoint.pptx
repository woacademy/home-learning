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108B4-708A-4A88-92FF-AE1D19D4312D}">
  <a:tblStyle styleId="{732108B4-708A-4A88-92FF-AE1D19D431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{732108B4-708A-4A88-92FF-AE1D19D4312D}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