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AE5C60-9615-489A-9814-5E7F4602CAF6}">
  <a:tblStyle styleId="{EBAE5C60-9615-489A-9814-5E7F4602CAF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{EBAE5C60-9615-489A-9814-5E7F4602CAF6}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