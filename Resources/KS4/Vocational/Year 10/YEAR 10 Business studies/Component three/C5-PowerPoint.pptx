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DEBB0B-5C7C-4A79-888F-E964B00F4A1E}">
  <a:tblStyle styleId="{7BDEBB0B-5C7C-4A79-888F-E964B00F4A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{7BDEBB0B-5C7C-4A79-888F-E964B00F4A1E}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