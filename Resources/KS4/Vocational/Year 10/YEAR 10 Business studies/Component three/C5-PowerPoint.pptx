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292A7D-8FC8-4F1B-A02E-DFAC4D10E6A2}">
  <a:tblStyle styleId="{B0292A7D-8FC8-4F1B-A02E-DFAC4D10E6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{B0292A7D-8FC8-4F1B-A02E-DFAC4D10E6A2}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