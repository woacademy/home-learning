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5DC8E1-5853-4E30-BB25-5375610390EE}">
  <a:tblStyle styleId="{8F5DC8E1-5853-4E30-BB25-5375610390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{8F5DC8E1-5853-4E30-BB25-5375610390EE}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