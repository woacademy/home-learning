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930842-E890-4A21-B2FE-553E85FF8775}">
  <a:tblStyle styleId="{31930842-E890-4A21-B2FE-553E85FF87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{31930842-E890-4A21-B2FE-553E85FF8775}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