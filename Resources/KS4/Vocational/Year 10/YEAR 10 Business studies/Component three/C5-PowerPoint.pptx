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583919-4AFA-4840-AEEC-FE2F1F4F2F6F}">
  <a:tblStyle styleId="{2A583919-4AFA-4840-AEEC-FE2F1F4F2F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{2A583919-4AFA-4840-AEEC-FE2F1F4F2F6F}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