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EABD3A-4A6F-444E-BBB6-A6604589392A}">
  <a:tblStyle styleId="{21EABD3A-4A6F-444E-BBB6-A660458939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{21EABD3A-4A6F-444E-BBB6-A6604589392A}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