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825887-1715-4A87-A4C2-2A24CBACE0DE}">
  <a:tblStyle styleId="{0F825887-1715-4A87-A4C2-2A24CBACE0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{0F825887-1715-4A87-A4C2-2A24CBACE0DE}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