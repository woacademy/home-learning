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493BE-E322-468D-BB73-72A862BC0E1A}">
  <a:tblStyle styleId="{B37493BE-E322-468D-BB73-72A862BC0E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{B37493BE-E322-468D-BB73-72A862BC0E1A}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