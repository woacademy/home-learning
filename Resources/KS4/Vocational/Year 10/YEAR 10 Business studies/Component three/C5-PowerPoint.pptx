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3B7AB1-82CB-4667-AA52-E0218D9FE97F}">
  <a:tblStyle styleId="{923B7AB1-82CB-4667-AA52-E0218D9FE9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{923B7AB1-82CB-4667-AA52-E0218D9FE97F}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