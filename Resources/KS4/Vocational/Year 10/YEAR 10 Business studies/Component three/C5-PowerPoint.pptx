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016B96-9A4B-491A-BA97-60A7BFF83ED0}">
  <a:tblStyle styleId="{CA016B96-9A4B-491A-BA97-60A7BFF83E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{CA016B96-9A4B-491A-BA97-60A7BFF83ED0}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