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32A4FC-3221-4C90-B9A1-75374571CD2B}">
  <a:tblStyle styleId="{3E32A4FC-3221-4C90-B9A1-75374571CD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{3E32A4FC-3221-4C90-B9A1-75374571CD2B}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