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7EBAE9-94F0-4B25-8C53-B326EDFCCC64}">
  <a:tblStyle styleId="{277EBAE9-94F0-4B25-8C53-B326EDFCCC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{277EBAE9-94F0-4B25-8C53-B326EDFCCC64}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