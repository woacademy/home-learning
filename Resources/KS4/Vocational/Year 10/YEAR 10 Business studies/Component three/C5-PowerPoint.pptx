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0C4175-1676-470F-B454-F1FC0F35C939}">
  <a:tblStyle styleId="{AA0C4175-1676-470F-B454-F1FC0F35C9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{AA0C4175-1676-470F-B454-F1FC0F35C939}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