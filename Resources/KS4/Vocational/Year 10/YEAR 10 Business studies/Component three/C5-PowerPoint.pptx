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B5EA47-2C9F-4E94-ACA9-45172F17971B}">
  <a:tblStyle styleId="{75B5EA47-2C9F-4E94-ACA9-45172F1797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{75B5EA47-2C9F-4E94-ACA9-45172F17971B}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