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5AC8A2B-135E-4B98-8D85-24C805AE616F}">
  <a:tblStyle styleId="{65AC8A2B-135E-4B98-8D85-24C805AE616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{65AC8A2B-135E-4B98-8D85-24C805AE616F}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