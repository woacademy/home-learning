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BD1892-AFB1-4841-BBC6-CE914BCCB6DD}">
  <a:tblStyle styleId="{1CBD1892-AFB1-4841-BBC6-CE914BCCB6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{1CBD1892-AFB1-4841-BBC6-CE914BCCB6DD}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