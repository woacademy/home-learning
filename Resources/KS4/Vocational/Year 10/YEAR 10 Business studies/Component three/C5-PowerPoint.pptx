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A3D5CB-013A-4118-95C5-36EE713E84D6}">
  <a:tblStyle styleId="{81A3D5CB-013A-4118-95C5-36EE713E84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{81A3D5CB-013A-4118-95C5-36EE713E84D6}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