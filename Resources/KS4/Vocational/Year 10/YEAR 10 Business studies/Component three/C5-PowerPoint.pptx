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8BB1E1B-95B9-4839-AEF2-797A23065D5C}">
  <a:tblStyle styleId="{E8BB1E1B-95B9-4839-AEF2-797A23065D5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{E8BB1E1B-95B9-4839-AEF2-797A23065D5C}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