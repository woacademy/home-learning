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DC193C-A99A-43F3-9082-81FA7BC53D57}">
  <a:tblStyle styleId="{5EDC193C-A99A-43F3-9082-81FA7BC53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{5EDC193C-A99A-43F3-9082-81FA7BC53D57}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