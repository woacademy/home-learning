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1B5FF2-DFCA-461B-B61D-43FC28AA34D6}">
  <a:tblStyle styleId="{431B5FF2-DFCA-461B-B61D-43FC28AA34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{431B5FF2-DFCA-461B-B61D-43FC28AA34D6}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