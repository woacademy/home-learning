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8493AC4-8F16-41E3-8A0C-8AC774E76DE2}">
  <a:tblStyle styleId="{D8493AC4-8F16-41E3-8A0C-8AC774E76DE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{D8493AC4-8F16-41E3-8A0C-8AC774E76DE2}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