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4CDE84-6970-4F3F-96E0-5E9DB1D24460}">
  <a:tblStyle styleId="{694CDE84-6970-4F3F-96E0-5E9DB1D244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{694CDE84-6970-4F3F-96E0-5E9DB1D24460}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