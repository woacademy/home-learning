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94AD85-EC08-47CF-8BE8-CE4F04E1BAC3}">
  <a:tblStyle styleId="{5394AD85-EC08-47CF-8BE8-CE4F04E1BA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{5394AD85-EC08-47CF-8BE8-CE4F04E1BAC3}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