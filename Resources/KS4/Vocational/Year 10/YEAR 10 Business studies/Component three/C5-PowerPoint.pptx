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7EEBC0-8A37-4FD1-A959-8B22AAAB2416}">
  <a:tblStyle styleId="{317EEBC0-8A37-4FD1-A959-8B22AAAB24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{317EEBC0-8A37-4FD1-A959-8B22AAAB2416}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