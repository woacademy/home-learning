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DEF3902-F60C-4048-B873-4CE7645B4E82}">
  <a:tblStyle styleId="{9DEF3902-F60C-4048-B873-4CE7645B4E8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{9DEF3902-F60C-4048-B873-4CE7645B4E82}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