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3AE68A-62EA-442F-934B-034A7E0B1D79}">
  <a:tblStyle styleId="{0E3AE68A-62EA-442F-934B-034A7E0B1D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{0E3AE68A-62EA-442F-934B-034A7E0B1D79}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