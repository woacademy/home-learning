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E1B70C-8083-4A82-8CF7-BE5A8C50CCD5}">
  <a:tblStyle styleId="{B9E1B70C-8083-4A82-8CF7-BE5A8C50CC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{B9E1B70C-8083-4A82-8CF7-BE5A8C50CCD5}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