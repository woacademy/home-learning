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B62170-D6A8-4FE9-9AE5-D2C7AFE3E6AB}">
  <a:tblStyle styleId="{92B62170-D6A8-4FE9-9AE5-D2C7AFE3E6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{92B62170-D6A8-4FE9-9AE5-D2C7AFE3E6AB}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