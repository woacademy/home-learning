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1B2B6D-60FC-4B70-9AB0-7BC2E59094FE}">
  <a:tblStyle styleId="{5D1B2B6D-60FC-4B70-9AB0-7BC2E59094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{5D1B2B6D-60FC-4B70-9AB0-7BC2E59094FE}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