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AA8743-7688-4006-9893-9C7A0D41B3A1}">
  <a:tblStyle styleId="{A9AA8743-7688-4006-9893-9C7A0D41B3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{A9AA8743-7688-4006-9893-9C7A0D41B3A1}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