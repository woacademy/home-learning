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9B885A-EB47-4F7F-B544-2DF3356D2D37}">
  <a:tblStyle styleId="{4D9B885A-EB47-4F7F-B544-2DF3356D2D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{4D9B885A-EB47-4F7F-B544-2DF3356D2D37}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