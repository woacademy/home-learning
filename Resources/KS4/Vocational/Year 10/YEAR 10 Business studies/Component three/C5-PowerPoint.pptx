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144905-F2D5-4C5E-B43F-0C7BD5CF92E7}">
  <a:tblStyle styleId="{A1144905-F2D5-4C5E-B43F-0C7BD5CF92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{A1144905-F2D5-4C5E-B43F-0C7BD5CF92E7}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