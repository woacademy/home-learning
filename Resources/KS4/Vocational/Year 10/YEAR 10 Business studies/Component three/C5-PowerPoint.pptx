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313AEB-7DAF-4718-9D15-734E8C34E111}">
  <a:tblStyle styleId="{75313AEB-7DAF-4718-9D15-734E8C34E1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{75313AEB-7DAF-4718-9D15-734E8C34E111}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