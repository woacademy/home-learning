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12D592-C0A6-4F98-B985-127719BF4217}">
  <a:tblStyle styleId="{7F12D592-C0A6-4F98-B985-127719BF42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{7F12D592-C0A6-4F98-B985-127719BF4217}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