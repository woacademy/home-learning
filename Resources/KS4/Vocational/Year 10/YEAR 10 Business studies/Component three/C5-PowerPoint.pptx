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2FFFBB9-9456-46B2-8113-BEE3BF86048B}">
  <a:tblStyle styleId="{52FFFBB9-9456-46B2-8113-BEE3BF86048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{52FFFBB9-9456-46B2-8113-BEE3BF86048B}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