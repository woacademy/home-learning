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C2455A-E5C9-42DC-9ABC-2A9C85CE753A}">
  <a:tblStyle styleId="{36C2455A-E5C9-42DC-9ABC-2A9C85CE75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{36C2455A-E5C9-42DC-9ABC-2A9C85CE753A}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