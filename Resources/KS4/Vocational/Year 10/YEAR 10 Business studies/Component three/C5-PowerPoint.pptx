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890728-4818-4EC9-A3A6-1FCBDA66B322}">
  <a:tblStyle styleId="{7E890728-4818-4EC9-A3A6-1FCBDA66B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{7E890728-4818-4EC9-A3A6-1FCBDA66B322}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