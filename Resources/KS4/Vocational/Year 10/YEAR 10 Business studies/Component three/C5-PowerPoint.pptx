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899D5B-EC58-47F9-A182-5FF89918A24D}">
  <a:tblStyle styleId="{01899D5B-EC58-47F9-A182-5FF89918A2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{01899D5B-EC58-47F9-A182-5FF89918A24D}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