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1C3DDD-484C-4A51-A413-F69D460C57F7}">
  <a:tblStyle styleId="{DA1C3DDD-484C-4A51-A413-F69D460C57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{DA1C3DDD-484C-4A51-A413-F69D460C57F7}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