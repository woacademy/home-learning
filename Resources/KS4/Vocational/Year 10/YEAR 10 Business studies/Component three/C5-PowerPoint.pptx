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AF86F4-BB7A-4F2E-9583-E6E94274DE72}">
  <a:tblStyle styleId="{9DAF86F4-BB7A-4F2E-9583-E6E94274DE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{9DAF86F4-BB7A-4F2E-9583-E6E94274DE72}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