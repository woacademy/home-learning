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F7881-5F66-4BBD-A84B-174C0504EAAB}">
  <a:tblStyle styleId="{4F3F7881-5F66-4BBD-A84B-174C0504EA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{4F3F7881-5F66-4BBD-A84B-174C0504EAAB}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