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F4C503-D2D1-4D24-A585-E346724A4394}">
  <a:tblStyle styleId="{04F4C503-D2D1-4D24-A585-E346724A43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{04F4C503-D2D1-4D24-A585-E346724A4394}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