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A60ED-56FA-43B2-A8DF-8E90E5E51E54}">
  <a:tblStyle styleId="{6D7A60ED-56FA-43B2-A8DF-8E90E5E51E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{6D7A60ED-56FA-43B2-A8DF-8E90E5E51E54}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