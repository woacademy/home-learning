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CC2D14A-BD81-47D6-8730-2ADC76CD7405}">
  <a:tblStyle styleId="{9CC2D14A-BD81-47D6-8730-2ADC76CD74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{9CC2D14A-BD81-47D6-8730-2ADC76CD7405}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