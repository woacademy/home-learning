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AFAF7-9D96-457E-A9B2-B62420BD7ED2}">
  <a:tblStyle styleId="{055AFAF7-9D96-457E-A9B2-B62420BD7E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{055AFAF7-9D96-457E-A9B2-B62420BD7ED2}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