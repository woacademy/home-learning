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FE5D3A3-7CFF-46A6-8D49-FCA0C2FC5E53}">
  <a:tblStyle styleId="{BFE5D3A3-7CFF-46A6-8D49-FCA0C2FC5E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{BFE5D3A3-7CFF-46A6-8D49-FCA0C2FC5E53}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