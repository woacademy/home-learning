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77EC76-6D9A-4579-B593-96B4FB71FEC7}">
  <a:tblStyle styleId="{A177EC76-6D9A-4579-B593-96B4FB71FE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{A177EC76-6D9A-4579-B593-96B4FB71FEC7}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