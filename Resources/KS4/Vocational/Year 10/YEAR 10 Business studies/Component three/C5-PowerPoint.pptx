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A10A1A-591B-41C0-9903-DF309A2D4F38}">
  <a:tblStyle styleId="{90A10A1A-591B-41C0-9903-DF309A2D4F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{90A10A1A-591B-41C0-9903-DF309A2D4F38}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