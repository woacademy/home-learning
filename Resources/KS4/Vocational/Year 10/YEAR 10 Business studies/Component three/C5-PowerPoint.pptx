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3779CB-4DFB-4EEB-B99E-B4CFC00090A6}">
  <a:tblStyle styleId="{D83779CB-4DFB-4EEB-B99E-B4CFC00090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{D83779CB-4DFB-4EEB-B99E-B4CFC00090A6}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