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88768-E07A-4657-9D80-F630A43019C1}">
  <a:tblStyle styleId="{41488768-E07A-4657-9D80-F630A43019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{41488768-E07A-4657-9D80-F630A43019C1}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