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00A71D-13F7-4263-9FF8-6D6262C614B6}">
  <a:tblStyle styleId="{2800A71D-13F7-4263-9FF8-6D6262C614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{2800A71D-13F7-4263-9FF8-6D6262C614B6}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