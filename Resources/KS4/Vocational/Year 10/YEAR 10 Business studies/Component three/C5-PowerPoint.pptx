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DF9202-A60F-44C5-A9E4-B42114836971}">
  <a:tblStyle styleId="{99DF9202-A60F-44C5-A9E4-B421148369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{99DF9202-A60F-44C5-A9E4-B42114836971}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