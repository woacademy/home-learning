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984D3D-F08C-4562-B7D9-AC52EBF057B2}">
  <a:tblStyle styleId="{C8984D3D-F08C-4562-B7D9-AC52EBF057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{C8984D3D-F08C-4562-B7D9-AC52EBF057B2}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