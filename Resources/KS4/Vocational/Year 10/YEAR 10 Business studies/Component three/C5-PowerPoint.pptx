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E2616A6-E055-41A6-A5B2-56B97228286E}">
  <a:tblStyle styleId="{CE2616A6-E055-41A6-A5B2-56B97228286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{CE2616A6-E055-41A6-A5B2-56B97228286E}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