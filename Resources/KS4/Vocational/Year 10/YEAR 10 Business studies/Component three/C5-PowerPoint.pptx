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FCAE907-60F5-4505-BB67-7E9293B09371}">
  <a:tblStyle styleId="{FFCAE907-60F5-4505-BB67-7E9293B093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{FFCAE907-60F5-4505-BB67-7E9293B09371}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