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2ADC9-0583-42D0-8DEB-C67D2162F06A}">
  <a:tblStyle styleId="{3772ADC9-0583-42D0-8DEB-C67D2162F0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{3772ADC9-0583-42D0-8DEB-C67D2162F06A}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