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2A1B1-63A1-4861-ADD3-BEE209893BBB}">
  <a:tblStyle styleId="{A572A1B1-63A1-4861-ADD3-BEE209893B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{A572A1B1-63A1-4861-ADD3-BEE209893BBB}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