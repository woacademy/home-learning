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5CB8CB-A4D6-479C-8726-88C38E6464E2}">
  <a:tblStyle styleId="{385CB8CB-A4D6-479C-8726-88C38E6464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{385CB8CB-A4D6-479C-8726-88C38E6464E2}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