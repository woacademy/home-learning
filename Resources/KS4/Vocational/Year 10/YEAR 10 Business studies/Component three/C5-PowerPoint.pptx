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AEA842-57C3-485A-9D33-4A103C30B984}">
  <a:tblStyle styleId="{CEAEA842-57C3-485A-9D33-4A103C30B9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{CEAEA842-57C3-485A-9D33-4A103C30B984}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