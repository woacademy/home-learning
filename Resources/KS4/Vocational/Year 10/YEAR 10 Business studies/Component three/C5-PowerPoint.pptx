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7AB368-C20C-45F7-B0D6-848FD842521F}">
  <a:tblStyle styleId="{0F7AB368-C20C-45F7-B0D6-848FD84252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{0F7AB368-C20C-45F7-B0D6-848FD842521F}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