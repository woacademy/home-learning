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87306-C69B-45CC-AA73-51F6E3D4C6D8}">
  <a:tblStyle styleId="{E8A87306-C69B-45CC-AA73-51F6E3D4C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{E8A87306-C69B-45CC-AA73-51F6E3D4C6D8}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