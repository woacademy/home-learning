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B7FB000-A6B6-496F-B497-0069C89862C0}">
  <a:tblStyle styleId="{7B7FB000-A6B6-496F-B497-0069C89862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{7B7FB000-A6B6-496F-B497-0069C89862C0}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