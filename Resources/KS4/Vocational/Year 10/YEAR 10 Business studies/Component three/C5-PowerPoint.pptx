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01DD32-D04A-4BD2-B5B2-DD49A9D2E598}">
  <a:tblStyle styleId="{EC01DD32-D04A-4BD2-B5B2-DD49A9D2E5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{EC01DD32-D04A-4BD2-B5B2-DD49A9D2E598}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