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022FD9E-C8EE-4397-B129-886FE3AA34D1}">
  <a:tblStyle styleId="{C022FD9E-C8EE-4397-B129-886FE3AA34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{C022FD9E-C8EE-4397-B129-886FE3AA34D1}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