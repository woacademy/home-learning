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662A88-A21F-43F2-B412-040D8973913A}">
  <a:tblStyle styleId="{31662A88-A21F-43F2-B412-040D897391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{31662A88-A21F-43F2-B412-040D8973913A}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