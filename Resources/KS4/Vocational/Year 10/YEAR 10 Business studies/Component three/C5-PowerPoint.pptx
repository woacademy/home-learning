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677AB-5389-455E-A1FC-B987CCA82DD9}">
  <a:tblStyle styleId="{078677AB-5389-455E-A1FC-B987CCA82D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{078677AB-5389-455E-A1FC-B987CCA82DD9}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