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9B0ADA-27A1-4218-866B-2F7B7A8DFC2E}">
  <a:tblStyle styleId="{779B0ADA-27A1-4218-866B-2F7B7A8DFC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{779B0ADA-27A1-4218-866B-2F7B7A8DFC2E}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