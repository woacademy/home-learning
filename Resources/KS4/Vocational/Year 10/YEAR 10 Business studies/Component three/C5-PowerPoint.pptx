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F3CA8E-524B-4F5E-B168-0254FF325E73}">
  <a:tblStyle styleId="{57F3CA8E-524B-4F5E-B168-0254FF325E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{57F3CA8E-524B-4F5E-B168-0254FF325E73}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