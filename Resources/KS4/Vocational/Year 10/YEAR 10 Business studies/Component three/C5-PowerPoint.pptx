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8F98BA0-76D4-4F7E-ABCB-E7BD8F6D9C2B}">
  <a:tblStyle styleId="{58F98BA0-76D4-4F7E-ABCB-E7BD8F6D9C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{58F98BA0-76D4-4F7E-ABCB-E7BD8F6D9C2B}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