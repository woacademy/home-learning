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41BE82-0800-42A0-9A4F-5A0C0B8C52B9}">
  <a:tblStyle styleId="{8541BE82-0800-42A0-9A4F-5A0C0B8C52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{8541BE82-0800-42A0-9A4F-5A0C0B8C52B9}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