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77A03-AA9D-4F6D-A339-263318C9B4C7}">
  <a:tblStyle styleId="{FFA77A03-AA9D-4F6D-A339-263318C9B4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{FFA77A03-AA9D-4F6D-A339-263318C9B4C7}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