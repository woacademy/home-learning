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0709E2-7938-4D49-B2C7-8688F515F561}">
  <a:tblStyle styleId="{D00709E2-7938-4D49-B2C7-8688F515F5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{D00709E2-7938-4D49-B2C7-8688F515F561}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