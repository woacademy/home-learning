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F7B82C-4F09-438F-A33A-76C769BCF249}">
  <a:tblStyle styleId="{6AF7B82C-4F09-438F-A33A-76C769BCF2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{6AF7B82C-4F09-438F-A33A-76C769BCF249}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