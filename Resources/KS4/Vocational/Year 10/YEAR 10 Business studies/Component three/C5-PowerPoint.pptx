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E0054-8C1A-449B-9A60-566BB730777A}">
  <a:tblStyle styleId="{613E0054-8C1A-449B-9A60-566BB73077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{613E0054-8C1A-449B-9A60-566BB730777A}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