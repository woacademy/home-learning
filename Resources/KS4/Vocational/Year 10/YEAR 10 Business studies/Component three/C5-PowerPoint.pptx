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D5A480-C998-4638-B055-0269D31D2D04}">
  <a:tblStyle styleId="{64D5A480-C998-4638-B055-0269D31D2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{64D5A480-C998-4638-B055-0269D31D2D04}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