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9EC3D4-9B89-47CB-B193-179DC60C725F}">
  <a:tblStyle styleId="{BB9EC3D4-9B89-47CB-B193-179DC60C72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{BB9EC3D4-9B89-47CB-B193-179DC60C725F}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