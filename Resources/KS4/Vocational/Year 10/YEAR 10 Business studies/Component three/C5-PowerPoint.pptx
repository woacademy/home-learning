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9DD7296-C82A-4D70-8BFC-29B6F9499A42}">
  <a:tblStyle styleId="{D9DD7296-C82A-4D70-8BFC-29B6F9499A4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{D9DD7296-C82A-4D70-8BFC-29B6F9499A42}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