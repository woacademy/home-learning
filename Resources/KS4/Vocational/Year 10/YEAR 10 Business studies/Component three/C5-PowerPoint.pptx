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2A1EC2-7F7D-48AC-92DB-CD6C42A4119A}">
  <a:tblStyle styleId="{3C2A1EC2-7F7D-48AC-92DB-CD6C42A411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{3C2A1EC2-7F7D-48AC-92DB-CD6C42A4119A}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