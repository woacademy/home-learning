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EE1F73-436D-431D-9B5E-8ECBA2CE978B}">
  <a:tblStyle styleId="{FEEE1F73-436D-431D-9B5E-8ECBA2CE9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{FEEE1F73-436D-431D-9B5E-8ECBA2CE978B}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