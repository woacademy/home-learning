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0F2C78-10C6-4815-B38D-5C8C53DFB71B}">
  <a:tblStyle styleId="{D30F2C78-10C6-4815-B38D-5C8C53DFB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{D30F2C78-10C6-4815-B38D-5C8C53DFB71B}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