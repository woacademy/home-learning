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6B91E2-43FD-44B2-B79B-BAD20CA353F8}">
  <a:tblStyle styleId="{5F6B91E2-43FD-44B2-B79B-BAD20CA353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{5F6B91E2-43FD-44B2-B79B-BAD20CA353F8}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