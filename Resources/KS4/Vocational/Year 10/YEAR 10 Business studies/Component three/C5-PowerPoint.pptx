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260E99-D83D-40DF-8C7E-62751BD4332C}">
  <a:tblStyle styleId="{43260E99-D83D-40DF-8C7E-62751BD433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{43260E99-D83D-40DF-8C7E-62751BD4332C}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