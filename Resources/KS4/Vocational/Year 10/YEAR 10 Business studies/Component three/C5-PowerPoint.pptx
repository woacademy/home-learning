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B69FF0A-ADD7-4659-92C2-C934B3E5F21F}">
  <a:tblStyle styleId="{8B69FF0A-ADD7-4659-92C2-C934B3E5F21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{8B69FF0A-ADD7-4659-92C2-C934B3E5F21F}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