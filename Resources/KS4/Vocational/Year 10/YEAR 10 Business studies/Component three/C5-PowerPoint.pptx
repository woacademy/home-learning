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BC6B9F-E2E9-4357-ADC8-BB8372C22924}">
  <a:tblStyle styleId="{6CBC6B9F-E2E9-4357-ADC8-BB8372C229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{6CBC6B9F-E2E9-4357-ADC8-BB8372C22924}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