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9F91FA-2CC0-4B92-9A59-20B5093AF54B}">
  <a:tblStyle styleId="{859F91FA-2CC0-4B92-9A59-20B5093AF5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{859F91FA-2CC0-4B92-9A59-20B5093AF54B}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