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600DBC-C4FE-4E2D-9DC4-37BE7B5E54F8}">
  <a:tblStyle styleId="{52600DBC-C4FE-4E2D-9DC4-37BE7B5E54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{52600DBC-C4FE-4E2D-9DC4-37BE7B5E54F8}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