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91CC0E-66AC-4F85-9A16-8B4C04258415}">
  <a:tblStyle styleId="{1991CC0E-66AC-4F85-9A16-8B4C042584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{1991CC0E-66AC-4F85-9A16-8B4C04258415}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