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D7AED5-3943-48AE-9681-D8DB2769D1BC}">
  <a:tblStyle styleId="{D1D7AED5-3943-48AE-9681-D8DB2769D1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{D1D7AED5-3943-48AE-9681-D8DB2769D1BC}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