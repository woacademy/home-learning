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6BA2DE-B917-43AA-8145-68355EE48F77}">
  <a:tblStyle styleId="{8A6BA2DE-B917-43AA-8145-68355EE48F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{8A6BA2DE-B917-43AA-8145-68355EE48F77}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