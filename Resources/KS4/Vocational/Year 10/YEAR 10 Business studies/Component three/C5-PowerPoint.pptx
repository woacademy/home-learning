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66AF4-8654-4480-A1E3-090FC3570E56}">
  <a:tblStyle styleId="{47A66AF4-8654-4480-A1E3-090FC3570E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{47A66AF4-8654-4480-A1E3-090FC3570E56}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