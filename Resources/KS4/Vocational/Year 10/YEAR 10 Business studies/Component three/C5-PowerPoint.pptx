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1BF71B-2039-428D-8B3B-A69106BC5776}">
  <a:tblStyle styleId="{661BF71B-2039-428D-8B3B-A69106BC57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{661BF71B-2039-428D-8B3B-A69106BC5776}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