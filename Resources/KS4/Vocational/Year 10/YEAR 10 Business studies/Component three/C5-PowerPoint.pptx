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06A0B6A-2105-4C64-8D5C-511FB41DEB7C}">
  <a:tblStyle styleId="{906A0B6A-2105-4C64-8D5C-511FB41DEB7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{906A0B6A-2105-4C64-8D5C-511FB41DEB7C}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