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A8B6FE-83B8-408A-8AC9-4ADA9F2DA0FB}">
  <a:tblStyle styleId="{76A8B6FE-83B8-408A-8AC9-4ADA9F2DA0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{76A8B6FE-83B8-408A-8AC9-4ADA9F2DA0FB}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