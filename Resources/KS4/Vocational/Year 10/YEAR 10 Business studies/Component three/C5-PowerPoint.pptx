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75338-E917-43F2-92A6-14EF95B11A6A}">
  <a:tblStyle styleId="{9E175338-E917-43F2-92A6-14EF95B11A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{9E175338-E917-43F2-92A6-14EF95B11A6A}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