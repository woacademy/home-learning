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1287B-1B73-4CAC-A5AF-6F603349CD69}">
  <a:tblStyle styleId="{2631287B-1B73-4CAC-A5AF-6F603349C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{2631287B-1B73-4CAC-A5AF-6F603349CD69}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