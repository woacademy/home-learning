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B46A7-1399-44AB-A2E5-BBDAF3A7B5C6}">
  <a:tblStyle styleId="{CE3B46A7-1399-44AB-A2E5-BBDAF3A7B5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{CE3B46A7-1399-44AB-A2E5-BBDAF3A7B5C6}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