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C271EE-B502-4061-A14D-E01147CA9551}">
  <a:tblStyle styleId="{F8C271EE-B502-4061-A14D-E01147CA95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{F8C271EE-B502-4061-A14D-E01147CA9551}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