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C2F9A0-2F14-4E43-AF82-E50466436D52}">
  <a:tblStyle styleId="{DBC2F9A0-2F14-4E43-AF82-E50466436D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{DBC2F9A0-2F14-4E43-AF82-E50466436D52}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