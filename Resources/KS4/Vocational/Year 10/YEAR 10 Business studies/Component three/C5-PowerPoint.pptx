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6714DE-36CD-4AA1-AF74-A5B9E760B3A6}">
  <a:tblStyle styleId="{306714DE-36CD-4AA1-AF74-A5B9E760B3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{306714DE-36CD-4AA1-AF74-A5B9E760B3A6}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