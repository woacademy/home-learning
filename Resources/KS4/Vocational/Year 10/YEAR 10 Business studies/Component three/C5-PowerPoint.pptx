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43E1C1-D8E9-432F-826F-83C8D9E7D4CC}">
  <a:tblStyle styleId="{9943E1C1-D8E9-432F-826F-83C8D9E7D4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{9943E1C1-D8E9-432F-826F-83C8D9E7D4CC}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