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50876B-18AF-4F5C-879F-E7ACAF71D627}">
  <a:tblStyle styleId="{A550876B-18AF-4F5C-879F-E7ACAF71D6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{A550876B-18AF-4F5C-879F-E7ACAF71D627}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