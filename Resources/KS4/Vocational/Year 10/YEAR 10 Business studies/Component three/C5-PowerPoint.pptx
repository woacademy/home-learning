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6A5926-585F-4C14-BE3F-225498F0199D}">
  <a:tblStyle styleId="{B96A5926-585F-4C14-BE3F-225498F019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{B96A5926-585F-4C14-BE3F-225498F0199D}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