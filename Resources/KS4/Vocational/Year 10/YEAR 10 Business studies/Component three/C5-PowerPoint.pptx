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148570-9187-4997-AC45-0BB088F9D23D}">
  <a:tblStyle styleId="{42148570-9187-4997-AC45-0BB088F9D2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{42148570-9187-4997-AC45-0BB088F9D23D}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