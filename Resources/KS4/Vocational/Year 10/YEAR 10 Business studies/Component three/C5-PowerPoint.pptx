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C6AF93-7A31-4634-8871-5A963C1FE82F}">
  <a:tblStyle styleId="{75C6AF93-7A31-4634-8871-5A963C1FE8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{75C6AF93-7A31-4634-8871-5A963C1FE82F}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