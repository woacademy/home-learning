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84570D-8696-4B51-8074-04FB3A288805}">
  <a:tblStyle styleId="{F384570D-8696-4B51-8074-04FB3A2888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{F384570D-8696-4B51-8074-04FB3A288805}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