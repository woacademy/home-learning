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482329-0F11-4246-B811-E661ECE31A62}">
  <a:tblStyle styleId="{29482329-0F11-4246-B811-E661ECE31A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{29482329-0F11-4246-B811-E661ECE31A62}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