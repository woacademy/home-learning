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D22724-BE02-4FB2-93A5-D1B8613C1ADE}">
  <a:tblStyle styleId="{B2D22724-BE02-4FB2-93A5-D1B8613C1A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{B2D22724-BE02-4FB2-93A5-D1B8613C1ADE}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