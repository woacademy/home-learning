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0D3906-4AE8-4010-BD3B-586101449502}">
  <a:tblStyle styleId="{4B0D3906-4AE8-4010-BD3B-5861014495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{4B0D3906-4AE8-4010-BD3B-586101449502}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