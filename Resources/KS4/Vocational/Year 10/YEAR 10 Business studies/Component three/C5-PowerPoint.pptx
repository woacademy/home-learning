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846E95-98BA-494B-A4F6-413BB014342C}">
  <a:tblStyle styleId="{08846E95-98BA-494B-A4F6-413BB01434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{08846E95-98BA-494B-A4F6-413BB014342C}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