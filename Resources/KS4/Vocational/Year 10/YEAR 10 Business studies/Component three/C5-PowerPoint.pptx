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D7536E-01E5-46B1-B167-B3B0C775CECF}">
  <a:tblStyle styleId="{F4D7536E-01E5-46B1-B167-B3B0C775CE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{F4D7536E-01E5-46B1-B167-B3B0C775CECF}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