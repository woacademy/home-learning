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A207B8-406E-4D1D-A55F-C7A5E3F7F15F}">
  <a:tblStyle styleId="{3DA207B8-406E-4D1D-A55F-C7A5E3F7F1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{3DA207B8-406E-4D1D-A55F-C7A5E3F7F15F}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