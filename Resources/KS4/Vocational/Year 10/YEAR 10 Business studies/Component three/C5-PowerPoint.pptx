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27328C-9FF4-4098-B1B8-ADAB5B43DC73}">
  <a:tblStyle styleId="{E327328C-9FF4-4098-B1B8-ADAB5B43DC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{E327328C-9FF4-4098-B1B8-ADAB5B43DC73}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