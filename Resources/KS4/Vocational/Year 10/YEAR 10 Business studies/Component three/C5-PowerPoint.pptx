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2D43BB-F0C8-4778-936E-5CA8F630F5A5}">
  <a:tblStyle styleId="{472D43BB-F0C8-4778-936E-5CA8F630F5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{472D43BB-F0C8-4778-936E-5CA8F630F5A5}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