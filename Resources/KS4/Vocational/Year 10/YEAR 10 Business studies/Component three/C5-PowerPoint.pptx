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645F5D-0A42-4CFC-8CF7-4A2C8A6D90CC}">
  <a:tblStyle styleId="{84645F5D-0A42-4CFC-8CF7-4A2C8A6D9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{84645F5D-0A42-4CFC-8CF7-4A2C8A6D90CC}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