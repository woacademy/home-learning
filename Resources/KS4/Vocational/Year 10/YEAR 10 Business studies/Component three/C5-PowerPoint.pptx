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A17769-E49B-48C0-B7D9-CB3128045F31}">
  <a:tblStyle styleId="{E4A17769-E49B-48C0-B7D9-CB3128045F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{E4A17769-E49B-48C0-B7D9-CB3128045F31}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