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E821D7-2723-42AA-BF66-CD168F8E5671}">
  <a:tblStyle styleId="{06E821D7-2723-42AA-BF66-CD168F8E56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{06E821D7-2723-42AA-BF66-CD168F8E5671}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