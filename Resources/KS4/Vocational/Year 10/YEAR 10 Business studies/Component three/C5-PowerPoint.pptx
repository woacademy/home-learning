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8AC741-BE38-4EAF-8FB9-F819AEAE0943}">
  <a:tblStyle styleId="{398AC741-BE38-4EAF-8FB9-F819AEAE0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{398AC741-BE38-4EAF-8FB9-F819AEAE0943}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