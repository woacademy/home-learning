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634F251-A597-43B2-B14B-DE60D781F2E1}">
  <a:tblStyle styleId="{2634F251-A597-43B2-B14B-DE60D781F2E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{2634F251-A597-43B2-B14B-DE60D781F2E1}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