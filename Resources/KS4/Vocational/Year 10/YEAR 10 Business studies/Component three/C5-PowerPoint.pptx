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2D1F4-27B8-4457-97AC-0672108F816A}">
  <a:tblStyle styleId="{C482D1F4-27B8-4457-97AC-0672108F8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{C482D1F4-27B8-4457-97AC-0672108F816A}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