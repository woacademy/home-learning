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7E9041-C93A-4ABD-A4EA-608AB4B3054D}">
  <a:tblStyle styleId="{3F7E9041-C93A-4ABD-A4EA-608AB4B305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{3F7E9041-C93A-4ABD-A4EA-608AB4B3054D}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