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84B84E8-09EC-4527-885D-5E23F3FA0BF1}">
  <a:tblStyle styleId="{D84B84E8-09EC-4527-885D-5E23F3FA0B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{D84B84E8-09EC-4527-885D-5E23F3FA0BF1}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