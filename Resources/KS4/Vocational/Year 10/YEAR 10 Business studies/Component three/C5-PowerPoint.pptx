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4D4311-F52D-4551-84E6-91A42EFEB578}">
  <a:tblStyle styleId="{044D4311-F52D-4551-84E6-91A42EFEB5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{044D4311-F52D-4551-84E6-91A42EFEB578}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