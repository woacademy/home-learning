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7A4174-B004-4389-BE56-7C139A0209FF}">
  <a:tblStyle styleId="{377A4174-B004-4389-BE56-7C139A0209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{377A4174-B004-4389-BE56-7C139A0209FF}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