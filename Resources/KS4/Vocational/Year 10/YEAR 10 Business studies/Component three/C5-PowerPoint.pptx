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224343-C947-4A52-9CAC-A6A0474858C1}">
  <a:tblStyle styleId="{AD224343-C947-4A52-9CAC-A6A0474858C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{AD224343-C947-4A52-9CAC-A6A0474858C1}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