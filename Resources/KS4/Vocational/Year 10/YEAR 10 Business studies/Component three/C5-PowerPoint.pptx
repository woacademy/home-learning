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6C82FA-3B89-4171-81D0-EEF64F68A2A5}">
  <a:tblStyle styleId="{046C82FA-3B89-4171-81D0-EEF64F68A2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{046C82FA-3B89-4171-81D0-EEF64F68A2A5}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