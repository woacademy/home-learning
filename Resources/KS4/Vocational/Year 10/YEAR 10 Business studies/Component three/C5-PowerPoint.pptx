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EC0391-71FA-48EC-B34D-68458C9040A8}">
  <a:tblStyle styleId="{39EC0391-71FA-48EC-B34D-68458C9040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{39EC0391-71FA-48EC-B34D-68458C9040A8}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