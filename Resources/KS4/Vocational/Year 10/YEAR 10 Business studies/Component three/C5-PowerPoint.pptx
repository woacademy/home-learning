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3A8BF-C6CF-4DD1-A8D5-C7563AE386C6}">
  <a:tblStyle styleId="{6193A8BF-C6CF-4DD1-A8D5-C7563AE386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{6193A8BF-C6CF-4DD1-A8D5-C7563AE386C6}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