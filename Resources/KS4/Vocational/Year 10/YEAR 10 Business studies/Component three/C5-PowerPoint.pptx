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5C5280-7B91-43DF-BF60-A0059F688C37}">
  <a:tblStyle styleId="{C75C5280-7B91-43DF-BF60-A0059F688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{C75C5280-7B91-43DF-BF60-A0059F688C37}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