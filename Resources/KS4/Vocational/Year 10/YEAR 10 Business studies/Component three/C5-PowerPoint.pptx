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A1ADF-0524-401A-8189-D3EEFF0F79A6}">
  <a:tblStyle styleId="{FB0A1ADF-0524-401A-8189-D3EEFF0F7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{FB0A1ADF-0524-401A-8189-D3EEFF0F79A6}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