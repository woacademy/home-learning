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47624-1B79-48FD-BD53-AAF6C48C9721}">
  <a:tblStyle styleId="{80247624-1B79-48FD-BD53-AAF6C48C97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{80247624-1B79-48FD-BD53-AAF6C48C9721}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