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1E467A-3AB1-49ED-A13F-DC3D7862386E}">
  <a:tblStyle styleId="{C31E467A-3AB1-49ED-A13F-DC3D786238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{C31E467A-3AB1-49ED-A13F-DC3D7862386E}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