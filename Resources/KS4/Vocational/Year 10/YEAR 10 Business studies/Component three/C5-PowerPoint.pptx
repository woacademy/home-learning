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2FD5834-8578-4230-AF21-31F483DB162B}">
  <a:tblStyle styleId="{02FD5834-8578-4230-AF21-31F483DB16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{02FD5834-8578-4230-AF21-31F483DB162B}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