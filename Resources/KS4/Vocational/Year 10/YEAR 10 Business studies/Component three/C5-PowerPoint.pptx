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240E2D-858A-47A9-B916-BA1DC575A522}">
  <a:tblStyle styleId="{CA240E2D-858A-47A9-B916-BA1DC575A5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{CA240E2D-858A-47A9-B916-BA1DC575A522}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