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B0CC0094-21C8-4E85-87A8-8FB196639759}">
  <a:tblStyle styleId="{B0CC0094-21C8-4E85-87A8-8FB19663975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{B0CC0094-21C8-4E85-87A8-8FB196639759}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