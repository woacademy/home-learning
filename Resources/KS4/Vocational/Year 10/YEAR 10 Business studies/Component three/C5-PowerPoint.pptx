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CD790-3014-4C76-B57C-98B9121E7D7B}">
  <a:tblStyle styleId="{A6ECD790-3014-4C76-B57C-98B9121E7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{A6ECD790-3014-4C76-B57C-98B9121E7D7B}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