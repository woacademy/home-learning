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8979E4-2F26-453B-B770-59A210A3DC45}">
  <a:tblStyle styleId="{4E8979E4-2F26-453B-B770-59A210A3DC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{4E8979E4-2F26-453B-B770-59A210A3DC45}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