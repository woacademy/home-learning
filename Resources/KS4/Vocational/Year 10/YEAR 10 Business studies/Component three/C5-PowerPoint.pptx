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F70E00-A13B-4C10-82E1-66E6BA9936BD}">
  <a:tblStyle styleId="{F6F70E00-A13B-4C10-82E1-66E6BA9936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{F6F70E00-A13B-4C10-82E1-66E6BA9936BD}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