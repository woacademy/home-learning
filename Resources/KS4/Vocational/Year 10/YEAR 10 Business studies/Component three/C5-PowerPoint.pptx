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EA2E29-D6F6-43BE-A08C-4B9EEAE8A21E}">
  <a:tblStyle styleId="{83EA2E29-D6F6-43BE-A08C-4B9EEAE8A2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{83EA2E29-D6F6-43BE-A08C-4B9EEAE8A21E}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