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EC0001-81D8-4235-ACC4-72CF279D041D}">
  <a:tblStyle styleId="{16EC0001-81D8-4235-ACC4-72CF279D041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{16EC0001-81D8-4235-ACC4-72CF279D041D}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