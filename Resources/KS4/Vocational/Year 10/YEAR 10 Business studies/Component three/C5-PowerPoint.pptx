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578779-389B-4830-B23C-0E4B15AE0CC1}">
  <a:tblStyle styleId="{CA578779-389B-4830-B23C-0E4B15AE0C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{CA578779-389B-4830-B23C-0E4B15AE0CC1}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