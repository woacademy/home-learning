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0917C5-AB33-42F0-97D2-2A9E1B84388A}">
  <a:tblStyle styleId="{BC0917C5-AB33-42F0-97D2-2A9E1B843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{BC0917C5-AB33-42F0-97D2-2A9E1B84388A}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