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1CC96-4B0C-478E-A8C5-8F830C9C961A}">
  <a:tblStyle styleId="{9A91CC96-4B0C-478E-A8C5-8F830C9C96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{9A91CC96-4B0C-478E-A8C5-8F830C9C961A}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