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9B371F-7282-4BBA-9215-6A2517B0D5EF}">
  <a:tblStyle styleId="{009B371F-7282-4BBA-9215-6A2517B0D5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{009B371F-7282-4BBA-9215-6A2517B0D5EF}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