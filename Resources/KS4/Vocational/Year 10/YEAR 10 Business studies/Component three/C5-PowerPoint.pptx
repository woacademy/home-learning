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AA80938-65D2-4A75-8B2F-F5C69485F03C}">
  <a:tblStyle styleId="{BAA80938-65D2-4A75-8B2F-F5C69485F03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{BAA80938-65D2-4A75-8B2F-F5C69485F03C}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