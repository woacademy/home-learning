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C58F36-F534-491C-B608-A964947DD677}">
  <a:tblStyle styleId="{60C58F36-F534-491C-B608-A964947DD6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{60C58F36-F534-491C-B608-A964947DD677}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