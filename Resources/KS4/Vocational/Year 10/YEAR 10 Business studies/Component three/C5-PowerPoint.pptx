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177034-C189-4E86-B644-9A5CCAE32D7A}">
  <a:tblStyle styleId="{A7177034-C189-4E86-B644-9A5CCAE32D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{A7177034-C189-4E86-B644-9A5CCAE32D7A}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