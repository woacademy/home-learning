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F5FA982-45D9-4571-BDCA-E2D773AE643D}">
  <a:tblStyle styleId="{0F5FA982-45D9-4571-BDCA-E2D773AE64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{0F5FA982-45D9-4571-BDCA-E2D773AE643D}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