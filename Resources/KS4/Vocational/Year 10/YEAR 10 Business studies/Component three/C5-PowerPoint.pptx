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CDEE3B-3A4A-42FC-AACC-20897F395402}">
  <a:tblStyle styleId="{43CDEE3B-3A4A-42FC-AACC-20897F3954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{43CDEE3B-3A4A-42FC-AACC-20897F395402}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