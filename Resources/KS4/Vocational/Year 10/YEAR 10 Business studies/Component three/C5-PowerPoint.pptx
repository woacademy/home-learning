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E6CBA9D-F11F-4CE3-9487-0C667827A8CC}">
  <a:tblStyle styleId="{2E6CBA9D-F11F-4CE3-9487-0C667827A8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{2E6CBA9D-F11F-4CE3-9487-0C667827A8CC}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