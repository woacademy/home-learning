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E981E1-B069-4302-A295-BE8525F53B20}">
  <a:tblStyle styleId="{8FE981E1-B069-4302-A295-BE8525F53B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{8FE981E1-B069-4302-A295-BE8525F53B20}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