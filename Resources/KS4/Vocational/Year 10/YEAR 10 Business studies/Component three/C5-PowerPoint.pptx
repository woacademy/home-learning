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BA11D2-F988-4905-915D-F2109C1C7957}">
  <a:tblStyle styleId="{87BA11D2-F988-4905-915D-F2109C1C7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{87BA11D2-F988-4905-915D-F2109C1C7957}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