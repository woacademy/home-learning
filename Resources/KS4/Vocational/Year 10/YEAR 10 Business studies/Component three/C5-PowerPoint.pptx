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70600E-15E3-4A85-BFFF-72286DB61B2A}">
  <a:tblStyle styleId="{8370600E-15E3-4A85-BFFF-72286DB61B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{8370600E-15E3-4A85-BFFF-72286DB61B2A}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