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343CB8-9A2E-444B-9233-EBB671DC9EC2}">
  <a:tblStyle styleId="{DF343CB8-9A2E-444B-9233-EBB671DC9E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{DF343CB8-9A2E-444B-9233-EBB671DC9EC2}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