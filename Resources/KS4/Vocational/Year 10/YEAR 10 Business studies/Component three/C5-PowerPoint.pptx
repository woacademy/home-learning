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F36C9-2521-456C-A405-6568B6CB9D55}">
  <a:tblStyle styleId="{5CAF36C9-2521-456C-A405-6568B6CB9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{5CAF36C9-2521-456C-A405-6568B6CB9D55}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