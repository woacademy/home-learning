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4A76187-8A4E-4C61-B2AA-6A7925668801}">
  <a:tblStyle styleId="{94A76187-8A4E-4C61-B2AA-6A792566880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{94A76187-8A4E-4C61-B2AA-6A7925668801}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