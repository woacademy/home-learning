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4E91B07-7E86-4DE2-87D5-F62B8FBA58B7}">
  <a:tblStyle styleId="{C4E91B07-7E86-4DE2-87D5-F62B8FBA58B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{C4E91B07-7E86-4DE2-87D5-F62B8FBA58B7}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