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9C0504-1EFE-4E75-B703-5DF655BB3084}">
  <a:tblStyle styleId="{B89C0504-1EFE-4E75-B703-5DF655BB30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{B89C0504-1EFE-4E75-B703-5DF655BB3084}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