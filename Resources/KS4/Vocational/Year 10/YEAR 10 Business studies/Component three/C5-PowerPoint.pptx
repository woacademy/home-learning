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FF601E-5880-4822-BD6F-4507129A2F18}">
  <a:tblStyle styleId="{CEFF601E-5880-4822-BD6F-4507129A2F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{CEFF601E-5880-4822-BD6F-4507129A2F18}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