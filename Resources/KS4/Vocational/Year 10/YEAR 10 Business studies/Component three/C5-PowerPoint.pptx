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C070D7-9736-4EDC-8259-A69EC0E09DBF}">
  <a:tblStyle styleId="{B2C070D7-9736-4EDC-8259-A69EC0E09D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{B2C070D7-9736-4EDC-8259-A69EC0E09DBF}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