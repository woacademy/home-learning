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942E91-DC47-4CAA-94DF-067CA876000D}">
  <a:tblStyle styleId="{F1942E91-DC47-4CAA-94DF-067CA87600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{F1942E91-DC47-4CAA-94DF-067CA876000D}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