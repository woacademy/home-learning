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00E754-FA11-4F80-BB8F-0D8B79C77885}">
  <a:tblStyle styleId="{D900E754-FA11-4F80-BB8F-0D8B79C778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{D900E754-FA11-4F80-BB8F-0D8B79C77885}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