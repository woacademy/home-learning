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4ACA8-372F-44F6-8C98-4A3E95539F24}">
  <a:tblStyle styleId="{46D4ACA8-372F-44F6-8C98-4A3E95539F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{46D4ACA8-372F-44F6-8C98-4A3E95539F24}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