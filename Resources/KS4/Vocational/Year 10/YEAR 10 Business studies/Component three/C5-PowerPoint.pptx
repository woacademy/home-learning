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611154-ECD9-4B47-93D0-6B417616975D}">
  <a:tblStyle styleId="{B0611154-ECD9-4B47-93D0-6B41761697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{B0611154-ECD9-4B47-93D0-6B417616975D}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