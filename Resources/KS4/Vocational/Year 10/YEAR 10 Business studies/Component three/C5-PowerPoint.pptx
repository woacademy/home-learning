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83AB37-956B-430E-8A01-6219A38CAFF6}">
  <a:tblStyle styleId="{4183AB37-956B-430E-8A01-6219A38CAF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{4183AB37-956B-430E-8A01-6219A38CAFF6}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