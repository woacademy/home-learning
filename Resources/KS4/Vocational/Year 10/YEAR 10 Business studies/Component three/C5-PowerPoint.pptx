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14A1B6F-9241-4687-97E1-7C3C9E9702C7}">
  <a:tblStyle styleId="{414A1B6F-9241-4687-97E1-7C3C9E9702C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{414A1B6F-9241-4687-97E1-7C3C9E9702C7}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