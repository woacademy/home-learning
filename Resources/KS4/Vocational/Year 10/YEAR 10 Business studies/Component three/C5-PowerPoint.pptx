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88649D-172C-4293-9983-4AD6D93C88B3}">
  <a:tblStyle styleId="{D988649D-172C-4293-9983-4AD6D93C88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{D988649D-172C-4293-9983-4AD6D93C88B3}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