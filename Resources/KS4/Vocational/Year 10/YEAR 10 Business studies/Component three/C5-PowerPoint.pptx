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5F4A4A-7CB8-4CFC-9975-65CD298EBE0D}">
  <a:tblStyle styleId="{CE5F4A4A-7CB8-4CFC-9975-65CD298EBE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{CE5F4A4A-7CB8-4CFC-9975-65CD298EBE0D}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