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8D18E842-8596-4B11-9223-54FB38A9D05C}">
  <a:tblStyle styleId="{8D18E842-8596-4B11-9223-54FB38A9D0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{8D18E842-8596-4B11-9223-54FB38A9D05C}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