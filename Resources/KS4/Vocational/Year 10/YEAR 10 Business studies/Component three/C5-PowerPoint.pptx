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D055F3-9BA7-4D96-9250-2B4513B81393}">
  <a:tblStyle styleId="{59D055F3-9BA7-4D96-9250-2B4513B813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{59D055F3-9BA7-4D96-9250-2B4513B81393}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