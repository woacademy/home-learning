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309DCCB-F9EF-46CB-B300-5305A35B8D04}">
  <a:tblStyle styleId="{7309DCCB-F9EF-46CB-B300-5305A35B8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{7309DCCB-F9EF-46CB-B300-5305A35B8D04}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