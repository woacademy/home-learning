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DFE50-1843-4336-AFAC-6C3ADC878FFD}">
  <a:tblStyle styleId="{B48DFE50-1843-4336-AFAC-6C3ADC878F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{B48DFE50-1843-4336-AFAC-6C3ADC878FFD}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