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E8320D-A2B6-4942-AD10-B4B2DE70BD4C}">
  <a:tblStyle styleId="{62E8320D-A2B6-4942-AD10-B4B2DE70BD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{62E8320D-A2B6-4942-AD10-B4B2DE70BD4C}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