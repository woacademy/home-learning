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EA3E71D-A7E7-4C05-8944-FCAF4FB1FC30}">
  <a:tblStyle styleId="{3EA3E71D-A7E7-4C05-8944-FCAF4FB1FC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{3EA3E71D-A7E7-4C05-8944-FCAF4FB1FC30}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