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216034-A97F-4151-BC81-8DA35BD67445}">
  <a:tblStyle styleId="{E5216034-A97F-4151-BC81-8DA35BD674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{E5216034-A97F-4151-BC81-8DA35BD67445}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