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E0B2F4-37A4-4B0F-8881-3C9B443A109D}">
  <a:tblStyle styleId="{18E0B2F4-37A4-4B0F-8881-3C9B443A10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{18E0B2F4-37A4-4B0F-8881-3C9B443A109D}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