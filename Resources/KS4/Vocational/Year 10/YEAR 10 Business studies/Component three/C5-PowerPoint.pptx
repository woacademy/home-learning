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A7360-46BD-46DB-A35A-6B59BD7F487C}">
  <a:tblStyle styleId="{36DA7360-46BD-46DB-A35A-6B59BD7F48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{36DA7360-46BD-46DB-A35A-6B59BD7F487C}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