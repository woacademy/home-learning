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DA092F-EBC9-46F5-9DB8-0EE2A5E6CB49}">
  <a:tblStyle styleId="{72DA092F-EBC9-46F5-9DB8-0EE2A5E6CB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{72DA092F-EBC9-46F5-9DB8-0EE2A5E6CB49}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