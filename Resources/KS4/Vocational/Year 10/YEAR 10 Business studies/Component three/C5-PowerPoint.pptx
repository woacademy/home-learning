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B1477B-6772-48C8-8A32-AF732C7FE1E4}">
  <a:tblStyle styleId="{6DB1477B-6772-48C8-8A32-AF732C7FE1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{6DB1477B-6772-48C8-8A32-AF732C7FE1E4}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