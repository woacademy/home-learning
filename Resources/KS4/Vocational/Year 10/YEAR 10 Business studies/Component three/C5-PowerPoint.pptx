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CE3D8C-8194-4F58-9C3D-3719B89FE7C4}">
  <a:tblStyle styleId="{E9CE3D8C-8194-4F58-9C3D-3719B89FE7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{E9CE3D8C-8194-4F58-9C3D-3719B89FE7C4}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