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35DA93-F94A-4B5D-A9B5-C1A716E45CDB}">
  <a:tblStyle styleId="{B835DA93-F94A-4B5D-A9B5-C1A716E45C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{B835DA93-F94A-4B5D-A9B5-C1A716E45CDB}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