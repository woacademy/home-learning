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7D169E-1721-45E9-B914-A6CC963908D7}">
  <a:tblStyle styleId="{A57D169E-1721-45E9-B914-A6CC963908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{A57D169E-1721-45E9-B914-A6CC963908D7}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