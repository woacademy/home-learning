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1ADFA3-3AC4-4D32-B145-DD53571B69B4}">
  <a:tblStyle styleId="{C71ADFA3-3AC4-4D32-B145-DD53571B69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{C71ADFA3-3AC4-4D32-B145-DD53571B69B4}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