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1C76DE-39B0-4CFE-9826-CE04DB8F32EF}">
  <a:tblStyle styleId="{111C76DE-39B0-4CFE-9826-CE04DB8F32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{111C76DE-39B0-4CFE-9826-CE04DB8F32EF}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