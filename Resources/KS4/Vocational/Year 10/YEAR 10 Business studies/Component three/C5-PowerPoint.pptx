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614327-8978-40AC-9CAA-7E349568B319}">
  <a:tblStyle styleId="{2F614327-8978-40AC-9CAA-7E349568B3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{2F614327-8978-40AC-9CAA-7E349568B319}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