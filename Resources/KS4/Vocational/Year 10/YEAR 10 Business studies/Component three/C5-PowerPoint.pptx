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A0190C-B820-4218-89FA-BDFADE48523E}">
  <a:tblStyle styleId="{F5A0190C-B820-4218-89FA-BDFADE4852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{F5A0190C-B820-4218-89FA-BDFADE48523E}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