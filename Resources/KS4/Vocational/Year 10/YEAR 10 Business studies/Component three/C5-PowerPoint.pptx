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45CF11-9394-4B34-9B45-D88A8E7B5D21}">
  <a:tblStyle styleId="{3145CF11-9394-4B34-9B45-D88A8E7B5D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{3145CF11-9394-4B34-9B45-D88A8E7B5D21}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