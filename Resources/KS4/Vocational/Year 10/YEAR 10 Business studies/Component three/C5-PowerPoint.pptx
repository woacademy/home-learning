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38C2D7-E416-4A67-A812-30D4A8B3A032}">
  <a:tblStyle styleId="{0E38C2D7-E416-4A67-A812-30D4A8B3A0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{0E38C2D7-E416-4A67-A812-30D4A8B3A032}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