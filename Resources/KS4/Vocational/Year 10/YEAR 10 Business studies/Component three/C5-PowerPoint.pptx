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027521-C16B-45BB-9ECB-7F87A74AF1FD}">
  <a:tblStyle styleId="{81027521-C16B-45BB-9ECB-7F87A74AF1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{81027521-C16B-45BB-9ECB-7F87A74AF1FD}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