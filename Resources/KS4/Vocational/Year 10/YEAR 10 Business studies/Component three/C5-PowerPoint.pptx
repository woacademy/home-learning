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443468-051B-4535-94A6-7D8FC2EA0160}">
  <a:tblStyle styleId="{40443468-051B-4535-94A6-7D8FC2EA01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{40443468-051B-4535-94A6-7D8FC2EA0160}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