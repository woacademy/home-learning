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AC414A-1F7F-430A-A97F-AE5DCC4E8988}">
  <a:tblStyle styleId="{B8AC414A-1F7F-430A-A97F-AE5DCC4E89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{B8AC414A-1F7F-430A-A97F-AE5DCC4E8988}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