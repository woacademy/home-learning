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EA020D-00AE-4786-84D2-2D01D324BFA2}">
  <a:tblStyle styleId="{67EA020D-00AE-4786-84D2-2D01D324BF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{67EA020D-00AE-4786-84D2-2D01D324BFA2}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