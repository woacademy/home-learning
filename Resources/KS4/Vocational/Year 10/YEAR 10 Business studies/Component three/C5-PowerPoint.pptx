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B6A012-5026-4C98-A7C1-4F01D8765F3B}">
  <a:tblStyle styleId="{E3B6A012-5026-4C98-A7C1-4F01D8765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{E3B6A012-5026-4C98-A7C1-4F01D8765F3B}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