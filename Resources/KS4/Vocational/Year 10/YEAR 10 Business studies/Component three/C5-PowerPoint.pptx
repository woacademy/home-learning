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DEFE9-D775-456C-8BA2-8A919FEA767D}">
  <a:tblStyle styleId="{ABCDEFE9-D775-456C-8BA2-8A919FEA76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{ABCDEFE9-D775-456C-8BA2-8A919FEA767D}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