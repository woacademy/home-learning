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717F06-8EB6-4FE7-A0D5-AB0E412A5FAD}">
  <a:tblStyle styleId="{92717F06-8EB6-4FE7-A0D5-AB0E412A5F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{92717F06-8EB6-4FE7-A0D5-AB0E412A5FAD}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