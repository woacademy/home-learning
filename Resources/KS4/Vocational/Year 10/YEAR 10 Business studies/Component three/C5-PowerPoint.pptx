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0788C0-17FA-4C12-B783-2444BF3DF505}">
  <a:tblStyle styleId="{840788C0-17FA-4C12-B783-2444BF3DF5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{840788C0-17FA-4C12-B783-2444BF3DF505}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