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E6D239-40B2-45E2-99A4-DF76A8A44B46}">
  <a:tblStyle styleId="{71E6D239-40B2-45E2-99A4-DF76A8A44B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{71E6D239-40B2-45E2-99A4-DF76A8A44B46}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