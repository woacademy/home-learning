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5692B1-02CD-4B96-89FF-D6FEB446E249}">
  <a:tblStyle styleId="{4F5692B1-02CD-4B96-89FF-D6FEB446E2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{4F5692B1-02CD-4B96-89FF-D6FEB446E249}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