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24537-D2D3-4C55-B5C2-1F3AC4B68CB9}">
  <a:tblStyle styleId="{31124537-D2D3-4C55-B5C2-1F3AC4B68C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{31124537-D2D3-4C55-B5C2-1F3AC4B68CB9}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