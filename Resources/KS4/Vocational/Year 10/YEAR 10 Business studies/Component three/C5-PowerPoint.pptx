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FB8A27-6478-47F1-9524-5F52462C0C4B}">
  <a:tblStyle styleId="{83FB8A27-6478-47F1-9524-5F52462C0C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{83FB8A27-6478-47F1-9524-5F52462C0C4B}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