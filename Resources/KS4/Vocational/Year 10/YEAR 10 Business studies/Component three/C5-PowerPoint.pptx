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354EF6-AD4D-4627-A9F0-472EAA57AD12}">
  <a:tblStyle styleId="{36354EF6-AD4D-4627-A9F0-472EAA57AD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{36354EF6-AD4D-4627-A9F0-472EAA57AD12}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