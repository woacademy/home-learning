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735D5C-2703-4B5E-8439-955E4F50CA7F}">
  <a:tblStyle styleId="{81735D5C-2703-4B5E-8439-955E4F50CA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{81735D5C-2703-4B5E-8439-955E4F50CA7F}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