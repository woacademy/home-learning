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D9FA60-3255-4632-A203-2F0043AB49BB}">
  <a:tblStyle styleId="{48D9FA60-3255-4632-A203-2F0043AB49B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{48D9FA60-3255-4632-A203-2F0043AB49BB}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