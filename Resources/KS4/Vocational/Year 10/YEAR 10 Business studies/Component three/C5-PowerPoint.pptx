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0FC7D7-AD44-4A62-93BD-E3CE0FAC36BF}">
  <a:tblStyle styleId="{8C0FC7D7-AD44-4A62-93BD-E3CE0FAC36B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{8C0FC7D7-AD44-4A62-93BD-E3CE0FAC36BF}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