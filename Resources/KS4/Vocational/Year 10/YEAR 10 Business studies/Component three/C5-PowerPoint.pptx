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6AEC54-1F42-44C9-8DBF-61F381735BB4}">
  <a:tblStyle styleId="{CD6AEC54-1F42-44C9-8DBF-61F381735B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{CD6AEC54-1F42-44C9-8DBF-61F381735BB4}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