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E46538-BF72-4892-8ABF-82D8DC804D16}">
  <a:tblStyle styleId="{FEE46538-BF72-4892-8ABF-82D8DC804D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{FEE46538-BF72-4892-8ABF-82D8DC804D16}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