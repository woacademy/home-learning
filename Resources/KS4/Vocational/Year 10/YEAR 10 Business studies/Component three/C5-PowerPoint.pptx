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AA76CD-EE1D-4B27-B288-01B3FD780241}">
  <a:tblStyle styleId="{B6AA76CD-EE1D-4B27-B288-01B3FD78024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{B6AA76CD-EE1D-4B27-B288-01B3FD780241}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