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5922D3-9378-4D68-B3DE-B5E95488286E}">
  <a:tblStyle styleId="{135922D3-9378-4D68-B3DE-B5E9548828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{135922D3-9378-4D68-B3DE-B5E95488286E}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