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C490CC-13FF-448F-9C08-6AD4DB8EF13A}">
  <a:tblStyle styleId="{86C490CC-13FF-448F-9C08-6AD4DB8EF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{86C490CC-13FF-448F-9C08-6AD4DB8EF13A}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