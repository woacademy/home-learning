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D4DC3E-1629-4A5C-90F0-0E3B58AF5F31}">
  <a:tblStyle styleId="{2BD4DC3E-1629-4A5C-90F0-0E3B58AF5F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{2BD4DC3E-1629-4A5C-90F0-0E3B58AF5F31}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