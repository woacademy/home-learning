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18DA39-AA7A-48BD-ADF6-4F90AE7DD60B}">
  <a:tblStyle styleId="{0718DA39-AA7A-48BD-ADF6-4F90AE7DD6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{0718DA39-AA7A-48BD-ADF6-4F90AE7DD60B}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