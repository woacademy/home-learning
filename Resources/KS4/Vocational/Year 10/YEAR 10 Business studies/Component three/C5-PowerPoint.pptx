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877CCE-D36C-421D-965F-8EF40E92555C}">
  <a:tblStyle styleId="{C1877CCE-D36C-421D-965F-8EF40E9255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{C1877CCE-D36C-421D-965F-8EF40E92555C}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