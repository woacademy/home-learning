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05E5E5F-41D9-46D9-9DC9-97C3F918EE22}">
  <a:tblStyle styleId="{205E5E5F-41D9-46D9-9DC9-97C3F918EE2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{205E5E5F-41D9-46D9-9DC9-97C3F918EE22}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