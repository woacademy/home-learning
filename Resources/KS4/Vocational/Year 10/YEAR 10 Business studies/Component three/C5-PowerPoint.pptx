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D0A66B-A978-4DDB-BC36-89AE28226080}">
  <a:tblStyle styleId="{F3D0A66B-A978-4DDB-BC36-89AE282260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{F3D0A66B-A978-4DDB-BC36-89AE28226080}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