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D8FB8C-FFF1-46A3-9066-B355E5FFA996}">
  <a:tblStyle styleId="{B0D8FB8C-FFF1-46A3-9066-B355E5FFA9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{B0D8FB8C-FFF1-46A3-9066-B355E5FFA996}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