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84F7AA-DAAB-4309-8053-5714A941C770}">
  <a:tblStyle styleId="{9684F7AA-DAAB-4309-8053-5714A941C7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{9684F7AA-DAAB-4309-8053-5714A941C770}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