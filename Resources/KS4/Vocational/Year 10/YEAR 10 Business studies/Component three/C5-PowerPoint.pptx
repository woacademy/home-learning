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85A7BE63-04B1-41EE-BC78-7DEEE71FEC9E}">
  <a:tblStyle styleId="{85A7BE63-04B1-41EE-BC78-7DEEE71FEC9E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5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{85A7BE63-04B1-41EE-BC78-7DEEE71FEC9E}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