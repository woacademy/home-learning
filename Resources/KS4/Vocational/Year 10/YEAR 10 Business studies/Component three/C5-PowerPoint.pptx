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C26F97-A76A-48D9-92E2-A9D21337021D}">
  <a:tblStyle styleId="{1EC26F97-A76A-48D9-92E2-A9D2133702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{1EC26F97-A76A-48D9-92E2-A9D21337021D}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