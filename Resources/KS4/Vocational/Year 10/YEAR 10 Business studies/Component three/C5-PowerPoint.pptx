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D402A0-0E2F-4B92-A550-BCAD2FD8AF14}">
  <a:tblStyle styleId="{02D402A0-0E2F-4B92-A550-BCAD2FD8AF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{02D402A0-0E2F-4B92-A550-BCAD2FD8AF14}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