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EDB4F9-694C-4948-BC9D-C5C0872D000B}">
  <a:tblStyle styleId="{1CEDB4F9-694C-4948-BC9D-C5C0872D00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{1CEDB4F9-694C-4948-BC9D-C5C0872D000B}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