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913D08-AC95-4CB1-8CD9-06E117EA82B3}">
  <a:tblStyle styleId="{DB913D08-AC95-4CB1-8CD9-06E117EA8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{DB913D08-AC95-4CB1-8CD9-06E117EA82B3}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