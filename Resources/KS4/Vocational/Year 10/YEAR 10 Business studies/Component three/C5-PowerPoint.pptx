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AF1CB-D8E6-4163-BD62-63A68243A396}">
  <a:tblStyle styleId="{918AF1CB-D8E6-4163-BD62-63A68243A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{918AF1CB-D8E6-4163-BD62-63A68243A396}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