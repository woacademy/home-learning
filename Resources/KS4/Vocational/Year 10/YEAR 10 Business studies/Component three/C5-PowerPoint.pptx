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0918CF-20C7-4D66-9DF6-41050A2A9292}">
  <a:tblStyle styleId="{600918CF-20C7-4D66-9DF6-41050A2A929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{600918CF-20C7-4D66-9DF6-41050A2A9292}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