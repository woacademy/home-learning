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A50A35-B9DE-48B5-A7BC-0AAE5D9AA7C8}">
  <a:tblStyle styleId="{1AA50A35-B9DE-48B5-A7BC-0AAE5D9AA7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{1AA50A35-B9DE-48B5-A7BC-0AAE5D9AA7C8}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