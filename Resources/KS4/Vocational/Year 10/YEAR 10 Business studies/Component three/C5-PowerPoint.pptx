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F45F9F-CBB8-4EB5-BACA-0E5FC39F751B}">
  <a:tblStyle styleId="{4DF45F9F-CBB8-4EB5-BACA-0E5FC39F751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{4DF45F9F-CBB8-4EB5-BACA-0E5FC39F751B}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