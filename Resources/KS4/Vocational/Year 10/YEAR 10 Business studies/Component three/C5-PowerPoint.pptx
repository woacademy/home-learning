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06038-7091-403C-AB92-7F49C148325D}">
  <a:tblStyle styleId="{64206038-7091-403C-AB92-7F49C14832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{64206038-7091-403C-AB92-7F49C148325D}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