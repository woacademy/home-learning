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2B0E71-1E52-44F4-BBB1-4AA7F567E952}">
  <a:tblStyle styleId="{652B0E71-1E52-44F4-BBB1-4AA7F567E9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{652B0E71-1E52-44F4-BBB1-4AA7F567E952}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