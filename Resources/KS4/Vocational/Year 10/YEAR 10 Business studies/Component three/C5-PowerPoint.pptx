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FA3112-7ECB-4E2E-88F8-2F8BF7FCA552}">
  <a:tblStyle styleId="{B1FA3112-7ECB-4E2E-88F8-2F8BF7FCA5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{B1FA3112-7ECB-4E2E-88F8-2F8BF7FCA552}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