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23879F-F561-49E6-ADE6-2A4D6AB6DBF5}">
  <a:tblStyle styleId="{2A23879F-F561-49E6-ADE6-2A4D6AB6DB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{2A23879F-F561-49E6-ADE6-2A4D6AB6DBF5}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