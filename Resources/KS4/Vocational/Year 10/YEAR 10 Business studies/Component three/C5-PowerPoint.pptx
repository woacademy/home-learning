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CEE54B-F437-46DB-AC4E-3D25BAF7D1BF}">
  <a:tblStyle styleId="{BECEE54B-F437-46DB-AC4E-3D25BAF7D1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{BECEE54B-F437-46DB-AC4E-3D25BAF7D1BF}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