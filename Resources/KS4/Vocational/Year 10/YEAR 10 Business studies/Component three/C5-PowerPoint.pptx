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4376CD-DA8B-4834-98DE-CE4ED60ADA56}">
  <a:tblStyle styleId="{1C4376CD-DA8B-4834-98DE-CE4ED60ADA5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{1C4376CD-DA8B-4834-98DE-CE4ED60ADA56}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