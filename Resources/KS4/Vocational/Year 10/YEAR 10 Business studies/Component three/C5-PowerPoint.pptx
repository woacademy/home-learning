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27E78E-AE89-47CF-91A1-5F7CDACD57F2}">
  <a:tblStyle styleId="{F827E78E-AE89-47CF-91A1-5F7CDACD57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{F827E78E-AE89-47CF-91A1-5F7CDACD57F2}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