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3720FD-4262-4B8E-A303-5625BDF49D87}">
  <a:tblStyle styleId="{493720FD-4262-4B8E-A303-5625BDF49D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{493720FD-4262-4B8E-A303-5625BDF49D87}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