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A3541-44E7-4AEB-9560-3C5B0944A9D6}">
  <a:tblStyle styleId="{A09A3541-44E7-4AEB-9560-3C5B0944A9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{A09A3541-44E7-4AEB-9560-3C5B0944A9D6}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