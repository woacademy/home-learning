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5724B6-4652-43BD-8AC8-1F1BECE32DAC}">
  <a:tblStyle styleId="{B75724B6-4652-43BD-8AC8-1F1BECE32D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{B75724B6-4652-43BD-8AC8-1F1BECE32DAC}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