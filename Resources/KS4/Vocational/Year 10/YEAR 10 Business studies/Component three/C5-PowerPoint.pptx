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BA11C3-5396-4CF8-B2B4-E1752B1660B2}">
  <a:tblStyle styleId="{37BA11C3-5396-4CF8-B2B4-E1752B166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{37BA11C3-5396-4CF8-B2B4-E1752B1660B2}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