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1786CA-0AE5-4C5D-A6BA-2192FAA69978}">
  <a:tblStyle styleId="{5E1786CA-0AE5-4C5D-A6BA-2192FAA699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{5E1786CA-0AE5-4C5D-A6BA-2192FAA69978}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