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6895E7-F329-4BBF-8A80-2EEF37B85946}">
  <a:tblStyle styleId="{EB6895E7-F329-4BBF-8A80-2EEF37B859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{EB6895E7-F329-4BBF-8A80-2EEF37B85946}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