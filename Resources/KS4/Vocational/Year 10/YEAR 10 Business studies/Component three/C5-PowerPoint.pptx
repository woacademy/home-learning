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9DC2A42A-411A-4649-AE46-939664F33F12}">
  <a:tblStyle styleId="{9DC2A42A-411A-4649-AE46-939664F33F1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{9DC2A42A-411A-4649-AE46-939664F33F12}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