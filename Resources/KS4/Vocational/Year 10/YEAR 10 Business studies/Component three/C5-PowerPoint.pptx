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99FB5F-C291-40DB-9F3A-A87423934FDE}">
  <a:tblStyle styleId="{2E99FB5F-C291-40DB-9F3A-A87423934F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{2E99FB5F-C291-40DB-9F3A-A87423934FDE}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