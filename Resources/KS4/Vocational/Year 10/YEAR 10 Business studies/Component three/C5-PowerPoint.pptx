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5D6CDF-55C0-4F67-97E8-4AC4A37C66CF}">
  <a:tblStyle styleId="{CD5D6CDF-55C0-4F67-97E8-4AC4A37C66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{CD5D6CDF-55C0-4F67-97E8-4AC4A37C66CF}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