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AC209D-5BA2-468B-8664-32379258259A}">
  <a:tblStyle styleId="{96AC209D-5BA2-468B-8664-3237925825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{96AC209D-5BA2-468B-8664-32379258259A}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