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B2485-4F6E-4FED-A646-1079CE004A28}">
  <a:tblStyle styleId="{915B2485-4F6E-4FED-A646-1079CE004A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{915B2485-4F6E-4FED-A646-1079CE004A28}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