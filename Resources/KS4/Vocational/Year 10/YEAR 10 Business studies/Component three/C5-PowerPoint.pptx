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0B60FD-4CB7-4C4D-9432-BE31291BA696}">
  <a:tblStyle styleId="{F90B60FD-4CB7-4C4D-9432-BE31291BA6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{F90B60FD-4CB7-4C4D-9432-BE31291BA696}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