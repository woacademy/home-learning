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E85966A-9318-47C2-A2A8-828BED46E04E}">
  <a:tblStyle styleId="{2E85966A-9318-47C2-A2A8-828BED46E04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{2E85966A-9318-47C2-A2A8-828BED46E04E}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