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10041C-5574-4AA6-AB89-47B0C0BE1D82}">
  <a:tblStyle styleId="{8A10041C-5574-4AA6-AB89-47B0C0BE1D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{8A10041C-5574-4AA6-AB89-47B0C0BE1D82}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