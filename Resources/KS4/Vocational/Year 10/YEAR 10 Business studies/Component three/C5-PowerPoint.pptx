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BEC01B-963F-4239-8F6E-818F217EDB6C}">
  <a:tblStyle styleId="{E6BEC01B-963F-4239-8F6E-818F217ED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{E6BEC01B-963F-4239-8F6E-818F217EDB6C}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