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D597C3-9821-4309-BC4A-DC0A10ECE693}">
  <a:tblStyle styleId="{58D597C3-9821-4309-BC4A-DC0A10ECE6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{58D597C3-9821-4309-BC4A-DC0A10ECE693}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