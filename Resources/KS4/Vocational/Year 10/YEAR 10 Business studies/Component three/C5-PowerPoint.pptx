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4BDC1BF-E496-41E2-9BC8-7FEF60D6BC51}">
  <a:tblStyle styleId="{44BDC1BF-E496-41E2-9BC8-7FEF60D6BC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{44BDC1BF-E496-41E2-9BC8-7FEF60D6BC51}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