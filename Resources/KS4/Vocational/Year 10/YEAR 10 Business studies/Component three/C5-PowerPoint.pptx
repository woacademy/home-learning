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EE0765-6060-4C96-985E-1A8FACC7F573}">
  <a:tblStyle styleId="{1CEE0765-6060-4C96-985E-1A8FACC7F5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{1CEE0765-6060-4C96-985E-1A8FACC7F573}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