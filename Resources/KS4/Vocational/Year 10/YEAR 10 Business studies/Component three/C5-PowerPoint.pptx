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970728-3C66-41BF-99D2-D79B19F48965}">
  <a:tblStyle styleId="{AC970728-3C66-41BF-99D2-D79B19F48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{AC970728-3C66-41BF-99D2-D79B19F48965}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