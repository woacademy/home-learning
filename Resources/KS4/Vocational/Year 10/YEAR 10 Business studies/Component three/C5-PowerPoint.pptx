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6085F-CFCC-424E-B74E-F015E495B708}">
  <a:tblStyle styleId="{B4B6085F-CFCC-424E-B74E-F015E495B7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{B4B6085F-CFCC-424E-B74E-F015E495B708}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