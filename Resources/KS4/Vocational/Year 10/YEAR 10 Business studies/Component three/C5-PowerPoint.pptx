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C475BC-4B49-4CAD-AB4C-4B0AC9F59C0A}">
  <a:tblStyle styleId="{9CC475BC-4B49-4CAD-AB4C-4B0AC9F59C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{9CC475BC-4B49-4CAD-AB4C-4B0AC9F59C0A}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