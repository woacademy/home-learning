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F0E076-B29C-4EE7-97C6-D43E13BB2B01}">
  <a:tblStyle styleId="{E0F0E076-B29C-4EE7-97C6-D43E13BB2B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{E0F0E076-B29C-4EE7-97C6-D43E13BB2B01}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