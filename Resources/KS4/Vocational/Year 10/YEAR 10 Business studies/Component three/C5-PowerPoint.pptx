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E0F2C67-031E-47C2-9D97-3EA0C55F8542}">
  <a:tblStyle styleId="{DE0F2C67-031E-47C2-9D97-3EA0C55F854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{DE0F2C67-031E-47C2-9D97-3EA0C55F8542}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