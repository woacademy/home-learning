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47D2A9-A02B-4205-B37B-CBE89780111A}">
  <a:tblStyle styleId="{4A47D2A9-A02B-4205-B37B-CBE897801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{4A47D2A9-A02B-4205-B37B-CBE89780111A}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