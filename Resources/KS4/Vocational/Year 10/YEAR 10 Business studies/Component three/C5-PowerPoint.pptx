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4EB9B-535C-49CA-9F30-448D59A00B82}">
  <a:tblStyle styleId="{27C4EB9B-535C-49CA-9F30-448D59A00B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{27C4EB9B-535C-49CA-9F30-448D59A00B82}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