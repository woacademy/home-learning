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F8D9F-2369-45AB-B656-B3CCD974641D}">
  <a:tblStyle styleId="{9D8F8D9F-2369-45AB-B656-B3CCD97464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{9D8F8D9F-2369-45AB-B656-B3CCD974641D}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