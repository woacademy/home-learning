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6A4CBE-1AB8-46E4-A96F-7D9C236353C0}">
  <a:tblStyle styleId="{466A4CBE-1AB8-46E4-A96F-7D9C236353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{466A4CBE-1AB8-46E4-A96F-7D9C236353C0}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