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5F261A-7C96-4F39-A82E-43B93D612DDB}">
  <a:tblStyle styleId="{AE5F261A-7C96-4F39-A82E-43B93D612D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{AE5F261A-7C96-4F39-A82E-43B93D612DDB}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