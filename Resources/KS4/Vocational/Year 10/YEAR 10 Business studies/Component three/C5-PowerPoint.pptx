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988621-A074-4897-B03C-65EC99DFFC35}">
  <a:tblStyle styleId="{9F988621-A074-4897-B03C-65EC99DFFC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{9F988621-A074-4897-B03C-65EC99DFFC35}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