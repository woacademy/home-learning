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673666-4F93-4EA2-8E24-354A034293DA}">
  <a:tblStyle styleId="{B9673666-4F93-4EA2-8E24-354A034293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{B9673666-4F93-4EA2-8E24-354A034293DA}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