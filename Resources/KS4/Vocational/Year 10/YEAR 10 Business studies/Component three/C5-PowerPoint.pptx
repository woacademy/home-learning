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049947-2928-45F5-BAD1-A7B3E56E4555}">
  <a:tblStyle styleId="{9A049947-2928-45F5-BAD1-A7B3E56E45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{9A049947-2928-45F5-BAD1-A7B3E56E4555}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