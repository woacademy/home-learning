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CA550E-8E2D-4C25-9C54-4626656ACD3E}">
  <a:tblStyle styleId="{A8CA550E-8E2D-4C25-9C54-4626656ACD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{A8CA550E-8E2D-4C25-9C54-4626656ACD3E}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