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687109-A766-4780-AEBF-68084F7FAA8D}">
  <a:tblStyle styleId="{4A687109-A766-4780-AEBF-68084F7FAA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{4A687109-A766-4780-AEBF-68084F7FAA8D}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