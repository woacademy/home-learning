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91944B-0757-4608-9A80-5585DB12D16C}">
  <a:tblStyle styleId="{F691944B-0757-4608-9A80-5585DB12D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{F691944B-0757-4608-9A80-5585DB12D16C}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