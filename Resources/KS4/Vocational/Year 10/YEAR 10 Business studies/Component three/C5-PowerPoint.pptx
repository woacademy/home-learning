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D5EA46-21D3-4654-8279-71BD36471372}">
  <a:tblStyle styleId="{6CD5EA46-21D3-4654-8279-71BD364713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{6CD5EA46-21D3-4654-8279-71BD36471372}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