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162E8DC-16AA-4BCD-AED3-5CA2945E5C83}">
  <a:tblStyle styleId="{9162E8DC-16AA-4BCD-AED3-5CA2945E5C8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{9162E8DC-16AA-4BCD-AED3-5CA2945E5C83}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