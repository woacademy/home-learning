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77E8EF-D956-472D-A2D8-A3503CB04C67}">
  <a:tblStyle styleId="{C877E8EF-D956-472D-A2D8-A3503CB04C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{C877E8EF-D956-472D-A2D8-A3503CB04C67}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