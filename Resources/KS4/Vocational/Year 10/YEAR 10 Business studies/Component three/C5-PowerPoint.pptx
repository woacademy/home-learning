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4D182B-7514-4622-945F-3056F27C638B}">
  <a:tblStyle styleId="{674D182B-7514-4622-945F-3056F27C63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{674D182B-7514-4622-945F-3056F27C638B}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