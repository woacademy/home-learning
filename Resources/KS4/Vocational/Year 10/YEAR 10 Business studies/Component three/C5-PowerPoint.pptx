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5B3756-60B8-4A63-B025-D81795442114}">
  <a:tblStyle styleId="{355B3756-60B8-4A63-B025-D8179544211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{355B3756-60B8-4A63-B025-D81795442114}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