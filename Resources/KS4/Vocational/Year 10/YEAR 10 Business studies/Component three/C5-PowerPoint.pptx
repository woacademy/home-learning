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2C7C67-D6C9-4187-A376-286D65EB3390}">
  <a:tblStyle styleId="{7A2C7C67-D6C9-4187-A376-286D65EB33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{7A2C7C67-D6C9-4187-A376-286D65EB3390}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