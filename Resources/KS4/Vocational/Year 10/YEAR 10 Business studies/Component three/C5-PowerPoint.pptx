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8D38765-787A-4176-BD7A-D1FF1206EF6F}">
  <a:tblStyle styleId="{F8D38765-787A-4176-BD7A-D1FF1206EF6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{F8D38765-787A-4176-BD7A-D1FF1206EF6F}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