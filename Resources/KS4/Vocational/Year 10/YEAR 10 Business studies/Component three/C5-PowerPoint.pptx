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FC091F-91AD-430B-88D6-54FDB16AD513}">
  <a:tblStyle styleId="{DCFC091F-91AD-430B-88D6-54FDB16AD5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{DCFC091F-91AD-430B-88D6-54FDB16AD513}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