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BFD68E-57D0-4D5E-96E8-120088691917}">
  <a:tblStyle styleId="{5ABFD68E-57D0-4D5E-96E8-1200886919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{5ABFD68E-57D0-4D5E-96E8-120088691917}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