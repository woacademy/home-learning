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093943E-D922-45F9-BD18-8392328599E1}">
  <a:tblStyle styleId="{4093943E-D922-45F9-BD18-8392328599E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{4093943E-D922-45F9-BD18-8392328599E1}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