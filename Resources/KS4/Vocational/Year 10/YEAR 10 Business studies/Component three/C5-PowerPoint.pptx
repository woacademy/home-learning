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AC0BCE-B8BD-4226-9757-AF651EEDD91F}">
  <a:tblStyle styleId="{83AC0BCE-B8BD-4226-9757-AF651EEDD9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{83AC0BCE-B8BD-4226-9757-AF651EEDD91F}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