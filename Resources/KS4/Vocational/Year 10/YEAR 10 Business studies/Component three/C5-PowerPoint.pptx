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ACED1D-DCA6-4BCA-8E2F-A7B0781379C7}">
  <a:tblStyle styleId="{F4ACED1D-DCA6-4BCA-8E2F-A7B0781379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{F4ACED1D-DCA6-4BCA-8E2F-A7B0781379C7}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