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99D866-9534-4FA7-92EB-5C037A0906C3}">
  <a:tblStyle styleId="{D799D866-9534-4FA7-92EB-5C037A0906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{D799D866-9534-4FA7-92EB-5C037A0906C3}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