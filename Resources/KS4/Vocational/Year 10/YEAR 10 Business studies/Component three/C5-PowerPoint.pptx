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2AD332-37A3-4239-980F-613CD1900C88}">
  <a:tblStyle styleId="{EC2AD332-37A3-4239-980F-613CD1900C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{EC2AD332-37A3-4239-980F-613CD1900C88}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