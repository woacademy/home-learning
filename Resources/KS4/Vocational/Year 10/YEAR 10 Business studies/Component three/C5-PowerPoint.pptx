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4DB23-64AF-40BC-90DC-DFC4E4AA689C}">
  <a:tblStyle styleId="{CF54DB23-64AF-40BC-90DC-DFC4E4AA6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{CF54DB23-64AF-40BC-90DC-DFC4E4AA689C}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