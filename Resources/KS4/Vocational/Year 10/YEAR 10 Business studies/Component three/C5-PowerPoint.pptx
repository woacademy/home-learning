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825BA84-A0D2-407D-98C4-C45D629AD84E}">
  <a:tblStyle styleId="{A825BA84-A0D2-407D-98C4-C45D629AD84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{A825BA84-A0D2-407D-98C4-C45D629AD84E}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