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359E29-E78F-4C6A-AACF-B37210F402CA}">
  <a:tblStyle styleId="{B5359E29-E78F-4C6A-AACF-B37210F40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{B5359E29-E78F-4C6A-AACF-B37210F402CA}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