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823E6E-B4CD-479B-98CB-0D8383615DA0}">
  <a:tblStyle styleId="{93823E6E-B4CD-479B-98CB-0D8383615D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{93823E6E-B4CD-479B-98CB-0D8383615DA0}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