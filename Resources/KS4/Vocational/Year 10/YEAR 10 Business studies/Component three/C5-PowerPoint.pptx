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80C769-604E-4CFD-A005-8FBAC7272E06}">
  <a:tblStyle styleId="{6F80C769-604E-4CFD-A005-8FBAC7272E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{6F80C769-604E-4CFD-A005-8FBAC7272E06}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