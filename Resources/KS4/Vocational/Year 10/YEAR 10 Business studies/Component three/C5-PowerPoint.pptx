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942BCE-CD4E-476B-AF4C-A68EBBB7D173}">
  <a:tblStyle styleId="{70942BCE-CD4E-476B-AF4C-A68EBBB7D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{70942BCE-CD4E-476B-AF4C-A68EBBB7D173}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