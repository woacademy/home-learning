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BA0B50-E7CE-4A31-AA9C-6DD25E66ADCA}">
  <a:tblStyle styleId="{6FBA0B50-E7CE-4A31-AA9C-6DD25E66AD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{6FBA0B50-E7CE-4A31-AA9C-6DD25E66ADCA}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