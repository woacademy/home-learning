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81D930A-FCAF-4405-BFE7-E5E2C52C5266}">
  <a:tblStyle styleId="{D81D930A-FCAF-4405-BFE7-E5E2C52C526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{D81D930A-FCAF-4405-BFE7-E5E2C52C5266}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