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0ADF30-7D7B-4CE9-B174-95A76862A309}">
  <a:tblStyle styleId="{260ADF30-7D7B-4CE9-B174-95A76862A3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{260ADF30-7D7B-4CE9-B174-95A76862A309}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