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8B5A59-3EDC-4C18-8E8B-22B53F2F68C5}">
  <a:tblStyle styleId="{ED8B5A59-3EDC-4C18-8E8B-22B53F2F68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{ED8B5A59-3EDC-4C18-8E8B-22B53F2F68C5}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