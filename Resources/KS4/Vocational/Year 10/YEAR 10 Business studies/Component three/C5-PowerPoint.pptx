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3EAEEC-8FF4-4F42-9537-9758827646C4}">
  <a:tblStyle styleId="{DA3EAEEC-8FF4-4F42-9537-9758827646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{DA3EAEEC-8FF4-4F42-9537-9758827646C4}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