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A3B7FA-3D31-4D16-B9EB-578E91366EAA}">
  <a:tblStyle styleId="{BFA3B7FA-3D31-4D16-B9EB-578E91366E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{BFA3B7FA-3D31-4D16-B9EB-578E91366EAA}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