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66D489-305C-4583-B31A-FCB2AB36504B}">
  <a:tblStyle styleId="{F166D489-305C-4583-B31A-FCB2AB3650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{F166D489-305C-4583-B31A-FCB2AB36504B}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