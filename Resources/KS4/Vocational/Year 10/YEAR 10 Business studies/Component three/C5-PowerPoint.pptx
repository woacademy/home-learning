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526A1FF-BBA8-4E78-89E6-2E95BD6D63DF}">
  <a:tblStyle styleId="{5526A1FF-BBA8-4E78-89E6-2E95BD6D63D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{5526A1FF-BBA8-4E78-89E6-2E95BD6D63DF}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