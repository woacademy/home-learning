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F6DD0-7887-4974-998D-4AFDC126BBDF}">
  <a:tblStyle styleId="{B25F6DD0-7887-4974-998D-4AFDC126BB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{B25F6DD0-7887-4974-998D-4AFDC126BBDF}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