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E6F333-E861-4FA8-A6FC-A3FB4FD491EE}">
  <a:tblStyle styleId="{E8E6F333-E861-4FA8-A6FC-A3FB4FD491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{E8E6F333-E861-4FA8-A6FC-A3FB4FD491EE}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