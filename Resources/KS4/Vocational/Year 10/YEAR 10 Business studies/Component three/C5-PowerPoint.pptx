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2A1AFD9-6295-4545-A5AB-0A7D63B92A77}">
  <a:tblStyle styleId="{92A1AFD9-6295-4545-A5AB-0A7D63B92A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{92A1AFD9-6295-4545-A5AB-0A7D63B92A77}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