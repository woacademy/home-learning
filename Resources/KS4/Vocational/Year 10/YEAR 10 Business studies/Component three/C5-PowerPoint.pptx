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0500D4-7697-4452-AF32-F160C18822C2}">
  <a:tblStyle styleId="{DA0500D4-7697-4452-AF32-F160C18822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{DA0500D4-7697-4452-AF32-F160C18822C2}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