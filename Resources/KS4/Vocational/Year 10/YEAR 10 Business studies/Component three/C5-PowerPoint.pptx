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00C6A3-6BE3-4C63-B14D-1D00B3FF599A}">
  <a:tblStyle styleId="{6000C6A3-6BE3-4C63-B14D-1D00B3FF59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{6000C6A3-6BE3-4C63-B14D-1D00B3FF599A}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