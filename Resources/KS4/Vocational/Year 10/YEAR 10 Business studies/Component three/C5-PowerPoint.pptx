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B1BA84-3DB8-40BE-A173-53874390A355}">
  <a:tblStyle styleId="{2CB1BA84-3DB8-40BE-A173-53874390A3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{2CB1BA84-3DB8-40BE-A173-53874390A355}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