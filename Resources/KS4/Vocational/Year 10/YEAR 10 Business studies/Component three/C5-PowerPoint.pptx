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015DF9-921A-4FD6-BE57-CA25A236D400}">
  <a:tblStyle styleId="{7B015DF9-921A-4FD6-BE57-CA25A236D4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{7B015DF9-921A-4FD6-BE57-CA25A236D400}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