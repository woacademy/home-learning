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A3706-F2CC-4C4B-BE0C-52A746E7DDDD}">
  <a:tblStyle styleId="{842A3706-F2CC-4C4B-BE0C-52A746E7DD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{842A3706-F2CC-4C4B-BE0C-52A746E7DDDD}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