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BA1A21-D2F7-425C-8B8C-BFFB2B1D78A1}">
  <a:tblStyle styleId="{5BBA1A21-D2F7-425C-8B8C-BFFB2B1D78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{5BBA1A21-D2F7-425C-8B8C-BFFB2B1D78A1}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