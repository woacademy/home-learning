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33402C3-4E51-4EDF-8CAB-1D5B06D2A0BF}">
  <a:tblStyle styleId="{D33402C3-4E51-4EDF-8CAB-1D5B06D2A0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{D33402C3-4E51-4EDF-8CAB-1D5B06D2A0BF}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