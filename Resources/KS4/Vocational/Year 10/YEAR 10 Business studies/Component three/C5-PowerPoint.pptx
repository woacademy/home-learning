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4DBDF5-E6EC-4D35-BA90-61B2FAC74380}">
  <a:tblStyle styleId="{E64DBDF5-E6EC-4D35-BA90-61B2FAC743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{E64DBDF5-E6EC-4D35-BA90-61B2FAC74380}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