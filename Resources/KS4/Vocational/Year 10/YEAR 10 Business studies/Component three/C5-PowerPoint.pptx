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8CA1C-CA3F-4A73-8E29-DD78944F6FF4}">
  <a:tblStyle styleId="{F658CA1C-CA3F-4A73-8E29-DD78944F6F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{F658CA1C-CA3F-4A73-8E29-DD78944F6FF4}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