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945777-1870-4BD6-B095-FBC462B65C2B}">
  <a:tblStyle styleId="{0D945777-1870-4BD6-B095-FBC462B65C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{0D945777-1870-4BD6-B095-FBC462B65C2B}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