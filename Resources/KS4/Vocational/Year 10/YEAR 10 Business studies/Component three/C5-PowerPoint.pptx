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C9F53F-B9C6-4705-9EFC-D66014E4096C}">
  <a:tblStyle styleId="{0FC9F53F-B9C6-4705-9EFC-D66014E409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{0FC9F53F-B9C6-4705-9EFC-D66014E4096C}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