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D09ADEF-DAE4-40C7-BFC9-792FA1CB240B}">
  <a:tblStyle styleId="{8D09ADEF-DAE4-40C7-BFC9-792FA1CB240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{8D09ADEF-DAE4-40C7-BFC9-792FA1CB240B}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