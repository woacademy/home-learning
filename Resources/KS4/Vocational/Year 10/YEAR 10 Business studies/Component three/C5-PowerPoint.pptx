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357A0B-71CB-4965-966E-38234B995592}">
  <a:tblStyle styleId="{82357A0B-71CB-4965-966E-38234B9955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{82357A0B-71CB-4965-966E-38234B995592}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