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B15D2F-A18E-4943-8C4A-D34D2C86EF53}">
  <a:tblStyle styleId="{D1B15D2F-A18E-4943-8C4A-D34D2C86EF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{D1B15D2F-A18E-4943-8C4A-D34D2C86EF53}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