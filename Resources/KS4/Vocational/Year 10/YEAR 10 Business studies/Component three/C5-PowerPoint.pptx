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22EA02F-AFF1-4D57-BE3A-5FF862452002}">
  <a:tblStyle styleId="{E22EA02F-AFF1-4D57-BE3A-5FF86245200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{E22EA02F-AFF1-4D57-BE3A-5FF862452002}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