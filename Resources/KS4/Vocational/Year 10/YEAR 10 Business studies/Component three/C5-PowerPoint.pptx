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F2BD6BF-90B6-494E-AA41-B0DEB78ADE47}">
  <a:tblStyle styleId="{6F2BD6BF-90B6-494E-AA41-B0DEB78ADE4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{6F2BD6BF-90B6-494E-AA41-B0DEB78ADE47}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