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D9B3B3-0C8C-4875-BC77-78C6EB3B7664}">
  <a:tblStyle styleId="{DBD9B3B3-0C8C-4875-BC77-78C6EB3B76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{DBD9B3B3-0C8C-4875-BC77-78C6EB3B7664}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