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CDEA13-086B-4B0B-97CF-24C50747BFFD}">
  <a:tblStyle styleId="{3BCDEA13-086B-4B0B-97CF-24C50747BF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{3BCDEA13-086B-4B0B-97CF-24C50747BFFD}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