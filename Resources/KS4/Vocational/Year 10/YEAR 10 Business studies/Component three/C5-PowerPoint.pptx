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009D43-3F93-482E-83FC-FCF49BA67C62}">
  <a:tblStyle styleId="{35009D43-3F93-482E-83FC-FCF49BA67C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{35009D43-3F93-482E-83FC-FCF49BA67C62}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