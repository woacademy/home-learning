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9D68B3-944B-4B28-8717-2DB4446ECA02}">
  <a:tblStyle styleId="{609D68B3-944B-4B28-8717-2DB4446ECA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{609D68B3-944B-4B28-8717-2DB4446ECA02}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