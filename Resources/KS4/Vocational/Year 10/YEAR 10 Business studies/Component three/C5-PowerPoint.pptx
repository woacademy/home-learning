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198540-8A78-4680-9963-740C701EA05C}">
  <a:tblStyle styleId="{55198540-8A78-4680-9963-740C701EA0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{55198540-8A78-4680-9963-740C701EA05C}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