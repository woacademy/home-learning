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143DB-1D8F-4075-9970-8133C2C6DE73}">
  <a:tblStyle styleId="{6ED143DB-1D8F-4075-9970-8133C2C6DE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{6ED143DB-1D8F-4075-9970-8133C2C6DE73}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