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1E15B3-837B-42AE-996D-8294DFF89692}">
  <a:tblStyle styleId="{7B1E15B3-837B-42AE-996D-8294DFF896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{7B1E15B3-837B-42AE-996D-8294DFF89692}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