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AA0769-6C1A-4795-80E7-8CA32AF81C52}">
  <a:tblStyle styleId="{6DAA0769-6C1A-4795-80E7-8CA32AF81C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{6DAA0769-6C1A-4795-80E7-8CA32AF81C52}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