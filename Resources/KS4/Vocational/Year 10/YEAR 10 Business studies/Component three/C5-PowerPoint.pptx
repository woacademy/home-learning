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8FC6D-F7AE-44C2-B7B6-67B3A7A84AE0}">
  <a:tblStyle styleId="{1B88FC6D-F7AE-44C2-B7B6-67B3A7A84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{1B88FC6D-F7AE-44C2-B7B6-67B3A7A84AE0}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