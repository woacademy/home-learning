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019542-DD77-46E3-9EC4-5B074337D5F6}">
  <a:tblStyle styleId="{36019542-DD77-46E3-9EC4-5B074337D5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{36019542-DD77-46E3-9EC4-5B074337D5F6}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