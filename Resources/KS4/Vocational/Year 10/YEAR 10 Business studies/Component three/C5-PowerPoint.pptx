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9E3457-A86E-44EF-9ED2-29AF9C8D5CCC}">
  <a:tblStyle styleId="{C09E3457-A86E-44EF-9ED2-29AF9C8D5C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{C09E3457-A86E-44EF-9ED2-29AF9C8D5CCC}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