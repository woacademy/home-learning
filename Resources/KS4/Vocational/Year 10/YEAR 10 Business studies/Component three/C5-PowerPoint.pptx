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A74B7D-F6E5-4189-B928-188A9A05675A}">
  <a:tblStyle styleId="{7CA74B7D-F6E5-4189-B928-188A9A0567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{7CA74B7D-F6E5-4189-B928-188A9A05675A}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