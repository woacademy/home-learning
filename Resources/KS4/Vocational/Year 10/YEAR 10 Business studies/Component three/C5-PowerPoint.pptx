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459CDB-288F-4E73-AADE-633322A1F7B1}">
  <a:tblStyle styleId="{08459CDB-288F-4E73-AADE-633322A1F7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{08459CDB-288F-4E73-AADE-633322A1F7B1}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