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696537-3172-4856-B5AA-1D53DF2A7635}">
  <a:tblStyle styleId="{29696537-3172-4856-B5AA-1D53DF2A76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{29696537-3172-4856-B5AA-1D53DF2A7635}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