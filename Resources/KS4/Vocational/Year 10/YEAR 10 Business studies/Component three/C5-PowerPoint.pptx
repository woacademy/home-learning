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A531A4-BC39-4E25-B847-9BD429CB1928}">
  <a:tblStyle styleId="{37A531A4-BC39-4E25-B847-9BD429CB19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{37A531A4-BC39-4E25-B847-9BD429CB1928}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