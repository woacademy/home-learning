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17868F-3A3A-4CFE-A460-2867C34E7A32}">
  <a:tblStyle styleId="{3E17868F-3A3A-4CFE-A460-2867C34E7A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{3E17868F-3A3A-4CFE-A460-2867C34E7A32}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