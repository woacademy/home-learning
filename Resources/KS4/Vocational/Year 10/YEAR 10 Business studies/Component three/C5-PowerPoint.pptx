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C94E99-89E6-49EE-AF5E-CD1F2AC4548E}">
  <a:tblStyle styleId="{28C94E99-89E6-49EE-AF5E-CD1F2AC454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{28C94E99-89E6-49EE-AF5E-CD1F2AC4548E}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