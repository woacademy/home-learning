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DA572D-5BE2-4707-8ED0-183A1E073050}">
  <a:tblStyle styleId="{9BDA572D-5BE2-4707-8ED0-183A1E0730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{9BDA572D-5BE2-4707-8ED0-183A1E073050}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