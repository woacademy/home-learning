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27A1B-C342-40D5-A0A9-3F00A5E8046D}">
  <a:tblStyle styleId="{ECB27A1B-C342-40D5-A0A9-3F00A5E804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{ECB27A1B-C342-40D5-A0A9-3F00A5E8046D}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