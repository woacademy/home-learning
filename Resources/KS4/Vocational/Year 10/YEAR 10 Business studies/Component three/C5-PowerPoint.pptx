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8B9C6-41B9-4FA3-853A-8FDEDB817BEC}">
  <a:tblStyle styleId="{9C78B9C6-41B9-4FA3-853A-8FDEDB817B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{9C78B9C6-41B9-4FA3-853A-8FDEDB817BEC}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