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315961-5041-48F5-8B37-BF00F6AE0782}">
  <a:tblStyle styleId="{65315961-5041-48F5-8B37-BF00F6AE07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{65315961-5041-48F5-8B37-BF00F6AE0782}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