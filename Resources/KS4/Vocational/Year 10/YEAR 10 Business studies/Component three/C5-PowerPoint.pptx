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B10FC-2F75-486D-BE77-4A75E17FC5C0}">
  <a:tblStyle styleId="{7FBB10FC-2F75-486D-BE77-4A75E17FC5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{7FBB10FC-2F75-486D-BE77-4A75E17FC5C0}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