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3EC25A-0A22-4E84-91CE-2F0122603BEA}">
  <a:tblStyle styleId="{BC3EC25A-0A22-4E84-91CE-2F0122603B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{BC3EC25A-0A22-4E84-91CE-2F0122603BEA}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