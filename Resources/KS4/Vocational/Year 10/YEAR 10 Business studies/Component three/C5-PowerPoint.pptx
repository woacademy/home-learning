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F918BD-9958-43DB-B41A-91215C72E4A6}">
  <a:tblStyle styleId="{85F918BD-9958-43DB-B41A-91215C72E4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{85F918BD-9958-43DB-B41A-91215C72E4A6}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