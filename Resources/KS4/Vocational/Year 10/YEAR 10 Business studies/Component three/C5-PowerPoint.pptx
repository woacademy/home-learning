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035DDE-21D5-429D-AC71-111A49482FEF}">
  <a:tblStyle styleId="{16035DDE-21D5-429D-AC71-111A49482F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{16035DDE-21D5-429D-AC71-111A49482FEF}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