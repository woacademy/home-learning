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D71669-C5E4-4563-8C83-8CF1EB3EE26B}">
  <a:tblStyle styleId="{BCD71669-C5E4-4563-8C83-8CF1EB3EE2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{BCD71669-C5E4-4563-8C83-8CF1EB3EE26B}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