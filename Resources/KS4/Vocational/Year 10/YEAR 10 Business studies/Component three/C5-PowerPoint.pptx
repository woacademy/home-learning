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6676EE-0DC0-47F0-BF78-366AFA2CEFAF}">
  <a:tblStyle styleId="{FE6676EE-0DC0-47F0-BF78-366AFA2CEF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{FE6676EE-0DC0-47F0-BF78-366AFA2CEFAF}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