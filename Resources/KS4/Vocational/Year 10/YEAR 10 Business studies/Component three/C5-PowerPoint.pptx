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2BA32-69F9-424F-988E-56E49F70887E}">
  <a:tblStyle styleId="{F622BA32-69F9-424F-988E-56E49F7088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{F622BA32-69F9-424F-988E-56E49F70887E}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