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1E3A6A-70C7-4943-8020-1F251F607460}">
  <a:tblStyle styleId="{031E3A6A-70C7-4943-8020-1F251F6074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{031E3A6A-70C7-4943-8020-1F251F607460}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