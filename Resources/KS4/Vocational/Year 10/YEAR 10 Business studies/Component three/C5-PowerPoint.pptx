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F614FD-2776-4333-B3DD-AAE9EB55B1E8}">
  <a:tblStyle styleId="{01F614FD-2776-4333-B3DD-AAE9EB55B1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{01F614FD-2776-4333-B3DD-AAE9EB55B1E8}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