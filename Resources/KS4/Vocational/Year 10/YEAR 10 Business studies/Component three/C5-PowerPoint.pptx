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3662CA-2B26-4390-AF9D-F6FB57B41F98}">
  <a:tblStyle styleId="{BE3662CA-2B26-4390-AF9D-F6FB57B41F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{BE3662CA-2B26-4390-AF9D-F6FB57B41F98}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