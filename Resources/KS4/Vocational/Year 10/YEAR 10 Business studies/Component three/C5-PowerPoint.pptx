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DC862A8-ACF7-4674-84DF-693CD9036A37}">
  <a:tblStyle styleId="{ADC862A8-ACF7-4674-84DF-693CD9036A3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{ADC862A8-ACF7-4674-84DF-693CD9036A37}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