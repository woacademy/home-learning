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8183D1-B027-482A-8633-5471EB733619}">
  <a:tblStyle styleId="{8E8183D1-B027-482A-8633-5471EB7336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{8E8183D1-B027-482A-8633-5471EB733619}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