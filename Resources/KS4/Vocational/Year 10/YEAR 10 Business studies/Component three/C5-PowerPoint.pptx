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D0818D2-3578-4830-B44D-EFF34D22708B}">
  <a:tblStyle styleId="{8D0818D2-3578-4830-B44D-EFF34D22708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{8D0818D2-3578-4830-B44D-EFF34D22708B}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