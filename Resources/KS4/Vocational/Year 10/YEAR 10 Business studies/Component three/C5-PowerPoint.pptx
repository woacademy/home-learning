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E91C0-09E0-4685-9B74-455744816EC4}">
  <a:tblStyle styleId="{6A6E91C0-09E0-4685-9B74-455744816E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{6A6E91C0-09E0-4685-9B74-455744816EC4}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