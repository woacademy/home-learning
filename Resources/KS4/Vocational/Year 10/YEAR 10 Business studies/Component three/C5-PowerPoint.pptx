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3B5ADAB-4E85-4B99-9D68-FD385E4D037A}">
  <a:tblStyle styleId="{F3B5ADAB-4E85-4B99-9D68-FD385E4D037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{F3B5ADAB-4E85-4B99-9D68-FD385E4D037A}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