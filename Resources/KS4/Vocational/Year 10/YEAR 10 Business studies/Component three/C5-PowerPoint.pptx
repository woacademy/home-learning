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8D223C-17F2-4B18-A7E9-81E59693820F}">
  <a:tblStyle styleId="{F18D223C-17F2-4B18-A7E9-81E5969382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{F18D223C-17F2-4B18-A7E9-81E59693820F}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