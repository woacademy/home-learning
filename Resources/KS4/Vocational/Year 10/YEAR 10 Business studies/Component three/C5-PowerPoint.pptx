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A4F0A7-9C05-4EE3-BD9E-7773ED33AC69}">
  <a:tblStyle styleId="{86A4F0A7-9C05-4EE3-BD9E-7773ED33AC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{86A4F0A7-9C05-4EE3-BD9E-7773ED33AC69}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