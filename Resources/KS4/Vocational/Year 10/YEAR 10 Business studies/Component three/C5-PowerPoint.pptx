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392547-D375-465A-AC56-47E2994FE49A}">
  <a:tblStyle styleId="{F9392547-D375-465A-AC56-47E2994FE4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{F9392547-D375-465A-AC56-47E2994FE49A}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