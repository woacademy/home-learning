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7E0FB1-A50D-4252-8CD7-ED54DCE399FE}">
  <a:tblStyle styleId="{3E7E0FB1-A50D-4252-8CD7-ED54DCE399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{3E7E0FB1-A50D-4252-8CD7-ED54DCE399FE}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