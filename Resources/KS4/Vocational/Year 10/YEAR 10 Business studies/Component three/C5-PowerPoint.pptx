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F559A7-2365-472B-A7E2-384E7928869F}">
  <a:tblStyle styleId="{25F559A7-2365-472B-A7E2-384E792886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{25F559A7-2365-472B-A7E2-384E7928869F}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