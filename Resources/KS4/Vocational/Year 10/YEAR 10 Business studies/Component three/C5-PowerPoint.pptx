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BEF7B-3EC8-4C69-BB64-843320681F53}">
  <a:tblStyle styleId="{32FBEF7B-3EC8-4C69-BB64-843320681F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{32FBEF7B-3EC8-4C69-BB64-843320681F53}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