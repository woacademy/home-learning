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2CDCA6-36C6-49B6-9AFC-F1FF6B0276D6}">
  <a:tblStyle styleId="{3D2CDCA6-36C6-49B6-9AFC-F1FF6B0276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{3D2CDCA6-36C6-49B6-9AFC-F1FF6B0276D6}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