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2D46C1F-96D4-49E3-B1EA-ADB0450D5198}">
  <a:tblStyle styleId="{32D46C1F-96D4-49E3-B1EA-ADB0450D519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{32D46C1F-96D4-49E3-B1EA-ADB0450D5198}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