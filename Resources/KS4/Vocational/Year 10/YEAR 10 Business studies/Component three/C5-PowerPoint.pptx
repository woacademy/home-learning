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3B9E14-FC09-40B9-91CF-5355B6D0F87B}">
  <a:tblStyle styleId="{FE3B9E14-FC09-40B9-91CF-5355B6D0F8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{FE3B9E14-FC09-40B9-91CF-5355B6D0F87B}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