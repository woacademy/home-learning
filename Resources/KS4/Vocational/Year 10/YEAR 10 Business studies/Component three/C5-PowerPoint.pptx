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DDFD6-534F-4265-BF60-69DB05761DD5}">
  <a:tblStyle styleId="{53CDDFD6-534F-4265-BF60-69DB05761D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{53CDDFD6-534F-4265-BF60-69DB05761DD5}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