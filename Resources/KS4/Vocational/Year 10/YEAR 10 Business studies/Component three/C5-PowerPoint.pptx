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24BD8B-EB9B-4463-A134-0359705DEA63}">
  <a:tblStyle styleId="{1A24BD8B-EB9B-4463-A134-0359705DEA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{1A24BD8B-EB9B-4463-A134-0359705DEA63}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