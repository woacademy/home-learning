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BFE23F-8A34-4D73-BCF6-8AF8CF351D6C}">
  <a:tblStyle styleId="{14BFE23F-8A34-4D73-BCF6-8AF8CF351D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{14BFE23F-8A34-4D73-BCF6-8AF8CF351D6C}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