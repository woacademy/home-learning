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C8B2C6D-1B5F-4AE2-8606-CB8831785633}">
  <a:tblStyle styleId="{DC8B2C6D-1B5F-4AE2-8606-CB88317856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{DC8B2C6D-1B5F-4AE2-8606-CB8831785633}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