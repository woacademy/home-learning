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58576B-9DB9-4374-868E-EC37DA70F8A6}">
  <a:tblStyle styleId="{6858576B-9DB9-4374-868E-EC37DA70F8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{6858576B-9DB9-4374-868E-EC37DA70F8A6}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