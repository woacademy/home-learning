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7ABDEF-FACC-4253-B568-B55EF5F64CEA}">
  <a:tblStyle styleId="{877ABDEF-FACC-4253-B568-B55EF5F64C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{877ABDEF-FACC-4253-B568-B55EF5F64CEA}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