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4868B4-A3B4-40E4-A844-138F01B8DEAF}">
  <a:tblStyle styleId="{094868B4-A3B4-40E4-A844-138F01B8DE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{094868B4-A3B4-40E4-A844-138F01B8DEAF}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