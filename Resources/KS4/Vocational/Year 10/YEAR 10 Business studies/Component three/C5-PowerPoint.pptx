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946B2F-9C3D-4C34-8771-D6F0A2B67562}">
  <a:tblStyle styleId="{92946B2F-9C3D-4C34-8771-D6F0A2B6756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{92946B2F-9C3D-4C34-8771-D6F0A2B67562}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