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FD25D9D-C006-4EC2-99E3-4107CDDFEE05}">
  <a:tblStyle styleId="{EFD25D9D-C006-4EC2-99E3-4107CDDFEE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{EFD25D9D-C006-4EC2-99E3-4107CDDFEE05}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