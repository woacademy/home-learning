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3A8B6CD-827B-4F35-B50A-2AB2033C9E8F}">
  <a:tblStyle styleId="{C3A8B6CD-827B-4F35-B50A-2AB2033C9E8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{C3A8B6CD-827B-4F35-B50A-2AB2033C9E8F}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