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83208A-3D1F-4665-A757-04217D6E484B}">
  <a:tblStyle styleId="{7183208A-3D1F-4665-A757-04217D6E48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{7183208A-3D1F-4665-A757-04217D6E484B}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