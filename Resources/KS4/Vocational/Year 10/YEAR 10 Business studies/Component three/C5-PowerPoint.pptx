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6CF3B1C-2BCE-4C7A-AA67-467637D311A8}">
  <a:tblStyle styleId="{B6CF3B1C-2BCE-4C7A-AA67-467637D311A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{B6CF3B1C-2BCE-4C7A-AA67-467637D311A8}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