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5EC88C-5D71-4C81-BB92-16D2B17AB132}">
  <a:tblStyle styleId="{FA5EC88C-5D71-4C81-BB92-16D2B17AB1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{FA5EC88C-5D71-4C81-BB92-16D2B17AB132}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