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35C186-B937-4CF8-88BA-164D66E40D9F}">
  <a:tblStyle styleId="{3035C186-B937-4CF8-88BA-164D66E40D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{3035C186-B937-4CF8-88BA-164D66E40D9F}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