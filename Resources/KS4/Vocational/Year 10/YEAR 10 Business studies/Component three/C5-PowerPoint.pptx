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007E9A-3528-4DDD-9F41-4CEA1410C9D1}">
  <a:tblStyle styleId="{79007E9A-3528-4DDD-9F41-4CEA1410C9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{79007E9A-3528-4DDD-9F41-4CEA1410C9D1}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