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B07342-23BF-4D6A-B281-9445FE9EFA18}">
  <a:tblStyle styleId="{C9B07342-23BF-4D6A-B281-9445FE9EFA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{C9B07342-23BF-4D6A-B281-9445FE9EFA18}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