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01CF93-9B21-4713-A379-BFCE35459A0D}">
  <a:tblStyle styleId="{2501CF93-9B21-4713-A379-BFCE35459A0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{2501CF93-9B21-4713-A379-BFCE35459A0D}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