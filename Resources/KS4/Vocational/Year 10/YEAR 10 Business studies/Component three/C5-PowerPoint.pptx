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499125-80EC-4180-9B84-094509D94AF4}">
  <a:tblStyle styleId="{F9499125-80EC-4180-9B84-094509D94A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{F9499125-80EC-4180-9B84-094509D94AF4}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