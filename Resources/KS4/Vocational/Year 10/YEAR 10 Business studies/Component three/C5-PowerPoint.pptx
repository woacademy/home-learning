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00E214-57FF-450E-A1C7-312F23E0B4E2}">
  <a:tblStyle styleId="{4200E214-57FF-450E-A1C7-312F23E0B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{4200E214-57FF-450E-A1C7-312F23E0B4E2}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