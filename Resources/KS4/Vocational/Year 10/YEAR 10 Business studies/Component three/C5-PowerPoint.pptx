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59C68-5BF0-4600-B60D-CE3750B60396}">
  <a:tblStyle styleId="{E9859C68-5BF0-4600-B60D-CE3750B60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{E9859C68-5BF0-4600-B60D-CE3750B60396}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