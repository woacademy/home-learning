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1CD84-6FDA-4A29-AD22-F9A892DF667D}">
  <a:tblStyle styleId="{DD01CD84-6FDA-4A29-AD22-F9A892DF66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{DD01CD84-6FDA-4A29-AD22-F9A892DF667D}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