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4641B31-DB17-4226-A91C-855261781BFF}">
  <a:tblStyle styleId="{04641B31-DB17-4226-A91C-855261781B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{04641B31-DB17-4226-A91C-855261781BFF}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