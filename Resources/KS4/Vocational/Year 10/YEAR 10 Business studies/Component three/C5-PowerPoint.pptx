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2C98AC-58AF-4705-89D1-05F0FF9BBC6F}">
  <a:tblStyle styleId="{682C98AC-58AF-4705-89D1-05F0FF9BBC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{682C98AC-58AF-4705-89D1-05F0FF9BBC6F}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