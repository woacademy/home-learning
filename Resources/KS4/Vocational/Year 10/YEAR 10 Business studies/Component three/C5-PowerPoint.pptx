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FF77B-18FB-4A10-8C0D-F286985D0614}">
  <a:tblStyle styleId="{B15FF77B-18FB-4A10-8C0D-F286985D06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{B15FF77B-18FB-4A10-8C0D-F286985D0614}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