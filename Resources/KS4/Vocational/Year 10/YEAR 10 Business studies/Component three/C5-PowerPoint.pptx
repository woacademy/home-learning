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744C1-6559-450A-B3C1-E4A8CE32F4D7}">
  <a:tblStyle styleId="{EC9744C1-6559-450A-B3C1-E4A8CE32F4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{EC9744C1-6559-450A-B3C1-E4A8CE32F4D7}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