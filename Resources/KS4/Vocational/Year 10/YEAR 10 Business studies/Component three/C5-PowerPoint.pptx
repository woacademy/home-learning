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3DE459-3166-422D-BB22-F43E640A84B8}">
  <a:tblStyle styleId="{6B3DE459-3166-422D-BB22-F43E640A84B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{6B3DE459-3166-422D-BB22-F43E640A84B8}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