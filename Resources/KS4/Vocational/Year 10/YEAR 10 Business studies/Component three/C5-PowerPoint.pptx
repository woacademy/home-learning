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7CF52E4-1C1F-463E-B398-BD798F670FCB}">
  <a:tblStyle styleId="{57CF52E4-1C1F-463E-B398-BD798F670FC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{57CF52E4-1C1F-463E-B398-BD798F670FCB}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