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B966F-0947-4D14-B2DC-DCC2AFE7B95A}">
  <a:tblStyle styleId="{85FB966F-0947-4D14-B2DC-DCC2AFE7B9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{85FB966F-0947-4D14-B2DC-DCC2AFE7B95A}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