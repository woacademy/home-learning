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3BCDA8-D327-42E8-AF5C-947F363B7305}">
  <a:tblStyle styleId="{673BCDA8-D327-42E8-AF5C-947F363B73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{673BCDA8-D327-42E8-AF5C-947F363B7305}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