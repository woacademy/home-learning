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29208F-6767-4626-BAB3-38A9806AD47D}">
  <a:tblStyle styleId="{7E29208F-6767-4626-BAB3-38A9806AD4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{7E29208F-6767-4626-BAB3-38A9806AD47D}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