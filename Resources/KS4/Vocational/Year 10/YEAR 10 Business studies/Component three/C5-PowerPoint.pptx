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750ABB-3D71-45B9-A415-9F64D08A1A4F}">
  <a:tblStyle styleId="{33750ABB-3D71-45B9-A415-9F64D08A1A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{33750ABB-3D71-45B9-A415-9F64D08A1A4F}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