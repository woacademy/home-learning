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DA735B5-EC3B-4E9F-AEA3-90FDA6914C37}">
  <a:tblStyle styleId="{5DA735B5-EC3B-4E9F-AEA3-90FDA6914C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{5DA735B5-EC3B-4E9F-AEA3-90FDA6914C37}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