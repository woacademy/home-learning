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BD546-B002-48CA-909E-80F405CA522E}">
  <a:tblStyle styleId="{BC9BD546-B002-48CA-909E-80F405CA52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{BC9BD546-B002-48CA-909E-80F405CA522E}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