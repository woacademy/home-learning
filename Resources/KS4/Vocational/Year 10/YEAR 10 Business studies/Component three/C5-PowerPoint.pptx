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8E07D7-BFF4-4967-AF42-E8F01D21C0A4}">
  <a:tblStyle styleId="{D98E07D7-BFF4-4967-AF42-E8F01D21C0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{D98E07D7-BFF4-4967-AF42-E8F01D21C0A4}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