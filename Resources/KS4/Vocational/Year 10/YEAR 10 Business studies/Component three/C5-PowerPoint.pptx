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B10D55-169C-47AD-91DD-36FD21C4E835}">
  <a:tblStyle styleId="{03B10D55-169C-47AD-91DD-36FD21C4E8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{03B10D55-169C-47AD-91DD-36FD21C4E835}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