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28B242F-F507-49DF-903C-C9F1D14ACF01}">
  <a:tblStyle styleId="{228B242F-F507-49DF-903C-C9F1D14ACF0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{228B242F-F507-49DF-903C-C9F1D14ACF01}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