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A72412-679C-4F34-AEB7-DC953A51C7BE}">
  <a:tblStyle styleId="{4DA72412-679C-4F34-AEB7-DC953A51C7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{4DA72412-679C-4F34-AEB7-DC953A51C7BE}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