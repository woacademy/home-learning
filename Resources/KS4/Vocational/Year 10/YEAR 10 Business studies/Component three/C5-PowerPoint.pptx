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BF755D-8687-43BF-A342-FA964E85E1A2}">
  <a:tblStyle styleId="{94BF755D-8687-43BF-A342-FA964E85E1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{94BF755D-8687-43BF-A342-FA964E85E1A2}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