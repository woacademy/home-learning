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1B3F49-862A-4809-BE5E-B5DCCEFE427F}">
  <a:tblStyle styleId="{121B3F49-862A-4809-BE5E-B5DCCEFE42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{121B3F49-862A-4809-BE5E-B5DCCEFE427F}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