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CBD0F9-C3B0-4B97-938A-BD039413AC77}">
  <a:tblStyle styleId="{B5CBD0F9-C3B0-4B97-938A-BD039413AC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{B5CBD0F9-C3B0-4B97-938A-BD039413AC77}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