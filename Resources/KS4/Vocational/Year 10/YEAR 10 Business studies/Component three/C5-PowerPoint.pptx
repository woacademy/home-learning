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BE9CDB-8FF6-488F-8418-E4901C964C8D}">
  <a:tblStyle styleId="{87BE9CDB-8FF6-488F-8418-E4901C964C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{87BE9CDB-8FF6-488F-8418-E4901C964C8D}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