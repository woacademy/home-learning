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F9E67B-820A-42CC-88CC-045B3188A457}">
  <a:tblStyle styleId="{B7F9E67B-820A-42CC-88CC-045B3188A4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{B7F9E67B-820A-42CC-88CC-045B3188A457}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