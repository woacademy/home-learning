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1EBB13-36BC-4163-8A40-07F877BEA3BA}">
  <a:tblStyle styleId="{901EBB13-36BC-4163-8A40-07F877BEA3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{901EBB13-36BC-4163-8A40-07F877BEA3BA}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