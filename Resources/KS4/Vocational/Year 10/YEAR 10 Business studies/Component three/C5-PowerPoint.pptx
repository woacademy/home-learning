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F094E0-1F82-4FE0-949B-C902E5F0FF41}">
  <a:tblStyle styleId="{3BF094E0-1F82-4FE0-949B-C902E5F0FF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{3BF094E0-1F82-4FE0-949B-C902E5F0FF41}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