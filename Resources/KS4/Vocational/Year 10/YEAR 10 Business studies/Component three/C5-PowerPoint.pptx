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FF3916-FE92-4139-9BC5-DDE24FCE578E}">
  <a:tblStyle styleId="{A8FF3916-FE92-4139-9BC5-DDE24FCE57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{A8FF3916-FE92-4139-9BC5-DDE24FCE578E}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