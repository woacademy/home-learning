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E35C68-C6FB-4972-A61F-505AA71983AE}">
  <a:tblStyle styleId="{22E35C68-C6FB-4972-A61F-505AA71983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{22E35C68-C6FB-4972-A61F-505AA71983AE}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