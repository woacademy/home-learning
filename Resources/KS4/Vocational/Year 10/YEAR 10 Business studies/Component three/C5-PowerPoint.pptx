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17B6A3-C0FA-44BE-B85A-08451B299039}">
  <a:tblStyle styleId="{4117B6A3-C0FA-44BE-B85A-08451B29903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{4117B6A3-C0FA-44BE-B85A-08451B299039}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