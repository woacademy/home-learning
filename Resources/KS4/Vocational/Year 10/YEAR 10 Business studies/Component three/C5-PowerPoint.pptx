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134306-A603-4125-A3C9-78FD185FAB67}">
  <a:tblStyle styleId="{57134306-A603-4125-A3C9-78FD185FAB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{57134306-A603-4125-A3C9-78FD185FAB67}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