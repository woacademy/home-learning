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1B6B7F-72AC-4C39-822D-5EB37511922B}">
  <a:tblStyle styleId="{1D1B6B7F-72AC-4C39-822D-5EB3751192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{1D1B6B7F-72AC-4C39-822D-5EB37511922B}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