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09ED3F-B314-4768-8A91-5207BA90196F}">
  <a:tblStyle styleId="{5B09ED3F-B314-4768-8A91-5207BA9019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{5B09ED3F-B314-4768-8A91-5207BA90196F}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