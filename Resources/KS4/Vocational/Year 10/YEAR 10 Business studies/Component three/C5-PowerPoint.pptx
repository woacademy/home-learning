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15A15-071F-4391-B38B-2CB52E5E059B}">
  <a:tblStyle styleId="{16815A15-071F-4391-B38B-2CB52E5E0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{16815A15-071F-4391-B38B-2CB52E5E059B}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