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33C68-96EC-4217-BC29-8EAA429FD874}">
  <a:tblStyle styleId="{7F733C68-96EC-4217-BC29-8EAA429FD8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{7F733C68-96EC-4217-BC29-8EAA429FD874}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