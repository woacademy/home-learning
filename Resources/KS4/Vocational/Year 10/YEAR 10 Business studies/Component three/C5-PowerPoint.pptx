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A3D2F7-859A-4DD8-9C22-95AD9186DF34}">
  <a:tblStyle styleId="{E9A3D2F7-859A-4DD8-9C22-95AD9186DF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{E9A3D2F7-859A-4DD8-9C22-95AD9186DF34}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