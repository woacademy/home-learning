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0C25A05-DA8C-4CAC-9495-588A4D59D4BF}">
  <a:tblStyle styleId="{40C25A05-DA8C-4CAC-9495-588A4D59D4B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{40C25A05-DA8C-4CAC-9495-588A4D59D4BF}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