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CE20C-4A31-465C-876D-E49514392154}">
  <a:tblStyle styleId="{1F2CE20C-4A31-465C-876D-E495143921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{1F2CE20C-4A31-465C-876D-E49514392154}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