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0F9219-E502-47A3-89F6-DC859419ECC8}">
  <a:tblStyle styleId="{560F9219-E502-47A3-89F6-DC859419ECC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{560F9219-E502-47A3-89F6-DC859419ECC8}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