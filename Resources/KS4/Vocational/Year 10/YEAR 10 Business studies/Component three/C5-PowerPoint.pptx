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35B54D-4C32-419A-91D8-34541164EC6F}">
  <a:tblStyle styleId="{C035B54D-4C32-419A-91D8-34541164EC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{C035B54D-4C32-419A-91D8-34541164EC6F}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