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47950B-0CA1-4F4B-82A7-4BEEB29E6FFD}">
  <a:tblStyle styleId="{4147950B-0CA1-4F4B-82A7-4BEEB29E6F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{4147950B-0CA1-4F4B-82A7-4BEEB29E6FFD}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