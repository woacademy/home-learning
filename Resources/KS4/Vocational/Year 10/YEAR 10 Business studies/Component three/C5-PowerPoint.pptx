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0C99E5-47E1-474C-856D-C17D15043B8B}">
  <a:tblStyle styleId="{3F0C99E5-47E1-474C-856D-C17D15043B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{3F0C99E5-47E1-474C-856D-C17D15043B8B}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