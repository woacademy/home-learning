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AF8F98-9939-49E7-B5E3-B64675790B93}">
  <a:tblStyle styleId="{4DAF8F98-9939-49E7-B5E3-B64675790B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{4DAF8F98-9939-49E7-B5E3-B64675790B93}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