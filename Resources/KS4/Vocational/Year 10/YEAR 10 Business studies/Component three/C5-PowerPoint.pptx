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8687F01-993F-41A8-9657-B264694C349A}">
  <a:tblStyle styleId="{08687F01-993F-41A8-9657-B264694C349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{08687F01-993F-41A8-9657-B264694C349A}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