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2769BA-216D-473A-9E1F-179C942E8602}">
  <a:tblStyle styleId="{2F2769BA-216D-473A-9E1F-179C942E86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{2F2769BA-216D-473A-9E1F-179C942E8602}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