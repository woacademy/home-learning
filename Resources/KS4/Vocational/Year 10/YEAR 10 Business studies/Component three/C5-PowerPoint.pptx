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2DFB0C-893A-4441-969A-94FBE49DF6AD}">
  <a:tblStyle styleId="{FB2DFB0C-893A-4441-969A-94FBE49DF6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{FB2DFB0C-893A-4441-969A-94FBE49DF6AD}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