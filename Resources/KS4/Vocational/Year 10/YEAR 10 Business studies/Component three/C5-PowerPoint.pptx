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8D5F3D-3166-44D5-8779-E896A65F9E4C}">
  <a:tblStyle styleId="{C28D5F3D-3166-44D5-8779-E896A65F9E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{C28D5F3D-3166-44D5-8779-E896A65F9E4C}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