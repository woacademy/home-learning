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329EE-BEB5-4467-A6E8-11366BE613B2}">
  <a:tblStyle styleId="{1F2329EE-BEB5-4467-A6E8-11366BE613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{1F2329EE-BEB5-4467-A6E8-11366BE613B2}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