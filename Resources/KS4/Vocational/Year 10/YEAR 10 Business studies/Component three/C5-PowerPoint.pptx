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AE4D2F-CD44-491A-9706-53D0998C2180}">
  <a:tblStyle styleId="{66AE4D2F-CD44-491A-9706-53D0998C21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{66AE4D2F-CD44-491A-9706-53D0998C2180}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