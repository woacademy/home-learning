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2EFCF9-8334-42E1-A845-54531B97C39F}">
  <a:tblStyle styleId="{EC2EFCF9-8334-42E1-A845-54531B97C3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{EC2EFCF9-8334-42E1-A845-54531B97C39F}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