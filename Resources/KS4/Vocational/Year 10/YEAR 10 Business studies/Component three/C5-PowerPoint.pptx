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318380-2664-4A33-8FB5-914F582F159B}">
  <a:tblStyle styleId="{3E318380-2664-4A33-8FB5-914F582F15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{3E318380-2664-4A33-8FB5-914F582F159B}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