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041214-D108-4CBE-ABF0-9664A4D9041C}">
  <a:tblStyle styleId="{0E041214-D108-4CBE-ABF0-9664A4D904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{0E041214-D108-4CBE-ABF0-9664A4D9041C}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