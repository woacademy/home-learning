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7D9E7C-D9A9-4E2A-B490-64F3A5E0A8C0}">
  <a:tblStyle styleId="{567D9E7C-D9A9-4E2A-B490-64F3A5E0A8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{567D9E7C-D9A9-4E2A-B490-64F3A5E0A8C0}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