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F398C8-2BA2-4949-BEF8-E275252E52CE}">
  <a:tblStyle styleId="{5CF398C8-2BA2-4949-BEF8-E275252E52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{5CF398C8-2BA2-4949-BEF8-E275252E52CE}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