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29A99-A0FD-4BF0-BFC8-1312FFF2D87B}">
  <a:tblStyle styleId="{00929A99-A0FD-4BF0-BFC8-1312FFF2D8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{00929A99-A0FD-4BF0-BFC8-1312FFF2D87B}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