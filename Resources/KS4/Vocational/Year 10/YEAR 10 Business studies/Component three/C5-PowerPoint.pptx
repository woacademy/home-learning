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CB0CAF-AB7D-41BD-94B3-1CB2B7D53A39}">
  <a:tblStyle styleId="{09CB0CAF-AB7D-41BD-94B3-1CB2B7D53A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{09CB0CAF-AB7D-41BD-94B3-1CB2B7D53A39}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