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08B2AC-E514-44EA-A1A9-77D173D31ECC}">
  <a:tblStyle styleId="{F108B2AC-E514-44EA-A1A9-77D173D31E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{F108B2AC-E514-44EA-A1A9-77D173D31ECC}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