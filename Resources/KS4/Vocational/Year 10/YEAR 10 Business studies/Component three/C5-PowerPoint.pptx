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B7E2F7-3957-467E-BD6C-D9C5A6537B6A}">
  <a:tblStyle styleId="{D8B7E2F7-3957-467E-BD6C-D9C5A6537B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{D8B7E2F7-3957-467E-BD6C-D9C5A6537B6A}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