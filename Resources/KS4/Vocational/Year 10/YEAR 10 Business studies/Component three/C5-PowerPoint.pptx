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806F63-DD11-45A3-ABC0-A2F282D26642}">
  <a:tblStyle styleId="{67806F63-DD11-45A3-ABC0-A2F282D2664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{67806F63-DD11-45A3-ABC0-A2F282D26642}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