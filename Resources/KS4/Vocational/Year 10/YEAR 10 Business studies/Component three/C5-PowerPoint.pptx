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DE1894-AE48-40EF-8F64-B6E85B980BCE}">
  <a:tblStyle styleId="{77DE1894-AE48-40EF-8F64-B6E85B980B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{77DE1894-AE48-40EF-8F64-B6E85B980BCE}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