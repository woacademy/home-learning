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3AA692-0FB0-4110-A5C7-DEBA2E7F1FDE}">
  <a:tblStyle styleId="{2D3AA692-0FB0-4110-A5C7-DEBA2E7F1F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{2D3AA692-0FB0-4110-A5C7-DEBA2E7F1FDE}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