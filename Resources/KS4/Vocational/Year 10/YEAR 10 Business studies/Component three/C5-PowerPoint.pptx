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C4E7F46-DDD2-401B-9A83-F4BC420F93D5}">
  <a:tblStyle styleId="{AC4E7F46-DDD2-401B-9A83-F4BC420F93D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{AC4E7F46-DDD2-401B-9A83-F4BC420F93D5}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