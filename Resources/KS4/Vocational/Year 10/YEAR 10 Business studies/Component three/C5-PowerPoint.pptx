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3E8F96-C595-4247-B0C5-C318D0C3D19F}">
  <a:tblStyle styleId="{573E8F96-C595-4247-B0C5-C318D0C3D1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{573E8F96-C595-4247-B0C5-C318D0C3D19F}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