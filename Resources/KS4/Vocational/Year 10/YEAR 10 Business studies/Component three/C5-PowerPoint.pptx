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80B37A-F443-4303-8FF2-6A447B777588}">
  <a:tblStyle styleId="{F280B37A-F443-4303-8FF2-6A447B7775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{F280B37A-F443-4303-8FF2-6A447B777588}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