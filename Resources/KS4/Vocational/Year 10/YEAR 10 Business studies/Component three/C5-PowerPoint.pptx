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E50CE-08FC-492C-AE98-5F37BA97D417}">
  <a:tblStyle styleId="{DABE50CE-08FC-492C-AE98-5F37BA97D4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{DABE50CE-08FC-492C-AE98-5F37BA97D417}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