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D7772E-D1A0-462F-90D2-A8710AAD4914}">
  <a:tblStyle styleId="{E5D7772E-D1A0-462F-90D2-A8710AAD49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{E5D7772E-D1A0-462F-90D2-A8710AAD4914}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