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8AF94E-3D9D-4523-9165-B3A3A4B69C0D}">
  <a:tblStyle styleId="{B48AF94E-3D9D-4523-9165-B3A3A4B69C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{B48AF94E-3D9D-4523-9165-B3A3A4B69C0D}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