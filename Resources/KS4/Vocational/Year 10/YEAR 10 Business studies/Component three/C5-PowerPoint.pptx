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6E9EDE-4670-4A15-9EE6-2419EC501544}">
  <a:tblStyle styleId="{AF6E9EDE-4670-4A15-9EE6-2419EC5015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{AF6E9EDE-4670-4A15-9EE6-2419EC501544}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