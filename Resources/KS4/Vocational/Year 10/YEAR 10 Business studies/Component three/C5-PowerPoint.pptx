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9FBFFA-EA16-4492-A1F4-0CE6F7389E7E}">
  <a:tblStyle styleId="{D39FBFFA-EA16-4492-A1F4-0CE6F7389E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{D39FBFFA-EA16-4492-A1F4-0CE6F7389E7E}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