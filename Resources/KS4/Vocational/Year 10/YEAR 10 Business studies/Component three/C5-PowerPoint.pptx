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656827-0E60-4EBF-A775-91247A70B6CB}">
  <a:tblStyle styleId="{62656827-0E60-4EBF-A775-91247A70B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{62656827-0E60-4EBF-A775-91247A70B6CB}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