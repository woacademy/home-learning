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C7C2E4-4730-43E2-9D03-A466907E6BEA}">
  <a:tblStyle styleId="{90C7C2E4-4730-43E2-9D03-A466907E6B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{90C7C2E4-4730-43E2-9D03-A466907E6BEA}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