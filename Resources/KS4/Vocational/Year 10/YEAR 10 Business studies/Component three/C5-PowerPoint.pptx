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523323-A61B-431D-BAB1-A6BF29EDA87E}">
  <a:tblStyle styleId="{C0523323-A61B-431D-BAB1-A6BF29EDA8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{C0523323-A61B-431D-BAB1-A6BF29EDA87E}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