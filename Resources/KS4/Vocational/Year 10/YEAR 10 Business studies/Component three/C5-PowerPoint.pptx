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7C1D6C-49BC-4B92-8717-F8C41DD77AB0}">
  <a:tblStyle styleId="{917C1D6C-49BC-4B92-8717-F8C41DD77A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{917C1D6C-49BC-4B92-8717-F8C41DD77AB0}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