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7F9973D-788C-48FA-A6E9-5B7348DF316E}">
  <a:tblStyle styleId="{87F9973D-788C-48FA-A6E9-5B7348DF316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{87F9973D-788C-48FA-A6E9-5B7348DF316E}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