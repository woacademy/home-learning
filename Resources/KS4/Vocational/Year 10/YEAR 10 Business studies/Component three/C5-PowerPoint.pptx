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97E9F2-88CD-41A1-AC74-DAA24AC24204}">
  <a:tblStyle styleId="{3297E9F2-88CD-41A1-AC74-DAA24AC242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{3297E9F2-88CD-41A1-AC74-DAA24AC24204}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