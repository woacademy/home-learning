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1AE32A-4C47-4157-A085-F1BE2D84AD34}">
  <a:tblStyle styleId="{7A1AE32A-4C47-4157-A085-F1BE2D84AD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{7A1AE32A-4C47-4157-A085-F1BE2D84AD34}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