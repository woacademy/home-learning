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D5DD41-604F-42D5-80FC-8815D072F0FA}">
  <a:tblStyle styleId="{CCD5DD41-604F-42D5-80FC-8815D072F0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{CCD5DD41-604F-42D5-80FC-8815D072F0FA}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