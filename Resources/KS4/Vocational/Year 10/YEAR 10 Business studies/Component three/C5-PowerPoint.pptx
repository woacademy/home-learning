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609941-F379-4615-9FDB-60DDE08BC440}">
  <a:tblStyle styleId="{6A609941-F379-4615-9FDB-60DDE08BC4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{6A609941-F379-4615-9FDB-60DDE08BC440}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