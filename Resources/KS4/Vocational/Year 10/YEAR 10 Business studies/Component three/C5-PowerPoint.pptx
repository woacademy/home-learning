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964839-6624-46A1-8155-102316A8B51A}">
  <a:tblStyle styleId="{BD964839-6624-46A1-8155-102316A8B5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{BD964839-6624-46A1-8155-102316A8B51A}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