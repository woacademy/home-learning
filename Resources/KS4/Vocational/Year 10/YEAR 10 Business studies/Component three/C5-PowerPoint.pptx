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A06D84-1CA6-4CDC-8BA2-B9DAC70881F5}">
  <a:tblStyle styleId="{0AA06D84-1CA6-4CDC-8BA2-B9DAC70881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{0AA06D84-1CA6-4CDC-8BA2-B9DAC70881F5}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