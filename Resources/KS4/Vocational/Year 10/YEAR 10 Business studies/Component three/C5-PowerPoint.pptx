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C18821-E34C-47CC-83B7-E80136A50FFB}">
  <a:tblStyle styleId="{40C18821-E34C-47CC-83B7-E80136A50F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{40C18821-E34C-47CC-83B7-E80136A50FFB}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