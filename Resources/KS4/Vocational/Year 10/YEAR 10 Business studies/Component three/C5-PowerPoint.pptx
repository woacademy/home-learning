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EC4B6AE-E913-4E8B-965A-E5A8D413DC15}">
  <a:tblStyle styleId="{7EC4B6AE-E913-4E8B-965A-E5A8D413DC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{7EC4B6AE-E913-4E8B-965A-E5A8D413DC15}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