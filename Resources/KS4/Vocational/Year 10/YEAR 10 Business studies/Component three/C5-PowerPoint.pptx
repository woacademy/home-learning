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E6BE46-4538-48D0-98DA-C7B0FF2E8EF7}">
  <a:tblStyle styleId="{44E6BE46-4538-48D0-98DA-C7B0FF2E8E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{44E6BE46-4538-48D0-98DA-C7B0FF2E8EF7}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