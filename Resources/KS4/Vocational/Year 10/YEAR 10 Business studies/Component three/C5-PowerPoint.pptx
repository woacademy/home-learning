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F06CCB-13CD-4C20-9138-B4972293740D}">
  <a:tblStyle styleId="{0AF06CCB-13CD-4C20-9138-B497229374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{0AF06CCB-13CD-4C20-9138-B4972293740D}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