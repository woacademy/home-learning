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FDD19A-4BEB-4FF6-869E-F18FE722005B}">
  <a:tblStyle styleId="{C7FDD19A-4BEB-4FF6-869E-F18FE72200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{C7FDD19A-4BEB-4FF6-869E-F18FE722005B}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