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F903FE-142D-4BD0-A964-6AF2BE493826}">
  <a:tblStyle styleId="{DEF903FE-142D-4BD0-A964-6AF2BE4938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{DEF903FE-142D-4BD0-A964-6AF2BE493826}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