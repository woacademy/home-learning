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A1931-5168-4376-BC58-091234EF3824}">
  <a:tblStyle styleId="{42AA1931-5168-4376-BC58-091234EF38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{42AA1931-5168-4376-BC58-091234EF3824}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