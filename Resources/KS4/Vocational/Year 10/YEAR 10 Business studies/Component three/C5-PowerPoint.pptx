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1631C0-C035-4587-9BFD-B0582027C29E}">
  <a:tblStyle styleId="{C11631C0-C035-4587-9BFD-B0582027C2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{C11631C0-C035-4587-9BFD-B0582027C29E}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