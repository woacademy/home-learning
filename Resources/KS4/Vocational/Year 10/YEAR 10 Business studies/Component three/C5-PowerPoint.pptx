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0ABFD9-32CF-487D-8C3D-1B0A44419FAB}">
  <a:tblStyle styleId="{F20ABFD9-32CF-487D-8C3D-1B0A44419F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{F20ABFD9-32CF-487D-8C3D-1B0A44419FAB}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