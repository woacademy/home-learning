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EF3559-3188-4BFE-A39E-DE2F5A0B6BA2}">
  <a:tblStyle styleId="{B7EF3559-3188-4BFE-A39E-DE2F5A0B6B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{B7EF3559-3188-4BFE-A39E-DE2F5A0B6BA2}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