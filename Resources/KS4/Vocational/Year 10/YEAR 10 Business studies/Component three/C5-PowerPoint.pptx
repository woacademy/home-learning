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760D92-FB49-4159-A0F2-BD9C6E919199}">
  <a:tblStyle styleId="{23760D92-FB49-4159-A0F2-BD9C6E919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{23760D92-FB49-4159-A0F2-BD9C6E919199}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