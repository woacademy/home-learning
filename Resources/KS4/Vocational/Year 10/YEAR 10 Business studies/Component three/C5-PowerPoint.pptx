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C05150C-1068-4654-B127-67DA1BF8DCCC}">
  <a:tblStyle styleId="{4C05150C-1068-4654-B127-67DA1BF8DCC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{4C05150C-1068-4654-B127-67DA1BF8DCCC}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