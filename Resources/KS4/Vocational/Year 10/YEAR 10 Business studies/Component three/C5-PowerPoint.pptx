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B6187A-04F3-4A02-B00F-EB34D74FD626}">
  <a:tblStyle styleId="{50B6187A-04F3-4A02-B00F-EB34D74FD6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{50B6187A-04F3-4A02-B00F-EB34D74FD626}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