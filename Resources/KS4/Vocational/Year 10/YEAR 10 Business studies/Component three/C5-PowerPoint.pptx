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30932C-B062-4BFF-8BE6-457C19B3D389}">
  <a:tblStyle styleId="{6A30932C-B062-4BFF-8BE6-457C19B3D3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{6A30932C-B062-4BFF-8BE6-457C19B3D389}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