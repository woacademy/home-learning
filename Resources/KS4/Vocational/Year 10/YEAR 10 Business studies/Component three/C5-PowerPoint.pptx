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521A26-062D-4FCC-AF9D-AD5CFABD1E52}">
  <a:tblStyle styleId="{DA521A26-062D-4FCC-AF9D-AD5CFABD1E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{DA521A26-062D-4FCC-AF9D-AD5CFABD1E52}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