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027539-5708-4BD8-A810-BE418DB4FA8A}">
  <a:tblStyle styleId="{75027539-5708-4BD8-A810-BE418DB4FA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{75027539-5708-4BD8-A810-BE418DB4FA8A}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