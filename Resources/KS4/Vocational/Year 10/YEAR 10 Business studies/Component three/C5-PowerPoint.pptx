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B7E2AA-247C-48A1-A8FC-0A7DFE3E6940}">
  <a:tblStyle styleId="{C8B7E2AA-247C-48A1-A8FC-0A7DFE3E69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{C8B7E2AA-247C-48A1-A8FC-0A7DFE3E6940}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