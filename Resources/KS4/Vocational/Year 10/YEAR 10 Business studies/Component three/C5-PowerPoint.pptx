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66D464-252D-4145-8DF7-8AED491823E7}">
  <a:tblStyle styleId="{0866D464-252D-4145-8DF7-8AED491823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{0866D464-252D-4145-8DF7-8AED491823E7}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