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02E939-8BEF-43F5-BE1C-50AC778EEF05}">
  <a:tblStyle styleId="{C602E939-8BEF-43F5-BE1C-50AC778EEF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{C602E939-8BEF-43F5-BE1C-50AC778EEF05}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