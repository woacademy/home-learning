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7094D8-006D-456E-937F-9FB0A22B872E}">
  <a:tblStyle styleId="{247094D8-006D-456E-937F-9FB0A22B87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{247094D8-006D-456E-937F-9FB0A22B872E}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