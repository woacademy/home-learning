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E58089-333C-41E8-B73C-9CEC37B2F488}">
  <a:tblStyle styleId="{CDE58089-333C-41E8-B73C-9CEC37B2F4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{CDE58089-333C-41E8-B73C-9CEC37B2F488}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