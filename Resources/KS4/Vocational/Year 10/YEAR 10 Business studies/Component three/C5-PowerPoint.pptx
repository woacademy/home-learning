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C2C49F-577F-454D-8D52-B92071D5E13C}">
  <a:tblStyle styleId="{1AC2C49F-577F-454D-8D52-B92071D5E1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{1AC2C49F-577F-454D-8D52-B92071D5E13C}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