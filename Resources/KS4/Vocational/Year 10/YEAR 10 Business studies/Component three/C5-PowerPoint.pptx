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7700343-DC77-4907-B92E-18E7DD478CF2}">
  <a:tblStyle styleId="{87700343-DC77-4907-B92E-18E7DD478C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{87700343-DC77-4907-B92E-18E7DD478CF2}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