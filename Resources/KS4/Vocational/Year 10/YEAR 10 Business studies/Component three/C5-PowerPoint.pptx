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EFD92C-8616-42C2-8E51-958F1C486759}">
  <a:tblStyle styleId="{96EFD92C-8616-42C2-8E51-958F1C4867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{96EFD92C-8616-42C2-8E51-958F1C486759}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