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2C953C-A6C3-4C51-8CF9-BFC06363782B}">
  <a:tblStyle styleId="{282C953C-A6C3-4C51-8CF9-BFC0636378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{282C953C-A6C3-4C51-8CF9-BFC06363782B}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