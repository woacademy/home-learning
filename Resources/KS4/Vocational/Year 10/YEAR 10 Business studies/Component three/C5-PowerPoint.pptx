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F40C7-503A-4801-AAAC-F93D3F6BC8E4}">
  <a:tblStyle styleId="{22CF40C7-503A-4801-AAAC-F93D3F6BC8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{22CF40C7-503A-4801-AAAC-F93D3F6BC8E4}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