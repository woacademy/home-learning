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2DAC6-7A56-49FE-8220-23E90713F8A0}">
  <a:tblStyle styleId="{EC42DAC6-7A56-49FE-8220-23E90713F8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{EC42DAC6-7A56-49FE-8220-23E90713F8A0}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