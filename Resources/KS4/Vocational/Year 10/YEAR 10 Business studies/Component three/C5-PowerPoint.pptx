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5C70E5-2217-4001-920B-41E6B51B820D}">
  <a:tblStyle styleId="{0A5C70E5-2217-4001-920B-41E6B51B82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{0A5C70E5-2217-4001-920B-41E6B51B820D}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