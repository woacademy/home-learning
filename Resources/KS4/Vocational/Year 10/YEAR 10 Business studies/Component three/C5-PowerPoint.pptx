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36E468-251D-4758-B4A7-097427382111}">
  <a:tblStyle styleId="{BA36E468-251D-4758-B4A7-0974273821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{BA36E468-251D-4758-B4A7-097427382111}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