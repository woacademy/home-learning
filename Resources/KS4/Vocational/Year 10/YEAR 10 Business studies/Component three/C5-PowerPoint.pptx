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13EDFF-A770-43CB-B16E-EAA7C028156E}">
  <a:tblStyle styleId="{9913EDFF-A770-43CB-B16E-EAA7C02815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{9913EDFF-A770-43CB-B16E-EAA7C028156E}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