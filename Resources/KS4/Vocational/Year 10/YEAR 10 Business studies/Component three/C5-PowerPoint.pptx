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E8E802-D89A-43F3-A34C-B727FCBFC80E}">
  <a:tblStyle styleId="{A4E8E802-D89A-43F3-A34C-B727FCBFC8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{A4E8E802-D89A-43F3-A34C-B727FCBFC80E}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