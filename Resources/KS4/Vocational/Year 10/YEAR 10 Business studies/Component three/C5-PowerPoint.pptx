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F9B4FA0-7729-4E69-9CC9-C48B22CDC804}">
  <a:tblStyle styleId="{0F9B4FA0-7729-4E69-9CC9-C48B22CDC80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{0F9B4FA0-7729-4E69-9CC9-C48B22CDC804}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