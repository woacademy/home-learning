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24EBE9-F838-4D7D-8C73-BB3ACF7D7227}">
  <a:tblStyle styleId="{0024EBE9-F838-4D7D-8C73-BB3ACF7D72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{0024EBE9-F838-4D7D-8C73-BB3ACF7D7227}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