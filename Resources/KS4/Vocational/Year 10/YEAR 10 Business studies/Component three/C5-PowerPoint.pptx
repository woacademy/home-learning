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C930402-A6BF-42BE-A950-78D51E1208EB}">
  <a:tblStyle styleId="{DC930402-A6BF-42BE-A950-78D51E1208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{DC930402-A6BF-42BE-A950-78D51E1208EB}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