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E81AFB-9EBA-4B73-97C6-2ABD3DAAAD60}">
  <a:tblStyle styleId="{FFE81AFB-9EBA-4B73-97C6-2ABD3DAAAD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{FFE81AFB-9EBA-4B73-97C6-2ABD3DAAAD60}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