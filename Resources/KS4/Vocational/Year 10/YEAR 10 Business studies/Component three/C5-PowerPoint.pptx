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498EE4C-5845-4786-816D-CB83868E30C4}">
  <a:tblStyle styleId="{6498EE4C-5845-4786-816D-CB83868E30C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{6498EE4C-5845-4786-816D-CB83868E30C4}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