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57F430-4D8B-48AA-9EAE-253B79C5F8F5}">
  <a:tblStyle styleId="{B557F430-4D8B-48AA-9EAE-253B79C5F8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{B557F430-4D8B-48AA-9EAE-253B79C5F8F5}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