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1AF820-B7C5-4A52-AB44-F8F0F233D7FC}">
  <a:tblStyle styleId="{3D1AF820-B7C5-4A52-AB44-F8F0F233D7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{3D1AF820-B7C5-4A52-AB44-F8F0F233D7FC}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