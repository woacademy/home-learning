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F1E5DA-3591-4FF8-8648-A876352F3F4C}">
  <a:tblStyle styleId="{0AF1E5DA-3591-4FF8-8648-A876352F3F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{0AF1E5DA-3591-4FF8-8648-A876352F3F4C}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