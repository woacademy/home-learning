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D2AB9A1-DC44-4B16-9929-49D9E0E6F023}">
  <a:tblStyle styleId="{CD2AB9A1-DC44-4B16-9929-49D9E0E6F02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{CD2AB9A1-DC44-4B16-9929-49D9E0E6F023}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