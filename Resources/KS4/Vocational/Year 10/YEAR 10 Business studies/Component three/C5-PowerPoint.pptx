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8F3F776-857D-4794-BDA3-D212F78C3D1B}">
  <a:tblStyle styleId="{A8F3F776-857D-4794-BDA3-D212F78C3D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{A8F3F776-857D-4794-BDA3-D212F78C3D1B}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