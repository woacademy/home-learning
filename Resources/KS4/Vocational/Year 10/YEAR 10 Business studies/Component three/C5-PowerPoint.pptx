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B33FF3A-7686-4B6C-B4D6-135837AF4B4E}">
  <a:tblStyle styleId="{AB33FF3A-7686-4B6C-B4D6-135837AF4B4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{AB33FF3A-7686-4B6C-B4D6-135837AF4B4E}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