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4F8A6BD-D3A2-4BD8-88F2-71AE3BA0CF1C}">
  <a:tblStyle styleId="{B4F8A6BD-D3A2-4BD8-88F2-71AE3BA0CF1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{B4F8A6BD-D3A2-4BD8-88F2-71AE3BA0CF1C}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