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416FCD-AA40-4A71-B968-71FB9FFD855B}">
  <a:tblStyle styleId="{86416FCD-AA40-4A71-B968-71FB9FFD85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{86416FCD-AA40-4A71-B968-71FB9FFD855B}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