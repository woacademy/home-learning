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545D70-865B-483E-B275-FDE9B4D0072B}">
  <a:tblStyle styleId="{3F545D70-865B-483E-B275-FDE9B4D007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{3F545D70-865B-483E-B275-FDE9B4D0072B}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