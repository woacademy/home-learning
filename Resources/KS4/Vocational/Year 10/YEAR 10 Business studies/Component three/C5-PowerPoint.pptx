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7D41FF-688A-4FAD-925B-1CBCDDFD77E8}">
  <a:tblStyle styleId="{447D41FF-688A-4FAD-925B-1CBCDDFD77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{447D41FF-688A-4FAD-925B-1CBCDDFD77E8}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