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BD9A82-001F-4975-A8EA-E8C4618FBFF2}">
  <a:tblStyle styleId="{ADBD9A82-001F-4975-A8EA-E8C4618FBF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{ADBD9A82-001F-4975-A8EA-E8C4618FBFF2}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