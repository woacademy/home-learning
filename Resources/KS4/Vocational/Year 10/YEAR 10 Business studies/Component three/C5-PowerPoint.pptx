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4ADB3B-C956-47B7-BAFE-1E585C154823}">
  <a:tblStyle styleId="{AB4ADB3B-C956-47B7-BAFE-1E585C1548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{AB4ADB3B-C956-47B7-BAFE-1E585C154823}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