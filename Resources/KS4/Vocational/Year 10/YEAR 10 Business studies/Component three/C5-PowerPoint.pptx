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ACFAE-B49C-4499-BFFB-D171C1882167}">
  <a:tblStyle styleId="{A17ACFAE-B49C-4499-BFFB-D171C18821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{A17ACFAE-B49C-4499-BFFB-D171C1882167}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