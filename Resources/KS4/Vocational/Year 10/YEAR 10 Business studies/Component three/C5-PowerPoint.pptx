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037AEB-15BB-4259-8966-5A0F3DC9050F}">
  <a:tblStyle styleId="{A8037AEB-15BB-4259-8966-5A0F3DC905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{A8037AEB-15BB-4259-8966-5A0F3DC9050F}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