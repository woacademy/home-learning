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597379-A113-4AA1-B666-507FC3777B4C}">
  <a:tblStyle styleId="{65597379-A113-4AA1-B666-507FC3777B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{65597379-A113-4AA1-B666-507FC3777B4C}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