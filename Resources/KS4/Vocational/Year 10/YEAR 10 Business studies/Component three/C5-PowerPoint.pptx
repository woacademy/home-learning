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B10611-C39C-44FB-94B5-E23FA13AE751}">
  <a:tblStyle styleId="{DDB10611-C39C-44FB-94B5-E23FA13AE7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{DDB10611-C39C-44FB-94B5-E23FA13AE751}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