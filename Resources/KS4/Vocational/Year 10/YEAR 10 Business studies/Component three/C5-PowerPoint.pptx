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FDC9FD-1CC6-4EDE-AB5A-B6F676348F7A}">
  <a:tblStyle styleId="{06FDC9FD-1CC6-4EDE-AB5A-B6F676348F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{06FDC9FD-1CC6-4EDE-AB5A-B6F676348F7A}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