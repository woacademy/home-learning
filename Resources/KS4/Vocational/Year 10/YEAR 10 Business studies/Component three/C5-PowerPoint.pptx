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D9A80D-E95A-4E16-AAE8-48A508C024C0}">
  <a:tblStyle styleId="{ECD9A80D-E95A-4E16-AAE8-48A508C024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{ECD9A80D-E95A-4E16-AAE8-48A508C024C0}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