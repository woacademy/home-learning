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C3D47F-6801-4097-9746-D53470751CB8}">
  <a:tblStyle styleId="{C5C3D47F-6801-4097-9746-D53470751C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{C5C3D47F-6801-4097-9746-D53470751CB8}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