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1D82E0-D732-48D5-93F9-33A02B620568}">
  <a:tblStyle styleId="{0B1D82E0-D732-48D5-93F9-33A02B6205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{0B1D82E0-D732-48D5-93F9-33A02B620568}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