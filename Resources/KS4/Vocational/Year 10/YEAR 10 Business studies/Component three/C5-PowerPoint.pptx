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477CB-BF56-4C91-99B0-84995BCE9895}">
  <a:tblStyle styleId="{B2D477CB-BF56-4C91-99B0-84995BCE98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{B2D477CB-BF56-4C91-99B0-84995BCE9895}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