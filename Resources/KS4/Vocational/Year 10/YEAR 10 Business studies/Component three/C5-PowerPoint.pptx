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AC5140-12A0-409D-801B-2C5B518E4DF7}">
  <a:tblStyle styleId="{22AC5140-12A0-409D-801B-2C5B518E4D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{22AC5140-12A0-409D-801B-2C5B518E4DF7}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