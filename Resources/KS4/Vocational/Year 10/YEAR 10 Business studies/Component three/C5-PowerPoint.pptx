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E1BD801-553D-4709-AE41-9258407ED71A}">
  <a:tblStyle styleId="{6E1BD801-553D-4709-AE41-9258407ED71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{6E1BD801-553D-4709-AE41-9258407ED71A}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