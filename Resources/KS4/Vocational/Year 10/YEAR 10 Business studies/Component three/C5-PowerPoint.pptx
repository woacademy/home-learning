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DDA954-1622-4771-9219-5FDDB8BAAEA8}">
  <a:tblStyle styleId="{4BDDA954-1622-4771-9219-5FDDB8BAAE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{4BDDA954-1622-4771-9219-5FDDB8BAAEA8}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