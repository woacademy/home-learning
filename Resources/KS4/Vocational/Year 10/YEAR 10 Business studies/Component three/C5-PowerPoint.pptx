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6D91C41-6625-45DA-8851-E55B5CE0E4B8}">
  <a:tblStyle styleId="{76D91C41-6625-45DA-8851-E55B5CE0E4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{76D91C41-6625-45DA-8851-E55B5CE0E4B8}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