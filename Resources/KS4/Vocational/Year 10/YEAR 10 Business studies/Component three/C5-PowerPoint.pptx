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EFD9D1-D288-492E-A7BA-77E3DD1089B0}">
  <a:tblStyle styleId="{FCEFD9D1-D288-492E-A7BA-77E3DD1089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{FCEFD9D1-D288-492E-A7BA-77E3DD1089B0}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