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E34A6-5EFF-4EF5-8215-0C1E6ED1D144}">
  <a:tblStyle styleId="{BDAE34A6-5EFF-4EF5-8215-0C1E6ED1D1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{BDAE34A6-5EFF-4EF5-8215-0C1E6ED1D144}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