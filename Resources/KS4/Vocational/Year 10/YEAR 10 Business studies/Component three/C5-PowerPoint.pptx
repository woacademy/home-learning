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233BAF-9365-49AC-B8E6-994DE50DA9AC}">
  <a:tblStyle styleId="{21233BAF-9365-49AC-B8E6-994DE50DA9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{21233BAF-9365-49AC-B8E6-994DE50DA9AC}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