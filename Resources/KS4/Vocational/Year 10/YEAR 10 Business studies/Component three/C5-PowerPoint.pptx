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AF7C7-81C0-4F5C-B760-BF4F9B676370}">
  <a:tblStyle styleId="{BB5AF7C7-81C0-4F5C-B760-BF4F9B6763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{BB5AF7C7-81C0-4F5C-B760-BF4F9B676370}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