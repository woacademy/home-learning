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4CC5B-045D-4357-AF20-078628B67909}">
  <a:tblStyle styleId="{3424CC5B-045D-4357-AF20-078628B679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{3424CC5B-045D-4357-AF20-078628B67909}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