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9EDBBA-3C36-4861-804A-D00B1441EAFF}">
  <a:tblStyle styleId="{709EDBBA-3C36-4861-804A-D00B1441EA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{709EDBBA-3C36-4861-804A-D00B1441EAFF}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