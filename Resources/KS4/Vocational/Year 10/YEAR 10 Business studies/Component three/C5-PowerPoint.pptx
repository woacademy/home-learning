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15DFD-F5E0-456E-8B2F-7219E0BAD961}">
  <a:tblStyle styleId="{1A215DFD-F5E0-456E-8B2F-7219E0BAD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{1A215DFD-F5E0-456E-8B2F-7219E0BAD961}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