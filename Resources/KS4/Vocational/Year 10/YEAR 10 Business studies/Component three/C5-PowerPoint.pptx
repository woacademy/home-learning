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2932C9-6FBA-4714-8DA4-E099E886FE19}">
  <a:tblStyle styleId="{742932C9-6FBA-4714-8DA4-E099E886F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{742932C9-6FBA-4714-8DA4-E099E886FE19}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