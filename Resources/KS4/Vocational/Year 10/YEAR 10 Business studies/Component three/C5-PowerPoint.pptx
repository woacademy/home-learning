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1689F1-A645-449F-9209-2FFE1E5711F2}">
  <a:tblStyle styleId="{A41689F1-A645-449F-9209-2FFE1E571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{A41689F1-A645-449F-9209-2FFE1E5711F2}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