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D72323-99E9-4433-A706-77846FF22175}">
  <a:tblStyle styleId="{FDD72323-99E9-4433-A706-77846FF221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{FDD72323-99E9-4433-A706-77846FF22175}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