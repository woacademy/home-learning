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5DB8DC3-18B3-4CD5-B0F2-87CE0E5E16EA}">
  <a:tblStyle styleId="{F5DB8DC3-18B3-4CD5-B0F2-87CE0E5E16E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{F5DB8DC3-18B3-4CD5-B0F2-87CE0E5E16EA}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