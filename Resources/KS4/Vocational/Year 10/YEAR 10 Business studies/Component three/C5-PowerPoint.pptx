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A86E59-87E7-4902-BCAB-A76B94770049}">
  <a:tblStyle styleId="{30A86E59-87E7-4902-BCAB-A76B9477004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{30A86E59-87E7-4902-BCAB-A76B94770049}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