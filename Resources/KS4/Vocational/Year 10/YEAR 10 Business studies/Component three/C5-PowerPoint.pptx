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382F3C-312D-4C6E-A2E5-2C60A42B8D39}">
  <a:tblStyle styleId="{63382F3C-312D-4C6E-A2E5-2C60A42B8D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{63382F3C-312D-4C6E-A2E5-2C60A42B8D39}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