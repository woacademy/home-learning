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17DF90-AB5F-4E13-B741-D349B90B8684}">
  <a:tblStyle styleId="{0617DF90-AB5F-4E13-B741-D349B90B86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{0617DF90-AB5F-4E13-B741-D349B90B8684}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