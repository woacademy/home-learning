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589FE9-B6B1-42F1-B495-89457BF859AF}">
  <a:tblStyle styleId="{B0589FE9-B6B1-42F1-B495-89457BF859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{B0589FE9-B6B1-42F1-B495-89457BF859AF}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