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F4F430-4720-4F33-9EC0-3C3CE4E9BD3E}">
  <a:tblStyle styleId="{63F4F430-4720-4F33-9EC0-3C3CE4E9BD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{63F4F430-4720-4F33-9EC0-3C3CE4E9BD3E}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