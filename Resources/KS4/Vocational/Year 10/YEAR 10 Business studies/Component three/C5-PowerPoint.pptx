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A79AC1-C95E-4A80-BFF0-1373CA078346}">
  <a:tblStyle styleId="{EFA79AC1-C95E-4A80-BFF0-1373CA0783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{EFA79AC1-C95E-4A80-BFF0-1373CA078346}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