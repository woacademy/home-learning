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B71F7B-F0F7-4D1C-BA43-555BBF5ECA97}">
  <a:tblStyle styleId="{06B71F7B-F0F7-4D1C-BA43-555BBF5ECA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{06B71F7B-F0F7-4D1C-BA43-555BBF5ECA97}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