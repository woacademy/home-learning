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8F0D1E-5A9D-410A-A194-0687F3C02C4D}">
  <a:tblStyle styleId="{E78F0D1E-5A9D-410A-A194-0687F3C02C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{E78F0D1E-5A9D-410A-A194-0687F3C02C4D}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