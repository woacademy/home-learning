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24957A-EE7B-4FA3-8EF0-E269DCE0B72D}">
  <a:tblStyle styleId="{2024957A-EE7B-4FA3-8EF0-E269DCE0B7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{2024957A-EE7B-4FA3-8EF0-E269DCE0B72D}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