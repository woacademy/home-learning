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2BE38BA-6908-4883-AA6A-7FC2D176F5A2}">
  <a:tblStyle styleId="{12BE38BA-6908-4883-AA6A-7FC2D176F5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{12BE38BA-6908-4883-AA6A-7FC2D176F5A2}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