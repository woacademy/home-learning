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B0AF56-D032-4F84-8799-8A5CB33E5AC9}">
  <a:tblStyle styleId="{83B0AF56-D032-4F84-8799-8A5CB33E5A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{83B0AF56-D032-4F84-8799-8A5CB33E5AC9}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