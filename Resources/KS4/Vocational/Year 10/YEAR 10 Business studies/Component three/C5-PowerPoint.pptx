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7256E5-6650-4B72-95F7-49EFC24C090A}">
  <a:tblStyle styleId="{117256E5-6650-4B72-95F7-49EFC24C09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{117256E5-6650-4B72-95F7-49EFC24C090A}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