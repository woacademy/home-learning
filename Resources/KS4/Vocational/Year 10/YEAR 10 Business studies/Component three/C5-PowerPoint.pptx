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AF830B-0C26-4F7A-B345-771F4EDC4ABD}">
  <a:tblStyle styleId="{63AF830B-0C26-4F7A-B345-771F4EDC4A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{63AF830B-0C26-4F7A-B345-771F4EDC4ABD}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