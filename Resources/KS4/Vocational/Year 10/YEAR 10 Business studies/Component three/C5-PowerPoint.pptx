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55993-1759-4DA5-B810-754CEB102E23}">
  <a:tblStyle styleId="{95755993-1759-4DA5-B810-754CEB102E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{95755993-1759-4DA5-B810-754CEB102E23}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