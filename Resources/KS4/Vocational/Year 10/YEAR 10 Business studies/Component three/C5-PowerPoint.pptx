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6CD0ED-4693-4DCE-A65D-C60E86ED5493}">
  <a:tblStyle styleId="{366CD0ED-4693-4DCE-A65D-C60E86ED54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{366CD0ED-4693-4DCE-A65D-C60E86ED5493}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