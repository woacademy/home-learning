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E91767-8CCD-4ABC-8105-AB7A362103CE}">
  <a:tblStyle styleId="{0FE91767-8CCD-4ABC-8105-AB7A362103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{0FE91767-8CCD-4ABC-8105-AB7A362103CE}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