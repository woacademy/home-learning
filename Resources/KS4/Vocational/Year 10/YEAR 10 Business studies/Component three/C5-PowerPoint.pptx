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75B75A-B770-429B-8F8D-7FF6EB7FE80D}">
  <a:tblStyle styleId="{6075B75A-B770-429B-8F8D-7FF6EB7FE8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{6075B75A-B770-429B-8F8D-7FF6EB7FE80D}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