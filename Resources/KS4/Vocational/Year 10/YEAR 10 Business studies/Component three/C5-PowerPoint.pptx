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FE3938-7429-4E90-BAA5-32EC6B804D69}">
  <a:tblStyle styleId="{C1FE3938-7429-4E90-BAA5-32EC6B804D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{C1FE3938-7429-4E90-BAA5-32EC6B804D69}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