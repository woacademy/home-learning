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A28F31-804E-4A0B-883D-1735C4AB7FCD}">
  <a:tblStyle styleId="{02A28F31-804E-4A0B-883D-1735C4AB7F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{02A28F31-804E-4A0B-883D-1735C4AB7FCD}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