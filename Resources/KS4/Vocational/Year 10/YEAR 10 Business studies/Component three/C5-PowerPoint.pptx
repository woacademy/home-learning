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B8401A-3BF8-4433-81A2-23B371EC284D}">
  <a:tblStyle styleId="{43B8401A-3BF8-4433-81A2-23B371EC28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{43B8401A-3BF8-4433-81A2-23B371EC284D}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