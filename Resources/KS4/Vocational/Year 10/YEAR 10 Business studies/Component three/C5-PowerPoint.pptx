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04DA55-DEC3-4427-99F3-321965923D5C}">
  <a:tblStyle styleId="{1D04DA55-DEC3-4427-99F3-321965923D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{1D04DA55-DEC3-4427-99F3-321965923D5C}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