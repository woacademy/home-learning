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76BA59-9861-4855-885C-AB6FA4A16F0C}">
  <a:tblStyle styleId="{1976BA59-9861-4855-885C-AB6FA4A16F0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{1976BA59-9861-4855-885C-AB6FA4A16F0C}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