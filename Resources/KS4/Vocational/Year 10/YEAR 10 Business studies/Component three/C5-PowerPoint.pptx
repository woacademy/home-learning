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304FDE-2C0D-42E9-89B5-78FD227D74BC}">
  <a:tblStyle styleId="{14304FDE-2C0D-42E9-89B5-78FD227D74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{14304FDE-2C0D-42E9-89B5-78FD227D74BC}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