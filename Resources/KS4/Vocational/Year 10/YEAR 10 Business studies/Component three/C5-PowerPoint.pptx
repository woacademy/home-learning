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FA4F1C63-6AD2-423B-BBF4-78423B98018D}">
  <a:tblStyle styleId="{FA4F1C63-6AD2-423B-BBF4-78423B98018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{FA4F1C63-6AD2-423B-BBF4-78423B98018D}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