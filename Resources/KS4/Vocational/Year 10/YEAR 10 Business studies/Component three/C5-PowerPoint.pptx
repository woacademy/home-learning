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A4BDAA-23BB-4FE4-8BBD-09F5EE07F839}">
  <a:tblStyle styleId="{D1A4BDAA-23BB-4FE4-8BBD-09F5EE07F8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{D1A4BDAA-23BB-4FE4-8BBD-09F5EE07F839}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