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4B222-F828-4B84-8166-0E169624E56C}">
  <a:tblStyle styleId="{8BE4B222-F828-4B84-8166-0E169624E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{8BE4B222-F828-4B84-8166-0E169624E56C}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