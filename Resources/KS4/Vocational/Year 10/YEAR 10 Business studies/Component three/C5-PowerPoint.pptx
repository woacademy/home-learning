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097279-17DA-4D01-B4B6-FE867206D639}">
  <a:tblStyle styleId="{B2097279-17DA-4D01-B4B6-FE867206D6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{B2097279-17DA-4D01-B4B6-FE867206D639}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