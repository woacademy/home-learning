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52314C-0699-465A-85B8-49D6E6321784}">
  <a:tblStyle styleId="{6C52314C-0699-465A-85B8-49D6E63217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{6C52314C-0699-465A-85B8-49D6E6321784}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