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8F99C63-DA3C-40D1-917E-3342EB63CBBA}">
  <a:tblStyle styleId="{48F99C63-DA3C-40D1-917E-3342EB63CBB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{48F99C63-DA3C-40D1-917E-3342EB63CBBA}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