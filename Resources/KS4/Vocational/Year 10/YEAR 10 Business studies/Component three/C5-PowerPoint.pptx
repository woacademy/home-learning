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2E1677-6C8A-49F6-90D4-D0E05D773B2C}">
  <a:tblStyle styleId="{172E1677-6C8A-49F6-90D4-D0E05D773B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{172E1677-6C8A-49F6-90D4-D0E05D773B2C}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