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4FCC3E-846D-4C1A-A9F1-A2EF774B1A67}">
  <a:tblStyle styleId="{294FCC3E-846D-4C1A-A9F1-A2EF774B1A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{294FCC3E-846D-4C1A-A9F1-A2EF774B1A67}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