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1E52F0-27FB-4E43-9D97-430FEE59DB97}">
  <a:tblStyle styleId="{EB1E52F0-27FB-4E43-9D97-430FEE59DB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{EB1E52F0-27FB-4E43-9D97-430FEE59DB97}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