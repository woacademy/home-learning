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E27109-7FA4-4E91-AEBD-60649594BBD0}">
  <a:tblStyle styleId="{E0E27109-7FA4-4E91-AEBD-60649594BB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{E0E27109-7FA4-4E91-AEBD-60649594BBD0}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