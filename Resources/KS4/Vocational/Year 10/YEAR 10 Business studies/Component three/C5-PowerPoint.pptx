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1906D1C-6EDF-4748-B1E7-007D001FEBEC}">
  <a:tblStyle styleId="{91906D1C-6EDF-4748-B1E7-007D001FEBE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{91906D1C-6EDF-4748-B1E7-007D001FEBEC}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