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E7E3A7-598F-4AC2-A483-18FE71E2F403}">
  <a:tblStyle styleId="{38E7E3A7-598F-4AC2-A483-18FE71E2F4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{38E7E3A7-598F-4AC2-A483-18FE71E2F403}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