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22791-E0FC-4F12-B9F7-6661AE57C965}">
  <a:tblStyle styleId="{7DC22791-E0FC-4F12-B9F7-6661AE57C9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{7DC22791-E0FC-4F12-B9F7-6661AE57C965}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