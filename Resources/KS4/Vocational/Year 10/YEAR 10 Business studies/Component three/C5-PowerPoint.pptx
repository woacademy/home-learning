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1CAB60-E2C7-49E4-BF7C-5C750893EC86}">
  <a:tblStyle styleId="{301CAB60-E2C7-49E4-BF7C-5C750893EC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{301CAB60-E2C7-49E4-BF7C-5C750893EC86}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