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BDCC04-E968-4263-87EC-1370CCB762BD}">
  <a:tblStyle styleId="{C0BDCC04-E968-4263-87EC-1370CCB762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{C0BDCC04-E968-4263-87EC-1370CCB762BD}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