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10C81C-5C99-4C0B-AC47-3A97396D08AB}">
  <a:tblStyle styleId="{2E10C81C-5C99-4C0B-AC47-3A97396D0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{2E10C81C-5C99-4C0B-AC47-3A97396D08AB}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