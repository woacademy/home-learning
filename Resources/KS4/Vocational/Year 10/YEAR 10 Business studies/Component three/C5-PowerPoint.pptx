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DB749E-E161-42A2-8D84-E1DD5FC847E5}">
  <a:tblStyle styleId="{97DB749E-E161-42A2-8D84-E1DD5FC847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{97DB749E-E161-42A2-8D84-E1DD5FC847E5}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