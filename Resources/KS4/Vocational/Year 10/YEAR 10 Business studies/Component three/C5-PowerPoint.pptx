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D5C5C0-7F70-4E86-B2CC-744C4643DC98}">
  <a:tblStyle styleId="{9ED5C5C0-7F70-4E86-B2CC-744C4643DC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{9ED5C5C0-7F70-4E86-B2CC-744C4643DC98}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