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AE3589F-6906-440E-9E2D-C5F5E8A2C447}">
  <a:tblStyle styleId="{EAE3589F-6906-440E-9E2D-C5F5E8A2C4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{EAE3589F-6906-440E-9E2D-C5F5E8A2C447}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