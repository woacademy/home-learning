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C17D72-D6DB-4C40-A477-E484424263C6}">
  <a:tblStyle styleId="{3DC17D72-D6DB-4C40-A477-E484424263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{3DC17D72-D6DB-4C40-A477-E484424263C6}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