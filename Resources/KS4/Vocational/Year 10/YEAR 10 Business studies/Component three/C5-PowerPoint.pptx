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9D5BD7-A0D0-4B2F-89DA-FBF1573B416C}">
  <a:tblStyle styleId="{AE9D5BD7-A0D0-4B2F-89DA-FBF1573B41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{AE9D5BD7-A0D0-4B2F-89DA-FBF1573B416C}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