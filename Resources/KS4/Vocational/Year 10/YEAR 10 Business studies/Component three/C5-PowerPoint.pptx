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D4CF4E-9D3E-4DEF-919B-7EDA1475F4BF}">
  <a:tblStyle styleId="{6BD4CF4E-9D3E-4DEF-919B-7EDA1475F4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{6BD4CF4E-9D3E-4DEF-919B-7EDA1475F4BF}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