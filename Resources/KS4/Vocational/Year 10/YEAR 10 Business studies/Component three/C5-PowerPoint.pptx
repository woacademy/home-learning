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1C970-23AB-4AE1-919D-B6B908D818C6}">
  <a:tblStyle styleId="{A351C970-23AB-4AE1-919D-B6B908D818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{A351C970-23AB-4AE1-919D-B6B908D818C6}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