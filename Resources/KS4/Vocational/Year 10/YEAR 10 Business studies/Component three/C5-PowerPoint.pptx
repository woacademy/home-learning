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56E4E9-582C-4964-BF3B-A7D5256B145C}">
  <a:tblStyle styleId="{BF56E4E9-582C-4964-BF3B-A7D5256B14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{BF56E4E9-582C-4964-BF3B-A7D5256B145C}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