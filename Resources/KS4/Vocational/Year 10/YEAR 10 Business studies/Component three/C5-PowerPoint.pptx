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D75D63-AEE5-43A0-9926-DCE5A8D3111E}">
  <a:tblStyle styleId="{BFD75D63-AEE5-43A0-9926-DCE5A8D311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{BFD75D63-AEE5-43A0-9926-DCE5A8D3111E}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