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9210C2-4855-4D22-AD1B-57C7D0496D83}">
  <a:tblStyle styleId="{A59210C2-4855-4D22-AD1B-57C7D0496D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{A59210C2-4855-4D22-AD1B-57C7D0496D83}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