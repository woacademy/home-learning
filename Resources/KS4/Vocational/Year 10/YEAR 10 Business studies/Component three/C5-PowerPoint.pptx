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ABEE99-C666-4348-9222-F69E112BA77C}">
  <a:tblStyle styleId="{72ABEE99-C666-4348-9222-F69E112BA7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{72ABEE99-C666-4348-9222-F69E112BA77C}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