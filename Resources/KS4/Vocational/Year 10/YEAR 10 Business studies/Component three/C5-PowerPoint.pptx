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0082317A-299A-4DA9-9A4E-5F1421DAC7A8}">
  <a:tblStyle styleId="{0082317A-299A-4DA9-9A4E-5F1421DAC7A8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{0082317A-299A-4DA9-9A4E-5F1421DAC7A8}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