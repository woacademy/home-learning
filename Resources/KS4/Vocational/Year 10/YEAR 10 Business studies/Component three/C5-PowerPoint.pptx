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E08D08-2D29-4182-A7FE-E81A2F96D16B}">
  <a:tblStyle styleId="{BCE08D08-2D29-4182-A7FE-E81A2F96D1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{BCE08D08-2D29-4182-A7FE-E81A2F96D16B}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