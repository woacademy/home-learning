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C4C0B-EB66-49A6-8910-9694ED5ED043}">
  <a:tblStyle styleId="{942C4C0B-EB66-49A6-8910-9694ED5ED0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{942C4C0B-EB66-49A6-8910-9694ED5ED043}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