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338023-E7C5-4A1C-B0F8-15E363ADD3B1}">
  <a:tblStyle styleId="{55338023-E7C5-4A1C-B0F8-15E363ADD3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{55338023-E7C5-4A1C-B0F8-15E363ADD3B1}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