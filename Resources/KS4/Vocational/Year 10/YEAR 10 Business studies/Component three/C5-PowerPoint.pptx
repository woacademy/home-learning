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D22C41-6406-4E52-99EF-7B5F12F34145}">
  <a:tblStyle styleId="{6CD22C41-6406-4E52-99EF-7B5F12F3414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{6CD22C41-6406-4E52-99EF-7B5F12F34145}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