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047D8A-C280-462C-B82E-C8BE85A2F8AC}">
  <a:tblStyle styleId="{A3047D8A-C280-462C-B82E-C8BE85A2F8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{A3047D8A-C280-462C-B82E-C8BE85A2F8AC}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