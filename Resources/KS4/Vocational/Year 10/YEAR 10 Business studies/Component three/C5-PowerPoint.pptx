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AFEEAB-8C36-40DC-9200-F4800F0AC1AE}">
  <a:tblStyle styleId="{F2AFEEAB-8C36-40DC-9200-F4800F0AC1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{F2AFEEAB-8C36-40DC-9200-F4800F0AC1AE}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