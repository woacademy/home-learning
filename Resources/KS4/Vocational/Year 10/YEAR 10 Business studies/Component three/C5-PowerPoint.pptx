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714F80-EF1B-44E7-A514-83BB14104185}">
  <a:tblStyle styleId="{AA714F80-EF1B-44E7-A514-83BB141041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{AA714F80-EF1B-44E7-A514-83BB14104185}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