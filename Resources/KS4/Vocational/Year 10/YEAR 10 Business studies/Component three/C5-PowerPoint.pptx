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9EF85-47F4-4742-A725-BB1B81E18FB5}">
  <a:tblStyle styleId="{C7B9EF85-47F4-4742-A725-BB1B81E18F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{C7B9EF85-47F4-4742-A725-BB1B81E18FB5}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