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ED499-6E86-4554-917E-2C7203BC107D}">
  <a:tblStyle styleId="{5A5ED499-6E86-4554-917E-2C7203BC1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{5A5ED499-6E86-4554-917E-2C7203BC107D}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