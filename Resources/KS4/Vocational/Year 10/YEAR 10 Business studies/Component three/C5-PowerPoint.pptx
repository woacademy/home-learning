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DBD62-7654-44ED-834A-17ECD7CD12B0}">
  <a:tblStyle styleId="{D45DBD62-7654-44ED-834A-17ECD7CD12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{D45DBD62-7654-44ED-834A-17ECD7CD12B0}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