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86804D-26C0-4706-B98A-1FC426C4B6A8}">
  <a:tblStyle styleId="{0E86804D-26C0-4706-B98A-1FC426C4B6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{0E86804D-26C0-4706-B98A-1FC426C4B6A8}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