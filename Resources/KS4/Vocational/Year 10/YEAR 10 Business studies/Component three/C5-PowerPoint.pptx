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478EA24-861A-4F4C-9DE0-8418FC414E6A}">
  <a:tblStyle styleId="{6478EA24-861A-4F4C-9DE0-8418FC414E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{6478EA24-861A-4F4C-9DE0-8418FC414E6A}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