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3BA414-C33F-4D2C-8889-96A806E34984}">
  <a:tblStyle styleId="{BD3BA414-C33F-4D2C-8889-96A806E349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{BD3BA414-C33F-4D2C-8889-96A806E34984}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