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787CB4-B0D5-4393-B8BE-C52CF75D81DE}">
  <a:tblStyle styleId="{DA787CB4-B0D5-4393-B8BE-C52CF75D81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{DA787CB4-B0D5-4393-B8BE-C52CF75D81DE}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