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3C495C-2730-4CC3-ADA9-E59D811CB9E7}">
  <a:tblStyle styleId="{143C495C-2730-4CC3-ADA9-E59D811CB9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{143C495C-2730-4CC3-ADA9-E59D811CB9E7}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