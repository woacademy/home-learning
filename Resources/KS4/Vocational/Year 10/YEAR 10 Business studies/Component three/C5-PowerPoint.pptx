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45691D-D155-4874-9B14-08113296C1C5}">
  <a:tblStyle styleId="{DF45691D-D155-4874-9B14-08113296C1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{DF45691D-D155-4874-9B14-08113296C1C5}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