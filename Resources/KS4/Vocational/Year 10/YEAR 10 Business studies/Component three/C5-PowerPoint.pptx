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B7CB47-5266-4A13-98CD-AA1D2AAE7122}">
  <a:tblStyle styleId="{27B7CB47-5266-4A13-98CD-AA1D2AAE71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{27B7CB47-5266-4A13-98CD-AA1D2AAE7122}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