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97A5E5-32FD-4035-B406-45BB4A8038B8}">
  <a:tblStyle styleId="{3497A5E5-32FD-4035-B406-45BB4A8038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{3497A5E5-32FD-4035-B406-45BB4A8038B8}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