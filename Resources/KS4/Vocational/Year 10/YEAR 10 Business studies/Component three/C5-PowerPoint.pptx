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D9A7BC-502A-46E6-AF25-ED03095D65BB}">
  <a:tblStyle styleId="{ECD9A7BC-502A-46E6-AF25-ED03095D65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{ECD9A7BC-502A-46E6-AF25-ED03095D65BB}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