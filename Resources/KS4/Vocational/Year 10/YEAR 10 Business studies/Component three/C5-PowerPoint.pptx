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15B77-819C-4FDA-9F44-83143B2A8738}">
  <a:tblStyle styleId="{16E15B77-819C-4FDA-9F44-83143B2A87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{16E15B77-819C-4FDA-9F44-83143B2A8738}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