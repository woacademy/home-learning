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1EA976-D2FF-44A0-8DB8-91BD88179760}">
  <a:tblStyle styleId="{A41EA976-D2FF-44A0-8DB8-91BD881797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{A41EA976-D2FF-44A0-8DB8-91BD88179760}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