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10967A-589E-481A-B222-D266CEB04090}">
  <a:tblStyle styleId="{BA10967A-589E-481A-B222-D266CEB040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{BA10967A-589E-481A-B222-D266CEB04090}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