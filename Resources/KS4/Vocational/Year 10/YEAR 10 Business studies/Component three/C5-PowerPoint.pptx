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66C1D8-D0DD-428F-A21B-6AB8E6886524}">
  <a:tblStyle styleId="{AE66C1D8-D0DD-428F-A21B-6AB8E68865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{AE66C1D8-D0DD-428F-A21B-6AB8E6886524}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