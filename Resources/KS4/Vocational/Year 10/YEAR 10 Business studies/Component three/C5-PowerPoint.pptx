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A9ACB7-ADAF-478E-84B0-5C27A23097D7}">
  <a:tblStyle styleId="{58A9ACB7-ADAF-478E-84B0-5C27A23097D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{58A9ACB7-ADAF-478E-84B0-5C27A23097D7}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