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9DF9F44-5246-482E-B70F-B61E155E3495}">
  <a:tblStyle styleId="{C9DF9F44-5246-482E-B70F-B61E155E34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{C9DF9F44-5246-482E-B70F-B61E155E3495}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