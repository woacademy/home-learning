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EB34816-3C7E-4C99-9B15-A7DCC986A551}">
  <a:tblStyle styleId="{0EB34816-3C7E-4C99-9B15-A7DCC986A5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{0EB34816-3C7E-4C99-9B15-A7DCC986A551}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