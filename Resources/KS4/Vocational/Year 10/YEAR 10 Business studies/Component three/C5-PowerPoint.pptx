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4B4E51-32C2-4E1D-8E7C-39812C41655B}">
  <a:tblStyle styleId="{734B4E51-32C2-4E1D-8E7C-39812C4165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{734B4E51-32C2-4E1D-8E7C-39812C41655B}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