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4B81B-9D15-4DC7-9638-99F81ABCA50B}">
  <a:tblStyle styleId="{5F74B81B-9D15-4DC7-9638-99F81ABCA5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{5F74B81B-9D15-4DC7-9638-99F81ABCA50B}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