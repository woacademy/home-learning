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CFB6E-F189-4351-BF43-C9637D55C330}">
  <a:tblStyle styleId="{BAACFB6E-F189-4351-BF43-C9637D55C3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{BAACFB6E-F189-4351-BF43-C9637D55C330}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