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E87F99-7AE0-46E5-91DC-B0D4B7F5ACF1}">
  <a:tblStyle styleId="{7FE87F99-7AE0-46E5-91DC-B0D4B7F5AC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{7FE87F99-7AE0-46E5-91DC-B0D4B7F5ACF1}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