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964976-1D59-45E9-828E-5C1B4F9D56B4}">
  <a:tblStyle styleId="{99964976-1D59-45E9-828E-5C1B4F9D56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{99964976-1D59-45E9-828E-5C1B4F9D56B4}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