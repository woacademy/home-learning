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477951-69E1-4936-9A4C-AE54DEFF169C}">
  <a:tblStyle styleId="{B8477951-69E1-4936-9A4C-AE54DEFF16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{B8477951-69E1-4936-9A4C-AE54DEFF169C}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