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264CF0-12A8-486A-B77E-63C378A63F47}">
  <a:tblStyle styleId="{22264CF0-12A8-486A-B77E-63C378A63F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{22264CF0-12A8-486A-B77E-63C378A63F47}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