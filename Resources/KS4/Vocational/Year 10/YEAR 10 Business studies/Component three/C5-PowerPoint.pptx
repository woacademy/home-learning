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5522C8-5749-4D47-A938-063DEB24F057}">
  <a:tblStyle styleId="{455522C8-5749-4D47-A938-063DEB24F0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{455522C8-5749-4D47-A938-063DEB24F057}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