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04AB49-D576-427D-AA24-D392031499D9}">
  <a:tblStyle styleId="{1F04AB49-D576-427D-AA24-D392031499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{1F04AB49-D576-427D-AA24-D392031499D9}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