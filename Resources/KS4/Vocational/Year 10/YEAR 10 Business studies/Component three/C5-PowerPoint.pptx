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CCCA91-2C85-41A8-90FC-6280DA24EF04}">
  <a:tblStyle styleId="{EDCCCA91-2C85-41A8-90FC-6280DA24EF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{EDCCCA91-2C85-41A8-90FC-6280DA24EF04}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