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D8DF02-0EF9-4CD9-9028-EC3469AD5B93}">
  <a:tblStyle styleId="{02D8DF02-0EF9-4CD9-9028-EC3469AD5B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{02D8DF02-0EF9-4CD9-9028-EC3469AD5B93}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