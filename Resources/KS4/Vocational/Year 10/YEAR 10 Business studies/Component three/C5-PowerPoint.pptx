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0624F3-07EF-4279-9241-5423DEE95D85}">
  <a:tblStyle styleId="{7C0624F3-07EF-4279-9241-5423DEE95D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{7C0624F3-07EF-4279-9241-5423DEE95D85}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