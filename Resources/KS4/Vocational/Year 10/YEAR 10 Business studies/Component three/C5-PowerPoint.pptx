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5EE2C0F-BED9-4FEF-B69C-8361AAC544C9}">
  <a:tblStyle styleId="{85EE2C0F-BED9-4FEF-B69C-8361AAC544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{85EE2C0F-BED9-4FEF-B69C-8361AAC544C9}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