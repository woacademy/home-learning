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BA0C2D-ACB5-47AA-9CF3-216FC37C46A3}">
  <a:tblStyle styleId="{6BBA0C2D-ACB5-47AA-9CF3-216FC37C46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{6BBA0C2D-ACB5-47AA-9CF3-216FC37C46A3}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