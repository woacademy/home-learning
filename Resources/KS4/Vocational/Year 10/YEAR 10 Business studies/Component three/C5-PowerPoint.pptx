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F9A455-B7CA-4854-9E94-2F58B5A0503C}">
  <a:tblStyle styleId="{44F9A455-B7CA-4854-9E94-2F58B5A050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{44F9A455-B7CA-4854-9E94-2F58B5A0503C}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