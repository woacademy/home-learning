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1E1F8D-04EF-43B6-9455-D1449820CA68}">
  <a:tblStyle styleId="{611E1F8D-04EF-43B6-9455-D1449820CA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{611E1F8D-04EF-43B6-9455-D1449820CA68}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