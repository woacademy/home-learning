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DA1F61-5FAC-465C-ADC9-094DF5E9D47B}">
  <a:tblStyle styleId="{EDDA1F61-5FAC-465C-ADC9-094DF5E9D4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{EDDA1F61-5FAC-465C-ADC9-094DF5E9D47B}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