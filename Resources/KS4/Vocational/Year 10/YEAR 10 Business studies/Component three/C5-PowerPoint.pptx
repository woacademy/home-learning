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F4AB65-8B7C-401D-A4BA-5EA51BFDA638}">
  <a:tblStyle styleId="{A4F4AB65-8B7C-401D-A4BA-5EA51BFDA6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{A4F4AB65-8B7C-401D-A4BA-5EA51BFDA638}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