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F87CC-8584-4C43-9114-D402E3A4990C}">
  <a:tblStyle styleId="{219F87CC-8584-4C43-9114-D402E3A49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{219F87CC-8584-4C43-9114-D402E3A4990C}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