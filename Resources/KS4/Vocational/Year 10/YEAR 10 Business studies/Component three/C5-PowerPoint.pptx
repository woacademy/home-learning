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1E32B7-C5C0-47D7-8678-A3423647DDF1}">
  <a:tblStyle styleId="{FB1E32B7-C5C0-47D7-8678-A3423647DD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{FB1E32B7-C5C0-47D7-8678-A3423647DDF1}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