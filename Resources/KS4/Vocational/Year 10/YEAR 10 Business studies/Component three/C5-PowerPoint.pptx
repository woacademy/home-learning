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C25870-FD4B-4705-BD1F-46F4F43AB66B}">
  <a:tblStyle styleId="{C4C25870-FD4B-4705-BD1F-46F4F43AB6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{C4C25870-FD4B-4705-BD1F-46F4F43AB66B}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