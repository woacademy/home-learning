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0CDEAB-A912-41D3-B49B-55E4737D3360}">
  <a:tblStyle styleId="{EB0CDEAB-A912-41D3-B49B-55E4737D33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{EB0CDEAB-A912-41D3-B49B-55E4737D3360}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