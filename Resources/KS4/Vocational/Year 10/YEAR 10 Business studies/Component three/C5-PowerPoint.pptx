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363E6566-8F68-45CB-A4C0-61DBB9C81D0D}">
  <a:tblStyle styleId="{363E6566-8F68-45CB-A4C0-61DBB9C81D0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{363E6566-8F68-45CB-A4C0-61DBB9C81D0D}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