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40DBAD-C5B2-43FB-BD4E-DC8B19776987}">
  <a:tblStyle styleId="{3F40DBAD-C5B2-43FB-BD4E-DC8B197769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{3F40DBAD-C5B2-43FB-BD4E-DC8B19776987}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