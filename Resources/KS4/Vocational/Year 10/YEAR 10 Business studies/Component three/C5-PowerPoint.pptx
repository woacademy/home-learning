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F7F0C5A-127A-4761-B5B6-4501AC5D6808}">
  <a:tblStyle styleId="{DF7F0C5A-127A-4761-B5B6-4501AC5D68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{DF7F0C5A-127A-4761-B5B6-4501AC5D6808}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