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18A540-78F9-4BC9-94E2-1EE7A3C0060F}">
  <a:tblStyle styleId="{0018A540-78F9-4BC9-94E2-1EE7A3C006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{0018A540-78F9-4BC9-94E2-1EE7A3C0060F}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