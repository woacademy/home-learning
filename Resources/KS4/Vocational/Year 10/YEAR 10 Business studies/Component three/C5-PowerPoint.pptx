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89F92C-0893-4E4F-8710-F466889C9F36}">
  <a:tblStyle styleId="{F689F92C-0893-4E4F-8710-F466889C9F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{F689F92C-0893-4E4F-8710-F466889C9F36}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