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7E84BC2-A5A6-449E-AE93-704B498FCB71}">
  <a:tblStyle styleId="{B7E84BC2-A5A6-449E-AE93-704B498FCB7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{B7E84BC2-A5A6-449E-AE93-704B498FCB71}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