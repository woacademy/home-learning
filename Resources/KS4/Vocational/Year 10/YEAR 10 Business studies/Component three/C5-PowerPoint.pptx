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328264-40D5-4693-BBD1-0A3909FFB978}">
  <a:tblStyle styleId="{83328264-40D5-4693-BBD1-0A3909FFB9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{83328264-40D5-4693-BBD1-0A3909FFB978}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