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142C3-307D-4700-8314-7FDEAB31792E}">
  <a:tblStyle styleId="{FB1142C3-307D-4700-8314-7FDEAB3179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{FB1142C3-307D-4700-8314-7FDEAB31792E}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