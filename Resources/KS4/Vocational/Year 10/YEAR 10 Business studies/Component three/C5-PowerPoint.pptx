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876BC6-58C8-41E0-82A1-76D377969149}">
  <a:tblStyle styleId="{C2876BC6-58C8-41E0-82A1-76D3779691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{C2876BC6-58C8-41E0-82A1-76D377969149}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