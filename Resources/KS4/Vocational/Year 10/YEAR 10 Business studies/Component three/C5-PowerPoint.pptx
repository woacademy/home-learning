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BF7BC7-7DC8-4179-9479-326CE4BFAE5C}">
  <a:tblStyle styleId="{71BF7BC7-7DC8-4179-9479-326CE4BFAE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{71BF7BC7-7DC8-4179-9479-326CE4BFAE5C}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