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77DC8-BD2E-4B7F-AA55-2A4217770AF9}">
  <a:tblStyle styleId="{88477DC8-BD2E-4B7F-AA55-2A4217770A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{88477DC8-BD2E-4B7F-AA55-2A4217770AF9}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