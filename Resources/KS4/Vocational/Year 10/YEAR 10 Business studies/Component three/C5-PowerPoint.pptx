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C22BAE-FF9D-450B-937D-A98B17528D30}">
  <a:tblStyle styleId="{8EC22BAE-FF9D-450B-937D-A98B17528D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{8EC22BAE-FF9D-450B-937D-A98B17528D30}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