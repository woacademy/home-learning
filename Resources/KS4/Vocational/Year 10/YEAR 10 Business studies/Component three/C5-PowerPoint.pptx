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597742-CCBD-42B2-899F-48F531BB3A2A}">
  <a:tblStyle styleId="{BD597742-CCBD-42B2-899F-48F531BB3A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{BD597742-CCBD-42B2-899F-48F531BB3A2A}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