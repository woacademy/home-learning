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56C155-9BEE-4B51-AF83-9DEC64EEDC6C}">
  <a:tblStyle styleId="{E056C155-9BEE-4B51-AF83-9DEC64EEDC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{E056C155-9BEE-4B51-AF83-9DEC64EEDC6C}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