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822620-5197-4A62-9FFB-EA83540827B4}">
  <a:tblStyle styleId="{E5822620-5197-4A62-9FFB-EA83540827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{E5822620-5197-4A62-9FFB-EA83540827B4}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