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C7D487-47D1-4E88-A3F0-7D6A5CDFD4E1}">
  <a:tblStyle styleId="{59C7D487-47D1-4E88-A3F0-7D6A5CDFD4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{59C7D487-47D1-4E88-A3F0-7D6A5CDFD4E1}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