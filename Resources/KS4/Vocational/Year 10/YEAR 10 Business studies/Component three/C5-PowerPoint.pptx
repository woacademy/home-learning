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512BC5-F66B-4D6F-B500-BA566FAA7A01}">
  <a:tblStyle styleId="{E3512BC5-F66B-4D6F-B500-BA566FAA7A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{E3512BC5-F66B-4D6F-B500-BA566FAA7A01}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