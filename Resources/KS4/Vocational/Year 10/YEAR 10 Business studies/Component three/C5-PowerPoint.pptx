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605CB6-A171-4912-AA92-211341F8CBF8}">
  <a:tblStyle styleId="{92605CB6-A171-4912-AA92-211341F8CB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{92605CB6-A171-4912-AA92-211341F8CBF8}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