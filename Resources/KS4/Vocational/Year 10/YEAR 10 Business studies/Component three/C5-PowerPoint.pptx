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E5B3A9-C3A8-49E5-8B65-F17FFCF0E517}">
  <a:tblStyle styleId="{E1E5B3A9-C3A8-49E5-8B65-F17FFCF0E5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{E1E5B3A9-C3A8-49E5-8B65-F17FFCF0E517}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