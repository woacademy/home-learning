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032DB1-8DF3-44B5-BB0B-A4274DFE1E3B}">
  <a:tblStyle styleId="{86032DB1-8DF3-44B5-BB0B-A4274DFE1E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{86032DB1-8DF3-44B5-BB0B-A4274DFE1E3B}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