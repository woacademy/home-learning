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6B7AFC-AF48-4562-8FE3-6B33A7193526}">
  <a:tblStyle styleId="{746B7AFC-AF48-4562-8FE3-6B33A71935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{746B7AFC-AF48-4562-8FE3-6B33A7193526}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