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B308E4-2692-4A7B-A449-88E2C4633941}">
  <a:tblStyle styleId="{3DB308E4-2692-4A7B-A449-88E2C46339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{3DB308E4-2692-4A7B-A449-88E2C4633941}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