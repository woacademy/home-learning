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B2C9614-6C1C-4DF3-A2C0-055E040C8A87}">
  <a:tblStyle styleId="{8B2C9614-6C1C-4DF3-A2C0-055E040C8A8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{8B2C9614-6C1C-4DF3-A2C0-055E040C8A87}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