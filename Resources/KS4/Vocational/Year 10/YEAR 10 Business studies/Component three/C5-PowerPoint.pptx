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C11038-9D52-4DE5-8F6F-55BBCB9B4739}">
  <a:tblStyle styleId="{C8C11038-9D52-4DE5-8F6F-55BBCB9B47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{C8C11038-9D52-4DE5-8F6F-55BBCB9B4739}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