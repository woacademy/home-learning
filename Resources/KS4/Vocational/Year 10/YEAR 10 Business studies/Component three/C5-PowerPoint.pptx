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A51DD1-6CDD-4136-A925-8B7C080F7EF4}">
  <a:tblStyle styleId="{D8A51DD1-6CDD-4136-A925-8B7C080F7E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{D8A51DD1-6CDD-4136-A925-8B7C080F7EF4}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