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071EA4-A569-4CBF-A505-1CB747B6A107}">
  <a:tblStyle styleId="{1B071EA4-A569-4CBF-A505-1CB747B6A1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{1B071EA4-A569-4CBF-A505-1CB747B6A107}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