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59C0A7-527A-4016-B2A2-DC33B08405AA}">
  <a:tblStyle styleId="{2859C0A7-527A-4016-B2A2-DC33B08405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{2859C0A7-527A-4016-B2A2-DC33B08405AA}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