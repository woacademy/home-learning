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86A793-FC0D-4929-8FD9-E90C9CB937BD}">
  <a:tblStyle styleId="{E686A793-FC0D-4929-8FD9-E90C9CB937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{E686A793-FC0D-4929-8FD9-E90C9CB937BD}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