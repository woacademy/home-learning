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77901D-8CF4-4DAF-9A81-9AA56659FC73}">
  <a:tblStyle styleId="{DC77901D-8CF4-4DAF-9A81-9AA56659FC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{DC77901D-8CF4-4DAF-9A81-9AA56659FC73}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