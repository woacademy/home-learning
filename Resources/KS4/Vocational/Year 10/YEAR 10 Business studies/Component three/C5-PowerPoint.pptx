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9F890A-6539-4B38-8F20-F1A893DA9208}">
  <a:tblStyle styleId="{2C9F890A-6539-4B38-8F20-F1A893DA92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{2C9F890A-6539-4B38-8F20-F1A893DA9208}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