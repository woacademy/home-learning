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7D9D03-21C2-4685-AC51-E491D688D4C3}">
  <a:tblStyle styleId="{337D9D03-21C2-4685-AC51-E491D688D4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{337D9D03-21C2-4685-AC51-E491D688D4C3}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