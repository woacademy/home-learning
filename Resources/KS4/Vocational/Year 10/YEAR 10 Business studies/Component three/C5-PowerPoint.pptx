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BFF156-F31B-4FE2-AE7D-C3CEA8053BD6}">
  <a:tblStyle styleId="{82BFF156-F31B-4FE2-AE7D-C3CEA8053B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{82BFF156-F31B-4FE2-AE7D-C3CEA8053BD6}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