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EAA052-C6C0-420E-B15B-E8A6814978F2}">
  <a:tblStyle styleId="{B7EAA052-C6C0-420E-B15B-E8A6814978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{B7EAA052-C6C0-420E-B15B-E8A6814978F2}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