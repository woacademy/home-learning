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E45740-D788-412D-A827-DDFFA8C2B17D}">
  <a:tblStyle styleId="{66E45740-D788-412D-A827-DDFFA8C2B1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{66E45740-D788-412D-A827-DDFFA8C2B17D}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