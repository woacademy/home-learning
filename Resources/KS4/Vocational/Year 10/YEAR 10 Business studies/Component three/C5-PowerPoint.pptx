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6A15E7-D965-4893-B708-9ED10FC4B7E4}">
  <a:tblStyle styleId="{E86A15E7-D965-4893-B708-9ED10FC4B7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{E86A15E7-D965-4893-B708-9ED10FC4B7E4}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