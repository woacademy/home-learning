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7D9441D-E734-4946-A9E0-209210F6F42E}">
  <a:tblStyle styleId="{D7D9441D-E734-4946-A9E0-209210F6F4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{D7D9441D-E734-4946-A9E0-209210F6F42E}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