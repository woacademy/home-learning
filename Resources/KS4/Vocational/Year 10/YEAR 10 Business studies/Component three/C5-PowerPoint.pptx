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0C0D5D-CDCF-41DE-8CEE-A64FF6831F81}">
  <a:tblStyle styleId="{E50C0D5D-CDCF-41DE-8CEE-A64FF6831F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{E50C0D5D-CDCF-41DE-8CEE-A64FF6831F81}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