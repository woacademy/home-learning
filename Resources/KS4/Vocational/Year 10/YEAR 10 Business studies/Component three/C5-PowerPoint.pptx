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A5973F-2533-43DF-8B74-D6CDE13F2FDA}">
  <a:tblStyle styleId="{8AA5973F-2533-43DF-8B74-D6CDE13F2F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{8AA5973F-2533-43DF-8B74-D6CDE13F2FDA}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