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3E8B98-97ED-4B54-BF61-2D1C3EB44C91}">
  <a:tblStyle styleId="{3B3E8B98-97ED-4B54-BF61-2D1C3EB44C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{3B3E8B98-97ED-4B54-BF61-2D1C3EB44C91}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