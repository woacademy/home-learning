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88C00-D18C-44D1-9AA8-B6950CD52FBC}">
  <a:tblStyle styleId="{EA188C00-D18C-44D1-9AA8-B6950CD52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{EA188C00-D18C-44D1-9AA8-B6950CD52FBC}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