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67A1A2-57F9-4691-9E06-3021275A92CC}">
  <a:tblStyle styleId="{3867A1A2-57F9-4691-9E06-3021275A92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{3867A1A2-57F9-4691-9E06-3021275A92CC}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