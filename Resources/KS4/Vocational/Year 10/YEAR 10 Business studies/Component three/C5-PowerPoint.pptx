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824853-9918-400D-8559-7AF4248872C6}">
  <a:tblStyle styleId="{C1824853-9918-400D-8559-7AF4248872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{C1824853-9918-400D-8559-7AF4248872C6}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