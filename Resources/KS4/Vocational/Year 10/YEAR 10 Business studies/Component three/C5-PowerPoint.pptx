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687285-2F11-4448-97ED-7A243343A779}">
  <a:tblStyle styleId="{CD687285-2F11-4448-97ED-7A243343A7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{CD687285-2F11-4448-97ED-7A243343A779}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