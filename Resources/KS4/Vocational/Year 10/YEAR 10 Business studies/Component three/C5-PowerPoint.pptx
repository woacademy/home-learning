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77FA82-A40D-4417-8CC3-4D921F6B7F2D}">
  <a:tblStyle styleId="{4877FA82-A40D-4417-8CC3-4D921F6B7F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{4877FA82-A40D-4417-8CC3-4D921F6B7F2D}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