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C91EE4-8BC1-44D1-BC50-595D3E3810F9}">
  <a:tblStyle styleId="{1CC91EE4-8BC1-44D1-BC50-595D3E3810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{1CC91EE4-8BC1-44D1-BC50-595D3E3810F9}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