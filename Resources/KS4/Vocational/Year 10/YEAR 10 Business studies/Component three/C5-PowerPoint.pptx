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C8E9E6-9AD9-440E-8DB3-9D28C6D5D065}">
  <a:tblStyle styleId="{12C8E9E6-9AD9-440E-8DB3-9D28C6D5D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{12C8E9E6-9AD9-440E-8DB3-9D28C6D5D065}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