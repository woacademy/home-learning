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D702766-ACCA-4EE3-93FA-D0CC8B339DBB}">
  <a:tblStyle styleId="{BD702766-ACCA-4EE3-93FA-D0CC8B339D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{BD702766-ACCA-4EE3-93FA-D0CC8B339DBB}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