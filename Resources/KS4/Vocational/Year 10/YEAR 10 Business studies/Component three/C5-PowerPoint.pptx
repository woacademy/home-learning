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80351-0A38-4834-8CEA-D45BF79CA11A}">
  <a:tblStyle styleId="{26A80351-0A38-4834-8CEA-D45BF79CA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{26A80351-0A38-4834-8CEA-D45BF79CA11A}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