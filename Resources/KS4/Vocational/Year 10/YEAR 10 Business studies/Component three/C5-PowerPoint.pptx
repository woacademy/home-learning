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94E503-E332-4CB8-91E3-98303F80F036}">
  <a:tblStyle styleId="{D494E503-E332-4CB8-91E3-98303F80F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{D494E503-E332-4CB8-91E3-98303F80F036}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