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86B79C-0DD8-4EFF-A694-75E30173E460}">
  <a:tblStyle styleId="{9186B79C-0DD8-4EFF-A694-75E30173E4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{9186B79C-0DD8-4EFF-A694-75E30173E460}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