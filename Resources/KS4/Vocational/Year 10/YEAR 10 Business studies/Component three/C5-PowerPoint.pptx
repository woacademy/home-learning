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01EC48-DBB6-4B1D-B940-A3EFBF7F118C}">
  <a:tblStyle styleId="{7E01EC48-DBB6-4B1D-B940-A3EFBF7F11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{7E01EC48-DBB6-4B1D-B940-A3EFBF7F118C}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