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D43130-BE6C-426A-8E12-23D8D5094F6E}">
  <a:tblStyle styleId="{04D43130-BE6C-426A-8E12-23D8D5094F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{04D43130-BE6C-426A-8E12-23D8D5094F6E}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