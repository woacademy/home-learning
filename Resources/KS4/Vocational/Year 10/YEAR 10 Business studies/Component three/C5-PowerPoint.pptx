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AC09A9-8F95-4184-B282-FA87824FCA8E}">
  <a:tblStyle styleId="{D5AC09A9-8F95-4184-B282-FA87824FCA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{D5AC09A9-8F95-4184-B282-FA87824FCA8E}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