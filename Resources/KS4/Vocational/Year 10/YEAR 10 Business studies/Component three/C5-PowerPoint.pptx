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0BC07E-6654-430D-BFF5-9559DC54402C}">
  <a:tblStyle styleId="{B50BC07E-6654-430D-BFF5-9559DC5440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{B50BC07E-6654-430D-BFF5-9559DC54402C}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