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56DB9-BFC8-4803-800E-1A4CA8F9DFE7}">
  <a:tblStyle styleId="{D5F56DB9-BFC8-4803-800E-1A4CA8F9D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{D5F56DB9-BFC8-4803-800E-1A4CA8F9DFE7}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