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7C3BB-766A-4281-88D5-652027EBA842}">
  <a:tblStyle styleId="{CE37C3BB-766A-4281-88D5-652027EBA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{CE37C3BB-766A-4281-88D5-652027EBA842}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