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C51C4-2BD0-4F75-A6ED-A6FFB443C366}">
  <a:tblStyle styleId="{552C51C4-2BD0-4F75-A6ED-A6FFB443C3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{552C51C4-2BD0-4F75-A6ED-A6FFB443C366}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