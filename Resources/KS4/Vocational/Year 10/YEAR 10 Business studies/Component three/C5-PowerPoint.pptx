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B678D7-473D-4D20-83C6-772B0E19697A}">
  <a:tblStyle styleId="{D9B678D7-473D-4D20-83C6-772B0E1969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{D9B678D7-473D-4D20-83C6-772B0E19697A}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