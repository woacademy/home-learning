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E947B0A-2E41-4A15-AB3E-F6687616CCD0}">
  <a:tblStyle styleId="{AE947B0A-2E41-4A15-AB3E-F6687616CC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{AE947B0A-2E41-4A15-AB3E-F6687616CCD0}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