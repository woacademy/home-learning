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A60B2D-C04B-4902-84BC-78F25D46D9FD}">
  <a:tblStyle styleId="{D2A60B2D-C04B-4902-84BC-78F25D46D9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{D2A60B2D-C04B-4902-84BC-78F25D46D9FD}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