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72A622D-B261-4ACA-BDDE-980C12D031B0}">
  <a:tblStyle styleId="{372A622D-B261-4ACA-BDDE-980C12D031B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{372A622D-B261-4ACA-BDDE-980C12D031B0}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