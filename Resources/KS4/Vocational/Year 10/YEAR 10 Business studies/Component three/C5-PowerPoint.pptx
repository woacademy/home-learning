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BF67F-0F92-4ACC-8C86-E074231ECFE6}">
  <a:tblStyle styleId="{7CCBF67F-0F92-4ACC-8C86-E074231ECF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{7CCBF67F-0F92-4ACC-8C86-E074231ECFE6}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