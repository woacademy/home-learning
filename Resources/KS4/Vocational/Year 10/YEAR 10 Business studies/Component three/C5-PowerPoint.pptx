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F78B4B-5F43-4F0E-9802-8AD39B354D05}">
  <a:tblStyle styleId="{22F78B4B-5F43-4F0E-9802-8AD39B354D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{22F78B4B-5F43-4F0E-9802-8AD39B354D05}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