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90536C-BB37-466B-845A-6CAC1E5E4795}">
  <a:tblStyle styleId="{8D90536C-BB37-466B-845A-6CAC1E5E47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{8D90536C-BB37-466B-845A-6CAC1E5E4795}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