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03266-511D-47FC-8FEC-F62F710842B3}">
  <a:tblStyle styleId="{78E03266-511D-47FC-8FEC-F62F71084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{78E03266-511D-47FC-8FEC-F62F710842B3}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