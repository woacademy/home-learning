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BFEF2F-17FF-4621-8697-A6197815B987}">
  <a:tblStyle styleId="{75BFEF2F-17FF-4621-8697-A6197815B9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{75BFEF2F-17FF-4621-8697-A6197815B987}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