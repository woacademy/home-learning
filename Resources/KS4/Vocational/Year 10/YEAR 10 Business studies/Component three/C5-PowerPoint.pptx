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8923D6-3409-414F-BB20-832067234695}">
  <a:tblStyle styleId="{268923D6-3409-414F-BB20-8320672346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{268923D6-3409-414F-BB20-832067234695}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