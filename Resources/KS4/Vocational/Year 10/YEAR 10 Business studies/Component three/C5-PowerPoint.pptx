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72E93-4F83-4B2E-A091-E082E798514C}">
  <a:tblStyle styleId="{22C72E93-4F83-4B2E-A091-E082E79851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{22C72E93-4F83-4B2E-A091-E082E798514C}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