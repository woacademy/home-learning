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2649E3-3CB4-4B72-AEB9-DE1512AF6BDC}">
  <a:tblStyle styleId="{3A2649E3-3CB4-4B72-AEB9-DE1512AF6B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{3A2649E3-3CB4-4B72-AEB9-DE1512AF6BDC}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