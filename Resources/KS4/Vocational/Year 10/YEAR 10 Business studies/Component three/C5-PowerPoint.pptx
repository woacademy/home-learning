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1E3A56-298F-491D-A526-F623B773F1ED}">
  <a:tblStyle styleId="{601E3A56-298F-491D-A526-F623B773F1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{601E3A56-298F-491D-A526-F623B773F1ED}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