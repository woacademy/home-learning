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ACF48-6A59-48D4-A4C5-8FC1008DC401}">
  <a:tblStyle styleId="{7FBACF48-6A59-48D4-A4C5-8FC1008DC4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{7FBACF48-6A59-48D4-A4C5-8FC1008DC401}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