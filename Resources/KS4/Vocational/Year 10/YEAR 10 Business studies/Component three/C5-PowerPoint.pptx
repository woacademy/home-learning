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A8467-35DE-41B5-9F50-6FB03ADDB404}">
  <a:tblStyle styleId="{3F8A8467-35DE-41B5-9F50-6FB03ADDB4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{3F8A8467-35DE-41B5-9F50-6FB03ADDB404}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