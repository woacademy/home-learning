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369C27-CAC4-4FCD-AB98-9BC226F4854E}">
  <a:tblStyle styleId="{6B369C27-CAC4-4FCD-AB98-9BC226F4854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{6B369C27-CAC4-4FCD-AB98-9BC226F4854E}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