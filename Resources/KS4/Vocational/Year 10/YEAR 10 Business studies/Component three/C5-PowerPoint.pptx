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BD839A-80E6-46A4-B480-08B1CB9D35BC}">
  <a:tblStyle styleId="{36BD839A-80E6-46A4-B480-08B1CB9D35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{36BD839A-80E6-46A4-B480-08B1CB9D35BC}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