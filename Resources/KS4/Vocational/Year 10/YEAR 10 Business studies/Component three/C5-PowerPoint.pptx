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140DCA-9814-49E9-BA32-D7FC57395782}">
  <a:tblStyle styleId="{9D140DCA-9814-49E9-BA32-D7FC57395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{9D140DCA-9814-49E9-BA32-D7FC57395782}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