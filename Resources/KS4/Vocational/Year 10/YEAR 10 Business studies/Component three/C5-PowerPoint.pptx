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63CD09-B2D8-4B5A-8008-60E44CA1D84F}">
  <a:tblStyle styleId="{D563CD09-B2D8-4B5A-8008-60E44CA1D8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{D563CD09-B2D8-4B5A-8008-60E44CA1D84F}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