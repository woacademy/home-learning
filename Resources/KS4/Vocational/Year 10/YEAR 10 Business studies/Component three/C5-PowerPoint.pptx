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173503-35F2-4E55-9C3A-3BD53EC30AB1}">
  <a:tblStyle styleId="{54173503-35F2-4E55-9C3A-3BD53EC30A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{54173503-35F2-4E55-9C3A-3BD53EC30AB1}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