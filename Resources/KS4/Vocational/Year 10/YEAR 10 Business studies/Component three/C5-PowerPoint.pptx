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AFA9EA-DF8D-4E81-8DB9-E3D6D9BD38A6}">
  <a:tblStyle styleId="{8DAFA9EA-DF8D-4E81-8DB9-E3D6D9BD38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{8DAFA9EA-DF8D-4E81-8DB9-E3D6D9BD38A6}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