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ACB19F-4674-4B1F-A281-58FA25BF0821}">
  <a:tblStyle styleId="{08ACB19F-4674-4B1F-A281-58FA25BF08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{08ACB19F-4674-4B1F-A281-58FA25BF0821}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