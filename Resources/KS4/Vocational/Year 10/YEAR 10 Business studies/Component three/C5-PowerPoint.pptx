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A8FA78-9F83-4062-9C6E-40B48494E3CB}">
  <a:tblStyle styleId="{0CA8FA78-9F83-4062-9C6E-40B48494E3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{0CA8FA78-9F83-4062-9C6E-40B48494E3CB}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