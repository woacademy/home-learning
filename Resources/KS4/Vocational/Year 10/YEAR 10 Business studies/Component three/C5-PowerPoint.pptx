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28F7E2-D3BD-4302-AB9C-D42BEB97D755}">
  <a:tblStyle styleId="{AD28F7E2-D3BD-4302-AB9C-D42BEB97D7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{AD28F7E2-D3BD-4302-AB9C-D42BEB97D755}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