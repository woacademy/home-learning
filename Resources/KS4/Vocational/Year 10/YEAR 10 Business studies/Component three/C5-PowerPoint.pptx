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2099A0-D3DE-4691-ABE0-CFF6F75DE1A5}">
  <a:tblStyle styleId="{B12099A0-D3DE-4691-ABE0-CFF6F75DE1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{B12099A0-D3DE-4691-ABE0-CFF6F75DE1A5}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