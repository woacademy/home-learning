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63C6D2-A419-4724-874A-533F85BA792F}">
  <a:tblStyle styleId="{E263C6D2-A419-4724-874A-533F85BA79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{E263C6D2-A419-4724-874A-533F85BA792F}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