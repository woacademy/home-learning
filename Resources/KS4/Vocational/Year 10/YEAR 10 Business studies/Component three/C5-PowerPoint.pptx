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8E2D73-0249-414C-9BEE-9F03BB3D26A4}">
  <a:tblStyle styleId="{1B8E2D73-0249-414C-9BEE-9F03BB3D26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{1B8E2D73-0249-414C-9BEE-9F03BB3D26A4}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