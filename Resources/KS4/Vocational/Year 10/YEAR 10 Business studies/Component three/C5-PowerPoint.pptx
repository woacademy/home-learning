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C69528-689A-4832-99CA-122C0A2B8F15}">
  <a:tblStyle styleId="{36C69528-689A-4832-99CA-122C0A2B8F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{36C69528-689A-4832-99CA-122C0A2B8F15}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