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EBE34-C78F-4C7F-A771-F3FB0866AE76}">
  <a:tblStyle styleId="{B5CEBE34-C78F-4C7F-A771-F3FB0866AE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{B5CEBE34-C78F-4C7F-A771-F3FB0866AE76}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