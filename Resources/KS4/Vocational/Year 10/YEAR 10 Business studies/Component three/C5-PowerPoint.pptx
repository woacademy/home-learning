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26FC72-FB2B-49A7-91C7-91E79C83D1F3}">
  <a:tblStyle styleId="{0026FC72-FB2B-49A7-91C7-91E79C83D1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{0026FC72-FB2B-49A7-91C7-91E79C83D1F3}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