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24A2C2-919D-4970-A8B0-58889019DB1B}">
  <a:tblStyle styleId="{4624A2C2-919D-4970-A8B0-58889019DB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{4624A2C2-919D-4970-A8B0-58889019DB1B}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