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DCD904-BFF2-484C-9E3C-00C01D5A58EA}">
  <a:tblStyle styleId="{42DCD904-BFF2-484C-9E3C-00C01D5A5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{42DCD904-BFF2-484C-9E3C-00C01D5A58EA}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