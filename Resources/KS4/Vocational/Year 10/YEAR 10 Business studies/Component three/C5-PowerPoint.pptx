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90C878-D84E-409F-A25D-3D961BF86972}">
  <a:tblStyle styleId="{1890C878-D84E-409F-A25D-3D961BF869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{1890C878-D84E-409F-A25D-3D961BF86972}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