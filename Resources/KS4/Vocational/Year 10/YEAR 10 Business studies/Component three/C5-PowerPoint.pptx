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71E8D3-0090-4EE2-BC37-1656E9CD791F}">
  <a:tblStyle styleId="{2771E8D3-0090-4EE2-BC37-1656E9CD79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{2771E8D3-0090-4EE2-BC37-1656E9CD791F}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