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1BA43B-1F98-4F35-951C-4949F35E4B02}">
  <a:tblStyle styleId="{431BA43B-1F98-4F35-951C-4949F35E4B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{431BA43B-1F98-4F35-951C-4949F35E4B02}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