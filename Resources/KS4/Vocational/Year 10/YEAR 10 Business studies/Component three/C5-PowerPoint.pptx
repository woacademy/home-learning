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88D513-19C6-4D93-A777-CAE180D8475C}">
  <a:tblStyle styleId="{6088D513-19C6-4D93-A777-CAE180D8475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{6088D513-19C6-4D93-A777-CAE180D8475C}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