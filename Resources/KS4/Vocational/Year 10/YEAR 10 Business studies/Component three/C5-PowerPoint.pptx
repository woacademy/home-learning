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5E6DE-45FB-4CC3-B6BC-4C99CD01318C}">
  <a:tblStyle styleId="{EEC5E6DE-45FB-4CC3-B6BC-4C99CD013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{EEC5E6DE-45FB-4CC3-B6BC-4C99CD01318C}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