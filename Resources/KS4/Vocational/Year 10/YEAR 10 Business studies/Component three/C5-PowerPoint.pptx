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1642CE-0A42-4D50-AF37-AAA0C6AB7507}">
  <a:tblStyle styleId="{E41642CE-0A42-4D50-AF37-AAA0C6AB75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{E41642CE-0A42-4D50-AF37-AAA0C6AB7507}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