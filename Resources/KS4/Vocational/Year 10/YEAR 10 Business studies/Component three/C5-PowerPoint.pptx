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11CD10-76C9-4AD1-ACAA-AFA0E6A32A9D}">
  <a:tblStyle styleId="{E411CD10-76C9-4AD1-ACAA-AFA0E6A32A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{E411CD10-76C9-4AD1-ACAA-AFA0E6A32A9D}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