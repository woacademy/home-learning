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FF665-3F00-4A74-B849-D3EF5CC20623}">
  <a:tblStyle styleId="{D84FF665-3F00-4A74-B849-D3EF5CC206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{D84FF665-3F00-4A74-B849-D3EF5CC20623}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