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BE0315-5FB9-49B1-A748-EAD1FDF8DEEE}">
  <a:tblStyle styleId="{59BE0315-5FB9-49B1-A748-EAD1FDF8D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{59BE0315-5FB9-49B1-A748-EAD1FDF8DEEE}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