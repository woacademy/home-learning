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36F4F-14EF-4407-BC38-2E573908F4FD}">
  <a:tblStyle styleId="{E3E36F4F-14EF-4407-BC38-2E573908F4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{E3E36F4F-14EF-4407-BC38-2E573908F4FD}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