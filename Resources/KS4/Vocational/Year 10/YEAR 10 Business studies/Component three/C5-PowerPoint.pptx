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052E9C-0FB4-4D3D-ACE8-465453EF5479}">
  <a:tblStyle styleId="{F6052E9C-0FB4-4D3D-ACE8-465453EF54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{F6052E9C-0FB4-4D3D-ACE8-465453EF5479}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