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5F59ED-127F-429C-BEFC-7227FAB8B5AC}">
  <a:tblStyle styleId="{6B5F59ED-127F-429C-BEFC-7227FAB8B5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{6B5F59ED-127F-429C-BEFC-7227FAB8B5AC}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