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4FCC410-F724-4E7C-B562-452824C84085}">
  <a:tblStyle styleId="{F4FCC410-F724-4E7C-B562-452824C840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{F4FCC410-F724-4E7C-B562-452824C84085}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