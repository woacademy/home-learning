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D6E42-D3CE-4937-A1C2-F380EE8094B4}">
  <a:tblStyle styleId="{C2CD6E42-D3CE-4937-A1C2-F380EE8094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{C2CD6E42-D3CE-4937-A1C2-F380EE8094B4}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