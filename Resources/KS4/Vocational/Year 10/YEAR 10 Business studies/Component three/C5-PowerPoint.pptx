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C31954-9488-4E16-B758-7AB9AE9C40AF}">
  <a:tblStyle styleId="{96C31954-9488-4E16-B758-7AB9AE9C40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{96C31954-9488-4E16-B758-7AB9AE9C40AF}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