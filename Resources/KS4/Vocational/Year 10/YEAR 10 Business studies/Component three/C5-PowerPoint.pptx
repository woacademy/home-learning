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F68007-82FC-48A6-91C5-B8773C750C86}">
  <a:tblStyle styleId="{56F68007-82FC-48A6-91C5-B8773C750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{56F68007-82FC-48A6-91C5-B8773C750C86}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