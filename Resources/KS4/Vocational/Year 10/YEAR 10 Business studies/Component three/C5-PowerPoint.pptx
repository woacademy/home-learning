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2BFC28-9A4C-4282-8341-E63FBDD7CE83}">
  <a:tblStyle styleId="{FB2BFC28-9A4C-4282-8341-E63FBDD7CE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{FB2BFC28-9A4C-4282-8341-E63FBDD7CE83}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