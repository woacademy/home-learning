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8F936-9FC9-41A9-B442-567B881C1C13}">
  <a:tblStyle styleId="{4438F936-9FC9-41A9-B442-567B881C1C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{4438F936-9FC9-41A9-B442-567B881C1C13}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