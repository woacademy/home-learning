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CC8C6-D526-43CA-ABB5-87180C55A4D9}">
  <a:tblStyle styleId="{F2ECC8C6-D526-43CA-ABB5-87180C55A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{F2ECC8C6-D526-43CA-ABB5-87180C55A4D9}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