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0A21EF-92E4-4A3E-8606-C54A342EFEC1}">
  <a:tblStyle styleId="{DC0A21EF-92E4-4A3E-8606-C54A342EFE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{DC0A21EF-92E4-4A3E-8606-C54A342EFEC1}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