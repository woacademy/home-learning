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826D1F-6FF3-4827-8E6C-F10FBC6F1526}">
  <a:tblStyle styleId="{58826D1F-6FF3-4827-8E6C-F10FBC6F15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{58826D1F-6FF3-4827-8E6C-F10FBC6F1526}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