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3F478B-3F6A-4E75-BCEA-736D84D23B21}">
  <a:tblStyle styleId="{423F478B-3F6A-4E75-BCEA-736D84D23B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{423F478B-3F6A-4E75-BCEA-736D84D23B21}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