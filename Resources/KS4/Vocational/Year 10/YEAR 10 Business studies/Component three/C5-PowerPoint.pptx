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B6E7FF-3B84-4B76-A9AE-6501BA78335B}">
  <a:tblStyle styleId="{D0B6E7FF-3B84-4B76-A9AE-6501BA7833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{D0B6E7FF-3B84-4B76-A9AE-6501BA78335B}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