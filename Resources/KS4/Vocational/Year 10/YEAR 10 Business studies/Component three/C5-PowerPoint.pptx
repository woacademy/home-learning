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4B98E3-76B6-4B7E-8350-8FC9F9F29EFB}">
  <a:tblStyle styleId="{954B98E3-76B6-4B7E-8350-8FC9F9F29E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{954B98E3-76B6-4B7E-8350-8FC9F9F29EFB}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