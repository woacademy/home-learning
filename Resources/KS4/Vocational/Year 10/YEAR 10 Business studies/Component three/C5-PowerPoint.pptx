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E3BFA9-28D8-4E0F-9190-EFE9A6FD2657}">
  <a:tblStyle styleId="{92E3BFA9-28D8-4E0F-9190-EFE9A6FD26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{92E3BFA9-28D8-4E0F-9190-EFE9A6FD2657}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