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CB4903B-4252-4D2F-A555-84A46043A899}">
  <a:tblStyle styleId="{DCB4903B-4252-4D2F-A555-84A46043A89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{DCB4903B-4252-4D2F-A555-84A46043A899}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