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B6FB3C-0DC2-4F27-BF78-8951D9DB7578}">
  <a:tblStyle styleId="{FFB6FB3C-0DC2-4F27-BF78-8951D9DB75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{FFB6FB3C-0DC2-4F27-BF78-8951D9DB7578}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