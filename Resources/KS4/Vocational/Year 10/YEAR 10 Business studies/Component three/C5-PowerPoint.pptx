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AFC96A-C5AD-4A34-855C-C5008A770220}">
  <a:tblStyle styleId="{FFAFC96A-C5AD-4A34-855C-C5008A7702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{FFAFC96A-C5AD-4A34-855C-C5008A770220}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