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DB3A287-43F2-42FA-9D4D-E21D84A67A04}">
  <a:tblStyle styleId="{7DB3A287-43F2-42FA-9D4D-E21D84A67A0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{7DB3A287-43F2-42FA-9D4D-E21D84A67A04}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