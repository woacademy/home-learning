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AEF6FE-0F39-4359-889C-44488A0F5E43}">
  <a:tblStyle styleId="{7FAEF6FE-0F39-4359-889C-44488A0F5E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{7FAEF6FE-0F39-4359-889C-44488A0F5E43}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