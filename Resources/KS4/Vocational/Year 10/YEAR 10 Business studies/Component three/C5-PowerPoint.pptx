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1E1925-7D0C-4B59-BB8C-ADC16B31DD77}">
  <a:tblStyle styleId="{251E1925-7D0C-4B59-BB8C-ADC16B31DD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{251E1925-7D0C-4B59-BB8C-ADC16B31DD77}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