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EFA44F-E81C-4CA0-B7B9-F7E602F9FC1A}">
  <a:tblStyle styleId="{1EEFA44F-E81C-4CA0-B7B9-F7E602F9FC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{1EEFA44F-E81C-4CA0-B7B9-F7E602F9FC1A}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