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464D3C-10DF-4F2D-B4D5-ED1042520CAA}">
  <a:tblStyle styleId="{CA464D3C-10DF-4F2D-B4D5-ED1042520C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{CA464D3C-10DF-4F2D-B4D5-ED1042520CAA}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