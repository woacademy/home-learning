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2C23B8-E0F4-42DC-A709-A23C1EEB56EF}">
  <a:tblStyle styleId="{F62C23B8-E0F4-42DC-A709-A23C1EEB56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{F62C23B8-E0F4-42DC-A709-A23C1EEB56EF}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