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116B39-4B1D-427B-895E-26A34C154B87}">
  <a:tblStyle styleId="{68116B39-4B1D-427B-895E-26A34C154B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{68116B39-4B1D-427B-895E-26A34C154B87}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