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6FF1EA-D777-4D51-B1C1-D80A323522F9}">
  <a:tblStyle styleId="{4E6FF1EA-D777-4D51-B1C1-D80A323522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{4E6FF1EA-D777-4D51-B1C1-D80A323522F9}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