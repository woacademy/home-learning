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E4C418-507E-496A-AB78-E2AC70A85D66}">
  <a:tblStyle styleId="{15E4C418-507E-496A-AB78-E2AC70A85D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{15E4C418-507E-496A-AB78-E2AC70A85D66}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