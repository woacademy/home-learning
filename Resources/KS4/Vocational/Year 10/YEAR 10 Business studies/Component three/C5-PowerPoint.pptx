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9458F0-D535-4D84-A273-FCF1CCDC2415}">
  <a:tblStyle styleId="{769458F0-D535-4D84-A273-FCF1CCDC24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{769458F0-D535-4D84-A273-FCF1CCDC2415}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