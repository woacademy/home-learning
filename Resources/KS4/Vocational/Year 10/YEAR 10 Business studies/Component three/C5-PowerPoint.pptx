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61310B-BF97-4BF4-BF3E-24F480C16070}">
  <a:tblStyle styleId="{FB61310B-BF97-4BF4-BF3E-24F480C160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{FB61310B-BF97-4BF4-BF3E-24F480C16070}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