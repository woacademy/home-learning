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3E534C-5D78-411D-9EF2-8BE551FF31FA}">
  <a:tblStyle styleId="{073E534C-5D78-411D-9EF2-8BE551FF31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{073E534C-5D78-411D-9EF2-8BE551FF31FA}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