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759828-EF0D-4451-8321-5C34F3BC0CED}">
  <a:tblStyle styleId="{58759828-EF0D-4451-8321-5C34F3BC0C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{58759828-EF0D-4451-8321-5C34F3BC0CED}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