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5259F2A-881C-449B-A070-E3E885A50B45}">
  <a:tblStyle styleId="{B5259F2A-881C-449B-A070-E3E885A50B4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{B5259F2A-881C-449B-A070-E3E885A50B45}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