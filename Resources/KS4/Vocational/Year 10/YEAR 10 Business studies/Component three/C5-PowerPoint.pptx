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BDAED-3EF5-4ABF-80DB-03A9E17DD338}">
  <a:tblStyle styleId="{0CDBDAED-3EF5-4ABF-80DB-03A9E17DD3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{0CDBDAED-3EF5-4ABF-80DB-03A9E17DD338}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