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0B9779-EFE8-4AC9-9A43-8560F77D0699}">
  <a:tblStyle styleId="{580B9779-EFE8-4AC9-9A43-8560F77D06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{580B9779-EFE8-4AC9-9A43-8560F77D0699}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