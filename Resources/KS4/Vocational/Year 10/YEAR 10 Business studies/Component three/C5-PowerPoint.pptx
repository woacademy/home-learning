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0D8C90-93B3-40A6-88FC-4975409E8BFC}">
  <a:tblStyle styleId="{190D8C90-93B3-40A6-88FC-4975409E8B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{190D8C90-93B3-40A6-88FC-4975409E8BFC}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