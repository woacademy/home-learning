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9EC96F-6C8C-4515-8031-635142A5239F}">
  <a:tblStyle styleId="{319EC96F-6C8C-4515-8031-635142A5239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{319EC96F-6C8C-4515-8031-635142A5239F}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