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EC267C-DFA8-4D79-ACEF-80331B2CB2E5}">
  <a:tblStyle styleId="{26EC267C-DFA8-4D79-ACEF-80331B2CB2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{26EC267C-DFA8-4D79-ACEF-80331B2CB2E5}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