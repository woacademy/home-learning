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48CF7-9FD1-4DD4-9648-8A119C601671}">
  <a:tblStyle styleId="{BAC48CF7-9FD1-4DD4-9648-8A119C6016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{BAC48CF7-9FD1-4DD4-9648-8A119C601671}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