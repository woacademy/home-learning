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F205D8-5EEF-477C-AAE8-B37A23A5D9E4}">
  <a:tblStyle styleId="{25F205D8-5EEF-477C-AAE8-B37A23A5D9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{25F205D8-5EEF-477C-AAE8-B37A23A5D9E4}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