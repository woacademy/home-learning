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B7DF7B-040A-4AAE-A983-6B01542A1C6D}">
  <a:tblStyle styleId="{92B7DF7B-040A-4AAE-A983-6B01542A1C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{92B7DF7B-040A-4AAE-A983-6B01542A1C6D}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