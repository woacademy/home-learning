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3EB7189-2F2F-452E-A5EF-185FA89A79D4}">
  <a:tblStyle styleId="{A3EB7189-2F2F-452E-A5EF-185FA89A79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{A3EB7189-2F2F-452E-A5EF-185FA89A79D4}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