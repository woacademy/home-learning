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2116E-8A6B-4DC8-98A2-4F2FF172405D}">
  <a:tblStyle styleId="{CE52116E-8A6B-4DC8-98A2-4F2FF17240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{CE52116E-8A6B-4DC8-98A2-4F2FF172405D}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