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5AD9BE-9FA2-4EDB-89AF-091452397269}">
  <a:tblStyle styleId="{CA5AD9BE-9FA2-4EDB-89AF-0914523972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{CA5AD9BE-9FA2-4EDB-89AF-091452397269}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