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278B7A-D8AB-42AB-9748-8E6FFA56120B}">
  <a:tblStyle styleId="{1C278B7A-D8AB-42AB-9748-8E6FFA561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{1C278B7A-D8AB-42AB-9748-8E6FFA56120B}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