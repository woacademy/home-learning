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56AA82-997A-48A3-AF9C-2838C941B137}">
  <a:tblStyle styleId="{2C56AA82-997A-48A3-AF9C-2838C941B1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{2C56AA82-997A-48A3-AF9C-2838C941B137}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