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4FB8AA-67BF-4920-8A31-A51BCBE80229}">
  <a:tblStyle styleId="{2B4FB8AA-67BF-4920-8A31-A51BCBE802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{2B4FB8AA-67BF-4920-8A31-A51BCBE80229}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