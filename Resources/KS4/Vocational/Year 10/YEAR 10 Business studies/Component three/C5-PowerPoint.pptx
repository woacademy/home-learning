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460AF4-DB96-4C0A-B356-4520C78A3495}">
  <a:tblStyle styleId="{26460AF4-DB96-4C0A-B356-4520C78A34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{26460AF4-DB96-4C0A-B356-4520C78A3495}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