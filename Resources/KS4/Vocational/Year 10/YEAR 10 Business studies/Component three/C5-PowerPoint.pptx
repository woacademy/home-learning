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4CCA48-2EF7-4B4C-80F8-1671AFC65A25}">
  <a:tblStyle styleId="{7E4CCA48-2EF7-4B4C-80F8-1671AFC65A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{7E4CCA48-2EF7-4B4C-80F8-1671AFC65A25}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