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A4EC34-5F72-4F16-BD0F-A1E6F2BF3D61}">
  <a:tblStyle styleId="{9DA4EC34-5F72-4F16-BD0F-A1E6F2BF3D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{9DA4EC34-5F72-4F16-BD0F-A1E6F2BF3D61}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