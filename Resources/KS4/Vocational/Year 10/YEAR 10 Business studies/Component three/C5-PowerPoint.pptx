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1A03EF-BA5B-496A-B77D-7CE88B4215A0}">
  <a:tblStyle styleId="{F01A03EF-BA5B-496A-B77D-7CE88B4215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{F01A03EF-BA5B-496A-B77D-7CE88B4215A0}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