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9E01A7B-7733-4999-88F7-7A88CC411562}">
  <a:tblStyle styleId="{29E01A7B-7733-4999-88F7-7A88CC4115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{29E01A7B-7733-4999-88F7-7A88CC411562}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