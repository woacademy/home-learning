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7B098-0257-4926-831E-A2066E1CFFAF}">
  <a:tblStyle styleId="{B0E7B098-0257-4926-831E-A2066E1CFF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{B0E7B098-0257-4926-831E-A2066E1CFFAF}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