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E3186-B56F-47AC-AE27-D4825925CBAB}">
  <a:tblStyle styleId="{1A9E3186-B56F-47AC-AE27-D4825925CB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{1A9E3186-B56F-47AC-AE27-D4825925CBAB}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