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ECDDE-8F0E-4B5F-BBF4-6907E93A34A4}">
  <a:tblStyle styleId="{E33ECDDE-8F0E-4B5F-BBF4-6907E93A34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{E33ECDDE-8F0E-4B5F-BBF4-6907E93A34A4}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