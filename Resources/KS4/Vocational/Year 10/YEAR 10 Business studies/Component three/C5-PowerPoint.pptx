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D394D6-B0ED-4DF2-BE96-DE9F2A86CB48}">
  <a:tblStyle styleId="{D0D394D6-B0ED-4DF2-BE96-DE9F2A86CB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{D0D394D6-B0ED-4DF2-BE96-DE9F2A86CB48}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