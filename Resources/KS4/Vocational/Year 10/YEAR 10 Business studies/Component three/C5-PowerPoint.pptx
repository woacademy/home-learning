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CFA4CB-3433-436A-9738-0902520CDF0C}">
  <a:tblStyle styleId="{AECFA4CB-3433-436A-9738-0902520CDF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{AECFA4CB-3433-436A-9738-0902520CDF0C}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