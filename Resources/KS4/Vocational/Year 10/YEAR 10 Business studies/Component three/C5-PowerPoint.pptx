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510282-E62C-4F57-90D8-8ED5292C4340}">
  <a:tblStyle styleId="{7D510282-E62C-4F57-90D8-8ED5292C43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{7D510282-E62C-4F57-90D8-8ED5292C4340}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