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145F518-412E-46A4-86A3-01536C2FE8AE}">
  <a:tblStyle styleId="{6145F518-412E-46A4-86A3-01536C2FE8A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{6145F518-412E-46A4-86A3-01536C2FE8AE}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