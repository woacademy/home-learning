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94D449-503D-471A-AAF1-16ADCDE39717}">
  <a:tblStyle styleId="{A094D449-503D-471A-AAF1-16ADCDE397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{A094D449-503D-471A-AAF1-16ADCDE39717}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