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3248CA-D6B0-4094-9601-75737BD3C5F7}">
  <a:tblStyle styleId="{C53248CA-D6B0-4094-9601-75737BD3C5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{C53248CA-D6B0-4094-9601-75737BD3C5F7}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