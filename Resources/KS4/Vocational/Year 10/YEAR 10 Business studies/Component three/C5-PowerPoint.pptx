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C99F4A-C629-4D81-A640-369CD936A438}">
  <a:tblStyle styleId="{03C99F4A-C629-4D81-A640-369CD936A4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{03C99F4A-C629-4D81-A640-369CD936A438}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