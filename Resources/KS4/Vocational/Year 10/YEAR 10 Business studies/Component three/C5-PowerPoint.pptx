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FBED87-F8C7-4A9F-9589-0664CA212D63}">
  <a:tblStyle styleId="{5DFBED87-F8C7-4A9F-9589-0664CA212D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{5DFBED87-F8C7-4A9F-9589-0664CA212D63}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