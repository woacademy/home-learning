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C3B34B-B7F9-467D-8565-4D1310521346}">
  <a:tblStyle styleId="{4FC3B34B-B7F9-467D-8565-4D13105213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{4FC3B34B-B7F9-467D-8565-4D1310521346}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