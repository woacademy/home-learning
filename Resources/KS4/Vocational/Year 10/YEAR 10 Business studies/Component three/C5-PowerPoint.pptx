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64221-FC4B-4E81-9CE6-46B102DFB965}">
  <a:tblStyle styleId="{4B264221-FC4B-4E81-9CE6-46B102DFB9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{4B264221-FC4B-4E81-9CE6-46B102DFB965}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