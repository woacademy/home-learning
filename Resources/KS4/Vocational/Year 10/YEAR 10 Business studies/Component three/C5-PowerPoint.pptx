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872243-BEDD-4F5C-95F3-B465B614C051}">
  <a:tblStyle styleId="{EE872243-BEDD-4F5C-95F3-B465B614C0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{EE872243-BEDD-4F5C-95F3-B465B614C051}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