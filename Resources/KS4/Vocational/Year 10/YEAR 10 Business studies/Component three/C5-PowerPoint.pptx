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F1A2B3-5926-4F67-B69C-0B86B1AEF69D}">
  <a:tblStyle styleId="{9FF1A2B3-5926-4F67-B69C-0B86B1AEF6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{9FF1A2B3-5926-4F67-B69C-0B86B1AEF69D}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