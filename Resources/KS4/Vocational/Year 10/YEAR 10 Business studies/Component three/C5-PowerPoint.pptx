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9A4E78-F716-4715-9D2A-8324ADBACB64}">
  <a:tblStyle styleId="{879A4E78-F716-4715-9D2A-8324ADBACB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{879A4E78-F716-4715-9D2A-8324ADBACB64}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