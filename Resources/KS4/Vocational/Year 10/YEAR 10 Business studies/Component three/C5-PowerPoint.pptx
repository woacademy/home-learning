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BE0B23-360E-4DA9-8746-DE286861199C}">
  <a:tblStyle styleId="{7FBE0B23-360E-4DA9-8746-DE286861199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{7FBE0B23-360E-4DA9-8746-DE286861199C}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