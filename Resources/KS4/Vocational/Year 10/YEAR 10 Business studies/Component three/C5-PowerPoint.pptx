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CB3C0B-BF1A-4AFF-9EA0-66E9D9E78E19}">
  <a:tblStyle styleId="{CDCB3C0B-BF1A-4AFF-9EA0-66E9D9E78E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{CDCB3C0B-BF1A-4AFF-9EA0-66E9D9E78E19}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