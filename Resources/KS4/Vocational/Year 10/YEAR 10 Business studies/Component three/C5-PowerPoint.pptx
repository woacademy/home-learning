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8237507-9D6A-4F0E-8DBF-0FE8F06F868E}">
  <a:tblStyle styleId="{78237507-9D6A-4F0E-8DBF-0FE8F06F868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{78237507-9D6A-4F0E-8DBF-0FE8F06F868E}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