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5A2FB-6CB3-4359-AFA6-6FC3AA923776}">
  <a:tblStyle styleId="{1CF5A2FB-6CB3-4359-AFA6-6FC3AA923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{1CF5A2FB-6CB3-4359-AFA6-6FC3AA923776}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