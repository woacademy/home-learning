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055C2-D494-4725-B5F9-D533D3A145C9}">
  <a:tblStyle styleId="{241055C2-D494-4725-B5F9-D533D3A145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{241055C2-D494-4725-B5F9-D533D3A145C9}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