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A9B55-5228-4842-874B-6D1E30AA7711}">
  <a:tblStyle styleId="{8D5A9B55-5228-4842-874B-6D1E30AA7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{8D5A9B55-5228-4842-874B-6D1E30AA7711}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