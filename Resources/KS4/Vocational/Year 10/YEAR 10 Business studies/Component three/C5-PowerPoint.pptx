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922E2-428E-4626-B6BB-4E78B43E9C3C}">
  <a:tblStyle styleId="{8DB922E2-428E-4626-B6BB-4E78B43E9C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{8DB922E2-428E-4626-B6BB-4E78B43E9C3C}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