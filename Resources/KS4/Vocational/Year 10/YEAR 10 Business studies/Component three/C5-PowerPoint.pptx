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07ABA0-6ACC-44EE-A47A-45161D0FEAC4}">
  <a:tblStyle styleId="{5007ABA0-6ACC-44EE-A47A-45161D0FEA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{5007ABA0-6ACC-44EE-A47A-45161D0FEAC4}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