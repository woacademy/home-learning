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C09903-0FD5-4C6B-BCF1-C8FAA1DFF9EE}">
  <a:tblStyle styleId="{4EC09903-0FD5-4C6B-BCF1-C8FAA1DFF9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{4EC09903-0FD5-4C6B-BCF1-C8FAA1DFF9EE}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