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D900B-3249-4BE7-A0D4-3FF618E997B0}">
  <a:tblStyle styleId="{42FD900B-3249-4BE7-A0D4-3FF618E997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{42FD900B-3249-4BE7-A0D4-3FF618E997B0}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