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B9F1F-DBD9-447B-A805-E55CCFD6D994}">
  <a:tblStyle styleId="{DFAB9F1F-DBD9-447B-A805-E55CCFD6D9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{DFAB9F1F-DBD9-447B-A805-E55CCFD6D994}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