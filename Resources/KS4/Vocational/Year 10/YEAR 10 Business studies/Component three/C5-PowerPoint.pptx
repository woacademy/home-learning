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4761D7-2364-41FC-81EF-4FD71553EBEA}">
  <a:tblStyle styleId="{6C4761D7-2364-41FC-81EF-4FD71553EB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{6C4761D7-2364-41FC-81EF-4FD71553EBEA}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