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882620-1333-4928-8E18-E138EEB99DEE}">
  <a:tblStyle styleId="{0F882620-1333-4928-8E18-E138EEB99D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{0F882620-1333-4928-8E18-E138EEB99DEE}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