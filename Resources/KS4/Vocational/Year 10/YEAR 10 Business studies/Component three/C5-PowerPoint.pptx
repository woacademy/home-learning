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592FF-AA7A-45A4-960C-FB57BB7094C2}">
  <a:tblStyle styleId="{C68592FF-AA7A-45A4-960C-FB57BB709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{C68592FF-AA7A-45A4-960C-FB57BB7094C2}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