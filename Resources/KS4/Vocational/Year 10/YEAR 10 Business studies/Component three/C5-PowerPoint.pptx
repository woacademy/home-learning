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6A0CC1-EB29-4504-ACB5-BA7A6D3347E4}">
  <a:tblStyle styleId="{3D6A0CC1-EB29-4504-ACB5-BA7A6D334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{3D6A0CC1-EB29-4504-ACB5-BA7A6D3347E4}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