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34085-1746-41A7-B3BD-02FA69817CD2}">
  <a:tblStyle styleId="{B2D34085-1746-41A7-B3BD-02FA69817C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{B2D34085-1746-41A7-B3BD-02FA69817CD2}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