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2DC773-C86B-495E-929A-F67D511D2540}">
  <a:tblStyle styleId="{862DC773-C86B-495E-929A-F67D511D25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{862DC773-C86B-495E-929A-F67D511D2540}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