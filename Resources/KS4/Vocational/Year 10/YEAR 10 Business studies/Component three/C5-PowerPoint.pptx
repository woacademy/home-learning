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68DADB3-E00A-4FAD-BADC-C4242F739BA2}">
  <a:tblStyle styleId="{168DADB3-E00A-4FAD-BADC-C4242F739BA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{168DADB3-E00A-4FAD-BADC-C4242F739BA2}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