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539551-9171-4B92-9D0A-D9BA96314117}">
  <a:tblStyle styleId="{FD539551-9171-4B92-9D0A-D9BA963141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{FD539551-9171-4B92-9D0A-D9BA96314117}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