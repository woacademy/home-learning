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D27505D-5883-4D2C-93A3-B4C56F97EF30}">
  <a:tblStyle styleId="{FD27505D-5883-4D2C-93A3-B4C56F97EF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{FD27505D-5883-4D2C-93A3-B4C56F97EF30}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