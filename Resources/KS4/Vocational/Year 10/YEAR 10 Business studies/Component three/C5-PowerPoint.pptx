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D196A8-3D81-4441-9AC4-7DC271879462}">
  <a:tblStyle styleId="{80D196A8-3D81-4441-9AC4-7DC2718794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{80D196A8-3D81-4441-9AC4-7DC271879462}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