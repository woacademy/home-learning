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CB0038-ABE1-4652-9A8D-B98BB0C0C99A}">
  <a:tblStyle styleId="{81CB0038-ABE1-4652-9A8D-B98BB0C0C9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{81CB0038-ABE1-4652-9A8D-B98BB0C0C99A}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