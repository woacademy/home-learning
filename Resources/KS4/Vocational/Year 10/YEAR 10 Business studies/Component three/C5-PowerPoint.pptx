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57188C-2E82-4D99-BD39-9DEFAE5F75A1}">
  <a:tblStyle styleId="{7157188C-2E82-4D99-BD39-9DEFAE5F75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{7157188C-2E82-4D99-BD39-9DEFAE5F75A1}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