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E85D81-B7A7-4660-9B18-82C29CDAFEB3}">
  <a:tblStyle styleId="{02E85D81-B7A7-4660-9B18-82C29CDAFE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{02E85D81-B7A7-4660-9B18-82C29CDAFEB3}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