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67C9B5-97CF-466C-BEBD-DFAB3D76D5C0}">
  <a:tblStyle styleId="{4A67C9B5-97CF-466C-BEBD-DFAB3D76D5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{4A67C9B5-97CF-466C-BEBD-DFAB3D76D5C0}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