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93A9CD-3F8E-4576-B968-424EFED6B2F6}">
  <a:tblStyle styleId="{3E93A9CD-3F8E-4576-B968-424EFED6B2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{3E93A9CD-3F8E-4576-B968-424EFED6B2F6}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