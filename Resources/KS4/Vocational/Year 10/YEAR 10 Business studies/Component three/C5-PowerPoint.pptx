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2EC5C2-88CF-4051-B577-94BBD11D5F38}">
  <a:tblStyle styleId="{3D2EC5C2-88CF-4051-B577-94BBD11D5F3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{3D2EC5C2-88CF-4051-B577-94BBD11D5F38}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