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1178F7-783A-475D-ABB0-9D6B5C66CB7D}">
  <a:tblStyle styleId="{8B1178F7-783A-475D-ABB0-9D6B5C66CB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{8B1178F7-783A-475D-ABB0-9D6B5C66CB7D}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