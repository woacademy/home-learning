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EDC479-AF55-4293-B58C-E3288E792B8C}">
  <a:tblStyle styleId="{47EDC479-AF55-4293-B58C-E3288E792B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{47EDC479-AF55-4293-B58C-E3288E792B8C}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