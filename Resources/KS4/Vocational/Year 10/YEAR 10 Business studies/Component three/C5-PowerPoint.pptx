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46E5E1-0D97-41E6-8428-3D8FC1333DC2}">
  <a:tblStyle styleId="{6A46E5E1-0D97-41E6-8428-3D8FC1333D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{6A46E5E1-0D97-41E6-8428-3D8FC1333DC2}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