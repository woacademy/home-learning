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32D7F9-26B3-4CD6-BD0B-2E21CD0CF781}">
  <a:tblStyle styleId="{2432D7F9-26B3-4CD6-BD0B-2E21CD0CF7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{2432D7F9-26B3-4CD6-BD0B-2E21CD0CF781}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