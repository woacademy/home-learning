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D0D64B-982F-471F-AB2F-A33D7703A38E}">
  <a:tblStyle styleId="{EBD0D64B-982F-471F-AB2F-A33D7703A38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{EBD0D64B-982F-471F-AB2F-A33D7703A38E}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