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0DEAFC-F825-4518-869C-6AB31F3F4533}">
  <a:tblStyle styleId="{C00DEAFC-F825-4518-869C-6AB31F3F4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{C00DEAFC-F825-4518-869C-6AB31F3F4533}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