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595089-5AFD-4413-9163-40D341EDF5C5}">
  <a:tblStyle styleId="{9D595089-5AFD-4413-9163-40D341EDF5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{9D595089-5AFD-4413-9163-40D341EDF5C5}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