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A148D2-996D-4EE0-AF3C-31FF26D124B0}">
  <a:tblStyle styleId="{06A148D2-996D-4EE0-AF3C-31FF26D124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{06A148D2-996D-4EE0-AF3C-31FF26D124B0}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