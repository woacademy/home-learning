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FD93A0-3201-4E89-BFB0-8070DBF7F743}">
  <a:tblStyle styleId="{79FD93A0-3201-4E89-BFB0-8070DBF7F7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{79FD93A0-3201-4E89-BFB0-8070DBF7F743}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