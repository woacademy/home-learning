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1BD433-C645-470B-98F3-C17CE0C7C46D}">
  <a:tblStyle styleId="{271BD433-C645-470B-98F3-C17CE0C7C4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{271BD433-C645-470B-98F3-C17CE0C7C46D}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