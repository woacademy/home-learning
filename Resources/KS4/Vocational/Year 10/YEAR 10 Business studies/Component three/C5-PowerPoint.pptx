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8CBB54-E5F0-4C61-8C7E-D1BC248BAA35}">
  <a:tblStyle styleId="{778CBB54-E5F0-4C61-8C7E-D1BC248BAA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{778CBB54-E5F0-4C61-8C7E-D1BC248BAA35}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