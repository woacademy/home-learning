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095DA9-B4A2-4734-A537-6EE67BA2DC7E}">
  <a:tblStyle styleId="{D5095DA9-B4A2-4734-A537-6EE67BA2DC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{D5095DA9-B4A2-4734-A537-6EE67BA2DC7E}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