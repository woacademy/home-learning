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202B61-C82E-4C84-94BB-AB1E50470C62}">
  <a:tblStyle styleId="{45202B61-C82E-4C84-94BB-AB1E50470C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{45202B61-C82E-4C84-94BB-AB1E50470C62}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