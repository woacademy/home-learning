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570E7BBB-8CA3-4EF8-A77A-85B9F8C6D664}">
  <a:tblStyle styleId="{570E7BBB-8CA3-4EF8-A77A-85B9F8C6D66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{570E7BBB-8CA3-4EF8-A77A-85B9F8C6D664}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