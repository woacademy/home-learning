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7FEFBD-0514-4F57-806C-0FF3B1448D2A}">
  <a:tblStyle styleId="{7E7FEFBD-0514-4F57-806C-0FF3B1448D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{7E7FEFBD-0514-4F57-806C-0FF3B1448D2A}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