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80BACC-C540-41E2-A1C2-A39A6C0822BF}">
  <a:tblStyle styleId="{9E80BACC-C540-41E2-A1C2-A39A6C0822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{9E80BACC-C540-41E2-A1C2-A39A6C0822BF}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