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A941D9-5E25-4C36-B342-BF090F36C9CD}">
  <a:tblStyle styleId="{6FA941D9-5E25-4C36-B342-BF090F36C9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{6FA941D9-5E25-4C36-B342-BF090F36C9CD}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