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6E20BB9-44FC-4921-88AE-04C7E6C82557}">
  <a:tblStyle styleId="{A6E20BB9-44FC-4921-88AE-04C7E6C825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{A6E20BB9-44FC-4921-88AE-04C7E6C82557}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