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E46485E-0F33-48D2-9DDB-73C5221DB642}">
  <a:tblStyle styleId="{3E46485E-0F33-48D2-9DDB-73C5221DB6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{3E46485E-0F33-48D2-9DDB-73C5221DB642}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