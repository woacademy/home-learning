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8B6DDE-6BE4-43F5-BFBA-1D383930CCC1}">
  <a:tblStyle styleId="{988B6DDE-6BE4-43F5-BFBA-1D383930CC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{988B6DDE-6BE4-43F5-BFBA-1D383930CCC1}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