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58FE3A-365A-4E61-96F3-675972FD0956}">
  <a:tblStyle styleId="{1B58FE3A-365A-4E61-96F3-675972FD09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{1B58FE3A-365A-4E61-96F3-675972FD0956}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