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5E438-956B-4666-A4F8-AD347EFC9C2D}">
  <a:tblStyle styleId="{F025E438-956B-4666-A4F8-AD347EFC9C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{F025E438-956B-4666-A4F8-AD347EFC9C2D}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