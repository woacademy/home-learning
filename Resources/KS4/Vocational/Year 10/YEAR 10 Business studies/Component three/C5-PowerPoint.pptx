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EEB3DB-5251-4153-935B-A65B686B4C4B}">
  <a:tblStyle styleId="{82EEB3DB-5251-4153-935B-A65B686B4C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{82EEB3DB-5251-4153-935B-A65B686B4C4B}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