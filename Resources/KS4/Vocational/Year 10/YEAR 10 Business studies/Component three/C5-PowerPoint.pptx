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A231CC-21F4-4345-A882-1541669D79F7}">
  <a:tblStyle styleId="{0BA231CC-21F4-4345-A882-1541669D79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{0BA231CC-21F4-4345-A882-1541669D79F7}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