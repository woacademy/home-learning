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5E6FD8-67A4-474B-8CBE-5A7C9FDF06CC}">
  <a:tblStyle styleId="{D55E6FD8-67A4-474B-8CBE-5A7C9FDF06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{D55E6FD8-67A4-474B-8CBE-5A7C9FDF06CC}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