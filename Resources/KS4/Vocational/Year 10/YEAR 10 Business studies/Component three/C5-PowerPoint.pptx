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41A8EF-E6D3-4A3B-90BE-4077E25CE73E}">
  <a:tblStyle styleId="{4141A8EF-E6D3-4A3B-90BE-4077E25CE7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{4141A8EF-E6D3-4A3B-90BE-4077E25CE73E}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