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B453E7-D8CC-48D1-A358-C4BA2E306F7E}">
  <a:tblStyle styleId="{42B453E7-D8CC-48D1-A358-C4BA2E306F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{42B453E7-D8CC-48D1-A358-C4BA2E306F7E}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