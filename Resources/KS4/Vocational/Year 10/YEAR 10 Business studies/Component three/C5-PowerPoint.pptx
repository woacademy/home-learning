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7D336C-CD63-44EE-824F-5CBA06E3C08A}">
  <a:tblStyle styleId="{807D336C-CD63-44EE-824F-5CBA06E3C0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{807D336C-CD63-44EE-824F-5CBA06E3C08A}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