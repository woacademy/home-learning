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0F60C4-01DA-46D9-9C72-A19ABFC409A6}">
  <a:tblStyle styleId="{2E0F60C4-01DA-46D9-9C72-A19ABFC409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{2E0F60C4-01DA-46D9-9C72-A19ABFC409A6}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