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BA4D3C-AC65-44CA-B170-FB78346BF54C}">
  <a:tblStyle styleId="{01BA4D3C-AC65-44CA-B170-FB78346BF5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{01BA4D3C-AC65-44CA-B170-FB78346BF54C}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