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08E95-C12D-4281-AEA5-2F8C633BC843}">
  <a:tblStyle styleId="{D9808E95-C12D-4281-AEA5-2F8C633BC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{D9808E95-C12D-4281-AEA5-2F8C633BC843}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