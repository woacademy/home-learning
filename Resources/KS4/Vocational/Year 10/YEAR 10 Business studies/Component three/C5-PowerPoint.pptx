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CF6077-2359-44F4-8403-8894FEF703A4}">
  <a:tblStyle styleId="{C1CF6077-2359-44F4-8403-8894FEF703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{C1CF6077-2359-44F4-8403-8894FEF703A4}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