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E5340-3309-47D6-A813-FB9BC5F008A7}">
  <a:tblStyle styleId="{055E5340-3309-47D6-A813-FB9BC5F008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{055E5340-3309-47D6-A813-FB9BC5F008A7}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