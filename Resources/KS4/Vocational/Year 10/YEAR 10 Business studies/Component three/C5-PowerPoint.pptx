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9CB8B2-B285-462C-ACB7-E517F99726C5}">
  <a:tblStyle styleId="{2C9CB8B2-B285-462C-ACB7-E517F99726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{2C9CB8B2-B285-462C-ACB7-E517F99726C5}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