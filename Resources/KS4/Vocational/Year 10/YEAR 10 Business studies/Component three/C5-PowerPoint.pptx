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EEE4E7E6-777A-436A-8BAE-95F811626195}">
  <a:tblStyle styleId="{EEE4E7E6-777A-436A-8BAE-95F8116261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{EEE4E7E6-777A-436A-8BAE-95F811626195}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