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F8F2E1-2233-43A2-885C-AE943F418EE4}">
  <a:tblStyle styleId="{C0F8F2E1-2233-43A2-885C-AE943F418E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{C0F8F2E1-2233-43A2-885C-AE943F418EE4}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