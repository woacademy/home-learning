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4DEAEF-5225-432A-90D1-5A6970315D15}">
  <a:tblStyle styleId="{1D4DEAEF-5225-432A-90D1-5A6970315D1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{1D4DEAEF-5225-432A-90D1-5A6970315D15}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