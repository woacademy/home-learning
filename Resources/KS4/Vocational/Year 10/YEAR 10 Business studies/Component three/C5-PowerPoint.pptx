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609932-5F3A-4B2A-B40E-BC0988593F34}">
  <a:tblStyle styleId="{8D609932-5F3A-4B2A-B40E-BC0988593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{8D609932-5F3A-4B2A-B40E-BC0988593F34}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