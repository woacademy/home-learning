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CD5A1-B2F9-4C70-8BFB-36FD990D4640}">
  <a:tblStyle styleId="{E9CCD5A1-B2F9-4C70-8BFB-36FD990D4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{E9CCD5A1-B2F9-4C70-8BFB-36FD990D4640}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