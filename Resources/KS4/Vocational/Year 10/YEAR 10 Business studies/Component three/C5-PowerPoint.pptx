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84E561-FAB2-4EC8-AF18-2418AF4F5AC8}">
  <a:tblStyle styleId="{8684E561-FAB2-4EC8-AF18-2418AF4F5A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{8684E561-FAB2-4EC8-AF18-2418AF4F5AC8}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