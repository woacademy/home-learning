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4E0F8-79F4-4F75-A816-B16A4672835C}">
  <a:tblStyle styleId="{9424E0F8-79F4-4F75-A816-B16A467283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{9424E0F8-79F4-4F75-A816-B16A4672835C}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