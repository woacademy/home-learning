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0D838E-B06E-4D7D-A87C-FE1EA63B28EE}">
  <a:tblStyle styleId="{8B0D838E-B06E-4D7D-A87C-FE1EA63B28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{8B0D838E-B06E-4D7D-A87C-FE1EA63B28EE}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