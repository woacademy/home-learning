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52F7C-A491-41F9-BCE1-7C953BB70BCA}">
  <a:tblStyle styleId="{FD352F7C-A491-41F9-BCE1-7C953BB70B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{FD352F7C-A491-41F9-BCE1-7C953BB70BCA}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