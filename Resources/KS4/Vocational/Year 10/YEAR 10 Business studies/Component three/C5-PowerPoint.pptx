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A80BB0-120D-4E5E-AFBF-18181F486FBC}">
  <a:tblStyle styleId="{19A80BB0-120D-4E5E-AFBF-18181F486F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{19A80BB0-120D-4E5E-AFBF-18181F486FBC}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