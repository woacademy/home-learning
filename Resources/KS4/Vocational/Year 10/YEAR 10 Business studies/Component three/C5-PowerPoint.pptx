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C31CF3-C447-40B2-B36C-2967EA93CB6D}">
  <a:tblStyle styleId="{EBC31CF3-C447-40B2-B36C-2967EA93CB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{EBC31CF3-C447-40B2-B36C-2967EA93CB6D}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