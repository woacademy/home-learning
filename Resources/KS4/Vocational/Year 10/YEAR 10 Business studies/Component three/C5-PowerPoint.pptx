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848AA2-F508-48B1-B305-A489D4C32E10}">
  <a:tblStyle styleId="{E8848AA2-F508-48B1-B305-A489D4C32E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{E8848AA2-F508-48B1-B305-A489D4C32E10}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