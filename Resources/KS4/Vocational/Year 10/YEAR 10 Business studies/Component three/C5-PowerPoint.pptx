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8BF267-6A31-482F-AC6A-689D78F4F758}">
  <a:tblStyle styleId="{5B8BF267-6A31-482F-AC6A-689D78F4F7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{5B8BF267-6A31-482F-AC6A-689D78F4F758}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