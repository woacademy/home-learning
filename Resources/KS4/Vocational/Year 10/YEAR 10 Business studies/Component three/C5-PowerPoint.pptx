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5DB3E1-A01B-4320-BB3E-7B7BDD17966D}">
  <a:tblStyle styleId="{2A5DB3E1-A01B-4320-BB3E-7B7BDD1796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{2A5DB3E1-A01B-4320-BB3E-7B7BDD17966D}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