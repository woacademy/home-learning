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9CAB0A-06B0-47D1-B2E8-8287A5D10389}">
  <a:tblStyle styleId="{849CAB0A-06B0-47D1-B2E8-8287A5D103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{849CAB0A-06B0-47D1-B2E8-8287A5D10389}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