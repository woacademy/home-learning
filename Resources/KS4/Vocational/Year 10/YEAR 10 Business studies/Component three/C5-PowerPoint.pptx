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2E274F-D4B3-412C-A25A-2B32AAE3388B}">
  <a:tblStyle styleId="{232E274F-D4B3-412C-A25A-2B32AAE338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{232E274F-D4B3-412C-A25A-2B32AAE3388B}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