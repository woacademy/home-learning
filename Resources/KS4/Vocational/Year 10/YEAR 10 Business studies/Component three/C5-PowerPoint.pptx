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98557-4A18-4671-AF31-5299451FF629}">
  <a:tblStyle styleId="{60298557-4A18-4671-AF31-5299451FF6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{60298557-4A18-4671-AF31-5299451FF629}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