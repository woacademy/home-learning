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126470-8FD9-4E3B-8E26-5CF819F20D38}">
  <a:tblStyle styleId="{FE126470-8FD9-4E3B-8E26-5CF819F20D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{FE126470-8FD9-4E3B-8E26-5CF819F20D38}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