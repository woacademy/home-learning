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16F0FF-73DA-4BB3-996C-D282989A8377}">
  <a:tblStyle styleId="{C516F0FF-73DA-4BB3-996C-D282989A83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{C516F0FF-73DA-4BB3-996C-D282989A8377}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