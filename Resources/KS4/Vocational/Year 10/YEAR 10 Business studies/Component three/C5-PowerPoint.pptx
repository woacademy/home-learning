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58ED97F-F27A-4ACB-BCA4-7BC1407686B0}">
  <a:tblStyle styleId="{158ED97F-F27A-4ACB-BCA4-7BC1407686B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{158ED97F-F27A-4ACB-BCA4-7BC1407686B0}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