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5377155-0E05-4A45-9B5F-DC8BB056307B}">
  <a:tblStyle styleId="{15377155-0E05-4A45-9B5F-DC8BB056307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{15377155-0E05-4A45-9B5F-DC8BB056307B}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