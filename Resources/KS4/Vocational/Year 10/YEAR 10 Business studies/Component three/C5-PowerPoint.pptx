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6DAA3F-BE71-495A-9A35-C1A267EB4957}">
  <a:tblStyle styleId="{596DAA3F-BE71-495A-9A35-C1A267EB49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{596DAA3F-BE71-495A-9A35-C1A267EB4957}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