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7FCDED-9B08-43DC-9690-4359AEB5FB44}">
  <a:tblStyle styleId="{B27FCDED-9B08-43DC-9690-4359AEB5FB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{B27FCDED-9B08-43DC-9690-4359AEB5FB44}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