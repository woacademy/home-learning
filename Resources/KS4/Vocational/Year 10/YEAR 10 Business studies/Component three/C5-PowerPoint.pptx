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E087C1-09EE-4A37-895C-6DD9A032FB10}">
  <a:tblStyle styleId="{31E087C1-09EE-4A37-895C-6DD9A032FB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{31E087C1-09EE-4A37-895C-6DD9A032FB10}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