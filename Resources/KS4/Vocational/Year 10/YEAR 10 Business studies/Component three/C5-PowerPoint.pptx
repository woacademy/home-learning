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B9DC77-C919-4F9D-AB82-C33887D0AABA}">
  <a:tblStyle styleId="{00B9DC77-C919-4F9D-AB82-C33887D0AA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{00B9DC77-C919-4F9D-AB82-C33887D0AABA}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