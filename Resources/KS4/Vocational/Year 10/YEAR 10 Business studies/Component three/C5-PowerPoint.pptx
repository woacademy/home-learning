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6D2300-6C4A-4F99-9730-1872DFF7F19A}">
  <a:tblStyle styleId="{076D2300-6C4A-4F99-9730-1872DFF7F1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{076D2300-6C4A-4F99-9730-1872DFF7F19A}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