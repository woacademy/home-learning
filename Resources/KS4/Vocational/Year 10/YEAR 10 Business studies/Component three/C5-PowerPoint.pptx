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ACAF59-0A37-4440-80EB-85A256DCEC40}">
  <a:tblStyle styleId="{4FACAF59-0A37-4440-80EB-85A256DCEC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{4FACAF59-0A37-4440-80EB-85A256DCEC40}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