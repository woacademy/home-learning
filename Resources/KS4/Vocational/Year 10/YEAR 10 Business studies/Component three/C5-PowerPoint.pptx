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F8FB9A-AEB4-4B6C-9A10-7BB9B453F316}">
  <a:tblStyle styleId="{24F8FB9A-AEB4-4B6C-9A10-7BB9B453F3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{24F8FB9A-AEB4-4B6C-9A10-7BB9B453F316}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