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5E5890-CF39-488E-9B14-6F441AA06E3B}">
  <a:tblStyle styleId="{D45E5890-CF39-488E-9B14-6F441AA06E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{D45E5890-CF39-488E-9B14-6F441AA06E3B}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