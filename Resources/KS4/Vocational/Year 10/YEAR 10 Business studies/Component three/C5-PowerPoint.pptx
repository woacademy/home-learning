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0AFC31-7660-4623-BDA9-5D65124E942B}">
  <a:tblStyle styleId="{9D0AFC31-7660-4623-BDA9-5D65124E94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{9D0AFC31-7660-4623-BDA9-5D65124E942B}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