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4A01EF-4484-4FB0-BB9C-95F89DFE6A86}">
  <a:tblStyle styleId="{DA4A01EF-4484-4FB0-BB9C-95F89DFE6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{DA4A01EF-4484-4FB0-BB9C-95F89DFE6A86}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