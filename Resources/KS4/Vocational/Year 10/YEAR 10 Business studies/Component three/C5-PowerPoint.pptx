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E692B0-0238-40FE-AF3C-18BFC9B17AF5}">
  <a:tblStyle styleId="{F5E692B0-0238-40FE-AF3C-18BFC9B17A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{F5E692B0-0238-40FE-AF3C-18BFC9B17AF5}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