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7CB40A-D262-444E-87D7-F2E4BA07BA24}">
  <a:tblStyle styleId="{147CB40A-D262-444E-87D7-F2E4BA07BA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{147CB40A-D262-444E-87D7-F2E4BA07BA24}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