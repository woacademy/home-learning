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818292-7ECD-482C-B3F3-D6A2C1E7B642}">
  <a:tblStyle styleId="{01818292-7ECD-482C-B3F3-D6A2C1E7B6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{01818292-7ECD-482C-B3F3-D6A2C1E7B642}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