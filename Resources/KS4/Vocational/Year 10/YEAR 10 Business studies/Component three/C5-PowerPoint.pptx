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498032-7F93-435D-B426-B0B6BFC2035A}">
  <a:tblStyle styleId="{BA498032-7F93-435D-B426-B0B6BFC20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{BA498032-7F93-435D-B426-B0B6BFC2035A}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