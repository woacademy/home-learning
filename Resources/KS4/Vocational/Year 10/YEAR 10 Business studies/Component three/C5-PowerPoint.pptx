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6C9D8C-60AD-4964-A9F0-A10931FA3689}">
  <a:tblStyle styleId="{766C9D8C-60AD-4964-A9F0-A10931FA36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{766C9D8C-60AD-4964-A9F0-A10931FA3689}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