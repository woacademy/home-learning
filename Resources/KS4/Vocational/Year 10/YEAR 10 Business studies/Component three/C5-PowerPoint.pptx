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1E0428-C0D6-426A-895F-5C4FFB7FA988}">
  <a:tblStyle styleId="{C31E0428-C0D6-426A-895F-5C4FFB7FA9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{C31E0428-C0D6-426A-895F-5C4FFB7FA988}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