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187F7AB-C013-4B3D-AE35-4009F2C91A45}">
  <a:tblStyle styleId="{E187F7AB-C013-4B3D-AE35-4009F2C91A4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{E187F7AB-C013-4B3D-AE35-4009F2C91A45}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