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9C58CF-77EF-45CF-8AC7-F0F4C044DFA1}">
  <a:tblStyle styleId="{E69C58CF-77EF-45CF-8AC7-F0F4C044DFA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{E69C58CF-77EF-45CF-8AC7-F0F4C044DFA1}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