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61C6D3-7660-436B-8E53-D04E13F7A462}">
  <a:tblStyle styleId="{C161C6D3-7660-436B-8E53-D04E13F7A4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{C161C6D3-7660-436B-8E53-D04E13F7A462}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