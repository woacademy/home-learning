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2D8916-49AE-4024-B8AF-26594AD2762A}">
  <a:tblStyle styleId="{9D2D8916-49AE-4024-B8AF-26594AD276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{9D2D8916-49AE-4024-B8AF-26594AD2762A}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