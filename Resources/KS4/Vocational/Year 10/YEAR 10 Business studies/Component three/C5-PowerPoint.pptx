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F4C563-FD70-4DF3-893A-EC5F96F1BA8A}">
  <a:tblStyle styleId="{B6F4C563-FD70-4DF3-893A-EC5F96F1BA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{B6F4C563-FD70-4DF3-893A-EC5F96F1BA8A}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