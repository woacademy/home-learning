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72249E-35F1-4787-BE8F-B6406EF1D0BE}">
  <a:tblStyle styleId="{DD72249E-35F1-4787-BE8F-B6406EF1D0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{DD72249E-35F1-4787-BE8F-B6406EF1D0BE}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