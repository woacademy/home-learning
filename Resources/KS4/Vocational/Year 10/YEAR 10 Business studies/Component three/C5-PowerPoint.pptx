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FECA48-8DCB-4C1E-9355-9905410F1B8E}">
  <a:tblStyle styleId="{83FECA48-8DCB-4C1E-9355-9905410F1B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{83FECA48-8DCB-4C1E-9355-9905410F1B8E}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