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09A52-0773-4596-86CE-AB266EFCB89C}">
  <a:tblStyle styleId="{D5A09A52-0773-4596-86CE-AB266EFCB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{D5A09A52-0773-4596-86CE-AB266EFCB89C}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