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47BCC7-ECD2-44F0-B2C7-5A8C7F58FBDE}">
  <a:tblStyle styleId="{6047BCC7-ECD2-44F0-B2C7-5A8C7F58FB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{6047BCC7-ECD2-44F0-B2C7-5A8C7F58FBDE}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