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CE5809-6F5C-49DB-A0F3-BC83885D1CE8}">
  <a:tblStyle styleId="{8DCE5809-6F5C-49DB-A0F3-BC83885D1C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{8DCE5809-6F5C-49DB-A0F3-BC83885D1CE8}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