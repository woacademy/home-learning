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D3C3C0-9430-415D-A40E-C70398EC3F40}">
  <a:tblStyle styleId="{23D3C3C0-9430-415D-A40E-C70398EC3F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{23D3C3C0-9430-415D-A40E-C70398EC3F40}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