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B02FB96-1EF3-4205-B1B1-89C3B6403ECD}">
  <a:tblStyle styleId="{BB02FB96-1EF3-4205-B1B1-89C3B6403E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{BB02FB96-1EF3-4205-B1B1-89C3B6403ECD}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