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D9DCCC-F1B9-4EC0-883B-3A140C6533D6}">
  <a:tblStyle styleId="{5BD9DCCC-F1B9-4EC0-883B-3A140C6533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{5BD9DCCC-F1B9-4EC0-883B-3A140C6533D6}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