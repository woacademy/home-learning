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E5A106-D4FC-4695-8CBC-A66BF8B7D03E}">
  <a:tblStyle styleId="{85E5A106-D4FC-4695-8CBC-A66BF8B7D0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{85E5A106-D4FC-4695-8CBC-A66BF8B7D03E}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