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C04350-5C3E-4FB7-819F-41BBDA689002}">
  <a:tblStyle styleId="{BBC04350-5C3E-4FB7-819F-41BBDA6890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{BBC04350-5C3E-4FB7-819F-41BBDA689002}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