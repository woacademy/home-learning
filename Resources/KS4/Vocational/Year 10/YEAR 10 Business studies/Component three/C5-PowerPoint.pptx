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797088-18CC-4627-A840-A9AEC9E60D18}">
  <a:tblStyle styleId="{B9797088-18CC-4627-A840-A9AEC9E60D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{B9797088-18CC-4627-A840-A9AEC9E60D18}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