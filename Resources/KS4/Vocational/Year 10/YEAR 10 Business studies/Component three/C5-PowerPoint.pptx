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09E71-DF59-4255-8D26-99C853140BC9}">
  <a:tblStyle styleId="{A4E09E71-DF59-4255-8D26-99C853140B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{A4E09E71-DF59-4255-8D26-99C853140BC9}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