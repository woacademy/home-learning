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E58A98-DDB3-4903-913D-AA92823CBA5F}">
  <a:tblStyle styleId="{8DE58A98-DDB3-4903-913D-AA92823CBA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{8DE58A98-DDB3-4903-913D-AA92823CBA5F}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