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E9CFDB-A55C-447A-9C08-39D6DE56643C}">
  <a:tblStyle styleId="{B9E9CFDB-A55C-447A-9C08-39D6DE5664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{B9E9CFDB-A55C-447A-9C08-39D6DE56643C}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