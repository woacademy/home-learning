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2A38BC-D576-43D1-A967-4AEFE6B07D02}">
  <a:tblStyle styleId="{952A38BC-D576-43D1-A967-4AEFE6B07D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{952A38BC-D576-43D1-A967-4AEFE6B07D02}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