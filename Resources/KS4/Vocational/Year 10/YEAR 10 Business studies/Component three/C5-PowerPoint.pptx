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6FEE5F-9A3A-4DB2-8DF5-21FA4001DB04}">
  <a:tblStyle styleId="{B76FEE5F-9A3A-4DB2-8DF5-21FA4001DB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{B76FEE5F-9A3A-4DB2-8DF5-21FA4001DB04}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