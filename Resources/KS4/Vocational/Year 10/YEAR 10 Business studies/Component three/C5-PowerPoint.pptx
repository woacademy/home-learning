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373B1D-E921-4A00-8A19-20B3C3789A61}">
  <a:tblStyle styleId="{DB373B1D-E921-4A00-8A19-20B3C3789A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{DB373B1D-E921-4A00-8A19-20B3C3789A61}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