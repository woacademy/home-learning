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F9C184-BA82-4FF5-94C1-1AD6C768C6D5}">
  <a:tblStyle styleId="{35F9C184-BA82-4FF5-94C1-1AD6C768C6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{35F9C184-BA82-4FF5-94C1-1AD6C768C6D5}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