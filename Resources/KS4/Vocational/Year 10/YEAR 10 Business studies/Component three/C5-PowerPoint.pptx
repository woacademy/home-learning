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16C95A-CFDC-46FA-8419-0BA9BFE8E1C4}">
  <a:tblStyle styleId="{EB16C95A-CFDC-46FA-8419-0BA9BFE8E1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{EB16C95A-CFDC-46FA-8419-0BA9BFE8E1C4}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