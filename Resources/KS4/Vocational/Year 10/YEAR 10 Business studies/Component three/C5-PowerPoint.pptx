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F7CA6-0099-4C72-8C3B-CADCC976E81B}">
  <a:tblStyle styleId="{4EFF7CA6-0099-4C72-8C3B-CADCC976E8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{4EFF7CA6-0099-4C72-8C3B-CADCC976E81B}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