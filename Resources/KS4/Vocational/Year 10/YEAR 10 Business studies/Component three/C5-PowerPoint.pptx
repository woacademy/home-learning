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AFE9B42-5175-450E-BFD3-138A97788D8C}">
  <a:tblStyle styleId="{2AFE9B42-5175-450E-BFD3-138A97788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{2AFE9B42-5175-450E-BFD3-138A97788D8C}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