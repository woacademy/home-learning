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C71E64-4692-4769-97B4-80E67AB6AE89}">
  <a:tblStyle styleId="{D6C71E64-4692-4769-97B4-80E67AB6AE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{D6C71E64-4692-4769-97B4-80E67AB6AE89}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