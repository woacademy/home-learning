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70A86-DF70-46F2-9394-0F0258F93BF3}">
  <a:tblStyle styleId="{BC070A86-DF70-46F2-9394-0F0258F93B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{BC070A86-DF70-46F2-9394-0F0258F93BF3}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