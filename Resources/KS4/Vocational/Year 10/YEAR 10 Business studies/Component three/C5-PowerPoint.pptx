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092416B-DE13-4187-ADFE-9245644A0926}">
  <a:tblStyle styleId="{C092416B-DE13-4187-ADFE-9245644A092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{C092416B-DE13-4187-ADFE-9245644A0926}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