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AEFAC2-03FB-417B-9247-263AED1036BB}">
  <a:tblStyle styleId="{A0AEFAC2-03FB-417B-9247-263AED1036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{A0AEFAC2-03FB-417B-9247-263AED1036BB}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