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A6B8A5-DC24-41CB-AF73-B5E412700D75}">
  <a:tblStyle styleId="{E3A6B8A5-DC24-41CB-AF73-B5E412700D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{E3A6B8A5-DC24-41CB-AF73-B5E412700D75}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