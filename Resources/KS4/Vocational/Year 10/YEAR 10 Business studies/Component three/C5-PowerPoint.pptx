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C9E15-E991-4B45-80B9-CDE1CB115C17}">
  <a:tblStyle styleId="{8AAC9E15-E991-4B45-80B9-CDE1CB115C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{8AAC9E15-E991-4B45-80B9-CDE1CB115C17}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