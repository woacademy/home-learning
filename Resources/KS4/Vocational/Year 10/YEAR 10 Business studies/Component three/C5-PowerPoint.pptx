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CA7C66-7F0F-4D99-8368-68B598C4E244}">
  <a:tblStyle styleId="{CFCA7C66-7F0F-4D99-8368-68B598C4E2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{CFCA7C66-7F0F-4D99-8368-68B598C4E244}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