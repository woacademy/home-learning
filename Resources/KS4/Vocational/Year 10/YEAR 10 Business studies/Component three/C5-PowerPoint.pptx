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771A4D-A5B0-4E75-9D50-809F6FA3AC7D}">
  <a:tblStyle styleId="{1F771A4D-A5B0-4E75-9D50-809F6FA3AC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{1F771A4D-A5B0-4E75-9D50-809F6FA3AC7D}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