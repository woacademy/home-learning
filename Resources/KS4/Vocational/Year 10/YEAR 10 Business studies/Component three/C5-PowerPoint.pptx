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C12D4E5-D6B5-4828-A8C2-17D9CD4F7188}">
  <a:tblStyle styleId="{DC12D4E5-D6B5-4828-A8C2-17D9CD4F71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{DC12D4E5-D6B5-4828-A8C2-17D9CD4F7188}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