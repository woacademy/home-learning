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193601-99F8-400D-A5C7-51D973D68961}">
  <a:tblStyle styleId="{7F193601-99F8-400D-A5C7-51D973D68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{7F193601-99F8-400D-A5C7-51D973D68961}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