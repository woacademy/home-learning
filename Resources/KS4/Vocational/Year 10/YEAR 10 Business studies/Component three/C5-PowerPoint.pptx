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43C2D3-43B4-4F47-8100-07A13850ACF5}">
  <a:tblStyle styleId="{5D43C2D3-43B4-4F47-8100-07A13850AC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{5D43C2D3-43B4-4F47-8100-07A13850ACF5}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