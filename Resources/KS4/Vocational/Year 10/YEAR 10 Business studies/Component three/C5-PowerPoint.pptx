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D50921-9554-4E52-9F05-D1DD7273551C}">
  <a:tblStyle styleId="{53D50921-9554-4E52-9F05-D1DD727355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{53D50921-9554-4E52-9F05-D1DD7273551C}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