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923343-8849-4B1D-BEA9-4296470A321D}">
  <a:tblStyle styleId="{58923343-8849-4B1D-BEA9-4296470A32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{58923343-8849-4B1D-BEA9-4296470A321D}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