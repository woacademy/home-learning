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CC59A1-9F68-4CCB-9525-1249388A2884}">
  <a:tblStyle styleId="{7ECC59A1-9F68-4CCB-9525-1249388A28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{7ECC59A1-9F68-4CCB-9525-1249388A2884}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