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2B6F926-7201-4B2A-9C6F-D597F190227A}">
  <a:tblStyle styleId="{D2B6F926-7201-4B2A-9C6F-D597F190227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{D2B6F926-7201-4B2A-9C6F-D597F190227A}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