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0F22ED-D567-424E-B371-5F0A31E4BF82}">
  <a:tblStyle styleId="{0E0F22ED-D567-424E-B371-5F0A31E4BF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{0E0F22ED-D567-424E-B371-5F0A31E4BF82}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