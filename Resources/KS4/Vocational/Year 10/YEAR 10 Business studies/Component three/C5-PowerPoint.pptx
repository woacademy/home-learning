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BA954A-8730-4A11-8A5E-DB3F0813C3EC}">
  <a:tblStyle styleId="{6FBA954A-8730-4A11-8A5E-DB3F0813C3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{6FBA954A-8730-4A11-8A5E-DB3F0813C3EC}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