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B68FD8-DB86-416D-8824-C7635B83D762}">
  <a:tblStyle styleId="{01B68FD8-DB86-416D-8824-C7635B83D7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{01B68FD8-DB86-416D-8824-C7635B83D762}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