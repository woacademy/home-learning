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88C2452-6426-41B7-B612-37DCBF7257C1}">
  <a:tblStyle styleId="{188C2452-6426-41B7-B612-37DCBF7257C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{188C2452-6426-41B7-B612-37DCBF7257C1}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