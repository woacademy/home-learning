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3AB513-0AD0-4B06-B860-8B10020E21A3}">
  <a:tblStyle styleId="{E63AB513-0AD0-4B06-B860-8B10020E21A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{E63AB513-0AD0-4B06-B860-8B10020E21A3}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