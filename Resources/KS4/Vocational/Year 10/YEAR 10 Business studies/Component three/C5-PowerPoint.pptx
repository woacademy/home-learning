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210089-F2C9-445C-A2CC-34F4C741D31D}">
  <a:tblStyle styleId="{04210089-F2C9-445C-A2CC-34F4C741D3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{04210089-F2C9-445C-A2CC-34F4C741D31D}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