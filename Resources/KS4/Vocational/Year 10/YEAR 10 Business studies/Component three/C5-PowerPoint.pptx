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B51983-7F6D-48C3-A53E-853BAE67A008}">
  <a:tblStyle styleId="{8EB51983-7F6D-48C3-A53E-853BAE67A0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{8EB51983-7F6D-48C3-A53E-853BAE67A008}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