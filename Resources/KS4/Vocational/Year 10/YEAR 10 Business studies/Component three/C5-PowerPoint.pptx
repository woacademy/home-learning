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1BF2E4-224A-4533-BC6D-DE8A108BB9D7}">
  <a:tblStyle styleId="{521BF2E4-224A-4533-BC6D-DE8A108BB9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{521BF2E4-224A-4533-BC6D-DE8A108BB9D7}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