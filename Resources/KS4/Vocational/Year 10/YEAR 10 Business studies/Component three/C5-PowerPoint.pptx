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9C0A2C-750B-4C4A-809D-959EC15BE7FF}">
  <a:tblStyle styleId="{049C0A2C-750B-4C4A-809D-959EC15BE7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{049C0A2C-750B-4C4A-809D-959EC15BE7FF}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