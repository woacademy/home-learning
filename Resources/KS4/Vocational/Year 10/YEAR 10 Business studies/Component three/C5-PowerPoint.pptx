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DEBD8A3-389A-4E46-B132-83A55D6A089F}">
  <a:tblStyle styleId="{4DEBD8A3-389A-4E46-B132-83A55D6A089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{4DEBD8A3-389A-4E46-B132-83A55D6A089F}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