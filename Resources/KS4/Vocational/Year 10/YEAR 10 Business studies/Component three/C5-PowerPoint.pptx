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4F96CC-0DD3-4055-884C-AD49224BEE36}">
  <a:tblStyle styleId="{024F96CC-0DD3-4055-884C-AD49224BEE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{024F96CC-0DD3-4055-884C-AD49224BEE36}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