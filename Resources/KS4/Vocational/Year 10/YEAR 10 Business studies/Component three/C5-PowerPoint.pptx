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590E72-1A44-4BBB-B216-3217BAD4A081}">
  <a:tblStyle styleId="{C9590E72-1A44-4BBB-B216-3217BAD4A0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{C9590E72-1A44-4BBB-B216-3217BAD4A081}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