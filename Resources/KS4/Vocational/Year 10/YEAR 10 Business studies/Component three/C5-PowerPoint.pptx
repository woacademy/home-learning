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4E3472-564C-4C75-BF10-96F5FAB79441}">
  <a:tblStyle styleId="{044E3472-564C-4C75-BF10-96F5FAB794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{044E3472-564C-4C75-BF10-96F5FAB79441}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