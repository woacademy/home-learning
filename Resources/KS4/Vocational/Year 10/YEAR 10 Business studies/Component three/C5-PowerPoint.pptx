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815D6-D474-4BC1-B020-64528305DEDE}">
  <a:tblStyle styleId="{7BE815D6-D474-4BC1-B020-64528305DE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{7BE815D6-D474-4BC1-B020-64528305DEDE}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