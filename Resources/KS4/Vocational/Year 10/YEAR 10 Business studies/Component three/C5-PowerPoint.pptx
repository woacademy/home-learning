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E8745-FDB7-4AB7-B812-04D35A4FB69D}">
  <a:tblStyle styleId="{C69E8745-FDB7-4AB7-B812-04D35A4FB6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{C69E8745-FDB7-4AB7-B812-04D35A4FB69D}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