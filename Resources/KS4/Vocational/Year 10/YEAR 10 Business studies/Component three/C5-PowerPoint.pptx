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42473EC-5561-4CA0-8941-A4CD30B4C292}">
  <a:tblStyle styleId="{142473EC-5561-4CA0-8941-A4CD30B4C29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{142473EC-5561-4CA0-8941-A4CD30B4C292}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