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864103-CA7D-4407-BAFC-F5B0C9654E3E}">
  <a:tblStyle styleId="{98864103-CA7D-4407-BAFC-F5B0C9654E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{98864103-CA7D-4407-BAFC-F5B0C9654E3E}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