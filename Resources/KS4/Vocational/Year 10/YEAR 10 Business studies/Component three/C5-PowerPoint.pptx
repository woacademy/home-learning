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FEACC2-613C-43EA-A6BD-31D8756D094D}">
  <a:tblStyle styleId="{0AFEACC2-613C-43EA-A6BD-31D8756D09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{0AFEACC2-613C-43EA-A6BD-31D8756D094D}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