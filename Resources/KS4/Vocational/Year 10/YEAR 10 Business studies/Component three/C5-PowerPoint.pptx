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B89B9A-0337-401A-9C9D-7A143F07EB08}">
  <a:tblStyle styleId="{C6B89B9A-0337-401A-9C9D-7A143F07EB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{C6B89B9A-0337-401A-9C9D-7A143F07EB08}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