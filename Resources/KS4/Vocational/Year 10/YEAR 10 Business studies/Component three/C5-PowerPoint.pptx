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F316DF6-2B73-46B4-9473-F2B8BB28396C}">
  <a:tblStyle styleId="{0F316DF6-2B73-46B4-9473-F2B8BB2839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{0F316DF6-2B73-46B4-9473-F2B8BB28396C}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