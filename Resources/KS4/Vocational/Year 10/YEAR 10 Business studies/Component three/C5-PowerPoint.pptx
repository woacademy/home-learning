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19188EC-6D1B-4D98-AC9F-AAE2C2394C69}">
  <a:tblStyle styleId="{619188EC-6D1B-4D98-AC9F-AAE2C2394C6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{619188EC-6D1B-4D98-AC9F-AAE2C2394C69}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