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F79CE2-BCEF-4730-BEA6-7300719B2D68}">
  <a:tblStyle styleId="{ACF79CE2-BCEF-4730-BEA6-7300719B2D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{ACF79CE2-BCEF-4730-BEA6-7300719B2D68}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