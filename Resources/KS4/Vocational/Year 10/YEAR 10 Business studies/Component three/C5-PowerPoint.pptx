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DF39F-F442-4020-92F9-8C6384CED4AB}">
  <a:tblStyle styleId="{EB4DF39F-F442-4020-92F9-8C6384CED4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{EB4DF39F-F442-4020-92F9-8C6384CED4AB}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