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293EFC-2FAD-4A58-AFD7-F854C72110D3}">
  <a:tblStyle styleId="{18293EFC-2FAD-4A58-AFD7-F854C72110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{18293EFC-2FAD-4A58-AFD7-F854C72110D3}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