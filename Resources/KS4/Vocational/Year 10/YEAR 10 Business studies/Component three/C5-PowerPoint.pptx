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F36801D-A0D4-48C0-ADE6-7C2CEFCFD3DE}">
  <a:tblStyle styleId="{9F36801D-A0D4-48C0-ADE6-7C2CEFCFD3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{9F36801D-A0D4-48C0-ADE6-7C2CEFCFD3DE}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