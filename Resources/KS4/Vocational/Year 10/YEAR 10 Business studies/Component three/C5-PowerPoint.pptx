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2B75BA-AF49-407B-A6E7-DEA13DEC309F}">
  <a:tblStyle styleId="{182B75BA-AF49-407B-A6E7-DEA13DEC30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{182B75BA-AF49-407B-A6E7-DEA13DEC309F}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