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93B9AE-9EC7-49B0-9F8A-CE7463538394}">
  <a:tblStyle styleId="{1F93B9AE-9EC7-49B0-9F8A-CE74635383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{1F93B9AE-9EC7-49B0-9F8A-CE7463538394}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