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122BFB-B9BF-47F1-8365-1BFA7AE9CB04}">
  <a:tblStyle styleId="{4D122BFB-B9BF-47F1-8365-1BFA7AE9CB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{4D122BFB-B9BF-47F1-8365-1BFA7AE9CB04}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