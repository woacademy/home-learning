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942D03-755A-4BBE-8292-42ADE965CEF4}">
  <a:tblStyle styleId="{9C942D03-755A-4BBE-8292-42ADE965CE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{9C942D03-755A-4BBE-8292-42ADE965CEF4}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