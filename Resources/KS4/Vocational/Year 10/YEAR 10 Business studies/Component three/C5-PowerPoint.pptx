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06D60A0-5EC1-43B4-A815-5226B6187338}">
  <a:tblStyle styleId="{206D60A0-5EC1-43B4-A815-5226B618733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{206D60A0-5EC1-43B4-A815-5226B6187338}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