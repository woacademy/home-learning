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F95F05-CE55-4A0D-BAEF-A56B39765088}">
  <a:tblStyle styleId="{3EF95F05-CE55-4A0D-BAEF-A56B397650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{3EF95F05-CE55-4A0D-BAEF-A56B39765088}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