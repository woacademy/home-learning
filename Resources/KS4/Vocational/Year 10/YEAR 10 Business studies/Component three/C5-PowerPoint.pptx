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64955F-958D-423F-9081-229BBA140FE2}">
  <a:tblStyle styleId="{3764955F-958D-423F-9081-229BBA140F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{3764955F-958D-423F-9081-229BBA140FE2}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