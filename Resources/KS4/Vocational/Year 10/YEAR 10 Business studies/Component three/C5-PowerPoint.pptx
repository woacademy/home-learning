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89002F-BC98-44F1-BF39-6E127DD8E73F}">
  <a:tblStyle styleId="{9B89002F-BC98-44F1-BF39-6E127DD8E7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{9B89002F-BC98-44F1-BF39-6E127DD8E73F}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