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95A6B1-AADF-4FAB-A6E6-6CE311EED396}">
  <a:tblStyle styleId="{D495A6B1-AADF-4FAB-A6E6-6CE311EED3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{D495A6B1-AADF-4FAB-A6E6-6CE311EED396}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