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CCB377-6E40-40BC-B876-B2BFEAFD0E99}">
  <a:tblStyle styleId="{EECCB377-6E40-40BC-B876-B2BFEAFD0E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{EECCB377-6E40-40BC-B876-B2BFEAFD0E99}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