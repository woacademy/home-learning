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C212D8-A028-4831-8926-7A8C2CFF4598}">
  <a:tblStyle styleId="{59C212D8-A028-4831-8926-7A8C2CFF45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{59C212D8-A028-4831-8926-7A8C2CFF4598}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