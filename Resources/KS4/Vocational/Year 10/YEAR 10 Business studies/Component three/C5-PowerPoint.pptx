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8830C7-FE8F-451D-9AFA-F81DABC939B9}">
  <a:tblStyle styleId="{2D8830C7-FE8F-451D-9AFA-F81DABC939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{2D8830C7-FE8F-451D-9AFA-F81DABC939B9}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