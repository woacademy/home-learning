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E87358-A1A3-4B37-A8F6-422E5ECDE4F4}">
  <a:tblStyle styleId="{75E87358-A1A3-4B37-A8F6-422E5ECDE4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{75E87358-A1A3-4B37-A8F6-422E5ECDE4F4}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