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C8AEAC-D410-4C97-B592-2A2E9B0C92CC}">
  <a:tblStyle styleId="{49C8AEAC-D410-4C97-B592-2A2E9B0C92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{49C8AEAC-D410-4C97-B592-2A2E9B0C92CC}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