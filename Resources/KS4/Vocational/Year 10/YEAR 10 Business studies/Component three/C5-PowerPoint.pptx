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135021-CD32-463D-A836-80D5DC8A7F9F}">
  <a:tblStyle styleId="{B8135021-CD32-463D-A836-80D5DC8A7F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{B8135021-CD32-463D-A836-80D5DC8A7F9F}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