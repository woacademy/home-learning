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5E5E50-8ADE-416B-B8BC-1CE0D2BFD1A5}">
  <a:tblStyle styleId="{275E5E50-8ADE-416B-B8BC-1CE0D2BFD1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{275E5E50-8ADE-416B-B8BC-1CE0D2BFD1A5}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