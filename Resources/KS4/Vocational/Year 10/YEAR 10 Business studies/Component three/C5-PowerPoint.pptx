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DDF5C9-C0FB-401D-8E42-C4A93E55FBD8}">
  <a:tblStyle styleId="{7CDDF5C9-C0FB-401D-8E42-C4A93E55FB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{7CDDF5C9-C0FB-401D-8E42-C4A93E55FBD8}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