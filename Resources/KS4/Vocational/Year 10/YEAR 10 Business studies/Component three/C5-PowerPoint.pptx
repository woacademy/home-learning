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A56465-A0D5-47AA-9C0F-46CBD43A5FB9}">
  <a:tblStyle styleId="{8CA56465-A0D5-47AA-9C0F-46CBD43A5F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{8CA56465-A0D5-47AA-9C0F-46CBD43A5FB9}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