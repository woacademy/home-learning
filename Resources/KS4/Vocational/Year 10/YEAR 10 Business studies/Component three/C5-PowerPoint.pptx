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ACF7FA-5725-48C2-9B35-EB5B51C6916E}">
  <a:tblStyle styleId="{D5ACF7FA-5725-48C2-9B35-EB5B51C691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{D5ACF7FA-5725-48C2-9B35-EB5B51C6916E}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