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2629F2-3AEB-4068-8741-87B7918BEA75}">
  <a:tblStyle styleId="{502629F2-3AEB-4068-8741-87B7918BEA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{502629F2-3AEB-4068-8741-87B7918BEA75}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