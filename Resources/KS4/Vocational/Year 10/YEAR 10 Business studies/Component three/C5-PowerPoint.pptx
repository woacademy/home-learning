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E21E57-C2A0-436A-B70C-2680B16B129B}">
  <a:tblStyle styleId="{52E21E57-C2A0-436A-B70C-2680B16B12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{52E21E57-C2A0-436A-B70C-2680B16B129B}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