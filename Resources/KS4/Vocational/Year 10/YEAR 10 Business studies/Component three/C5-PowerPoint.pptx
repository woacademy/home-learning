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BD6B1E8-B9F5-459F-B5CC-38D05FD83F5D}">
  <a:tblStyle styleId="{FBD6B1E8-B9F5-459F-B5CC-38D05FD83F5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{FBD6B1E8-B9F5-459F-B5CC-38D05FD83F5D}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