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239285-12B6-482D-AF25-4C69BF684DE2}">
  <a:tblStyle styleId="{BF239285-12B6-482D-AF25-4C69BF684D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{BF239285-12B6-482D-AF25-4C69BF684DE2}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