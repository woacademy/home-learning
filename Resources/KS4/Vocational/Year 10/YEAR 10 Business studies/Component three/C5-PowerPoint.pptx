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E97474-AAFE-43DC-B6B6-B3083973EDB0}">
  <a:tblStyle styleId="{EFE97474-AAFE-43DC-B6B6-B3083973ED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{EFE97474-AAFE-43DC-B6B6-B3083973EDB0}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