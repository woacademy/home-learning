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231CB0-62CB-4E8C-829F-7D2716B621AB}">
  <a:tblStyle styleId="{FD231CB0-62CB-4E8C-829F-7D2716B621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{FD231CB0-62CB-4E8C-829F-7D2716B621AB}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