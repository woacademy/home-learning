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58CF56-EC65-498B-9C9B-092A4BF68195}">
  <a:tblStyle styleId="{3158CF56-EC65-498B-9C9B-092A4BF681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{3158CF56-EC65-498B-9C9B-092A4BF68195}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