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C48B3B-F64B-4FA1-9E4A-521CA9595353}">
  <a:tblStyle styleId="{34C48B3B-F64B-4FA1-9E4A-521CA95953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{34C48B3B-F64B-4FA1-9E4A-521CA9595353}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