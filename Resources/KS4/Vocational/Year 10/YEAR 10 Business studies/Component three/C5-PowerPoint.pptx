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13B1B01-5713-4CCB-83A5-8FF4379D8F36}">
  <a:tblStyle styleId="{013B1B01-5713-4CCB-83A5-8FF4379D8F3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{013B1B01-5713-4CCB-83A5-8FF4379D8F36}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