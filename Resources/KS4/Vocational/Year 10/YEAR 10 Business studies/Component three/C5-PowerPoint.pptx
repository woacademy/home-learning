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5191DB-2E7D-4A46-BF6C-1D65B3683255}">
  <a:tblStyle styleId="{AD5191DB-2E7D-4A46-BF6C-1D65B36832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{AD5191DB-2E7D-4A46-BF6C-1D65B3683255}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