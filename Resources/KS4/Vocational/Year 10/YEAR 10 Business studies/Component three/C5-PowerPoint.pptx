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4FDAC-68EB-4C38-9037-CCAABDB80881}">
  <a:tblStyle styleId="{5CE4FDAC-68EB-4C38-9037-CCAABDB808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{5CE4FDAC-68EB-4C38-9037-CCAABDB80881}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