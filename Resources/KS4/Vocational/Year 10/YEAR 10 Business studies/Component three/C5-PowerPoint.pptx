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64AA6F-7B86-4FA5-84CB-971FD65D8647}">
  <a:tblStyle styleId="{0E64AA6F-7B86-4FA5-84CB-971FD65D86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{0E64AA6F-7B86-4FA5-84CB-971FD65D8647}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