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831D51-9FAB-42C5-B1AB-503FD0B6DE48}">
  <a:tblStyle styleId="{11831D51-9FAB-42C5-B1AB-503FD0B6DE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{11831D51-9FAB-42C5-B1AB-503FD0B6DE48}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