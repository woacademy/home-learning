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8DFC88-56E6-44CC-9097-86A2D76302C1}">
  <a:tblStyle styleId="{AC8DFC88-56E6-44CC-9097-86A2D76302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{AC8DFC88-56E6-44CC-9097-86A2D76302C1}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