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5ACE17-DF5F-4B17-AC74-5A7583DEEB88}">
  <a:tblStyle styleId="{C45ACE17-DF5F-4B17-AC74-5A7583DEEB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{C45ACE17-DF5F-4B17-AC74-5A7583DEEB88}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