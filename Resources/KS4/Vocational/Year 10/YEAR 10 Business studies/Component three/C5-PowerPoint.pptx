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431121-B6B8-4EFB-AFC1-615D2BA92AA7}">
  <a:tblStyle styleId="{FE431121-B6B8-4EFB-AFC1-615D2BA92A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{FE431121-B6B8-4EFB-AFC1-615D2BA92AA7}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