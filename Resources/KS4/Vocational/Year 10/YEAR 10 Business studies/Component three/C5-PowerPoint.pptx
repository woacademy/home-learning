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D068FD-306A-4A26-8A36-3CEDFF2C00A1}">
  <a:tblStyle styleId="{FED068FD-306A-4A26-8A36-3CEDFF2C00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{FED068FD-306A-4A26-8A36-3CEDFF2C00A1}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