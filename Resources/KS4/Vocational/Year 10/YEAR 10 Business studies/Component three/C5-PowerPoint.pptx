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56965C-6E2F-4ABB-B0A8-47E8D385C71B}">
  <a:tblStyle styleId="{1D56965C-6E2F-4ABB-B0A8-47E8D385C7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{1D56965C-6E2F-4ABB-B0A8-47E8D385C71B}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