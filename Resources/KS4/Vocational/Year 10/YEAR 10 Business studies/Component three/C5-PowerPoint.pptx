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F6158D-8473-4F81-8808-61B7748A5F3C}">
  <a:tblStyle styleId="{70F6158D-8473-4F81-8808-61B7748A5F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{70F6158D-8473-4F81-8808-61B7748A5F3C}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