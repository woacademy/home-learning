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CDCC4-203D-4241-A9DC-AF58BCB0DB51}">
  <a:tblStyle styleId="{CB8CDCC4-203D-4241-A9DC-AF58BCB0DB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{CB8CDCC4-203D-4241-A9DC-AF58BCB0DB51}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