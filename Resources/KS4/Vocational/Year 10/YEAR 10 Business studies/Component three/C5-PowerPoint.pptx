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92CEB6-7C45-42F8-9621-221373AE3C37}">
  <a:tblStyle styleId="{0B92CEB6-7C45-42F8-9621-221373AE3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{0B92CEB6-7C45-42F8-9621-221373AE3C37}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