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7B730E-2FA0-45AF-A448-23DAFCE11BDB}">
  <a:tblStyle styleId="{CE7B730E-2FA0-45AF-A448-23DAFCE11BD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{CE7B730E-2FA0-45AF-A448-23DAFCE11BDB}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