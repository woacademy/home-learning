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520960-7EC2-454D-B53B-50789028DE40}">
  <a:tblStyle styleId="{9C520960-7EC2-454D-B53B-50789028DE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{9C520960-7EC2-454D-B53B-50789028DE40}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