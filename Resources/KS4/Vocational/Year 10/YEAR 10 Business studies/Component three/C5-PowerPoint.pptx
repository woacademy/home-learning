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3765CB-D4B7-4A0C-85E7-2267838C3092}">
  <a:tblStyle styleId="{113765CB-D4B7-4A0C-85E7-2267838C309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{113765CB-D4B7-4A0C-85E7-2267838C3092}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