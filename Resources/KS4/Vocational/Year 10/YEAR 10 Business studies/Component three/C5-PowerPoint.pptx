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21AAAF-0FDB-495E-9EAA-0A06E41EF199}">
  <a:tblStyle styleId="{1321AAAF-0FDB-495E-9EAA-0A06E41EF1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{1321AAAF-0FDB-495E-9EAA-0A06E41EF199}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