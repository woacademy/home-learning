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696E04-FC92-4A49-B5D9-146880C2FE96}">
  <a:tblStyle styleId="{88696E04-FC92-4A49-B5D9-146880C2FE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{88696E04-FC92-4A49-B5D9-146880C2FE96}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