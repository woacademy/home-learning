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BAF01A-3C22-4222-A0B1-3C76A7F5E319}">
  <a:tblStyle styleId="{CABAF01A-3C22-4222-A0B1-3C76A7F5E3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{CABAF01A-3C22-4222-A0B1-3C76A7F5E319}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