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E0D10-1CB4-4BE8-A09A-ED3B1AF92D60}">
  <a:tblStyle styleId="{842E0D10-1CB4-4BE8-A09A-ED3B1AF92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{842E0D10-1CB4-4BE8-A09A-ED3B1AF92D60}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