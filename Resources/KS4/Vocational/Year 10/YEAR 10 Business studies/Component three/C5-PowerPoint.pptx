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871E9D-2FB2-4C52-A887-22820111F0E6}">
  <a:tblStyle styleId="{50871E9D-2FB2-4C52-A887-22820111F0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{50871E9D-2FB2-4C52-A887-22820111F0E6}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