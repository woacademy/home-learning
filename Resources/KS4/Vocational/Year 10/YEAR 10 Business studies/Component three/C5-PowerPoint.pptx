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A44A90-8962-412F-88E8-29F6DD10E48E}">
  <a:tblStyle styleId="{A1A44A90-8962-412F-88E8-29F6DD10E4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{A1A44A90-8962-412F-88E8-29F6DD10E48E}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