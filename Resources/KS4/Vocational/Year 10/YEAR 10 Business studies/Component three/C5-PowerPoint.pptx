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23E8B5-9F6A-4E33-933E-29887F6EF4C8}">
  <a:tblStyle styleId="{EA23E8B5-9F6A-4E33-933E-29887F6EF4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{EA23E8B5-9F6A-4E33-933E-29887F6EF4C8}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