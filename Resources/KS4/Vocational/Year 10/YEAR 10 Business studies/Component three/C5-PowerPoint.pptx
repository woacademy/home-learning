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F2FCF-65C0-4B78-A98B-8FA1F5858088}">
  <a:tblStyle styleId="{289F2FCF-65C0-4B78-A98B-8FA1F5858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{289F2FCF-65C0-4B78-A98B-8FA1F5858088}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