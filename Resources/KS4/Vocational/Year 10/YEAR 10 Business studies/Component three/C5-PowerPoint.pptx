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3B9354-88A2-472C-86E6-313E19122552}">
  <a:tblStyle styleId="{893B9354-88A2-472C-86E6-313E191225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{893B9354-88A2-472C-86E6-313E19122552}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