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6FC692-0100-4899-A45D-4F5669E8A2F0}">
  <a:tblStyle styleId="{106FC692-0100-4899-A45D-4F5669E8A2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{106FC692-0100-4899-A45D-4F5669E8A2F0}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