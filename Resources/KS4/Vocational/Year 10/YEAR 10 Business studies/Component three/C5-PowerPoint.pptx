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E07768-D2DC-4FB2-84FB-2ACB68565DB2}">
  <a:tblStyle styleId="{56E07768-D2DC-4FB2-84FB-2ACB68565D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{56E07768-D2DC-4FB2-84FB-2ACB68565DB2}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