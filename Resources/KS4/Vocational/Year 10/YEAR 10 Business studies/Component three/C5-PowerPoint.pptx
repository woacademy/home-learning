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E6D363-C262-48A2-BA01-684D8A2BB90C}">
  <a:tblStyle styleId="{E8E6D363-C262-48A2-BA01-684D8A2BB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{E8E6D363-C262-48A2-BA01-684D8A2BB90C}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