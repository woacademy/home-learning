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E4CA4E-7262-448B-AF9A-6297A24A4253}">
  <a:tblStyle styleId="{02E4CA4E-7262-448B-AF9A-6297A24A425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{02E4CA4E-7262-448B-AF9A-6297A24A4253}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