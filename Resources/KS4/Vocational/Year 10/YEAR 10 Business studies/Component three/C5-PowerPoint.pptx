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25C914-7D97-4181-8906-98DCBB51569E}">
  <a:tblStyle styleId="{7025C914-7D97-4181-8906-98DCBB5156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{7025C914-7D97-4181-8906-98DCBB51569E}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