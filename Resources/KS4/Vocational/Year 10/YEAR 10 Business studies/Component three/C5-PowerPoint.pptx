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FE420F-A5B9-449F-8E2C-857A16C76622}">
  <a:tblStyle styleId="{A6FE420F-A5B9-449F-8E2C-857A16C766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{A6FE420F-A5B9-449F-8E2C-857A16C76622}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