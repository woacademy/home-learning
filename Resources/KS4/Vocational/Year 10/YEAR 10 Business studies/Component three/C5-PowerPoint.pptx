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DFFB818-2F60-48F5-80A1-A3B4C5DBABB3}">
  <a:tblStyle styleId="{7DFFB818-2F60-48F5-80A1-A3B4C5DBABB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{7DFFB818-2F60-48F5-80A1-A3B4C5DBABB3}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