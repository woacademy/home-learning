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A642E1-7859-4821-BD76-A67F7984AD5F}">
  <a:tblStyle styleId="{79A642E1-7859-4821-BD76-A67F7984AD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{79A642E1-7859-4821-BD76-A67F7984AD5F}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