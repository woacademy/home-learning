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20165D-9965-4FD6-B1FF-EAF4D9BA06F0}">
  <a:tblStyle styleId="{9520165D-9965-4FD6-B1FF-EAF4D9BA06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{9520165D-9965-4FD6-B1FF-EAF4D9BA06F0}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