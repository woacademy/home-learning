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2CDBAF-364A-4D51-8617-C99C51079274}">
  <a:tblStyle styleId="{972CDBAF-364A-4D51-8617-C99C5107927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{972CDBAF-364A-4D51-8617-C99C51079274}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