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1FD622-8221-4E80-B016-C8E235DD3240}">
  <a:tblStyle styleId="{091FD622-8221-4E80-B016-C8E235DD3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{091FD622-8221-4E80-B016-C8E235DD3240}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