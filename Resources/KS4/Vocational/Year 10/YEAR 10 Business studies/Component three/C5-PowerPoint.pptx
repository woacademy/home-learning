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7989A1-A8FB-43E1-82D9-D09A16F7400B}">
  <a:tblStyle styleId="{647989A1-A8FB-43E1-82D9-D09A16F740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{647989A1-A8FB-43E1-82D9-D09A16F7400B}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