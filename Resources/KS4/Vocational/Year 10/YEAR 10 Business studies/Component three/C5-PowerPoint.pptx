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06EF4D-1F18-45A2-AF72-BB6F1A2A7C4C}">
  <a:tblStyle styleId="{9306EF4D-1F18-45A2-AF72-BB6F1A2A7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{9306EF4D-1F18-45A2-AF72-BB6F1A2A7C4C}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