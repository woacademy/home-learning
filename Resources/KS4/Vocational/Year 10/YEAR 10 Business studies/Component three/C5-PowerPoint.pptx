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153ED6-F2E0-4F36-ABAE-DCA418CEA871}">
  <a:tblStyle styleId="{3C153ED6-F2E0-4F36-ABAE-DCA418CEA8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{3C153ED6-F2E0-4F36-ABAE-DCA418CEA871}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