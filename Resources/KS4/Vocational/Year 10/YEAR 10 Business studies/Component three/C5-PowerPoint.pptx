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3F73D7-5B8D-4F46-BE40-57453B10A993}">
  <a:tblStyle styleId="{5E3F73D7-5B8D-4F46-BE40-57453B10A9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{5E3F73D7-5B8D-4F46-BE40-57453B10A993}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