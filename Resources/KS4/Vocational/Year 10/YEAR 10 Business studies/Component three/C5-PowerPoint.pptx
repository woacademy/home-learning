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D887DF-CBCE-4E62-9536-DADD8C85FACF}">
  <a:tblStyle styleId="{1BD887DF-CBCE-4E62-9536-DADD8C85FA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{1BD887DF-CBCE-4E62-9536-DADD8C85FACF}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