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65570E-C8C3-438B-933F-22027F395397}">
  <a:tblStyle styleId="{A965570E-C8C3-438B-933F-22027F3953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{A965570E-C8C3-438B-933F-22027F395397}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