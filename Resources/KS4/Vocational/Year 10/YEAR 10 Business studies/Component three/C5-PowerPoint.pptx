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6F9704-616D-4EB7-97D7-04B7A10FBD34}">
  <a:tblStyle styleId="{1C6F9704-616D-4EB7-97D7-04B7A10FBD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{1C6F9704-616D-4EB7-97D7-04B7A10FBD34}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