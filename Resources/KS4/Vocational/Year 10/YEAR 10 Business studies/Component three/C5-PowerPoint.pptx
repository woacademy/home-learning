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0C82D-8D2A-462D-874E-8648582D06D8}">
  <a:tblStyle styleId="{BD40C82D-8D2A-462D-874E-8648582D06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{BD40C82D-8D2A-462D-874E-8648582D06D8}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