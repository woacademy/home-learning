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3C3EAB-F919-4852-AA43-753D6A7E6D31}">
  <a:tblStyle styleId="{1F3C3EAB-F919-4852-AA43-753D6A7E6D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{1F3C3EAB-F919-4852-AA43-753D6A7E6D31}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