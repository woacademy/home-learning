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E38734-A423-4828-AB5B-82EA4A196085}">
  <a:tblStyle styleId="{39E38734-A423-4828-AB5B-82EA4A1960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{39E38734-A423-4828-AB5B-82EA4A196085}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