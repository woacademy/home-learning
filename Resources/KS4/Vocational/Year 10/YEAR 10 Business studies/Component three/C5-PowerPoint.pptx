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CA820E-4C54-4109-BC79-B1E12DE44453}">
  <a:tblStyle styleId="{94CA820E-4C54-4109-BC79-B1E12DE444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{94CA820E-4C54-4109-BC79-B1E12DE44453}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