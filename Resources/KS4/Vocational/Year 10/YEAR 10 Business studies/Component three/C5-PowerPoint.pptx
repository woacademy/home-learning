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02035D-280F-4DA9-B67E-917FDFC8F5C7}">
  <a:tblStyle styleId="{2A02035D-280F-4DA9-B67E-917FDFC8F5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{2A02035D-280F-4DA9-B67E-917FDFC8F5C7}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