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0C27A9-46E7-4E7C-A7B9-81E895677D72}">
  <a:tblStyle styleId="{B30C27A9-46E7-4E7C-A7B9-81E895677D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{B30C27A9-46E7-4E7C-A7B9-81E895677D72}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