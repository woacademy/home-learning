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C0DF0-DEB6-4A3D-9EE4-B51192DD4F3B}">
  <a:tblStyle styleId="{82EC0DF0-DEB6-4A3D-9EE4-B51192DD4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{82EC0DF0-DEB6-4A3D-9EE4-B51192DD4F3B}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