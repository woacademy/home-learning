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4D3210-F473-4279-AB00-4B48EA966CAD}">
  <a:tblStyle styleId="{D44D3210-F473-4279-AB00-4B48EA966C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{D44D3210-F473-4279-AB00-4B48EA966CAD}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