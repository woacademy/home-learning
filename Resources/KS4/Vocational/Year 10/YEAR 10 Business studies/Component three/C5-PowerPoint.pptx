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86C254-92A0-43C4-8B6E-ADE3382909D0}">
  <a:tblStyle styleId="{3586C254-92A0-43C4-8B6E-ADE3382909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{3586C254-92A0-43C4-8B6E-ADE3382909D0}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