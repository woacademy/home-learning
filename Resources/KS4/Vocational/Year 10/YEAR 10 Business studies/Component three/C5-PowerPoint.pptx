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E6C2B1-693C-4C09-8AEE-C654D00BE2C0}">
  <a:tblStyle styleId="{B2E6C2B1-693C-4C09-8AEE-C654D00BE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{B2E6C2B1-693C-4C09-8AEE-C654D00BE2C0}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