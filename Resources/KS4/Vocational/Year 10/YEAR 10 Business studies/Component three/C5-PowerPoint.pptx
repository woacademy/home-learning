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B9BFE8-C1F5-4D2F-9B69-DA40F3552A6F}">
  <a:tblStyle styleId="{82B9BFE8-C1F5-4D2F-9B69-DA40F3552A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{82B9BFE8-C1F5-4D2F-9B69-DA40F3552A6F}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