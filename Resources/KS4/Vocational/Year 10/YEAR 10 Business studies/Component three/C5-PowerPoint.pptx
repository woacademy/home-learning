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90BBE1-8E08-4B5F-80D1-329950B5E1CC}">
  <a:tblStyle styleId="{3B90BBE1-8E08-4B5F-80D1-329950B5E1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{3B90BBE1-8E08-4B5F-80D1-329950B5E1CC}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