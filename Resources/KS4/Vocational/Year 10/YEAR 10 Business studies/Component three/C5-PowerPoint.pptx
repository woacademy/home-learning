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B2130A-7CC3-4954-8486-8E3FE95B153B}">
  <a:tblStyle styleId="{59B2130A-7CC3-4954-8486-8E3FE95B15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{59B2130A-7CC3-4954-8486-8E3FE95B153B}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