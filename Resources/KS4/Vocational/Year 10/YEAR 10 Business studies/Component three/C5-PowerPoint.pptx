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438BDCC-9004-4FFC-9CA5-B0394B1C3379}">
  <a:tblStyle styleId="{0438BDCC-9004-4FFC-9CA5-B0394B1C337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{0438BDCC-9004-4FFC-9CA5-B0394B1C3379}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