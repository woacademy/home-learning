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535FE2-6218-4AD0-9D5C-C8576F52DB2F}">
  <a:tblStyle styleId="{9C535FE2-6218-4AD0-9D5C-C8576F52DB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{9C535FE2-6218-4AD0-9D5C-C8576F52DB2F}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