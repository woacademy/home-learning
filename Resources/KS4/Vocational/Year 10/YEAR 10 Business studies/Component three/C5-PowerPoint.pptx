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C5AC8-CC12-49E8-8A91-B72A996B36F5}">
  <a:tblStyle styleId="{5E8C5AC8-CC12-49E8-8A91-B72A996B36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{5E8C5AC8-CC12-49E8-8A91-B72A996B36F5}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