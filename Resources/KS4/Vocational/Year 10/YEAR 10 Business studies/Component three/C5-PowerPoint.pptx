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E3331B-CF2F-4EF0-B9F1-2246AB44657A}">
  <a:tblStyle styleId="{E0E3331B-CF2F-4EF0-B9F1-2246AB4465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{E0E3331B-CF2F-4EF0-B9F1-2246AB44657A}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