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416892-F071-4F00-AAFD-867555F849EC}">
  <a:tblStyle styleId="{75416892-F071-4F00-AAFD-867555F849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{75416892-F071-4F00-AAFD-867555F849EC}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