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F630CD-0B6D-4FB4-99E6-6D2F01AE8557}">
  <a:tblStyle styleId="{8EF630CD-0B6D-4FB4-99E6-6D2F01AE85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{8EF630CD-0B6D-4FB4-99E6-6D2F01AE8557}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