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1544E6-E4C7-4CD3-A796-58488980CF07}">
  <a:tblStyle styleId="{6E1544E6-E4C7-4CD3-A796-58488980CF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{6E1544E6-E4C7-4CD3-A796-58488980CF07}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