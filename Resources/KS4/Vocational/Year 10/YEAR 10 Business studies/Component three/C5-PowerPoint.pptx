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93A08F-DB7B-402E-965D-DEE319BD7F9F}">
  <a:tblStyle styleId="{E093A08F-DB7B-402E-965D-DEE319BD7F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{E093A08F-DB7B-402E-965D-DEE319BD7F9F}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