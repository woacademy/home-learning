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339791-D30A-42C0-8722-49F74B0AB674}">
  <a:tblStyle styleId="{E4339791-D30A-42C0-8722-49F74B0AB6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{E4339791-D30A-42C0-8722-49F74B0AB674}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