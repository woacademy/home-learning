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588DF-3280-42B8-8D77-A457C39F7F36}">
  <a:tblStyle styleId="{C98588DF-3280-42B8-8D77-A457C39F7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{C98588DF-3280-42B8-8D77-A457C39F7F36}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