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455B29-62DC-405E-8A81-BD5ED2FCCC10}">
  <a:tblStyle styleId="{C1455B29-62DC-405E-8A81-BD5ED2FCCC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{C1455B29-62DC-405E-8A81-BD5ED2FCCC10}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