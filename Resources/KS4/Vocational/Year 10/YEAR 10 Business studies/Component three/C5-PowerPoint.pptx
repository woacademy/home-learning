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594FD9-F8E9-4D3A-B65A-2AC1FE1A13A8}">
  <a:tblStyle styleId="{DF594FD9-F8E9-4D3A-B65A-2AC1FE1A13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{DF594FD9-F8E9-4D3A-B65A-2AC1FE1A13A8}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