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0E9153-512E-4FB5-BF8F-38D573C2071B}">
  <a:tblStyle styleId="{290E9153-512E-4FB5-BF8F-38D573C20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{290E9153-512E-4FB5-BF8F-38D573C2071B}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