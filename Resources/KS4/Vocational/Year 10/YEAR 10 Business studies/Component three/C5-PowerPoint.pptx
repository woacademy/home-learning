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4FDBBB-BA58-4B4D-8328-B35FDC6F8652}">
  <a:tblStyle styleId="{614FDBBB-BA58-4B4D-8328-B35FDC6F865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{614FDBBB-BA58-4B4D-8328-B35FDC6F8652}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