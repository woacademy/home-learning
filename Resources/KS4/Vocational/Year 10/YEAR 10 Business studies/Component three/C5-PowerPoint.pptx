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F0A7A4-52D0-4108-9CF1-978FAEAA2A3B}">
  <a:tblStyle styleId="{0DF0A7A4-52D0-4108-9CF1-978FAEAA2A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{0DF0A7A4-52D0-4108-9CF1-978FAEAA2A3B}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