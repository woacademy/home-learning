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F4B2FE-4F3C-4578-8A6F-31E1B83189F0}">
  <a:tblStyle styleId="{50F4B2FE-4F3C-4578-8A6F-31E1B83189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{50F4B2FE-4F3C-4578-8A6F-31E1B83189F0}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