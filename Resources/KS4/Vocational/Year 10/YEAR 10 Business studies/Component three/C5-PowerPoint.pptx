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8952A-40C8-4CED-ABB4-6AA59BCDE402}">
  <a:tblStyle styleId="{CCF8952A-40C8-4CED-ABB4-6AA59BCDE4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{CCF8952A-40C8-4CED-ABB4-6AA59BCDE402}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