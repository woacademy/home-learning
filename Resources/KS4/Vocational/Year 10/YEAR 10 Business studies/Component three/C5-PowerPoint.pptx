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42819-CB19-46BA-BB64-558544B1F057}">
  <a:tblStyle styleId="{CC242819-CB19-46BA-BB64-558544B1F0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{CC242819-CB19-46BA-BB64-558544B1F057}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