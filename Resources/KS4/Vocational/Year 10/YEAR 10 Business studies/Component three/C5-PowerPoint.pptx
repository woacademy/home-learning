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70EFA6-0623-41CE-8607-32AD47BC6C7E}">
  <a:tblStyle styleId="{6B70EFA6-0623-41CE-8607-32AD47BC6C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{6B70EFA6-0623-41CE-8607-32AD47BC6C7E}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