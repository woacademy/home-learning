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5C7BF4-0613-41B9-BE03-57AE8DB32E52}">
  <a:tblStyle styleId="{295C7BF4-0613-41B9-BE03-57AE8DB32E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{295C7BF4-0613-41B9-BE03-57AE8DB32E52}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