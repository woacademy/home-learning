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F45335-B09B-4EF9-899C-A9A0C3DF9189}">
  <a:tblStyle styleId="{48F45335-B09B-4EF9-899C-A9A0C3DF91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{48F45335-B09B-4EF9-899C-A9A0C3DF9189}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