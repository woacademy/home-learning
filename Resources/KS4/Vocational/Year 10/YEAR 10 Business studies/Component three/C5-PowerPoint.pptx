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28380E-B53B-45AE-81C8-07B3D8DD8FDC}">
  <a:tblStyle styleId="{BC28380E-B53B-45AE-81C8-07B3D8DD8F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{BC28380E-B53B-45AE-81C8-07B3D8DD8FDC}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