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07D3D1-B5BE-48E7-AA4D-0F357C6B1D01}">
  <a:tblStyle styleId="{AF07D3D1-B5BE-48E7-AA4D-0F357C6B1D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{AF07D3D1-B5BE-48E7-AA4D-0F357C6B1D01}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