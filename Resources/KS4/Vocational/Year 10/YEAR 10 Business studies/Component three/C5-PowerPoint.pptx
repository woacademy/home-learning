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5E1965-0177-450C-9674-1AA0122ADF06}">
  <a:tblStyle styleId="{F65E1965-0177-450C-9674-1AA0122ADF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{F65E1965-0177-450C-9674-1AA0122ADF06}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