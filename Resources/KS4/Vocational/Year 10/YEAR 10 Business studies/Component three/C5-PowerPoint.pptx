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0D126-EA4E-4129-9A95-47209748637C}">
  <a:tblStyle styleId="{8650D126-EA4E-4129-9A95-4720974863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{8650D126-EA4E-4129-9A95-47209748637C}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