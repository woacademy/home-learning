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C50170-069F-46E4-AB5E-5B5A53445D9D}">
  <a:tblStyle styleId="{17C50170-069F-46E4-AB5E-5B5A53445D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{17C50170-069F-46E4-AB5E-5B5A53445D9D}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