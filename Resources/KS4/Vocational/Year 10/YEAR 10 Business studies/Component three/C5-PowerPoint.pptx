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B9FFDC-0221-443A-84CF-19C4F6013F85}">
  <a:tblStyle styleId="{16B9FFDC-0221-443A-84CF-19C4F6013F8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{16B9FFDC-0221-443A-84CF-19C4F6013F85}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