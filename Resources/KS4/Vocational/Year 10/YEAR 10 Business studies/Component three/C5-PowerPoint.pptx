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40F55-557D-4B38-B564-4E11050B06F6}">
  <a:tblStyle styleId="{86140F55-557D-4B38-B564-4E11050B06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{86140F55-557D-4B38-B564-4E11050B06F6}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