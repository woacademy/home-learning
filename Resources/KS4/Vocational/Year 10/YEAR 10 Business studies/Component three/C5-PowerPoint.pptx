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68BF4B-5B4D-4022-B2B5-B5EFB8B41099}">
  <a:tblStyle styleId="{6768BF4B-5B4D-4022-B2B5-B5EFB8B410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{6768BF4B-5B4D-4022-B2B5-B5EFB8B41099}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