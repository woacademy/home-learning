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DDFDBF-4DB2-4EB2-8D0E-B2B4C274D6E2}">
  <a:tblStyle styleId="{B4DDFDBF-4DB2-4EB2-8D0E-B2B4C274D6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{B4DDFDBF-4DB2-4EB2-8D0E-B2B4C274D6E2}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