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F105D6-C317-42E1-A9F9-95F6824D39ED}">
  <a:tblStyle styleId="{F8F105D6-C317-42E1-A9F9-95F6824D39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{F8F105D6-C317-42E1-A9F9-95F6824D39ED}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