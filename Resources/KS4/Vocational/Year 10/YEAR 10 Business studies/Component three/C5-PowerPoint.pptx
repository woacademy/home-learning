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503D9FC-CF97-4416-B8AD-0BB55B7406EF}">
  <a:tblStyle styleId="{7503D9FC-CF97-4416-B8AD-0BB55B7406E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{7503D9FC-CF97-4416-B8AD-0BB55B7406EF}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