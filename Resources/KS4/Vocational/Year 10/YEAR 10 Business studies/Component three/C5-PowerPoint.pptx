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26E8884-19F5-46FF-9104-F432F3C43F02}">
  <a:tblStyle styleId="{F26E8884-19F5-46FF-9104-F432F3C43F0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{F26E8884-19F5-46FF-9104-F432F3C43F02}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