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B93019-6317-4052-A59D-47E98B2C05E7}">
  <a:tblStyle styleId="{58B93019-6317-4052-A59D-47E98B2C05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{58B93019-6317-4052-A59D-47E98B2C05E7}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