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248284-0730-475D-B70D-199AA28A2564}">
  <a:tblStyle styleId="{F0248284-0730-475D-B70D-199AA28A25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{F0248284-0730-475D-B70D-199AA28A2564}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