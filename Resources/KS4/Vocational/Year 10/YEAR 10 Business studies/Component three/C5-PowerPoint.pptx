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F5A59C-2351-4858-89FC-D2109FA4A8B6}">
  <a:tblStyle styleId="{D4F5A59C-2351-4858-89FC-D2109FA4A8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{D4F5A59C-2351-4858-89FC-D2109FA4A8B6}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