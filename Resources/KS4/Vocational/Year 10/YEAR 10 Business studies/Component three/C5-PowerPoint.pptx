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4119C9-5B97-44CD-9874-683034A4410B}">
  <a:tblStyle styleId="{974119C9-5B97-44CD-9874-683034A441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{974119C9-5B97-44CD-9874-683034A4410B}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