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D5775D-7952-4E0E-908D-AC2899F49939}">
  <a:tblStyle styleId="{2CD5775D-7952-4E0E-908D-AC2899F49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{2CD5775D-7952-4E0E-908D-AC2899F49939}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