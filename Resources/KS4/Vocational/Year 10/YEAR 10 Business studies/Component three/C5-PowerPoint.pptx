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E4F44DD-5382-4635-9BD8-3F40A43C416C}">
  <a:tblStyle styleId="{0E4F44DD-5382-4635-9BD8-3F40A43C416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{0E4F44DD-5382-4635-9BD8-3F40A43C416C}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