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857D01-6E59-4CED-8593-7481BD2F1547}">
  <a:tblStyle styleId="{25857D01-6E59-4CED-8593-7481BD2F15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{25857D01-6E59-4CED-8593-7481BD2F1547}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