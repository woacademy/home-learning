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67CDB9-BD6B-4192-81FE-E4D06BB9BCB4}">
  <a:tblStyle styleId="{AA67CDB9-BD6B-4192-81FE-E4D06BB9BC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{AA67CDB9-BD6B-4192-81FE-E4D06BB9BCB4}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