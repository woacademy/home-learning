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138C8-0255-4F62-B78C-EF4FE9D4507D}">
  <a:tblStyle styleId="{54D138C8-0255-4F62-B78C-EF4FE9D45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{54D138C8-0255-4F62-B78C-EF4FE9D4507D}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