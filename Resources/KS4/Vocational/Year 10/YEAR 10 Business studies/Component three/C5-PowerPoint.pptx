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6202D7-6375-4D9C-A6FA-4A3D18481512}">
  <a:tblStyle styleId="{156202D7-6375-4D9C-A6FA-4A3D184815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{156202D7-6375-4D9C-A6FA-4A3D18481512}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