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FA0B8B-49B1-4571-BF58-B68E318DA3C2}">
  <a:tblStyle styleId="{BEFA0B8B-49B1-4571-BF58-B68E318DA3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{BEFA0B8B-49B1-4571-BF58-B68E318DA3C2}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