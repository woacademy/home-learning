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8C89B884-0209-48CE-8EAA-EE3CEFB5D0FE}">
  <a:tblStyle styleId="{8C89B884-0209-48CE-8EAA-EE3CEFB5D0FE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5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{8C89B884-0209-48CE-8EAA-EE3CEFB5D0FE}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