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1F412-586A-462B-9F42-757180286A9A}">
  <a:tblStyle styleId="{3451F412-586A-462B-9F42-757180286A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{3451F412-586A-462B-9F42-757180286A9A}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