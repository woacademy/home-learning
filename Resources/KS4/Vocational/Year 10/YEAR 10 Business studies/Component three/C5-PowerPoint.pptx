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5B0D7D-39A5-45E2-AB6F-3B81C676478F}">
  <a:tblStyle styleId="{785B0D7D-39A5-45E2-AB6F-3B81C67647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{785B0D7D-39A5-45E2-AB6F-3B81C676478F}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