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86CBA8-14D5-4F13-8951-64E112B14BF1}">
  <a:tblStyle styleId="{3286CBA8-14D5-4F13-8951-64E112B14B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{3286CBA8-14D5-4F13-8951-64E112B14BF1}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