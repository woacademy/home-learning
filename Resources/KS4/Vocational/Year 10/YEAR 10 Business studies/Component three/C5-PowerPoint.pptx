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3E8CFB-2B31-41C9-8F77-AC60F6A1B2A5}">
  <a:tblStyle styleId="{783E8CFB-2B31-41C9-8F77-AC60F6A1B2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{783E8CFB-2B31-41C9-8F77-AC60F6A1B2A5}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