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75D296-BF85-4533-99B9-C9706E11E17A}">
  <a:tblStyle styleId="{A175D296-BF85-4533-99B9-C9706E11E1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{A175D296-BF85-4533-99B9-C9706E11E17A}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