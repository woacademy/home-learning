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B63F43-0C33-406C-819E-A60A37B2F25E}">
  <a:tblStyle styleId="{F4B63F43-0C33-406C-819E-A60A37B2F2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{F4B63F43-0C33-406C-819E-A60A37B2F25E}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