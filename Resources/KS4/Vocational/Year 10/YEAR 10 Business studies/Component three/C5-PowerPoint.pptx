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FDCB97-3424-40C8-A97E-7FD8D794B0CC}">
  <a:tblStyle styleId="{2BFDCB97-3424-40C8-A97E-7FD8D794B0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{2BFDCB97-3424-40C8-A97E-7FD8D794B0CC}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