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4350B2-8166-4144-8A62-0F5037E548DF}">
  <a:tblStyle styleId="{E74350B2-8166-4144-8A62-0F5037E548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{E74350B2-8166-4144-8A62-0F5037E548DF}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