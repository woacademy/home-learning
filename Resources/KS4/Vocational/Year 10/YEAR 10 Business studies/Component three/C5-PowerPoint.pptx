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1A340F-A6CE-4006-96AD-43BAAB46ED1E}">
  <a:tblStyle styleId="{A71A340F-A6CE-4006-96AD-43BAAB46ED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{A71A340F-A6CE-4006-96AD-43BAAB46ED1E}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