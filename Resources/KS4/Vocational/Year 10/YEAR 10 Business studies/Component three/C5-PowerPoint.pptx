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740121-66A6-4A52-8E3E-5E98C94D8D2B}">
  <a:tblStyle styleId="{62740121-66A6-4A52-8E3E-5E98C94D8D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{62740121-66A6-4A52-8E3E-5E98C94D8D2B}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