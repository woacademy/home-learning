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ECBE27-8E67-4826-A20E-B0AC0E033DCB}">
  <a:tblStyle styleId="{61ECBE27-8E67-4826-A20E-B0AC0E033D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{61ECBE27-8E67-4826-A20E-B0AC0E033DCB}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