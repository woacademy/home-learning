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8F810-BA75-4BDB-B7BF-D06C811F4AB2}">
  <a:tblStyle styleId="{2C88F810-BA75-4BDB-B7BF-D06C811F4A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{2C88F810-BA75-4BDB-B7BF-D06C811F4AB2}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