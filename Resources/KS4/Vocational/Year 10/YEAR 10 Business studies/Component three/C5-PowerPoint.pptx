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1126B9-22D7-47F9-80C4-B192C10AC715}">
  <a:tblStyle styleId="{E81126B9-22D7-47F9-80C4-B192C10AC7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{E81126B9-22D7-47F9-80C4-B192C10AC715}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