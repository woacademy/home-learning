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40DBE-5BA0-4C60-A200-64BEEEA9A576}">
  <a:tblStyle styleId="{ABD40DBE-5BA0-4C60-A200-64BEEEA9A5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{ABD40DBE-5BA0-4C60-A200-64BEEEA9A576}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