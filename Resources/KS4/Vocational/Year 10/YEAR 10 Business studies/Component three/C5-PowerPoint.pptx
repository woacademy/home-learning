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417456-1037-4A55-BF93-09904064C21C}">
  <a:tblStyle styleId="{48417456-1037-4A55-BF93-09904064C2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{48417456-1037-4A55-BF93-09904064C21C}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