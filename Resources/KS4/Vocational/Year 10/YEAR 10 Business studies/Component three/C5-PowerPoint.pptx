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72DE4A-BECA-44D5-8B50-1205B0F98A95}">
  <a:tblStyle styleId="{0172DE4A-BECA-44D5-8B50-1205B0F98A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{0172DE4A-BECA-44D5-8B50-1205B0F98A95}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