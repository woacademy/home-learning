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566D08-53F6-453C-A1D1-643B3019D074}">
  <a:tblStyle styleId="{D7566D08-53F6-453C-A1D1-643B3019D0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{D7566D08-53F6-453C-A1D1-643B3019D074}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