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F176BBF-FC7B-4E99-B536-D6A0310F9954}">
  <a:tblStyle styleId="{4F176BBF-FC7B-4E99-B536-D6A0310F99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{4F176BBF-FC7B-4E99-B536-D6A0310F9954}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