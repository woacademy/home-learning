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0D002A6-EC94-4611-AEA9-530CBF2354B1}">
  <a:tblStyle styleId="{60D002A6-EC94-4611-AEA9-530CBF2354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{60D002A6-EC94-4611-AEA9-530CBF2354B1}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