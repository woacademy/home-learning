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7EF5DC-F908-48B9-8A87-2639FA44EE2F}">
  <a:tblStyle styleId="{5F7EF5DC-F908-48B9-8A87-2639FA44EE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{5F7EF5DC-F908-48B9-8A87-2639FA44EE2F}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