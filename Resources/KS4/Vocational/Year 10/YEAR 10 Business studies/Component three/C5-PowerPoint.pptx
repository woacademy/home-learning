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520669-C49B-4922-913F-17A17A9E6796}">
  <a:tblStyle styleId="{18520669-C49B-4922-913F-17A17A9E67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{18520669-C49B-4922-913F-17A17A9E6796}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