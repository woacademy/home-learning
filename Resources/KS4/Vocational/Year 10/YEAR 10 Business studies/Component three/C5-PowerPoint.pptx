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05EEE0-B43D-4925-9BA5-4C77F3E60019}">
  <a:tblStyle styleId="{3205EEE0-B43D-4925-9BA5-4C77F3E600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{3205EEE0-B43D-4925-9BA5-4C77F3E60019}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