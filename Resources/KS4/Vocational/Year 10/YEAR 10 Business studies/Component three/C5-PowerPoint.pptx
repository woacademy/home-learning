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508EE2-3B8A-4A73-BDD4-C903527A7254}">
  <a:tblStyle styleId="{9D508EE2-3B8A-4A73-BDD4-C903527A72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{9D508EE2-3B8A-4A73-BDD4-C903527A7254}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