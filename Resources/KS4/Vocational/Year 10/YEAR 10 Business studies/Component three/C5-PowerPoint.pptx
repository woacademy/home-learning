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99B7F4-42D7-44AB-8F2C-267524036B8C}">
  <a:tblStyle styleId="{6499B7F4-42D7-44AB-8F2C-267524036B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{6499B7F4-42D7-44AB-8F2C-267524036B8C}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