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D29EE-88DB-4035-A73E-3BC83090D2B8}">
  <a:tblStyle styleId="{2EFD29EE-88DB-4035-A73E-3BC83090D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{2EFD29EE-88DB-4035-A73E-3BC83090D2B8}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