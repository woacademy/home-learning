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8120D1-950E-49AE-AAB3-852DD1C775CD}">
  <a:tblStyle styleId="{FA8120D1-950E-49AE-AAB3-852DD1C775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{FA8120D1-950E-49AE-AAB3-852DD1C775CD}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