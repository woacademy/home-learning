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02993C-C060-45F3-B97F-1220BE0A0BC6}">
  <a:tblStyle styleId="{3902993C-C060-45F3-B97F-1220BE0A0B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{3902993C-C060-45F3-B97F-1220BE0A0BC6}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