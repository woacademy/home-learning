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71B79A-D1CC-428F-98CF-4B24539E861C}">
  <a:tblStyle styleId="{EF71B79A-D1CC-428F-98CF-4B24539E86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{EF71B79A-D1CC-428F-98CF-4B24539E861C}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