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D7A8931-E6E0-40ED-B684-240378CCEAEE}">
  <a:tblStyle styleId="{4D7A8931-E6E0-40ED-B684-240378CCEAE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{4D7A8931-E6E0-40ED-B684-240378CCEAEE}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