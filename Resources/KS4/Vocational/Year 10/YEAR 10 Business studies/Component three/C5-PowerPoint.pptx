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B44B37-472A-4EBA-BCA2-D5C8FC466BB8}">
  <a:tblStyle styleId="{6EB44B37-472A-4EBA-BCA2-D5C8FC466B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{6EB44B37-472A-4EBA-BCA2-D5C8FC466BB8}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