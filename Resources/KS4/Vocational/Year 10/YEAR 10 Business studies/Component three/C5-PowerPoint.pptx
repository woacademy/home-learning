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C5C098-1330-47A1-979D-F319BE289477}">
  <a:tblStyle styleId="{AFC5C098-1330-47A1-979D-F319BE2894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{AFC5C098-1330-47A1-979D-F319BE289477}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