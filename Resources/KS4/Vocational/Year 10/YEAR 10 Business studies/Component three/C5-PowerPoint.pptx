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93BC48-741A-45F1-9D73-552286E13D37}">
  <a:tblStyle styleId="{2793BC48-741A-45F1-9D73-552286E13D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{2793BC48-741A-45F1-9D73-552286E13D37}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