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13305C-7EFB-4810-B080-4019E81922B3}">
  <a:tblStyle styleId="{6913305C-7EFB-4810-B080-4019E8192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{6913305C-7EFB-4810-B080-4019E81922B3}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