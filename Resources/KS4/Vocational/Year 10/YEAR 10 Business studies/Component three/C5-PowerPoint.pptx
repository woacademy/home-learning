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3E42BC-D74B-4741-A2B8-138F47BAE8D0}">
  <a:tblStyle styleId="{333E42BC-D74B-4741-A2B8-138F47BAE8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{333E42BC-D74B-4741-A2B8-138F47BAE8D0}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