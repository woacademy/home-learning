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30C3F-B642-440C-8CCA-2601B14DA675}">
  <a:tblStyle styleId="{CCF30C3F-B642-440C-8CCA-2601B14DA6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{CCF30C3F-B642-440C-8CCA-2601B14DA675}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