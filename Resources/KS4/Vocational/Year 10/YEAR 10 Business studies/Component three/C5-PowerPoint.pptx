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D2DE71-BF70-4AF1-A35A-FC852783F16B}">
  <a:tblStyle styleId="{C2D2DE71-BF70-4AF1-A35A-FC852783F1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{C2D2DE71-BF70-4AF1-A35A-FC852783F16B}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