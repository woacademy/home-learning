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6B94B7-6895-4A8C-B547-5B9EA8EE1674}">
  <a:tblStyle styleId="{4C6B94B7-6895-4A8C-B547-5B9EA8EE16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{4C6B94B7-6895-4A8C-B547-5B9EA8EE1674}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