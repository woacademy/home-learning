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AAF06F08-B316-4F74-9460-9C4A7457E5EB}">
  <a:tblStyle styleId="{AAF06F08-B316-4F74-9460-9C4A7457E5EB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{AAF06F08-B316-4F74-9460-9C4A7457E5EB}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