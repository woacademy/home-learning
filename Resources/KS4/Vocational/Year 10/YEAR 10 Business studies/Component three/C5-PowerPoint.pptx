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40D2C6-4274-44B4-9239-7D23EF94A5ED}">
  <a:tblStyle styleId="{3940D2C6-4274-44B4-9239-7D23EF94A5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{3940D2C6-4274-44B4-9239-7D23EF94A5ED}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