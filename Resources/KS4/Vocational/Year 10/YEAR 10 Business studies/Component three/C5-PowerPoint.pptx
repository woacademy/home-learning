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BFEAB3-C32D-41F1-A6A0-20E563A38541}">
  <a:tblStyle styleId="{5ABFEAB3-C32D-41F1-A6A0-20E563A385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{5ABFEAB3-C32D-41F1-A6A0-20E563A38541}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