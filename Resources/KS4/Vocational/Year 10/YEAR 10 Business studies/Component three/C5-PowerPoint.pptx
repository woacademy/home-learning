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ED1591-1F0F-4360-A255-9BE3796793FD}">
  <a:tblStyle styleId="{99ED1591-1F0F-4360-A255-9BE3796793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{99ED1591-1F0F-4360-A255-9BE3796793FD}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