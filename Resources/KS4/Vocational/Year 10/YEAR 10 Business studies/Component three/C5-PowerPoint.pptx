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30F67D-8A12-43E8-9EB0-8382E5B236BB}">
  <a:tblStyle styleId="{3630F67D-8A12-43E8-9EB0-8382E5B23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{3630F67D-8A12-43E8-9EB0-8382E5B236BB}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