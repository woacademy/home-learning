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428D80-AA62-4F06-A3CE-F6B338714C39}">
  <a:tblStyle styleId="{00428D80-AA62-4F06-A3CE-F6B338714C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{00428D80-AA62-4F06-A3CE-F6B338714C39}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