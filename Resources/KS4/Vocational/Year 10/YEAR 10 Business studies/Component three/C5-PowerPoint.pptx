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5C6642-AAC8-4441-9AB4-6850B7787AF2}">
  <a:tblStyle styleId="{EE5C6642-AAC8-4441-9AB4-6850B7787A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{EE5C6642-AAC8-4441-9AB4-6850B7787AF2}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