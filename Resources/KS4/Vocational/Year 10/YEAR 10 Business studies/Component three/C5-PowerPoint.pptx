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C2F58E-8B40-4BDB-86E4-4A0CF6801E14}">
  <a:tblStyle styleId="{D3C2F58E-8B40-4BDB-86E4-4A0CF6801E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{D3C2F58E-8B40-4BDB-86E4-4A0CF6801E14}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