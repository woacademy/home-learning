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B8C2EC-A0CC-4FD7-B0AA-F00E433E6BDA}">
  <a:tblStyle styleId="{DAB8C2EC-A0CC-4FD7-B0AA-F00E433E6BD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{DAB8C2EC-A0CC-4FD7-B0AA-F00E433E6BDA}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