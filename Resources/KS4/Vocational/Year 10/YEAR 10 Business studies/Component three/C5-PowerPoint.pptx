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91E117-D297-4D7E-AC01-F23808654C46}">
  <a:tblStyle styleId="{1F91E117-D297-4D7E-AC01-F23808654C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{1F91E117-D297-4D7E-AC01-F23808654C46}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