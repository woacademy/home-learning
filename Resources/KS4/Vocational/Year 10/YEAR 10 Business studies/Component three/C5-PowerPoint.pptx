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56352B-8DCD-49E0-B838-DA614252D5CE}">
  <a:tblStyle styleId="{B856352B-8DCD-49E0-B838-DA614252D5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{B856352B-8DCD-49E0-B838-DA614252D5CE}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