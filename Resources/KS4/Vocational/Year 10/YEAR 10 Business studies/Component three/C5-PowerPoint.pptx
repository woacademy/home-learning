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E0716-AD4E-4899-9AFE-E035ACB3935A}">
  <a:tblStyle styleId="{289E0716-AD4E-4899-9AFE-E035ACB39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{289E0716-AD4E-4899-9AFE-E035ACB3935A}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