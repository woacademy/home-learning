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05B209-47FF-4EF7-8292-596BE6F7595F}">
  <a:tblStyle styleId="{FB05B209-47FF-4EF7-8292-596BE6F759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{FB05B209-47FF-4EF7-8292-596BE6F7595F}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