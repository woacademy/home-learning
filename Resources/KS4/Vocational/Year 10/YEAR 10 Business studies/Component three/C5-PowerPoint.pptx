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4F3EDB-D368-4445-9F64-997FB0A1F464}">
  <a:tblStyle styleId="{0E4F3EDB-D368-4445-9F64-997FB0A1F4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{0E4F3EDB-D368-4445-9F64-997FB0A1F464}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