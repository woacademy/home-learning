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BDA4FD-656A-4925-990A-0BFB4BC10EE3}">
  <a:tblStyle styleId="{7EBDA4FD-656A-4925-990A-0BFB4BC10E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{7EBDA4FD-656A-4925-990A-0BFB4BC10EE3}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