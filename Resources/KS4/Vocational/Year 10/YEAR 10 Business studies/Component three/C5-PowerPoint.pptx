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2B4E81B-AC0F-47BB-9E13-00080C2494C1}">
  <a:tblStyle styleId="{52B4E81B-AC0F-47BB-9E13-00080C2494C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{52B4E81B-AC0F-47BB-9E13-00080C2494C1}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