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7ADCBE2-3D5A-4263-AAA8-374758558043}">
  <a:tblStyle styleId="{F7ADCBE2-3D5A-4263-AAA8-37475855804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{F7ADCBE2-3D5A-4263-AAA8-374758558043}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