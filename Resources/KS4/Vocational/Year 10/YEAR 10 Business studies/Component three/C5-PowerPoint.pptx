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FDCAE-DB6E-4160-B1BA-33ACE523F98F}">
  <a:tblStyle styleId="{781FDCAE-DB6E-4160-B1BA-33ACE523F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{781FDCAE-DB6E-4160-B1BA-33ACE523F98F}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