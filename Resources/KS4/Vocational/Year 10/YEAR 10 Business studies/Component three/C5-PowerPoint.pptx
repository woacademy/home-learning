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34869-9BA4-4E86-8F0C-E588B791770B}">
  <a:tblStyle styleId="{CF534869-9BA4-4E86-8F0C-E588B79177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{CF534869-9BA4-4E86-8F0C-E588B791770B}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