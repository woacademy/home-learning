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0AA59D-F555-4971-A476-A48A90ADFF5D}">
  <a:tblStyle styleId="{650AA59D-F555-4971-A476-A48A90ADFF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{650AA59D-F555-4971-A476-A48A90ADFF5D}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