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D22FD5-44C1-4BF9-873C-3C7330D40895}">
  <a:tblStyle styleId="{53D22FD5-44C1-4BF9-873C-3C7330D408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{53D22FD5-44C1-4BF9-873C-3C7330D40895}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