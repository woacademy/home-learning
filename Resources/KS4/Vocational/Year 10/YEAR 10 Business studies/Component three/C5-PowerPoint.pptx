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BA0DB0-F148-4581-BEE1-E600AE08C890}">
  <a:tblStyle styleId="{97BA0DB0-F148-4581-BEE1-E600AE08C8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{97BA0DB0-F148-4581-BEE1-E600AE08C890}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