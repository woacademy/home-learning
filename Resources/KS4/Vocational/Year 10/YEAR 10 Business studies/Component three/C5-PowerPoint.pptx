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BC1A7A6-AEBC-4E65-B98A-EE4A301793BA}">
  <a:tblStyle styleId="{0BC1A7A6-AEBC-4E65-B98A-EE4A301793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{0BC1A7A6-AEBC-4E65-B98A-EE4A301793BA}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