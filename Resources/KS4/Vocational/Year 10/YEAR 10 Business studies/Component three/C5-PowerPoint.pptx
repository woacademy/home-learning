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A0F045-3321-426F-A023-76D2492088F4}">
  <a:tblStyle styleId="{C4A0F045-3321-426F-A023-76D2492088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{C4A0F045-3321-426F-A023-76D2492088F4}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