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F8596E-6946-46F1-A205-0833F8EBE293}">
  <a:tblStyle styleId="{55F8596E-6946-46F1-A205-0833F8EBE2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{55F8596E-6946-46F1-A205-0833F8EBE293}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