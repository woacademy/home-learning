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BF954F-577D-4900-B5D6-DD20564DEE5F}">
  <a:tblStyle styleId="{12BF954F-577D-4900-B5D6-DD20564DEE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{12BF954F-577D-4900-B5D6-DD20564DEE5F}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