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575796-C547-456F-A938-1007EBB1D7E1}">
  <a:tblStyle styleId="{F4575796-C547-456F-A938-1007EBB1D7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{F4575796-C547-456F-A938-1007EBB1D7E1}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