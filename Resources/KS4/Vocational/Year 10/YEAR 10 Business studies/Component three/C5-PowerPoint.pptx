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2F5421-10E0-4FC7-B107-242126EE8A01}">
  <a:tblStyle styleId="{FA2F5421-10E0-4FC7-B107-242126EE8A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{FA2F5421-10E0-4FC7-B107-242126EE8A01}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