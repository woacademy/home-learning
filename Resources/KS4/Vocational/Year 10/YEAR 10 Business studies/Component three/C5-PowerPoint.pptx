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12559A1-97CA-4256-9289-60D30A992634}">
  <a:tblStyle styleId="{412559A1-97CA-4256-9289-60D30A99263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{412559A1-97CA-4256-9289-60D30A992634}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