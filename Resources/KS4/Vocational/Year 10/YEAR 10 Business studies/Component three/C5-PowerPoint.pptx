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FC6607-97B3-48BC-AA97-77595F2A0FC6}">
  <a:tblStyle styleId="{71FC6607-97B3-48BC-AA97-77595F2A0F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{71FC6607-97B3-48BC-AA97-77595F2A0FC6}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