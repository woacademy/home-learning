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E858096-130A-4CF4-9658-8837A49CE013}">
  <a:tblStyle styleId="{2E858096-130A-4CF4-9658-8837A49CE0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{2E858096-130A-4CF4-9658-8837A49CE013}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