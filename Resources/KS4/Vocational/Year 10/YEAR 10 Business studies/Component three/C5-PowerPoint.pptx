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F02F86-C782-4CD5-A7AE-AA7F12BE4CF4}">
  <a:tblStyle styleId="{CFF02F86-C782-4CD5-A7AE-AA7F12BE4C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{CFF02F86-C782-4CD5-A7AE-AA7F12BE4CF4}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