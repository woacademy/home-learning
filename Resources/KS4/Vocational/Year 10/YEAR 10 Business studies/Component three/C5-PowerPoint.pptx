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DD977-5C97-430B-8A0E-9D24B44F38E3}">
  <a:tblStyle styleId="{CF9DD977-5C97-430B-8A0E-9D24B44F38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{CF9DD977-5C97-430B-8A0E-9D24B44F38E3}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