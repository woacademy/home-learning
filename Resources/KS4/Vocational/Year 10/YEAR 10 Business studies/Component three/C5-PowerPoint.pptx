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E09CBE-9BDB-4000-B46A-FF644B45D47B}">
  <a:tblStyle styleId="{FBE09CBE-9BDB-4000-B46A-FF644B45D4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{FBE09CBE-9BDB-4000-B46A-FF644B45D47B}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