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3B5902-3D24-4147-B1AB-A01918B26371}">
  <a:tblStyle styleId="{C33B5902-3D24-4147-B1AB-A01918B263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{C33B5902-3D24-4147-B1AB-A01918B26371}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