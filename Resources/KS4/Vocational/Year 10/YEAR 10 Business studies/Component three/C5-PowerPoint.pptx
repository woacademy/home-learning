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B748AD-239D-4AF4-9E68-7A72CB1AAE8D}">
  <a:tblStyle styleId="{FAB748AD-239D-4AF4-9E68-7A72CB1AAE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{FAB748AD-239D-4AF4-9E68-7A72CB1AAE8D}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