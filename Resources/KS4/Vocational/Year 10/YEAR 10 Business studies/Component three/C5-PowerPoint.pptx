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0BB3F8-72C1-44FD-84D9-728AC5202321}">
  <a:tblStyle styleId="{F70BB3F8-72C1-44FD-84D9-728AC52023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{F70BB3F8-72C1-44FD-84D9-728AC5202321}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