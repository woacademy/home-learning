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18FF9-7100-4384-8923-F0C563A0FA0F}">
  <a:tblStyle styleId="{E0418FF9-7100-4384-8923-F0C563A0FA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{E0418FF9-7100-4384-8923-F0C563A0FA0F}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