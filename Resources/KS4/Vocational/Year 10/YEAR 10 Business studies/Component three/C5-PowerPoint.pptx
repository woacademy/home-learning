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72F6F4-6619-44F7-8D6C-5AE4C30DE1E6}">
  <a:tblStyle styleId="{0F72F6F4-6619-44F7-8D6C-5AE4C30DE1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{0F72F6F4-6619-44F7-8D6C-5AE4C30DE1E6}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