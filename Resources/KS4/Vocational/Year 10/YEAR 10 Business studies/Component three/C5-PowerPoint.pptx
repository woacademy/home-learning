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D415A7-697A-4943-ADC2-5F65116109C8}">
  <a:tblStyle styleId="{BED415A7-697A-4943-ADC2-5F65116109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{BED415A7-697A-4943-ADC2-5F65116109C8}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