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A93A0-F05D-4F7A-A57A-EAFA215EF3B4}">
  <a:tblStyle styleId="{6C6A93A0-F05D-4F7A-A57A-EAFA215EF3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{6C6A93A0-F05D-4F7A-A57A-EAFA215EF3B4}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