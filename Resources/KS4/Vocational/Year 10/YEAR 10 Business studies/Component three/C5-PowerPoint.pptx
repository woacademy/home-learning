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DB2612-0225-4D74-A8C4-2BC3DD6C6032}">
  <a:tblStyle styleId="{A8DB2612-0225-4D74-A8C4-2BC3DD6C60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{A8DB2612-0225-4D74-A8C4-2BC3DD6C6032}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