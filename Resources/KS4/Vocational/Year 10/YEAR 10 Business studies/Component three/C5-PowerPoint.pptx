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83A201-680A-458A-B841-144446C39453}">
  <a:tblStyle styleId="{DB83A201-680A-458A-B841-144446C394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{DB83A201-680A-458A-B841-144446C39453}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