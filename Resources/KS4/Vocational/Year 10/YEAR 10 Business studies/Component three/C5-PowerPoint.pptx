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8248E29-C817-4F63-8326-AD7E2EF86333}">
  <a:tblStyle styleId="{28248E29-C817-4F63-8326-AD7E2EF863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{28248E29-C817-4F63-8326-AD7E2EF86333}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