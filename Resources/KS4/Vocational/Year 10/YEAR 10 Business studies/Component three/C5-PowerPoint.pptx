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E1BB81-DF1C-47CF-9471-16CB341D78BA}">
  <a:tblStyle styleId="{15E1BB81-DF1C-47CF-9471-16CB341D78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{15E1BB81-DF1C-47CF-9471-16CB341D78BA}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