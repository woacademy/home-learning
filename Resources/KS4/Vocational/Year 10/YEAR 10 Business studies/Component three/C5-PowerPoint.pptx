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2E3F1-96A4-4AFE-B5B9-B33EB4835DDA}">
  <a:tblStyle styleId="{C762E3F1-96A4-4AFE-B5B9-B33EB4835D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{C762E3F1-96A4-4AFE-B5B9-B33EB4835DDA}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