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9C7F9D-7389-467D-9385-86DCD799A07B}">
  <a:tblStyle styleId="{F99C7F9D-7389-467D-9385-86DCD799A0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{F99C7F9D-7389-467D-9385-86DCD799A07B}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