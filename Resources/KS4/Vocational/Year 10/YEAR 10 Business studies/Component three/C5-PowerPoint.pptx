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10307B-8CA1-41B6-B9FD-A21C34D8FAEF}">
  <a:tblStyle styleId="{9910307B-8CA1-41B6-B9FD-A21C34D8FA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{9910307B-8CA1-41B6-B9FD-A21C34D8FAEF}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