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DC3E92-C470-4536-9DB7-DFF7FE4605BE}">
  <a:tblStyle styleId="{36DC3E92-C470-4536-9DB7-DFF7FE4605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{36DC3E92-C470-4536-9DB7-DFF7FE4605BE}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