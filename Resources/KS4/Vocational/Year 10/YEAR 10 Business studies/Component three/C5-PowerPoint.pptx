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DE7EEE-AD23-49D6-87C2-AB44B7611416}">
  <a:tblStyle styleId="{20DE7EEE-AD23-49D6-87C2-AB44B76114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{20DE7EEE-AD23-49D6-87C2-AB44B7611416}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