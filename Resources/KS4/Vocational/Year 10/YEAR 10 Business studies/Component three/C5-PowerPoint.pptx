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8AC105-C693-4D8A-9EE9-6CA87CA93DAB}">
  <a:tblStyle styleId="{778AC105-C693-4D8A-9EE9-6CA87CA93D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{778AC105-C693-4D8A-9EE9-6CA87CA93DAB}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