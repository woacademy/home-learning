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858306-3ACA-45C0-8EBF-F689F4CF7FE4}">
  <a:tblStyle styleId="{B3858306-3ACA-45C0-8EBF-F689F4CF7F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{B3858306-3ACA-45C0-8EBF-F689F4CF7FE4}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