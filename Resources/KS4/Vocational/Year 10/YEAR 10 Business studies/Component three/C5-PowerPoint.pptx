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471C2F1-9323-4C44-804F-906A290493F9}">
  <a:tblStyle styleId="{3471C2F1-9323-4C44-804F-906A290493F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{3471C2F1-9323-4C44-804F-906A290493F9}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