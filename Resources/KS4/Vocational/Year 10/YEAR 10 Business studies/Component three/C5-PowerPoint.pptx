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E55C06-5538-436D-9F34-359ACEB41240}">
  <a:tblStyle styleId="{6CE55C06-5538-436D-9F34-359ACEB412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{6CE55C06-5538-436D-9F34-359ACEB41240}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