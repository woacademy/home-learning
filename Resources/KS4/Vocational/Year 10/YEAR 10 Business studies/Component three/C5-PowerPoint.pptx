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2F0362-BD38-4B5B-9F97-39B8DFA52299}">
  <a:tblStyle styleId="{6A2F0362-BD38-4B5B-9F97-39B8DFA522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{6A2F0362-BD38-4B5B-9F97-39B8DFA52299}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