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69C9B-DD63-4165-8569-D2FC4D1BEA6C}">
  <a:tblStyle styleId="{3F869C9B-DD63-4165-8569-D2FC4D1BEA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{3F869C9B-DD63-4165-8569-D2FC4D1BEA6C}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