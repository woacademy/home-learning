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D810A4-42DB-4561-B1CA-13C05644E0B2}">
  <a:tblStyle styleId="{94D810A4-42DB-4561-B1CA-13C05644E0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{94D810A4-42DB-4561-B1CA-13C05644E0B2}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