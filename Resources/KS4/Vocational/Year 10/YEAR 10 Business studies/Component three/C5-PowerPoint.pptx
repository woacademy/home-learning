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F611CC-8F9B-404A-B92B-2BB076EBD2F4}">
  <a:tblStyle styleId="{47F611CC-8F9B-404A-B92B-2BB076EBD2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{47F611CC-8F9B-404A-B92B-2BB076EBD2F4}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