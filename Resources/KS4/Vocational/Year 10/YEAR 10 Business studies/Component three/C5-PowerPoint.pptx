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9EBB6A-5C92-4EDC-9838-642DB2E72DBA}">
  <a:tblStyle styleId="{A89EBB6A-5C92-4EDC-9838-642DB2E72D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{A89EBB6A-5C92-4EDC-9838-642DB2E72DBA}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