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D64DDA-2C55-46F9-AE29-1221C4E5C8B0}">
  <a:tblStyle styleId="{FCD64DDA-2C55-46F9-AE29-1221C4E5C8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{FCD64DDA-2C55-46F9-AE29-1221C4E5C8B0}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