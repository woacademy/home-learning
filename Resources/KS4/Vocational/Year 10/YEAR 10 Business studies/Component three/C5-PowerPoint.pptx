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4483A6-5E51-4526-AC9F-D332D6540FA7}">
  <a:tblStyle styleId="{8C4483A6-5E51-4526-AC9F-D332D6540F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{8C4483A6-5E51-4526-AC9F-D332D6540FA7}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