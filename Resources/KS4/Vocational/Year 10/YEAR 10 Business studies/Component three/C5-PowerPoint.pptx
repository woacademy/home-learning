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406174-BAAA-4738-8C86-1BBA3C1275C8}">
  <a:tblStyle styleId="{67406174-BAAA-4738-8C86-1BBA3C1275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{67406174-BAAA-4738-8C86-1BBA3C1275C8}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