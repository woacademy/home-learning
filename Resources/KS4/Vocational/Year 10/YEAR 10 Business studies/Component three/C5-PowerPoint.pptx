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0CB6D21-59D0-47A6-8F61-8FAFF5A30AAA}">
  <a:tblStyle styleId="{90CB6D21-59D0-47A6-8F61-8FAFF5A30A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{90CB6D21-59D0-47A6-8F61-8FAFF5A30AAA}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