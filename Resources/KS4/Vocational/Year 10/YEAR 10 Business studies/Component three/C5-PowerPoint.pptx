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B4EE404-29E8-47A4-9654-DF59253B9FE2}">
  <a:tblStyle styleId="{BB4EE404-29E8-47A4-9654-DF59253B9FE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{BB4EE404-29E8-47A4-9654-DF59253B9FE2}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