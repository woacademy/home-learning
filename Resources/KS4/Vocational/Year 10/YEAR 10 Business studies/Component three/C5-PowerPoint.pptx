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0D647D-B719-429E-8A7B-108482D25D09}">
  <a:tblStyle styleId="{C80D647D-B719-429E-8A7B-108482D25D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{C80D647D-B719-429E-8A7B-108482D25D09}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