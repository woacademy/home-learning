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71DDD36-4D55-4A49-BD23-CE2C4930D811}">
  <a:tblStyle styleId="{071DDD36-4D55-4A49-BD23-CE2C4930D81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{071DDD36-4D55-4A49-BD23-CE2C4930D811}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