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06D118-2D8D-4BB8-90CB-8C527AF3C077}">
  <a:tblStyle styleId="{6706D118-2D8D-4BB8-90CB-8C527AF3C0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{6706D118-2D8D-4BB8-90CB-8C527AF3C077}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