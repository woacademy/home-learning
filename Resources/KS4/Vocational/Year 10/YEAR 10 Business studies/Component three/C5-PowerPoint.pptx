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6CB49F4-266B-47C4-9DEC-DAF4CC452A3D}">
  <a:tblStyle styleId="{16CB49F4-266B-47C4-9DEC-DAF4CC452A3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{16CB49F4-266B-47C4-9DEC-DAF4CC452A3D}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