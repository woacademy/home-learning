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5C1EBA-38D2-47BA-9FD3-1AB49D7C7BF6}">
  <a:tblStyle styleId="{8D5C1EBA-38D2-47BA-9FD3-1AB49D7C7B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{8D5C1EBA-38D2-47BA-9FD3-1AB49D7C7BF6}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