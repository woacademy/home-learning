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097F93-C308-4EB5-A4D3-FAC9C163441F}">
  <a:tblStyle styleId="{58097F93-C308-4EB5-A4D3-FAC9C16344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{58097F93-C308-4EB5-A4D3-FAC9C163441F}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