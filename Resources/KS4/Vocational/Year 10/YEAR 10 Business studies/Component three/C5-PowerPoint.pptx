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9008F1-F036-4980-8BE2-71F1E63B9A27}">
  <a:tblStyle styleId="{E29008F1-F036-4980-8BE2-71F1E63B9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{E29008F1-F036-4980-8BE2-71F1E63B9A27}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