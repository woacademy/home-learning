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063BA-76C8-4AFF-9DE2-991F3ED8B167}">
  <a:tblStyle styleId="{005063BA-76C8-4AFF-9DE2-991F3ED8B1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{005063BA-76C8-4AFF-9DE2-991F3ED8B167}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