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0E296-2161-49E7-8853-A215EFF83BA4}">
  <a:tblStyle styleId="{E070E296-2161-49E7-8853-A215EFF83B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{E070E296-2161-49E7-8853-A215EFF83BA4}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