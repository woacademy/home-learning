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092453-C296-492D-A8B9-B2159CE54E94}">
  <a:tblStyle styleId="{77092453-C296-492D-A8B9-B2159CE54E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{77092453-C296-492D-A8B9-B2159CE54E94}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