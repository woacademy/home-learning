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BE91BE-3768-48CE-BDFC-28FEEBF47505}">
  <a:tblStyle styleId="{92BE91BE-3768-48CE-BDFC-28FEEBF475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{92BE91BE-3768-48CE-BDFC-28FEEBF47505}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