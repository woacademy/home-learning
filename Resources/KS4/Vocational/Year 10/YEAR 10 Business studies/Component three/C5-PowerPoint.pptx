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912FD7-35DB-4134-90D6-0CBDA7C0ABA3}">
  <a:tblStyle styleId="{ED912FD7-35DB-4134-90D6-0CBDA7C0AB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{ED912FD7-35DB-4134-90D6-0CBDA7C0ABA3}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