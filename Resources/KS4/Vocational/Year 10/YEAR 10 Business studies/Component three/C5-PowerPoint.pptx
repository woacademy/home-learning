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24E9F1-78DC-40D7-8BA9-FCC50835C33D}">
  <a:tblStyle styleId="{B324E9F1-78DC-40D7-8BA9-FCC50835C3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{B324E9F1-78DC-40D7-8BA9-FCC50835C33D}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