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0F6822-4B04-411D-BDC0-7A8B5D4CF3ED}">
  <a:tblStyle styleId="{D10F6822-4B04-411D-BDC0-7A8B5D4CF3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{D10F6822-4B04-411D-BDC0-7A8B5D4CF3ED}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