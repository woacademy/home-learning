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A7185F-9267-437D-9102-11EF2DEA8F3E}">
  <a:tblStyle styleId="{DCA7185F-9267-437D-9102-11EF2DEA8F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{DCA7185F-9267-437D-9102-11EF2DEA8F3E}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