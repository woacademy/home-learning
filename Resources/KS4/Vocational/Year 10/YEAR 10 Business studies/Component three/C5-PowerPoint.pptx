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EC42A-B0C5-4A87-870F-820D72708069}">
  <a:tblStyle styleId="{61BEC42A-B0C5-4A87-870F-820D727080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{61BEC42A-B0C5-4A87-870F-820D72708069}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