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CCB6615-7CE1-44CE-A405-0BF479B9A715}">
  <a:tblStyle styleId="{9CCB6615-7CE1-44CE-A405-0BF479B9A71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{9CCB6615-7CE1-44CE-A405-0BF479B9A715}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