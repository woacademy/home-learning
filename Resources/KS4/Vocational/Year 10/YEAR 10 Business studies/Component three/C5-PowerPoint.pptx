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1316A0F-16C7-4F38-971A-D07E6B0687C7}">
  <a:tblStyle styleId="{A1316A0F-16C7-4F38-971A-D07E6B0687C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{A1316A0F-16C7-4F38-971A-D07E6B0687C7}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