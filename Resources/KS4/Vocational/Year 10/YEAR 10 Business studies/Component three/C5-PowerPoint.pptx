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FA063D-F9E7-4A33-80E9-D783C5DC2DDB}">
  <a:tblStyle styleId="{0BFA063D-F9E7-4A33-80E9-D783C5DC2D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{0BFA063D-F9E7-4A33-80E9-D783C5DC2DDB}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