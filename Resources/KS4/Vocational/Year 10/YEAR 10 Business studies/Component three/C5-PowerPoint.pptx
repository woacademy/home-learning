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895AB9-1657-4502-9C20-5B83EDCA8926}">
  <a:tblStyle styleId="{EF895AB9-1657-4502-9C20-5B83EDCA89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{EF895AB9-1657-4502-9C20-5B83EDCA8926}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