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8EC9A1-7E65-4A46-B9CD-E6782DBD02BA}">
  <a:tblStyle styleId="{BB8EC9A1-7E65-4A46-B9CD-E6782DBD02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{BB8EC9A1-7E65-4A46-B9CD-E6782DBD02BA}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