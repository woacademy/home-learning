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4FB54F-8700-4C0F-974B-A1FC400EA303}">
  <a:tblStyle styleId="{BD4FB54F-8700-4C0F-974B-A1FC400EA3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{BD4FB54F-8700-4C0F-974B-A1FC400EA303}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