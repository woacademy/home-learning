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1D2B7C-0404-4998-83B7-B4A55C9DCC7E}">
  <a:tblStyle styleId="{CD1D2B7C-0404-4998-83B7-B4A55C9DCC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{CD1D2B7C-0404-4998-83B7-B4A55C9DCC7E}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