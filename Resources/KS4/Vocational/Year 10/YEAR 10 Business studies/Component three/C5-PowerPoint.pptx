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C7466-8A5C-4AC6-A765-D92D1057E629}">
  <a:tblStyle styleId="{1EDC7466-8A5C-4AC6-A765-D92D1057E6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{1EDC7466-8A5C-4AC6-A765-D92D1057E629}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