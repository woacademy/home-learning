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78C2D9-B166-413C-B26C-C60E492833F8}">
  <a:tblStyle styleId="{DF78C2D9-B166-413C-B26C-C60E492833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{DF78C2D9-B166-413C-B26C-C60E492833F8}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