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F7B065C-77D5-40D3-B897-1C6C75F0044C}">
  <a:tblStyle styleId="{4F7B065C-77D5-40D3-B897-1C6C75F0044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{4F7B065C-77D5-40D3-B897-1C6C75F0044C}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