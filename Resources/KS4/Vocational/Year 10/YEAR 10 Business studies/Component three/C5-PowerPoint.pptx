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9BF5FBA-4C9A-4840-98AC-BFF482D0E8EB}">
  <a:tblStyle styleId="{19BF5FBA-4C9A-4840-98AC-BFF482D0E8E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{19BF5FBA-4C9A-4840-98AC-BFF482D0E8EB}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