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98A4B9-1CF3-4A40-9AC0-F6F31EE009E3}">
  <a:tblStyle styleId="{EB98A4B9-1CF3-4A40-9AC0-F6F31EE009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{EB98A4B9-1CF3-4A40-9AC0-F6F31EE009E3}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