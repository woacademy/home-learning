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2D93D2-0E27-4CBE-9521-9184160EBA37}">
  <a:tblStyle styleId="{612D93D2-0E27-4CBE-9521-9184160EBA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{612D93D2-0E27-4CBE-9521-9184160EBA37}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