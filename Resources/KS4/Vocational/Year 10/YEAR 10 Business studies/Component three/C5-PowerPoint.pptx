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8B13EB-6290-4717-A464-BD6C796528D4}">
  <a:tblStyle styleId="{CB8B13EB-6290-4717-A464-BD6C796528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{CB8B13EB-6290-4717-A464-BD6C796528D4}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