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F49020-5811-48FC-AF94-3EA394464F30}">
  <a:tblStyle styleId="{86F49020-5811-48FC-AF94-3EA394464F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{86F49020-5811-48FC-AF94-3EA394464F30}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