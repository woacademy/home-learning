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62FFDB-4CF7-4DE7-9DB7-1C0C20D9214B}">
  <a:tblStyle styleId="{2F62FFDB-4CF7-4DE7-9DB7-1C0C20D921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{2F62FFDB-4CF7-4DE7-9DB7-1C0C20D9214B}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