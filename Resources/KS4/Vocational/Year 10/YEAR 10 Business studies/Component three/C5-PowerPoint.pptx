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49C9FF-7F5B-43A0-9253-28DBD8E50FD8}">
  <a:tblStyle styleId="{2049C9FF-7F5B-43A0-9253-28DBD8E50F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{2049C9FF-7F5B-43A0-9253-28DBD8E50FD8}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