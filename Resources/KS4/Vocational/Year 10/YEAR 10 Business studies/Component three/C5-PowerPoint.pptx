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5A1E64-51DE-434E-899C-8AE2E58DBC3C}">
  <a:tblStyle styleId="{AC5A1E64-51DE-434E-899C-8AE2E58DBC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{AC5A1E64-51DE-434E-899C-8AE2E58DBC3C}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