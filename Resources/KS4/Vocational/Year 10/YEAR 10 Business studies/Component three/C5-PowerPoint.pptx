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5286DF-DFF5-4B9A-8CBA-7D26038BF5E4}">
  <a:tblStyle styleId="{8E5286DF-DFF5-4B9A-8CBA-7D26038BF5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{8E5286DF-DFF5-4B9A-8CBA-7D26038BF5E4}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