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3C5780E-264A-46B2-BE2C-33ACE5DBF616}">
  <a:tblStyle styleId="{43C5780E-264A-46B2-BE2C-33ACE5DBF61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{43C5780E-264A-46B2-BE2C-33ACE5DBF616}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