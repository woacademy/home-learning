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B546A9-3914-47B7-B11F-4E8F7D580693}">
  <a:tblStyle styleId="{51B546A9-3914-47B7-B11F-4E8F7D5806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{51B546A9-3914-47B7-B11F-4E8F7D580693}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