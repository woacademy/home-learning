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B022BA-A271-477C-A38F-7FAE2E6554BB}">
  <a:tblStyle styleId="{86B022BA-A271-477C-A38F-7FAE2E6554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{86B022BA-A271-477C-A38F-7FAE2E6554BB}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