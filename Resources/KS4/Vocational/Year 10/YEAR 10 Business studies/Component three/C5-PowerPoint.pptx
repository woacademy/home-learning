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C1789AA-7B5D-4025-A63A-FACE2EE9CDF9}">
  <a:tblStyle styleId="{5C1789AA-7B5D-4025-A63A-FACE2EE9CDF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{5C1789AA-7B5D-4025-A63A-FACE2EE9CDF9}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