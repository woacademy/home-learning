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A84173-8723-45EA-BCAE-194BBE3BD755}">
  <a:tblStyle styleId="{74A84173-8723-45EA-BCAE-194BBE3BD7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{74A84173-8723-45EA-BCAE-194BBE3BD755}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