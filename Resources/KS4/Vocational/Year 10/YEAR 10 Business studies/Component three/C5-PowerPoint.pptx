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06F87-0391-4EA2-B9AC-3A4A543293ED}">
  <a:tblStyle styleId="{CC206F87-0391-4EA2-B9AC-3A4A543293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{CC206F87-0391-4EA2-B9AC-3A4A543293ED}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