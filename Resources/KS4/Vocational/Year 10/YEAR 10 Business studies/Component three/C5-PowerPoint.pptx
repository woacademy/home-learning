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59F732-31F5-4C4E-8C57-DFDB4C6F55D5}">
  <a:tblStyle styleId="{EA59F732-31F5-4C4E-8C57-DFDB4C6F55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{EA59F732-31F5-4C4E-8C57-DFDB4C6F55D5}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