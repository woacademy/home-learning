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055C51-EA31-4214-9445-AECBA45D7379}">
  <a:tblStyle styleId="{22055C51-EA31-4214-9445-AECBA45D73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{22055C51-EA31-4214-9445-AECBA45D7379}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