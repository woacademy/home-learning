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19696C-89E5-4A7C-B7B6-192D311E1808}">
  <a:tblStyle styleId="{D719696C-89E5-4A7C-B7B6-192D311E18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{D719696C-89E5-4A7C-B7B6-192D311E1808}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