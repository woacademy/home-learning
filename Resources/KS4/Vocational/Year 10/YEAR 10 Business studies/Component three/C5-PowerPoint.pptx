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2C9F51-F415-47FD-80A3-0B37393B7DCE}">
  <a:tblStyle styleId="{282C9F51-F415-47FD-80A3-0B37393B7D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{282C9F51-F415-47FD-80A3-0B37393B7DCE}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