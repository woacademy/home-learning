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ED70B1-9938-481E-9A97-7F0B49C8BD8A}">
  <a:tblStyle styleId="{0BED70B1-9938-481E-9A97-7F0B49C8BD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{0BED70B1-9938-481E-9A97-7F0B49C8BD8A}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