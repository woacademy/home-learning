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1488E8-3F03-4023-8ED8-44C95F74577C}">
  <a:tblStyle styleId="{4C1488E8-3F03-4023-8ED8-44C95F7457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{4C1488E8-3F03-4023-8ED8-44C95F74577C}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