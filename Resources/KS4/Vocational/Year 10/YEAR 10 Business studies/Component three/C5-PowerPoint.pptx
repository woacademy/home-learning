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9E67CE-CCB4-4E00-B707-3BDDD4F1A29D}">
  <a:tblStyle styleId="{569E67CE-CCB4-4E00-B707-3BDDD4F1A2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{569E67CE-CCB4-4E00-B707-3BDDD4F1A29D}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