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29CDB7-FEE9-4FDC-94EA-2BF345BE728F}">
  <a:tblStyle styleId="{D629CDB7-FEE9-4FDC-94EA-2BF345BE72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{D629CDB7-FEE9-4FDC-94EA-2BF345BE728F}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