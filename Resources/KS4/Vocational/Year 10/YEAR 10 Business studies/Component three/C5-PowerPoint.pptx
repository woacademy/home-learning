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D68AE-6379-496F-A897-A1C7592414E4}">
  <a:tblStyle styleId="{732D68AE-6379-496F-A897-A1C7592414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{732D68AE-6379-496F-A897-A1C7592414E4}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