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924D18-1DD6-4A7A-847F-18C0964520CE}">
  <a:tblStyle styleId="{4D924D18-1DD6-4A7A-847F-18C0964520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{4D924D18-1DD6-4A7A-847F-18C0964520CE}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