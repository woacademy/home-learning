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01E72B-8451-4F65-B620-22AD1598A56A}">
  <a:tblStyle styleId="{5D01E72B-8451-4F65-B620-22AD1598A5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{5D01E72B-8451-4F65-B620-22AD1598A56A}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