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9EC79D-80D1-42E4-B74B-EDD91B19A38C}">
  <a:tblStyle styleId="{059EC79D-80D1-42E4-B74B-EDD91B19A3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{059EC79D-80D1-42E4-B74B-EDD91B19A38C}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