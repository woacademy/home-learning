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F73A81-A468-4E02-8142-FFCCF8D3A25F}">
  <a:tblStyle styleId="{21F73A81-A468-4E02-8142-FFCCF8D3A2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{21F73A81-A468-4E02-8142-FFCCF8D3A25F}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