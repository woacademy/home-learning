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3667FE-B637-40A3-AEA5-9C92A92A75CC}">
  <a:tblStyle styleId="{3E3667FE-B637-40A3-AEA5-9C92A92A75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{3E3667FE-B637-40A3-AEA5-9C92A92A75CC}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