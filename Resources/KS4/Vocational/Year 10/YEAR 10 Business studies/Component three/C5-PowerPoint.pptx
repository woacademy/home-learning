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1E1BC9-46F1-4A6E-9870-20FF38E904D6}">
  <a:tblStyle styleId="{A91E1BC9-46F1-4A6E-9870-20FF38E904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{A91E1BC9-46F1-4A6E-9870-20FF38E904D6}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