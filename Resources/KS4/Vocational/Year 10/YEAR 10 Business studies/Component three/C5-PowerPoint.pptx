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8C97C9-384F-4D54-A189-3C5A3AB2DFE7}">
  <a:tblStyle styleId="{338C97C9-384F-4D54-A189-3C5A3AB2DF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{338C97C9-384F-4D54-A189-3C5A3AB2DFE7}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