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1DCD258-9C3F-414E-B451-368F37B17948}">
  <a:tblStyle styleId="{B1DCD258-9C3F-414E-B451-368F37B179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{B1DCD258-9C3F-414E-B451-368F37B17948}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