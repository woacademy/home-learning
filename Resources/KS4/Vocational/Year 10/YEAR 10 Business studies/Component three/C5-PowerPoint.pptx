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D72DC7-0C5E-42CF-B94A-D327153BB96E}">
  <a:tblStyle styleId="{FFD72DC7-0C5E-42CF-B94A-D327153BB9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{FFD72DC7-0C5E-42CF-B94A-D327153BB96E}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