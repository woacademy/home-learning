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727C2F-BC66-473C-BC5F-4A0777269927}">
  <a:tblStyle styleId="{7F727C2F-BC66-473C-BC5F-4A07772699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{7F727C2F-BC66-473C-BC5F-4A0777269927}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