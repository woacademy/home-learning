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121788-A9FE-4C4B-B878-5A9C8BF1E920}">
  <a:tblStyle styleId="{33121788-A9FE-4C4B-B878-5A9C8BF1E9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{33121788-A9FE-4C4B-B878-5A9C8BF1E920}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