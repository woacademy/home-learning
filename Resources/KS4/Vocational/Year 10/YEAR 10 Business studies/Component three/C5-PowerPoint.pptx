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137AA7-9A61-43FC-AE54-714017B21801}">
  <a:tblStyle styleId="{97137AA7-9A61-43FC-AE54-714017B218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{97137AA7-9A61-43FC-AE54-714017B21801}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