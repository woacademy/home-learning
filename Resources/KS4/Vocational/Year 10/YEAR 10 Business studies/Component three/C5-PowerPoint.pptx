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128E6A-2695-4CA6-B92E-52F1E044C81C}">
  <a:tblStyle styleId="{4A128E6A-2695-4CA6-B92E-52F1E044C8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{4A128E6A-2695-4CA6-B92E-52F1E044C81C}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