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0B7130-34D3-439E-A545-8635F60E1D62}">
  <a:tblStyle styleId="{160B7130-34D3-439E-A545-8635F60E1D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{160B7130-34D3-439E-A545-8635F60E1D62}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