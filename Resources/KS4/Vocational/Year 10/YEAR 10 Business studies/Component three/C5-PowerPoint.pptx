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735B96-D45D-4F7E-A1AF-0C5C6956510B}">
  <a:tblStyle styleId="{54735B96-D45D-4F7E-A1AF-0C5C695651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{54735B96-D45D-4F7E-A1AF-0C5C6956510B}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