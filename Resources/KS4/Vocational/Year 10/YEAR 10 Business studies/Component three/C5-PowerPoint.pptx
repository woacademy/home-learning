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23535-DFEC-4D72-BD91-27D830884336}">
  <a:tblStyle styleId="{0BF23535-DFEC-4D72-BD91-27D8308843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{0BF23535-DFEC-4D72-BD91-27D830884336}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