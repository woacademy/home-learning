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619A82-581E-4D76-9221-5B60EA6B0F92}">
  <a:tblStyle styleId="{9B619A82-581E-4D76-9221-5B60EA6B0F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{9B619A82-581E-4D76-9221-5B60EA6B0F92}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