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FE8121-7093-4B31-84DE-EABB729D0A5F}">
  <a:tblStyle styleId="{46FE8121-7093-4B31-84DE-EABB729D0A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{46FE8121-7093-4B31-84DE-EABB729D0A5F}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