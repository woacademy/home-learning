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B2FC6-AC8F-4855-8144-FCB363A60177}">
  <a:tblStyle styleId="{E9CB2FC6-AC8F-4855-8144-FCB363A601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{E9CB2FC6-AC8F-4855-8144-FCB363A60177}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