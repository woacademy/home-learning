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83655-A78D-4FF6-A343-97626DBD3E1D}">
  <a:tblStyle styleId="{C5283655-A78D-4FF6-A343-97626DBD3E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{C5283655-A78D-4FF6-A343-97626DBD3E1D}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