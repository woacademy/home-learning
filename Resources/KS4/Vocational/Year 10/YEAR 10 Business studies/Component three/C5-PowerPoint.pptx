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ADCF05-5E82-47FD-B70C-653CF28D75C9}">
  <a:tblStyle styleId="{24ADCF05-5E82-47FD-B70C-653CF28D75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{24ADCF05-5E82-47FD-B70C-653CF28D75C9}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