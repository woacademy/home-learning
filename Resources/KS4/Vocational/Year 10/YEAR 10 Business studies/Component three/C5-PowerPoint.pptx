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5F4924-A5AA-4B5A-93C6-EB5FF29F6AFA}">
  <a:tblStyle styleId="{2C5F4924-A5AA-4B5A-93C6-EB5FF29F6A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{2C5F4924-A5AA-4B5A-93C6-EB5FF29F6AFA}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