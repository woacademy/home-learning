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FB611C-C86E-475F-B76F-36D5D5CF9F19}">
  <a:tblStyle styleId="{50FB611C-C86E-475F-B76F-36D5D5CF9F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{50FB611C-C86E-475F-B76F-36D5D5CF9F19}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