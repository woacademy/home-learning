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9A6880-1503-415E-978F-1AF94CDF38B7}">
  <a:tblStyle styleId="{2F9A6880-1503-415E-978F-1AF94CDF38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{2F9A6880-1503-415E-978F-1AF94CDF38B7}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