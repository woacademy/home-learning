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EE9A9E1-CF12-4B06-BB13-583F1C7FB1C0}">
  <a:tblStyle styleId="{CEE9A9E1-CF12-4B06-BB13-583F1C7FB1C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{CEE9A9E1-CF12-4B06-BB13-583F1C7FB1C0}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