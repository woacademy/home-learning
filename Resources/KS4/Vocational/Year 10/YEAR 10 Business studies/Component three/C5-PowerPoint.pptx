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47E1EC-A93E-4A7A-B566-7A87AAE7BEF4}">
  <a:tblStyle styleId="{9347E1EC-A93E-4A7A-B566-7A87AAE7BE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{9347E1EC-A93E-4A7A-B566-7A87AAE7BEF4}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