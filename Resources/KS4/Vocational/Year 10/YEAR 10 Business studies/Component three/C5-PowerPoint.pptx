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1719CB-1990-4CD8-94D9-3C6A6CBF9AD3}">
  <a:tblStyle styleId="{251719CB-1990-4CD8-94D9-3C6A6CBF9A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{251719CB-1990-4CD8-94D9-3C6A6CBF9AD3}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