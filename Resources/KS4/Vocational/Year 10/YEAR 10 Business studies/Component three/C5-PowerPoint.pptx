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0D9AFE-BD5F-4B72-A724-0FE232F50CE6}">
  <a:tblStyle styleId="{AB0D9AFE-BD5F-4B72-A724-0FE232F50C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{AB0D9AFE-BD5F-4B72-A724-0FE232F50CE6}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