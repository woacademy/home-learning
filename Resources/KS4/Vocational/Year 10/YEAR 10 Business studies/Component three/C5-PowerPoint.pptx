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C8E94-7A0F-44CD-AA56-FA234663DB77}">
  <a:tblStyle styleId="{FB0C8E94-7A0F-44CD-AA56-FA234663D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{FB0C8E94-7A0F-44CD-AA56-FA234663DB77}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