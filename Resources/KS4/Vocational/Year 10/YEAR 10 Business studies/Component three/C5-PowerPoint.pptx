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E48DDF-E5EE-4CAA-9035-F53CBD0E5247}">
  <a:tblStyle styleId="{C8E48DDF-E5EE-4CAA-9035-F53CBD0E52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{C8E48DDF-E5EE-4CAA-9035-F53CBD0E5247}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