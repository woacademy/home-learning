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A7E9BF-2A18-4A5E-AA54-933D75ABA907}">
  <a:tblStyle styleId="{73A7E9BF-2A18-4A5E-AA54-933D75ABA9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{73A7E9BF-2A18-4A5E-AA54-933D75ABA907}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