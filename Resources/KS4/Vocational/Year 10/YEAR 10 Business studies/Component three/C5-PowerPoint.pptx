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9719E7-373B-473B-9F06-3041E3A160B3}">
  <a:tblStyle styleId="{B59719E7-373B-473B-9F06-3041E3A160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{B59719E7-373B-473B-9F06-3041E3A160B3}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