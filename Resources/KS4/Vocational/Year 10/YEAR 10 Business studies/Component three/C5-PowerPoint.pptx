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F76519-8B6D-435E-8EA6-529C1A166480}">
  <a:tblStyle styleId="{13F76519-8B6D-435E-8EA6-529C1A1664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{13F76519-8B6D-435E-8EA6-529C1A166480}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