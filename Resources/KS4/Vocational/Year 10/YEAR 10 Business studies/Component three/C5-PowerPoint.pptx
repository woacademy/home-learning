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7D8709-4DBE-435B-B5EB-0543DF59011B}">
  <a:tblStyle styleId="{E27D8709-4DBE-435B-B5EB-0543DF5901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{E27D8709-4DBE-435B-B5EB-0543DF59011B}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