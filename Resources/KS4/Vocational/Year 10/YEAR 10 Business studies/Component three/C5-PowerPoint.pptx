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871E79-D76B-4AFB-A79F-41A26610CF0E}">
  <a:tblStyle styleId="{BF871E79-D76B-4AFB-A79F-41A26610CF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{BF871E79-D76B-4AFB-A79F-41A26610CF0E}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