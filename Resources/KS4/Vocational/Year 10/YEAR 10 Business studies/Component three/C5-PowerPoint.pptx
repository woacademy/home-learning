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4E9B02F-A302-48A1-8A5A-D9055E251EBA}">
  <a:tblStyle styleId="{74E9B02F-A302-48A1-8A5A-D9055E251EB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{74E9B02F-A302-48A1-8A5A-D9055E251EBA}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