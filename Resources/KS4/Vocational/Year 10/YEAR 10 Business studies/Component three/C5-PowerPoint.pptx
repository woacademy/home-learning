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EC959B-AE46-46C5-8450-3D69EB81A96A}">
  <a:tblStyle styleId="{1DEC959B-AE46-46C5-8450-3D69EB81A9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{1DEC959B-AE46-46C5-8450-3D69EB81A96A}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