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194A96-7CC0-40AB-888C-BB29B1BE68FB}">
  <a:tblStyle styleId="{51194A96-7CC0-40AB-888C-BB29B1BE68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{51194A96-7CC0-40AB-888C-BB29B1BE68FB}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