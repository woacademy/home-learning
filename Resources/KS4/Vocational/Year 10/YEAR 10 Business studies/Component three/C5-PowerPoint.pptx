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2765F6-9D1E-40B1-A000-EFE10149B002}">
  <a:tblStyle styleId="{072765F6-9D1E-40B1-A000-EFE10149B0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{072765F6-9D1E-40B1-A000-EFE10149B002}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