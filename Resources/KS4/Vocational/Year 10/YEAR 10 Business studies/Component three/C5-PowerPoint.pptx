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F9BC2F-3592-4DD3-82E5-F9CE26E97537}">
  <a:tblStyle styleId="{B8F9BC2F-3592-4DD3-82E5-F9CE26E975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{B8F9BC2F-3592-4DD3-82E5-F9CE26E97537}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