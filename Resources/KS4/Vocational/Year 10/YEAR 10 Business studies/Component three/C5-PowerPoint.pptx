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E1EA28-1392-431C-9B32-4FAD79F4AC16}">
  <a:tblStyle styleId="{4FE1EA28-1392-431C-9B32-4FAD79F4AC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{4FE1EA28-1392-431C-9B32-4FAD79F4AC16}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