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BC174-0DDA-4D1E-86CC-4018F1348D15}">
  <a:tblStyle styleId="{AA5BC174-0DDA-4D1E-86CC-4018F1348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{AA5BC174-0DDA-4D1E-86CC-4018F1348D15}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