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1AC04-159A-4C1D-A5A7-CD77BA7DFC66}">
  <a:tblStyle styleId="{7321AC04-159A-4C1D-A5A7-CD77BA7DF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{7321AC04-159A-4C1D-A5A7-CD77BA7DFC66}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