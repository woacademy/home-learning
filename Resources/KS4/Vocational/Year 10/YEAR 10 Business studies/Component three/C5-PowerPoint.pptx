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523927-EA9F-4A5D-8BD2-8AB859CFD4B1}">
  <a:tblStyle styleId="{FD523927-EA9F-4A5D-8BD2-8AB859CFD4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{FD523927-EA9F-4A5D-8BD2-8AB859CFD4B1}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