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69518C8-8812-4628-8E63-33D5F4A98774}">
  <a:tblStyle styleId="{169518C8-8812-4628-8E63-33D5F4A9877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{169518C8-8812-4628-8E63-33D5F4A98774}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