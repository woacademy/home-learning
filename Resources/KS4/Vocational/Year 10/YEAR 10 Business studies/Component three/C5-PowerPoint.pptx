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40672A-4DA8-4EC7-8764-04289DC69C43}">
  <a:tblStyle styleId="{2940672A-4DA8-4EC7-8764-04289DC69C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{2940672A-4DA8-4EC7-8764-04289DC69C43}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