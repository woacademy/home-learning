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DA3B4E-B36E-4D9D-9CD1-DE57A564750D}">
  <a:tblStyle styleId="{30DA3B4E-B36E-4D9D-9CD1-DE57A56475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{30DA3B4E-B36E-4D9D-9CD1-DE57A564750D}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