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DC3F9B-5355-4822-98D8-1310F7DCB40D}">
  <a:tblStyle styleId="{A0DC3F9B-5355-4822-98D8-1310F7DCB40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{A0DC3F9B-5355-4822-98D8-1310F7DCB40D}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