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AE9005-1C61-47D7-8AC1-9F4007E6CACF}">
  <a:tblStyle styleId="{97AE9005-1C61-47D7-8AC1-9F4007E6CA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{97AE9005-1C61-47D7-8AC1-9F4007E6CACF}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