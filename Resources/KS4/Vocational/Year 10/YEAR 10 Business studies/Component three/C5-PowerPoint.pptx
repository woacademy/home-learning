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BD78E0F-C186-4406-8E19-FB2E4B0DE117}">
  <a:tblStyle styleId="{FBD78E0F-C186-4406-8E19-FB2E4B0DE1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{FBD78E0F-C186-4406-8E19-FB2E4B0DE117}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