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C1B3F1F-3C00-4149-A62A-D1E4779BBA66}">
  <a:tblStyle styleId="{BC1B3F1F-3C00-4149-A62A-D1E4779BBA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{BC1B3F1F-3C00-4149-A62A-D1E4779BBA66}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