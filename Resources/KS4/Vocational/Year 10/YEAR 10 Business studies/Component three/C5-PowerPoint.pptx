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9A0EDD-1896-4EED-8B41-185CAA2B2C32}">
  <a:tblStyle styleId="{0C9A0EDD-1896-4EED-8B41-185CAA2B2C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{0C9A0EDD-1896-4EED-8B41-185CAA2B2C32}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