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2E70C4-32C1-425A-8AA1-FFD59F325B1E}">
  <a:tblStyle styleId="{D02E70C4-32C1-425A-8AA1-FFD59F325B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{D02E70C4-32C1-425A-8AA1-FFD59F325B1E}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