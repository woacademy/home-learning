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35CF31-8A00-486C-90CC-AB12DB9D7D87}">
  <a:tblStyle styleId="{E935CF31-8A00-486C-90CC-AB12DB9D7D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{E935CF31-8A00-486C-90CC-AB12DB9D7D87}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