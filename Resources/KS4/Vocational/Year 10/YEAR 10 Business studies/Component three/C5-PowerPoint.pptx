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B17E8D-9580-4132-990A-120E5F1F2698}">
  <a:tblStyle styleId="{78B17E8D-9580-4132-990A-120E5F1F26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{78B17E8D-9580-4132-990A-120E5F1F2698}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