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EDECD03C-7805-494E-8653-C02D70DF709A}">
  <a:tblStyle styleId="{EDECD03C-7805-494E-8653-C02D70DF709A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{EDECD03C-7805-494E-8653-C02D70DF709A}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