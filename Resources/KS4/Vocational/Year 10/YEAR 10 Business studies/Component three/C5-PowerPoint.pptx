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145550-BBF2-4586-9F11-3F1FA40788F9}">
  <a:tblStyle styleId="{8E145550-BBF2-4586-9F11-3F1FA40788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{8E145550-BBF2-4586-9F11-3F1FA40788F9}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