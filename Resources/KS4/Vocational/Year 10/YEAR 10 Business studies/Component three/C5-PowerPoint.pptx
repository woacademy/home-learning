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103B84-5A7E-43E4-B215-47B572FC8746}">
  <a:tblStyle styleId="{10103B84-5A7E-43E4-B215-47B572FC87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{10103B84-5A7E-43E4-B215-47B572FC8746}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