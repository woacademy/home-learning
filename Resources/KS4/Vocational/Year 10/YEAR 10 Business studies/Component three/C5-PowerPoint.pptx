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73CB3D-D63E-406B-B719-273C4BDC5709}">
  <a:tblStyle styleId="{5873CB3D-D63E-406B-B719-273C4BDC57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{5873CB3D-D63E-406B-B719-273C4BDC5709}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