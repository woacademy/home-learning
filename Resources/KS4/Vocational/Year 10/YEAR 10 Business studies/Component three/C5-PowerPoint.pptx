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1FBB52-8159-4271-BA3D-44A1CFD98BA3}">
  <a:tblStyle styleId="{461FBB52-8159-4271-BA3D-44A1CFD98B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{461FBB52-8159-4271-BA3D-44A1CFD98BA3}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