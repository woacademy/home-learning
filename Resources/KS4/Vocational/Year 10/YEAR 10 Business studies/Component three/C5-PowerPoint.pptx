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29706E2-AD94-4B58-9312-44B0629026BA}">
  <a:tblStyle styleId="{829706E2-AD94-4B58-9312-44B0629026B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{829706E2-AD94-4B58-9312-44B0629026BA}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