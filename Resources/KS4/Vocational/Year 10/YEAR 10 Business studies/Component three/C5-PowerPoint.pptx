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4E41D47-4189-4F66-87AC-EC4F02CE1DB8}">
  <a:tblStyle styleId="{A4E41D47-4189-4F66-87AC-EC4F02CE1DB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{A4E41D47-4189-4F66-87AC-EC4F02CE1DB8}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