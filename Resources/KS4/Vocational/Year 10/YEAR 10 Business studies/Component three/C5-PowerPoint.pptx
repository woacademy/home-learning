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AEDB75-3772-414E-ACAA-65ED703241E2}">
  <a:tblStyle styleId="{BEAEDB75-3772-414E-ACAA-65ED703241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{BEAEDB75-3772-414E-ACAA-65ED703241E2}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