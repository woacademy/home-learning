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B2E43A-2BC4-43AA-85C5-E67F15C29F4D}">
  <a:tblStyle styleId="{5AB2E43A-2BC4-43AA-85C5-E67F15C29F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{5AB2E43A-2BC4-43AA-85C5-E67F15C29F4D}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