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E4E606-7DE8-4B85-808F-D6EFD42E8958}">
  <a:tblStyle styleId="{A4E4E606-7DE8-4B85-808F-D6EFD42E89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{A4E4E606-7DE8-4B85-808F-D6EFD42E8958}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