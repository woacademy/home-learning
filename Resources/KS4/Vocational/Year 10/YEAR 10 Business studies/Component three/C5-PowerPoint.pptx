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4322AA-88EA-46A5-AFD3-8AC6DD8388FF}">
  <a:tblStyle styleId="{5B4322AA-88EA-46A5-AFD3-8AC6DD8388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{5B4322AA-88EA-46A5-AFD3-8AC6DD8388FF}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