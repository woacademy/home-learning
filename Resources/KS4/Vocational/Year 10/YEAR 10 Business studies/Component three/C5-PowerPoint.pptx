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618E79-2783-452C-A947-B27569C576B0}">
  <a:tblStyle styleId="{4E618E79-2783-452C-A947-B27569C576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{4E618E79-2783-452C-A947-B27569C576B0}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