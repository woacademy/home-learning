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CFD7C7-0DDE-4093-B28B-2102F57E609D}">
  <a:tblStyle styleId="{5BCFD7C7-0DDE-4093-B28B-2102F57E60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{5BCFD7C7-0DDE-4093-B28B-2102F57E609D}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