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7750BC-5AAC-4B96-AC66-AC9F242E66BB}">
  <a:tblStyle styleId="{307750BC-5AAC-4B96-AC66-AC9F242E6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{307750BC-5AAC-4B96-AC66-AC9F242E66BB}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