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388F9C-F1D9-4C7B-B4D1-A538615251BB}">
  <a:tblStyle styleId="{6F388F9C-F1D9-4C7B-B4D1-A538615251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{6F388F9C-F1D9-4C7B-B4D1-A538615251BB}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