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41AA4-45D5-4E82-A6B8-26F1967CD9D4}">
  <a:tblStyle styleId="{A4C41AA4-45D5-4E82-A6B8-26F1967CD9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{A4C41AA4-45D5-4E82-A6B8-26F1967CD9D4}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