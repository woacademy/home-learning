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9E56E5-C415-484A-A355-B056FE191CF9}">
  <a:tblStyle styleId="{619E56E5-C415-484A-A355-B056FE191C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{619E56E5-C415-484A-A355-B056FE191CF9}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