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66050B-3120-4297-810A-16BE084DA5FB}">
  <a:tblStyle styleId="{8466050B-3120-4297-810A-16BE084DA5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{8466050B-3120-4297-810A-16BE084DA5FB}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