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F350CD-94C3-4B9E-AE60-2E8B55CCC910}">
  <a:tblStyle styleId="{6FF350CD-94C3-4B9E-AE60-2E8B55CCC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{6FF350CD-94C3-4B9E-AE60-2E8B55CCC910}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