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C67D8-1FDF-47EC-B1E5-ACBB4F2356B4}">
  <a:tblStyle styleId="{8B8C67D8-1FDF-47EC-B1E5-ACBB4F2356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{8B8C67D8-1FDF-47EC-B1E5-ACBB4F2356B4}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