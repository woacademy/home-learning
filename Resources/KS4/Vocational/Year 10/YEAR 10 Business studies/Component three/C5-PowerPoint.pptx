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797AB29-084F-4451-B2EA-2657D8DFB66B}">
  <a:tblStyle styleId="{2797AB29-084F-4451-B2EA-2657D8DFB6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{2797AB29-084F-4451-B2EA-2657D8DFB66B}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