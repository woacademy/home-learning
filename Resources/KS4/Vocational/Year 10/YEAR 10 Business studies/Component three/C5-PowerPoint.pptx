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71889FA-71BD-4A53-9032-2F0F9C4BA170}">
  <a:tblStyle styleId="{871889FA-71BD-4A53-9032-2F0F9C4BA17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{871889FA-71BD-4A53-9032-2F0F9C4BA170}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