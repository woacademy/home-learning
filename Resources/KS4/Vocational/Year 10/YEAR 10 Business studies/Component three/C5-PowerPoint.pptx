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5BAABA-D2BF-4360-9665-6EE320126ECF}">
  <a:tblStyle styleId="{2B5BAABA-D2BF-4360-9665-6EE320126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{2B5BAABA-D2BF-4360-9665-6EE320126ECF}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