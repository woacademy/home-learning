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92F737-579B-4608-A940-7AED56B94008}">
  <a:tblStyle styleId="{7C92F737-579B-4608-A940-7AED56B940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{7C92F737-579B-4608-A940-7AED56B94008}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