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E4B190-F4E6-4EA6-A541-030EC8C5FD00}">
  <a:tblStyle styleId="{69E4B190-F4E6-4EA6-A541-030EC8C5F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{69E4B190-F4E6-4EA6-A541-030EC8C5FD00}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