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E5B942-6216-4BBF-8C0E-0824F7EA7456}">
  <a:tblStyle styleId="{42E5B942-6216-4BBF-8C0E-0824F7EA74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{42E5B942-6216-4BBF-8C0E-0824F7EA7456}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