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90DD03E-AEC7-4715-99F0-3C620A96BC88}">
  <a:tblStyle styleId="{A90DD03E-AEC7-4715-99F0-3C620A96BC8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{A90DD03E-AEC7-4715-99F0-3C620A96BC88}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