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36D01B-8367-4208-BCFB-68DB6926744B}">
  <a:tblStyle styleId="{B636D01B-8367-4208-BCFB-68DB69267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{B636D01B-8367-4208-BCFB-68DB6926744B}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