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84675C-B117-4338-8D4A-9EE1A57F026E}">
  <a:tblStyle styleId="{9F84675C-B117-4338-8D4A-9EE1A57F02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{9F84675C-B117-4338-8D4A-9EE1A57F026E}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