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18BCC36-86A6-4815-BFD6-9CAFAE6831B3}">
  <a:tblStyle styleId="{118BCC36-86A6-4815-BFD6-9CAFAE6831B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{118BCC36-86A6-4815-BFD6-9CAFAE6831B3}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