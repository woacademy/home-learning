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96B9DF-C803-435E-97C3-95BF169670EE}">
  <a:tblStyle styleId="{BE96B9DF-C803-435E-97C3-95BF169670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{BE96B9DF-C803-435E-97C3-95BF169670EE}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