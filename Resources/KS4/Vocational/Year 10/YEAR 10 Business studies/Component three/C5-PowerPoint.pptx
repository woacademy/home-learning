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19415-D113-4311-8F63-8470A3909FF3}">
  <a:tblStyle styleId="{AC019415-D113-4311-8F63-8470A3909F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{AC019415-D113-4311-8F63-8470A3909FF3}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