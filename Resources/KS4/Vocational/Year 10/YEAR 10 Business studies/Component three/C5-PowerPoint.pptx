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EEDBB1-B565-4AE4-93CE-E5FAA49D926A}">
  <a:tblStyle styleId="{C7EEDBB1-B565-4AE4-93CE-E5FAA49D92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{C7EEDBB1-B565-4AE4-93CE-E5FAA49D926A}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