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B0B52B2-01CC-4FA9-81DB-E141933FB953}">
  <a:tblStyle styleId="{FB0B52B2-01CC-4FA9-81DB-E141933FB95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{FB0B52B2-01CC-4FA9-81DB-E141933FB953}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