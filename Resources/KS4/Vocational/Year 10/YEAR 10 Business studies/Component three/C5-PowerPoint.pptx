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DBA0A8-9ADC-4FB8-B296-5EF9359621B9}">
  <a:tblStyle styleId="{2ADBA0A8-9ADC-4FB8-B296-5EF9359621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{2ADBA0A8-9ADC-4FB8-B296-5EF9359621B9}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