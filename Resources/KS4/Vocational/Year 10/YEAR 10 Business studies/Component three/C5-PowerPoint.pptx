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611098-79F8-4728-9C2F-EA5E1377EBEE}">
  <a:tblStyle styleId="{02611098-79F8-4728-9C2F-EA5E1377EB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{02611098-79F8-4728-9C2F-EA5E1377EBEE}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