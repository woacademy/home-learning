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7F4A07-0A0D-4687-9D4A-1C39881C7B0B}">
  <a:tblStyle styleId="{157F4A07-0A0D-4687-9D4A-1C39881C7B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{157F4A07-0A0D-4687-9D4A-1C39881C7B0B}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