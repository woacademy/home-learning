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CC99ED-5881-4AD4-A6D4-0C13085140FC}">
  <a:tblStyle styleId="{E4CC99ED-5881-4AD4-A6D4-0C13085140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{E4CC99ED-5881-4AD4-A6D4-0C13085140FC}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