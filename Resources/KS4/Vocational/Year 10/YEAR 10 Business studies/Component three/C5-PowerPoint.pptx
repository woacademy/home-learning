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78DD2D-F2F8-4B62-9AE4-1DE821433058}">
  <a:tblStyle styleId="{5778DD2D-F2F8-4B62-9AE4-1DE8214330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{5778DD2D-F2F8-4B62-9AE4-1DE821433058}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