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9C1DF9-9FD7-48D1-8AEC-8FD99C900D7B}">
  <a:tblStyle styleId="{1E9C1DF9-9FD7-48D1-8AEC-8FD99C900D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{1E9C1DF9-9FD7-48D1-8AEC-8FD99C900D7B}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