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C21EDC-561C-4E7A-98C3-30595B527D5A}">
  <a:tblStyle styleId="{EEC21EDC-561C-4E7A-98C3-30595B527D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{EEC21EDC-561C-4E7A-98C3-30595B527D5A}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