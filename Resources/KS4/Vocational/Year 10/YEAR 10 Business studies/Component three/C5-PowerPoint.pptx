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785C108-6090-4764-BA6F-AA88963148B2}">
  <a:tblStyle styleId="{5785C108-6090-4764-BA6F-AA88963148B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{5785C108-6090-4764-BA6F-AA88963148B2}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