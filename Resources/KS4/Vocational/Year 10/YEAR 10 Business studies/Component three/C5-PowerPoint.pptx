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F1D254-DE24-49F1-BDEA-7C52A37E703D}">
  <a:tblStyle styleId="{6EF1D254-DE24-49F1-BDEA-7C52A37E70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{6EF1D254-DE24-49F1-BDEA-7C52A37E703D}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