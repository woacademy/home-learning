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575B69-7263-435E-BCC0-9213BF831D1D}">
  <a:tblStyle styleId="{6B575B69-7263-435E-BCC0-9213BF831D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{6B575B69-7263-435E-BCC0-9213BF831D1D}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