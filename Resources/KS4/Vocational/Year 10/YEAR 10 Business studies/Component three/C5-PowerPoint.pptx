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256BA22-5686-4008-86A7-F78A2AB53EAF}">
  <a:tblStyle styleId="{A256BA22-5686-4008-86A7-F78A2AB53EA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{A256BA22-5686-4008-86A7-F78A2AB53EAF}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