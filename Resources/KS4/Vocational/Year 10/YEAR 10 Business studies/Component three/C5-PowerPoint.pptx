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BF2E58-6E85-444C-B3E0-5FB523C2E5A6}">
  <a:tblStyle styleId="{D8BF2E58-6E85-444C-B3E0-5FB523C2E5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{D8BF2E58-6E85-444C-B3E0-5FB523C2E5A6}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