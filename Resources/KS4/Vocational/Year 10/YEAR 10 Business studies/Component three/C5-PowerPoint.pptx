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E7CB92-50C4-4FBC-B0E5-2C1E0978E967}">
  <a:tblStyle styleId="{EFE7CB92-50C4-4FBC-B0E5-2C1E0978E9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{EFE7CB92-50C4-4FBC-B0E5-2C1E0978E967}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