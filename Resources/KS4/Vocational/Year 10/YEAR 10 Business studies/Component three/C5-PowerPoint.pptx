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E668893-392E-45CF-85CE-F7C8C54B95B7}">
  <a:tblStyle styleId="{FE668893-392E-45CF-85CE-F7C8C54B95B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{FE668893-392E-45CF-85CE-F7C8C54B95B7}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