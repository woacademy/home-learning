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E6772E-C432-4F42-9206-392B55CB3D04}">
  <a:tblStyle styleId="{A0E6772E-C432-4F42-9206-392B55CB3D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{A0E6772E-C432-4F42-9206-392B55CB3D04}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