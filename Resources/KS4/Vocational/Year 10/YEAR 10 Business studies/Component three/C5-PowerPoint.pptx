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3BFA9C-E17C-4AD3-8A2D-4B5E7FF54F62}">
  <a:tblStyle styleId="{503BFA9C-E17C-4AD3-8A2D-4B5E7FF54F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{503BFA9C-E17C-4AD3-8A2D-4B5E7FF54F62}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