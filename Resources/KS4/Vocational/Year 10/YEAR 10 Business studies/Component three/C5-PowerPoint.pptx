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E8B01F-D849-445C-B664-9DC3FE6CBF2A}">
  <a:tblStyle styleId="{20E8B01F-D849-445C-B664-9DC3FE6CBF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{20E8B01F-D849-445C-B664-9DC3FE6CBF2A}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