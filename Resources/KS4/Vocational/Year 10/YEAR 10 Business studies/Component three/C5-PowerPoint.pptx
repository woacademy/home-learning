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905D9E-26D0-4F9C-9856-1D574959463C}">
  <a:tblStyle styleId="{3C905D9E-26D0-4F9C-9856-1D57495946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{3C905D9E-26D0-4F9C-9856-1D574959463C}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