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9FAA1E-CCEF-49C8-9EAC-B0B8D4C2FA43}">
  <a:tblStyle styleId="{BD9FAA1E-CCEF-49C8-9EAC-B0B8D4C2FA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{BD9FAA1E-CCEF-49C8-9EAC-B0B8D4C2FA43}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