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32CD82-DF0E-4E56-B533-8368DA674CD2}">
  <a:tblStyle styleId="{7932CD82-DF0E-4E56-B533-8368DA674CD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{7932CD82-DF0E-4E56-B533-8368DA674CD2}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