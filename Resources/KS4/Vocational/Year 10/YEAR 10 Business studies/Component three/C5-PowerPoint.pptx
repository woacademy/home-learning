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671757-23D8-43BB-9B55-2674DCC9961B}">
  <a:tblStyle styleId="{08671757-23D8-43BB-9B55-2674DCC996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{08671757-23D8-43BB-9B55-2674DCC9961B}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