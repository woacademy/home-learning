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70B246-2255-49F7-933A-36EF2406A791}">
  <a:tblStyle styleId="{F070B246-2255-49F7-933A-36EF2406A7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{F070B246-2255-49F7-933A-36EF2406A791}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