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9C9554-C48E-4BEB-A674-F76B4A668EF1}">
  <a:tblStyle styleId="{8B9C9554-C48E-4BEB-A674-F76B4A668E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{8B9C9554-C48E-4BEB-A674-F76B4A668EF1}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