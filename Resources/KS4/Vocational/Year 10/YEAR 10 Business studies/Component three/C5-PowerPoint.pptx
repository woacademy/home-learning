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AF8CA0-0749-48D0-AA88-6FF208D60724}">
  <a:tblStyle styleId="{44AF8CA0-0749-48D0-AA88-6FF208D607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{44AF8CA0-0749-48D0-AA88-6FF208D60724}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