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1F8582-7320-4DBF-A742-79B214A4636C}">
  <a:tblStyle styleId="{591F8582-7320-4DBF-A742-79B214A463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{591F8582-7320-4DBF-A742-79B214A4636C}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