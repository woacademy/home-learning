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9697F2-6778-4762-B3E5-9277E020B65D}">
  <a:tblStyle styleId="{169697F2-6778-4762-B3E5-9277E020B6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{169697F2-6778-4762-B3E5-9277E020B65D}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