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22A862-42E1-4729-A481-66BFEDD31C1F}">
  <a:tblStyle styleId="{5D22A862-42E1-4729-A481-66BFEDD31C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{5D22A862-42E1-4729-A481-66BFEDD31C1F}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