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B14C03D-0D85-4E71-B194-69E0FCC8573A}">
  <a:tblStyle styleId="{DB14C03D-0D85-4E71-B194-69E0FCC857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{DB14C03D-0D85-4E71-B194-69E0FCC8573A}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