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815F76-348E-4888-AE8F-0BEAEC80FC7C}">
  <a:tblStyle styleId="{3D815F76-348E-4888-AE8F-0BEAEC80FC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{3D815F76-348E-4888-AE8F-0BEAEC80FC7C}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