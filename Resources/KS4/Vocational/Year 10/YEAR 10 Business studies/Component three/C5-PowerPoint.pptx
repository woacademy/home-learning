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0457BB-A759-4214-955F-D31A4D8FAF88}">
  <a:tblStyle styleId="{620457BB-A759-4214-955F-D31A4D8FAF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{620457BB-A759-4214-955F-D31A4D8FAF88}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