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717D1D-465F-4845-B317-27BC062229B3}">
  <a:tblStyle styleId="{B6717D1D-465F-4845-B317-27BC062229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{B6717D1D-465F-4845-B317-27BC062229B3}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