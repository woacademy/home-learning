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092D46-72B8-4BD9-A5C6-57EFB069842D}">
  <a:tblStyle styleId="{31092D46-72B8-4BD9-A5C6-57EFB06984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{31092D46-72B8-4BD9-A5C6-57EFB069842D}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