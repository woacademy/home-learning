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93FE23-0784-43E4-967C-C0FBDCC42331}">
  <a:tblStyle styleId="{9193FE23-0784-43E4-967C-C0FBDCC423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{9193FE23-0784-43E4-967C-C0FBDCC42331}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