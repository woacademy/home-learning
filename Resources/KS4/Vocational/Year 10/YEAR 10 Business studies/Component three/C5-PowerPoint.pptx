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630C02-86AF-4827-BE73-885DCB2F73F6}">
  <a:tblStyle styleId="{FE630C02-86AF-4827-BE73-885DCB2F73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{FE630C02-86AF-4827-BE73-885DCB2F73F6}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