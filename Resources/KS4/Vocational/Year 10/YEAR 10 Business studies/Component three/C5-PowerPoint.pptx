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B15816-020B-4246-88F6-08C0BE35E606}">
  <a:tblStyle styleId="{C9B15816-020B-4246-88F6-08C0BE35E6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{C9B15816-020B-4246-88F6-08C0BE35E606}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