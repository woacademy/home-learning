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527566-9C5A-49E7-98FA-C336C0101DA6}">
  <a:tblStyle styleId="{47527566-9C5A-49E7-98FA-C336C0101D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{47527566-9C5A-49E7-98FA-C336C0101DA6}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