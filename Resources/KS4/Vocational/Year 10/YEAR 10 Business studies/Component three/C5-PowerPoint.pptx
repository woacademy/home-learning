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2D266CF-8407-43CC-9765-48177C5AF466}">
  <a:tblStyle styleId="{F2D266CF-8407-43CC-9765-48177C5AF4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{F2D266CF-8407-43CC-9765-48177C5AF466}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