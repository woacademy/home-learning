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AD015F-59FC-4B9E-9694-93D7CEE8C38B}">
  <a:tblStyle styleId="{74AD015F-59FC-4B9E-9694-93D7CEE8C3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{74AD015F-59FC-4B9E-9694-93D7CEE8C38B}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