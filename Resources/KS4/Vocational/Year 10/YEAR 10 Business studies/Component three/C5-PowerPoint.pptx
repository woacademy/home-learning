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862602-BF75-455D-BDEA-F21C14777DCE}">
  <a:tblStyle styleId="{DF862602-BF75-455D-BDEA-F21C14777D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{DF862602-BF75-455D-BDEA-F21C14777DCE}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