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DA27BD-69A2-464E-B40E-81D41B4B0EB5}">
  <a:tblStyle styleId="{56DA27BD-69A2-464E-B40E-81D41B4B0E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{56DA27BD-69A2-464E-B40E-81D41B4B0EB5}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