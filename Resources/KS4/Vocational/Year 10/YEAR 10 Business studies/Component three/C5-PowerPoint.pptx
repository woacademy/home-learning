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3211D-AA1E-45B3-A6B0-BE7AD9E0B64C}">
  <a:tblStyle styleId="{7B43211D-AA1E-45B3-A6B0-BE7AD9E0B6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{7B43211D-AA1E-45B3-A6B0-BE7AD9E0B64C}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