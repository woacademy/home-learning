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2BA4AF-2778-4E30-AA35-4E9C8E144D8B}">
  <a:tblStyle styleId="{032BA4AF-2778-4E30-AA35-4E9C8E144D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{032BA4AF-2778-4E30-AA35-4E9C8E144D8B}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