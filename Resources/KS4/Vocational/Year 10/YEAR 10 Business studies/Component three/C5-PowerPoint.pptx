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85023-05AD-468C-AD39-F97CFD1EE8E8}">
  <a:tblStyle styleId="{72785023-05AD-468C-AD39-F97CFD1EE8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{72785023-05AD-468C-AD39-F97CFD1EE8E8}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