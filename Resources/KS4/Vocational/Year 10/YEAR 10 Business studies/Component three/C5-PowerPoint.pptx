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D81E44-7589-4217-BEF5-C1720145438E}">
  <a:tblStyle styleId="{DED81E44-7589-4217-BEF5-C172014543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{DED81E44-7589-4217-BEF5-C1720145438E}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