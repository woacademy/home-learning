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2408EE-028F-4E34-A580-7BE26D180ABA}">
  <a:tblStyle styleId="{D92408EE-028F-4E34-A580-7BE26D180A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{D92408EE-028F-4E34-A580-7BE26D180ABA}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