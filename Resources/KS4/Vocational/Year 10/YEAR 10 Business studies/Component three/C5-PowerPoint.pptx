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C0DE45-82D8-403E-BCA8-E0CB752FFECF}">
  <a:tblStyle styleId="{95C0DE45-82D8-403E-BCA8-E0CB752FFE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{95C0DE45-82D8-403E-BCA8-E0CB752FFECF}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