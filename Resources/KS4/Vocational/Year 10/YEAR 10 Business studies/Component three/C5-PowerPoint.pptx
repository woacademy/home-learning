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00BCCB-DD56-4EC7-897F-7D0404D82787}">
  <a:tblStyle styleId="{DF00BCCB-DD56-4EC7-897F-7D0404D827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{DF00BCCB-DD56-4EC7-897F-7D0404D82787}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