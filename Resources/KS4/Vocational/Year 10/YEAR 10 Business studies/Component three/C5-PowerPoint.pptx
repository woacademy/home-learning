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CBBBE28-C785-41FA-818C-19400A88F1D4}">
  <a:tblStyle styleId="{1CBBBE28-C785-41FA-818C-19400A88F1D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{1CBBBE28-C785-41FA-818C-19400A88F1D4}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