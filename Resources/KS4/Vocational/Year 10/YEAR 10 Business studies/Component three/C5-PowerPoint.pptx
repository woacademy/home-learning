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98A9EF-1669-4865-AF06-41913DD1F722}">
  <a:tblStyle styleId="{6798A9EF-1669-4865-AF06-41913DD1F7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{6798A9EF-1669-4865-AF06-41913DD1F722}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