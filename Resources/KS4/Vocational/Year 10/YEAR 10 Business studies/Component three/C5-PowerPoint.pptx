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394CFF4-C762-4C3F-B0EB-8CA6E92EAF98}">
  <a:tblStyle styleId="{A394CFF4-C762-4C3F-B0EB-8CA6E92EAF9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{A394CFF4-C762-4C3F-B0EB-8CA6E92EAF98}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