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8150E2-41C0-4EE5-B512-8B6D6A681373}">
  <a:tblStyle styleId="{448150E2-41C0-4EE5-B512-8B6D6A6813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{448150E2-41C0-4EE5-B512-8B6D6A681373}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