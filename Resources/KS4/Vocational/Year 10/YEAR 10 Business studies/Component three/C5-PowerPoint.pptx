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4BA215-6BE1-41FC-8439-9231D27A34F8}">
  <a:tblStyle styleId="{B34BA215-6BE1-41FC-8439-9231D27A34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{B34BA215-6BE1-41FC-8439-9231D27A34F8}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