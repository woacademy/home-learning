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B8C951F-2F82-40EA-9CC3-BB1979829B5B}">
  <a:tblStyle styleId="{6B8C951F-2F82-40EA-9CC3-BB1979829B5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{6B8C951F-2F82-40EA-9CC3-BB1979829B5B}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