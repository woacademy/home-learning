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2A08665-6F54-4A62-A7F2-5B3F3C09A97F}">
  <a:tblStyle styleId="{A2A08665-6F54-4A62-A7F2-5B3F3C09A97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{A2A08665-6F54-4A62-A7F2-5B3F3C09A97F}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