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3AF418F-B339-4831-9884-2B6190DA708D}">
  <a:tblStyle styleId="{03AF418F-B339-4831-9884-2B6190DA708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{03AF418F-B339-4831-9884-2B6190DA708D}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