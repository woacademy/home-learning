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56673DB-B67B-4225-BE5A-040889A14615}">
  <a:tblStyle styleId="{856673DB-B67B-4225-BE5A-040889A146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{856673DB-B67B-4225-BE5A-040889A14615}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