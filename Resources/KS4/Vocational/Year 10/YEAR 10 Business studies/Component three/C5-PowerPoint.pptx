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7D1692-20C2-41D9-A7D3-4F1941E6099C}">
  <a:tblStyle styleId="{097D1692-20C2-41D9-A7D3-4F1941E609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{097D1692-20C2-41D9-A7D3-4F1941E6099C}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