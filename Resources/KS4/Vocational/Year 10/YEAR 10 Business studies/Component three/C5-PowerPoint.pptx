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A8EA1-C7E6-48E5-8BBC-7231B5093FBA}">
  <a:tblStyle styleId="{F34A8EA1-C7E6-48E5-8BBC-7231B5093F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{F34A8EA1-C7E6-48E5-8BBC-7231B5093FBA}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