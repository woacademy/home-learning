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AF6958-C8BC-4971-B0E5-2432A0443AEF}">
  <a:tblStyle styleId="{85AF6958-C8BC-4971-B0E5-2432A0443A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{85AF6958-C8BC-4971-B0E5-2432A0443AEF}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