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5C7E06-F095-4C0F-9D7D-E3DF35EA3560}">
  <a:tblStyle styleId="{B85C7E06-F095-4C0F-9D7D-E3DF35EA35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{B85C7E06-F095-4C0F-9D7D-E3DF35EA3560}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