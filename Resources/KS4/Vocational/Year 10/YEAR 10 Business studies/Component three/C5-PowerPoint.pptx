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B6006C-1D33-402E-8CEE-AC410F34E2C9}">
  <a:tblStyle styleId="{35B6006C-1D33-402E-8CEE-AC410F34E2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{35B6006C-1D33-402E-8CEE-AC410F34E2C9}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