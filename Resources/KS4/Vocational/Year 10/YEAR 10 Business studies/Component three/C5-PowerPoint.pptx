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EF9F70-3F3A-4B5C-9E22-57C608D6CCD9}">
  <a:tblStyle styleId="{99EF9F70-3F3A-4B5C-9E22-57C608D6CC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{99EF9F70-3F3A-4B5C-9E22-57C608D6CCD9}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