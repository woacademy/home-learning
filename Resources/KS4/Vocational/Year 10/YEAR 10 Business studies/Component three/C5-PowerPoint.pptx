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1D292D-EA1A-4C9B-BB73-C631234E3C45}">
  <a:tblStyle styleId="{D11D292D-EA1A-4C9B-BB73-C631234E3C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{D11D292D-EA1A-4C9B-BB73-C631234E3C45}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