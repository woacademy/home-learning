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662C29D-69BC-497E-8D7D-D45E3DFA7C77}">
  <a:tblStyle styleId="{0662C29D-69BC-497E-8D7D-D45E3DFA7C7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{0662C29D-69BC-497E-8D7D-D45E3DFA7C77}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