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B7BF4-9B34-4228-9FB1-392E0C1F2948}">
  <a:tblStyle styleId="{12CB7BF4-9B34-4228-9FB1-392E0C1F2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{12CB7BF4-9B34-4228-9FB1-392E0C1F2948}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