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4FEE6C-77E4-44F1-96B5-CC9D7E9DD99C}">
  <a:tblStyle styleId="{674FEE6C-77E4-44F1-96B5-CC9D7E9DD9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{674FEE6C-77E4-44F1-96B5-CC9D7E9DD99C}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