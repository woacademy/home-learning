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A86E65-0B59-49A7-A5D3-026953A3A5C3}">
  <a:tblStyle styleId="{0CA86E65-0B59-49A7-A5D3-026953A3A5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{0CA86E65-0B59-49A7-A5D3-026953A3A5C3}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