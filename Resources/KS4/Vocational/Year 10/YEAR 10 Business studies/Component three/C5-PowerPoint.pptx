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14920-25FF-4364-AC03-C6079DA2756B}">
  <a:tblStyle styleId="{A6214920-25FF-4364-AC03-C6079DA275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{A6214920-25FF-4364-AC03-C6079DA2756B}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