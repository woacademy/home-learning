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1E86F2-4C62-4930-9BAC-07AACE97B008}">
  <a:tblStyle styleId="{EA1E86F2-4C62-4930-9BAC-07AACE97B0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{EA1E86F2-4C62-4930-9BAC-07AACE97B008}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