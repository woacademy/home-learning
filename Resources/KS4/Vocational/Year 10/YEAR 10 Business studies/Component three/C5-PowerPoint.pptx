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E73840-11E4-429F-99F1-D73EB197FBEB}">
  <a:tblStyle styleId="{2FE73840-11E4-429F-99F1-D73EB197FB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{2FE73840-11E4-429F-99F1-D73EB197FBEB}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