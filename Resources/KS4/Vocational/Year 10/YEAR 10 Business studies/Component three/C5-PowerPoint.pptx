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5D7FE0-0A58-4E4F-A6DE-4E5F9AFE3F4F}">
  <a:tblStyle styleId="{F75D7FE0-0A58-4E4F-A6DE-4E5F9AFE3F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{F75D7FE0-0A58-4E4F-A6DE-4E5F9AFE3F4F}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