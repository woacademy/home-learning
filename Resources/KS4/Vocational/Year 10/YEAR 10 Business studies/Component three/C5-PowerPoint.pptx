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3BF442-D474-46EA-B81F-C3345D02E08D}">
  <a:tblStyle styleId="{463BF442-D474-46EA-B81F-C3345D02E0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{463BF442-D474-46EA-B81F-C3345D02E08D}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