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511E9-F479-4C9C-B7B9-B99E252FB682}">
  <a:tblStyle styleId="{9E1511E9-F479-4C9C-B7B9-B99E252FB6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{9E1511E9-F479-4C9C-B7B9-B99E252FB682}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