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EBB851-02F1-4A03-8287-7C0935854E37}">
  <a:tblStyle styleId="{59EBB851-02F1-4A03-8287-7C0935854E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{59EBB851-02F1-4A03-8287-7C0935854E37}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