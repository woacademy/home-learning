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C450DAF-692D-4837-880E-C9ED63E726C3}">
  <a:tblStyle styleId="{AC450DAF-692D-4837-880E-C9ED63E726C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{AC450DAF-692D-4837-880E-C9ED63E726C3}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