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3E27FD-F90E-44CE-9D69-99EFF3B5536C}">
  <a:tblStyle styleId="{793E27FD-F90E-44CE-9D69-99EFF3B553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{793E27FD-F90E-44CE-9D69-99EFF3B5536C}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