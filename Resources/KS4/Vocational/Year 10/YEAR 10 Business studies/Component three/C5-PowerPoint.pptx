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3461A4-E15B-4E42-A093-5CD923AD489E}">
  <a:tblStyle styleId="{D33461A4-E15B-4E42-A093-5CD923AD48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{D33461A4-E15B-4E42-A093-5CD923AD489E}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