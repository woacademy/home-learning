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5ACC23-5A25-47DF-961D-58ED416531EF}">
  <a:tblStyle styleId="{495ACC23-5A25-47DF-961D-58ED416531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{495ACC23-5A25-47DF-961D-58ED416531EF}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