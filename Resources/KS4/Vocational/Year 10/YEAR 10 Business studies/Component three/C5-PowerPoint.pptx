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012DB-7871-4831-B4B7-60C6AC1754BF}">
  <a:tblStyle styleId="{EA4012DB-7871-4831-B4B7-60C6AC175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{EA4012DB-7871-4831-B4B7-60C6AC1754BF}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