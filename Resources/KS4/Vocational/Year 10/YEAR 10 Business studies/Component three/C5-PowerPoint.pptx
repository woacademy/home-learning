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8301A-5A63-40A8-987F-1F558167660A}">
  <a:tblStyle styleId="{5A68301A-5A63-40A8-987F-1F55816766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{5A68301A-5A63-40A8-987F-1F558167660A}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