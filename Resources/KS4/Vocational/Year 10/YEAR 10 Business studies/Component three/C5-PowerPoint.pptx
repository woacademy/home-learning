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1E67E-ADA1-4B01-98AF-00EBEDA46E32}">
  <a:tblStyle styleId="{6901E67E-ADA1-4B01-98AF-00EBEDA46E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{6901E67E-ADA1-4B01-98AF-00EBEDA46E32}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