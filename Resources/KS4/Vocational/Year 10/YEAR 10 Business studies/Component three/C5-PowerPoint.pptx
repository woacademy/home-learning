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F31970-DBD4-4497-9D9B-29D9F9E7B491}">
  <a:tblStyle styleId="{E1F31970-DBD4-4497-9D9B-29D9F9E7B4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{E1F31970-DBD4-4497-9D9B-29D9F9E7B491}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