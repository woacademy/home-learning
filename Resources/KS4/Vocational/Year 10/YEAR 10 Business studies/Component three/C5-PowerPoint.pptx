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6CAD76D-34DE-4DD4-A25B-FDC31594ED69}">
  <a:tblStyle styleId="{16CAD76D-34DE-4DD4-A25B-FDC31594ED6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{16CAD76D-34DE-4DD4-A25B-FDC31594ED69}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