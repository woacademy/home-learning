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664697-823D-4FFC-8C4C-A75C19297270}">
  <a:tblStyle styleId="{FF664697-823D-4FFC-8C4C-A75C192972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{FF664697-823D-4FFC-8C4C-A75C19297270}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