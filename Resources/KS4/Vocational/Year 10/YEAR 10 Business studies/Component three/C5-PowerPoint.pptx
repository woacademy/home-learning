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8B8DE-D395-4C37-B4FE-8D8D241C2C81}">
  <a:tblStyle styleId="{8778B8DE-D395-4C37-B4FE-8D8D241C2C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{8778B8DE-D395-4C37-B4FE-8D8D241C2C81}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