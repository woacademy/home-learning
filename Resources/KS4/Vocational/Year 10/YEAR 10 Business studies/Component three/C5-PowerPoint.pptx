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C63198-2A05-4FB6-9A85-97D910E604CD}">
  <a:tblStyle styleId="{8FC63198-2A05-4FB6-9A85-97D910E604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{8FC63198-2A05-4FB6-9A85-97D910E604CD}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