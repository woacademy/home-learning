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F8F0F5-FA88-4E2D-A4E9-DE2695663E38}">
  <a:tblStyle styleId="{7EF8F0F5-FA88-4E2D-A4E9-DE2695663E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{7EF8F0F5-FA88-4E2D-A4E9-DE2695663E38}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