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23D92C-B546-4E51-B0D9-429CBED5301B}">
  <a:tblStyle styleId="{AE23D92C-B546-4E51-B0D9-429CBED530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{AE23D92C-B546-4E51-B0D9-429CBED5301B}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