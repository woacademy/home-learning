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76B8C1-9414-4D5B-87AF-AE9AD630C7D6}">
  <a:tblStyle styleId="{B476B8C1-9414-4D5B-87AF-AE9AD630C7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{B476B8C1-9414-4D5B-87AF-AE9AD630C7D6}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