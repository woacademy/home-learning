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3F0C5D2-3DB2-4155-A242-DB547B6C6E4D}">
  <a:tblStyle styleId="{53F0C5D2-3DB2-4155-A242-DB547B6C6E4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{53F0C5D2-3DB2-4155-A242-DB547B6C6E4D}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