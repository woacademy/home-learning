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76141D-FF9E-4AAA-8246-5940C633DFB7}">
  <a:tblStyle styleId="{2D76141D-FF9E-4AAA-8246-5940C633D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{2D76141D-FF9E-4AAA-8246-5940C633DFB7}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