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87D3CF-043D-4D43-89C5-FD2F1ACD1961}">
  <a:tblStyle styleId="{A587D3CF-043D-4D43-89C5-FD2F1ACD1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{A587D3CF-043D-4D43-89C5-FD2F1ACD1961}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