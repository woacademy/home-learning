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B1508-0604-419D-9541-010D695E5E2F}">
  <a:tblStyle styleId="{A68B1508-0604-419D-9541-010D695E5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{A68B1508-0604-419D-9541-010D695E5E2F}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