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F6F846E-DE8B-46D7-911C-6FE7362F11C3}">
  <a:tblStyle styleId="{7F6F846E-DE8B-46D7-911C-6FE7362F11C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{7F6F846E-DE8B-46D7-911C-6FE7362F11C3}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