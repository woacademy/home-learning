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2A77C2-E161-4EA9-9ACB-667F8748625C}">
  <a:tblStyle styleId="{562A77C2-E161-4EA9-9ACB-667F874862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{562A77C2-E161-4EA9-9ACB-667F8748625C}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