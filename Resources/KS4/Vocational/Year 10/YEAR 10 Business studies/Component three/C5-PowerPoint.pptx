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64FFA8-8D20-4901-9AD7-05B095BDB983}">
  <a:tblStyle styleId="{BF64FFA8-8D20-4901-9AD7-05B095BDB9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{BF64FFA8-8D20-4901-9AD7-05B095BDB983}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