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FAFEB2-366F-4F82-AB7F-D971068934D2}">
  <a:tblStyle styleId="{F5FAFEB2-366F-4F82-AB7F-D971068934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{F5FAFEB2-366F-4F82-AB7F-D971068934D2}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