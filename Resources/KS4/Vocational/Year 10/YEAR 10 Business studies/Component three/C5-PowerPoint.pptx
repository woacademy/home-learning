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2475CD-F224-48BE-8F64-CCA0128839E1}">
  <a:tblStyle styleId="{152475CD-F224-48BE-8F64-CCA0128839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{152475CD-F224-48BE-8F64-CCA0128839E1}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