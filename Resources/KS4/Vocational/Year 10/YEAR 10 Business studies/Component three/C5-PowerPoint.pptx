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A102F5-E805-47C1-98A1-11235679474E}">
  <a:tblStyle styleId="{BBA102F5-E805-47C1-98A1-1123567947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{BBA102F5-E805-47C1-98A1-11235679474E}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