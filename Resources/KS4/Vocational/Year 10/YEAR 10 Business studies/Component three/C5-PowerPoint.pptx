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86E2D8-5A8E-4B29-924F-3D868D60B7A3}">
  <a:tblStyle styleId="{5586E2D8-5A8E-4B29-924F-3D868D60B7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{5586E2D8-5A8E-4B29-924F-3D868D60B7A3}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