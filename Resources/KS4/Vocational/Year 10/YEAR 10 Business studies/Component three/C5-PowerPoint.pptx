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6E0145-8CA2-41F2-9DEA-FD402EC84C5D}">
  <a:tblStyle styleId="{226E0145-8CA2-41F2-9DEA-FD402EC84C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{226E0145-8CA2-41F2-9DEA-FD402EC84C5D}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