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3A564B-DEC2-4FB3-B3E5-D4990412EFD8}">
  <a:tblStyle styleId="{173A564B-DEC2-4FB3-B3E5-D4990412EF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{173A564B-DEC2-4FB3-B3E5-D4990412EFD8}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