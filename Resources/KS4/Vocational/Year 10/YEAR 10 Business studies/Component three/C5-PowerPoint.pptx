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4369E0-183A-45A8-B56C-EA29697F0EE5}">
  <a:tblStyle styleId="{A64369E0-183A-45A8-B56C-EA29697F0E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{A64369E0-183A-45A8-B56C-EA29697F0EE5}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