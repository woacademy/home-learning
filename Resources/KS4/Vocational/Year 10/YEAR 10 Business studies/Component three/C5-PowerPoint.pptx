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3E06F5-FAA7-43E6-91D8-922EDCC30881}">
  <a:tblStyle styleId="{493E06F5-FAA7-43E6-91D8-922EDCC308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{493E06F5-FAA7-43E6-91D8-922EDCC30881}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