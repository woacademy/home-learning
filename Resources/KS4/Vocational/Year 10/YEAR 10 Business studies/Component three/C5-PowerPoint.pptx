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124BED-1C31-42B4-A6FB-CDE1AF4528A9}">
  <a:tblStyle styleId="{32124BED-1C31-42B4-A6FB-CDE1AF4528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{32124BED-1C31-42B4-A6FB-CDE1AF4528A9}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