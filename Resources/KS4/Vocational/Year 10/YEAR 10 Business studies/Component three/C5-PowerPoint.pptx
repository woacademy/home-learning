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5BD526-D1A8-499F-938F-8A069DF49E07}">
  <a:tblStyle styleId="{3A5BD526-D1A8-499F-938F-8A069DF49E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{3A5BD526-D1A8-499F-938F-8A069DF49E07}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