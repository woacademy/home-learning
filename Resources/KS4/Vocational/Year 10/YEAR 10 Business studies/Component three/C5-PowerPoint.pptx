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637562-F6FE-4BC2-A5EA-61E564A896AD}">
  <a:tblStyle styleId="{92637562-F6FE-4BC2-A5EA-61E564A896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{92637562-F6FE-4BC2-A5EA-61E564A896AD}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