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7FB1EE-A825-4B1B-AD64-834F8C60EADA}">
  <a:tblStyle styleId="{0D7FB1EE-A825-4B1B-AD64-834F8C60EA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{0D7FB1EE-A825-4B1B-AD64-834F8C60EADA}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