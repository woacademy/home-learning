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5344D6-4C94-4BF0-AEF6-D4967C4BF7DA}">
  <a:tblStyle styleId="{7B5344D6-4C94-4BF0-AEF6-D4967C4BF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{7B5344D6-4C94-4BF0-AEF6-D4967C4BF7DA}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