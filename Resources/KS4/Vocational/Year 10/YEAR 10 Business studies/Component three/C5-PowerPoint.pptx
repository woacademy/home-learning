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FE8BC2-D76C-4C2C-ADBF-0FAB2E09FE74}">
  <a:tblStyle styleId="{16FE8BC2-D76C-4C2C-ADBF-0FAB2E09FE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{16FE8BC2-D76C-4C2C-ADBF-0FAB2E09FE74}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