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A5D984-8FC4-4C1B-9E40-852CE3A078B3}">
  <a:tblStyle styleId="{13A5D984-8FC4-4C1B-9E40-852CE3A078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{13A5D984-8FC4-4C1B-9E40-852CE3A078B3}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