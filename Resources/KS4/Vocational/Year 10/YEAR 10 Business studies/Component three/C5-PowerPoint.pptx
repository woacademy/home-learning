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07024E-9408-4C4F-80F3-19FE931F1617}">
  <a:tblStyle styleId="{1D07024E-9408-4C4F-80F3-19FE931F16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{1D07024E-9408-4C4F-80F3-19FE931F1617}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