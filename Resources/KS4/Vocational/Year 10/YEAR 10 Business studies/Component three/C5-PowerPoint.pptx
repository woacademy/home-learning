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B9C08E-4921-406A-9705-D08B1CEA2781}">
  <a:tblStyle styleId="{C0B9C08E-4921-406A-9705-D08B1CEA27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{C0B9C08E-4921-406A-9705-D08B1CEA2781}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