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15E857-2FBB-42FC-998D-F04841B631B0}">
  <a:tblStyle styleId="{A115E857-2FBB-42FC-998D-F04841B631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{A115E857-2FBB-42FC-998D-F04841B631B0}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