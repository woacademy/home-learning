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91C605-148C-4FCB-9244-2096D09E113D}">
  <a:tblStyle styleId="{AC91C605-148C-4FCB-9244-2096D09E11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{AC91C605-148C-4FCB-9244-2096D09E113D}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