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55D1E0-DA41-45E9-B4A1-5D9E38BE0854}">
  <a:tblStyle styleId="{AA55D1E0-DA41-45E9-B4A1-5D9E38BE08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{AA55D1E0-DA41-45E9-B4A1-5D9E38BE0854}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