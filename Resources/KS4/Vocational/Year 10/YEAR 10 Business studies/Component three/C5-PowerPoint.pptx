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157EF3-91C1-45D9-BAEE-704609134E66}">
  <a:tblStyle styleId="{CC157EF3-91C1-45D9-BAEE-704609134E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{CC157EF3-91C1-45D9-BAEE-704609134E66}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