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8A0C0-3D19-451C-8E51-CEE906CB2B7C}">
  <a:tblStyle styleId="{0BF8A0C0-3D19-451C-8E51-CEE906CB2B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{0BF8A0C0-3D19-451C-8E51-CEE906CB2B7C}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