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F294D2-5AD7-40CA-A749-8B351A2DB6CB}">
  <a:tblStyle styleId="{0CF294D2-5AD7-40CA-A749-8B351A2DB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{0CF294D2-5AD7-40CA-A749-8B351A2DB6CB}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