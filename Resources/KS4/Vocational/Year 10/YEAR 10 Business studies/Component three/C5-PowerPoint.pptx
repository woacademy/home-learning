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26B579-90EB-4E6F-A55C-407E595E90B3}">
  <a:tblStyle styleId="{7726B579-90EB-4E6F-A55C-407E595E90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{7726B579-90EB-4E6F-A55C-407E595E90B3}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