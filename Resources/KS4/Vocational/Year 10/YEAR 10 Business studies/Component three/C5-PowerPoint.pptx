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EC527A-4D16-4999-B634-52F53A8DDF20}">
  <a:tblStyle styleId="{D9EC527A-4D16-4999-B634-52F53A8DDF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{D9EC527A-4D16-4999-B634-52F53A8DDF20}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