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E92C0B-5D01-419E-8BFD-4A4C34450A97}">
  <a:tblStyle styleId="{A6E92C0B-5D01-419E-8BFD-4A4C34450A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{A6E92C0B-5D01-419E-8BFD-4A4C34450A97}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