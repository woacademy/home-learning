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59DFC6-BF30-41F3-A184-84CFC2C74D73}">
  <a:tblStyle styleId="{9959DFC6-BF30-41F3-A184-84CFC2C74D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{9959DFC6-BF30-41F3-A184-84CFC2C74D73}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