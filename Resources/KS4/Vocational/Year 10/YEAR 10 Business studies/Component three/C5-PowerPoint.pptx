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4C57763-B8BC-47E8-B0A4-AC09488472FF}">
  <a:tblStyle styleId="{E4C57763-B8BC-47E8-B0A4-AC09488472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{E4C57763-B8BC-47E8-B0A4-AC09488472FF}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