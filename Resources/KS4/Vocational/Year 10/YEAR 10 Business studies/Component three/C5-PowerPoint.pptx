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264E72-8C0B-46A3-BDFA-50006776202E}">
  <a:tblStyle styleId="{46264E72-8C0B-46A3-BDFA-5000677620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{46264E72-8C0B-46A3-BDFA-50006776202E}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