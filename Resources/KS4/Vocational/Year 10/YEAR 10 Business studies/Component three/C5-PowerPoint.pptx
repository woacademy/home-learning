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9A3D43-7F19-4DD9-962E-44C95E532CDF}">
  <a:tblStyle styleId="{C79A3D43-7F19-4DD9-962E-44C95E532C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{C79A3D43-7F19-4DD9-962E-44C95E532CDF}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