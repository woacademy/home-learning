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F7D0AE-383F-4DE8-9B2F-741889200B74}">
  <a:tblStyle styleId="{DEF7D0AE-383F-4DE8-9B2F-741889200B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{DEF7D0AE-383F-4DE8-9B2F-741889200B74}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