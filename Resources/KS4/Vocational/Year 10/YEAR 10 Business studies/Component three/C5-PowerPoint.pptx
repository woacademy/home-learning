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5C6D0-E2F7-4BE2-8482-A3EC313D0DF8}">
  <a:tblStyle styleId="{A435C6D0-E2F7-4BE2-8482-A3EC313D0D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{A435C6D0-E2F7-4BE2-8482-A3EC313D0DF8}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