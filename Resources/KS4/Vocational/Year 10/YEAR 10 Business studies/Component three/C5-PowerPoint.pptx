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1B19E6-6FAE-4FB4-9294-350FAD370727}">
  <a:tblStyle styleId="{DB1B19E6-6FAE-4FB4-9294-350FAD3707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{DB1B19E6-6FAE-4FB4-9294-350FAD370727}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