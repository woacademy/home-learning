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52F147-B5C2-4C21-9CFC-894542D49876}">
  <a:tblStyle styleId="{AB52F147-B5C2-4C21-9CFC-894542D498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{AB52F147-B5C2-4C21-9CFC-894542D49876}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