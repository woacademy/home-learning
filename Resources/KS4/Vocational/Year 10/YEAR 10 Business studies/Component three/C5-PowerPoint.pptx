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6D5E9B-8FA8-43FB-9611-1A8A0553229C}">
  <a:tblStyle styleId="{DF6D5E9B-8FA8-43FB-9611-1A8A055322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{DF6D5E9B-8FA8-43FB-9611-1A8A0553229C}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