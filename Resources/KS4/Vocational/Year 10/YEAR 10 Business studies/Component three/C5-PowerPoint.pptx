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8AAAE3-AC90-4130-BD0B-997551DE00AA}">
  <a:tblStyle styleId="{F58AAAE3-AC90-4130-BD0B-997551DE00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{F58AAAE3-AC90-4130-BD0B-997551DE00AA}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