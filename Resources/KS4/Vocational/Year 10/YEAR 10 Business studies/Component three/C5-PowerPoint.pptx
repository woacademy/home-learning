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A31E5BD-BF62-4124-964E-511B585C1C0D}">
  <a:tblStyle styleId="{AA31E5BD-BF62-4124-964E-511B585C1C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{AA31E5BD-BF62-4124-964E-511B585C1C0D}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