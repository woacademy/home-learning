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271A8-B977-4BF2-9905-887580241259}">
  <a:tblStyle styleId="{EEC271A8-B977-4BF2-9905-8875802412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{EEC271A8-B977-4BF2-9905-887580241259}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