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0D110-CB50-4C1B-8C87-06ACEBD19C66}">
  <a:tblStyle styleId="{CE70D110-CB50-4C1B-8C87-06ACEBD19C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{CE70D110-CB50-4C1B-8C87-06ACEBD19C66}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