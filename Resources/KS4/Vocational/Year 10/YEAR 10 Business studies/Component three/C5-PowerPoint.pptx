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33B699-C99C-4028-B98E-AA90938084AB}">
  <a:tblStyle styleId="{5733B699-C99C-4028-B98E-AA90938084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{5733B699-C99C-4028-B98E-AA90938084AB}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