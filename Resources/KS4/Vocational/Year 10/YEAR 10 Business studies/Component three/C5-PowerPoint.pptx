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00314E-A8A4-4F5A-95D9-21930761B5E1}">
  <a:tblStyle styleId="{8C00314E-A8A4-4F5A-95D9-21930761B5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{8C00314E-A8A4-4F5A-95D9-21930761B5E1}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