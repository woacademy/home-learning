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8A28A3-4545-4E36-BCBB-06B7614D56E9}">
  <a:tblStyle styleId="{6C8A28A3-4545-4E36-BCBB-06B7614D56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{6C8A28A3-4545-4E36-BCBB-06B7614D56E9}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