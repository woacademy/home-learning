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97BCD-52B3-41BA-97A7-7EB8F0F7168C}">
  <a:tblStyle styleId="{77997BCD-52B3-41BA-97A7-7EB8F0F716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{77997BCD-52B3-41BA-97A7-7EB8F0F7168C}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