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4FD428-1528-43C1-B336-6252FD87FBD7}">
  <a:tblStyle styleId="{0B4FD428-1528-43C1-B336-6252FD87FB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{0B4FD428-1528-43C1-B336-6252FD87FBD7}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