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ED0227-789E-4AC0-A397-A01DEF9EAD1A}">
  <a:tblStyle styleId="{B5ED0227-789E-4AC0-A397-A01DEF9EA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{B5ED0227-789E-4AC0-A397-A01DEF9EAD1A}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