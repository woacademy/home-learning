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AA46C-AE30-4D29-9C7E-AC79991356A0}">
  <a:tblStyle styleId="{DBDAA46C-AE30-4D29-9C7E-AC7999135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{DBDAA46C-AE30-4D29-9C7E-AC79991356A0}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