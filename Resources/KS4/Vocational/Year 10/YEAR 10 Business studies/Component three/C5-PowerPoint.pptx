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1C3874-FC51-4243-A9F8-34B5640D1054}">
  <a:tblStyle styleId="{831C3874-FC51-4243-A9F8-34B5640D10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{831C3874-FC51-4243-A9F8-34B5640D1054}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