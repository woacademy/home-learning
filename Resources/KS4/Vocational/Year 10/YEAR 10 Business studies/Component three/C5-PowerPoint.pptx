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132E31-F2EE-4031-B3B3-D1E93481F789}">
  <a:tblStyle styleId="{C6132E31-F2EE-4031-B3B3-D1E93481F7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{C6132E31-F2EE-4031-B3B3-D1E93481F789}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