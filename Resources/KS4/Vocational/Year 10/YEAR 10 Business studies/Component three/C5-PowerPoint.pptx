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98B468-E09D-4C18-B02C-471649C8870C}">
  <a:tblStyle styleId="{3B98B468-E09D-4C18-B02C-471649C887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{3B98B468-E09D-4C18-B02C-471649C8870C}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