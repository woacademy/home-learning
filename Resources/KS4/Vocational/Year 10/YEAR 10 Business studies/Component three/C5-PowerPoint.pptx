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F32ECF-0DE1-4CDC-A063-DB070FDE6E2C}">
  <a:tblStyle styleId="{DEF32ECF-0DE1-4CDC-A063-DB070FDE6E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{DEF32ECF-0DE1-4CDC-A063-DB070FDE6E2C}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