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3AA7D4-957B-4222-983A-1E28271F39AE}">
  <a:tblStyle styleId="{973AA7D4-957B-4222-983A-1E28271F39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{973AA7D4-957B-4222-983A-1E28271F39AE}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