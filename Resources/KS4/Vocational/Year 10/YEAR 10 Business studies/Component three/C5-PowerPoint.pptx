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657DDF-4CC6-4DA6-9284-7735E773A95D}">
  <a:tblStyle styleId="{2B657DDF-4CC6-4DA6-9284-7735E773A9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{2B657DDF-4CC6-4DA6-9284-7735E773A95D}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