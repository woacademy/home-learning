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5561FF-E06B-4293-A91F-E8535E7498EC}">
  <a:tblStyle styleId="{7B5561FF-E06B-4293-A91F-E8535E7498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{7B5561FF-E06B-4293-A91F-E8535E7498EC}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