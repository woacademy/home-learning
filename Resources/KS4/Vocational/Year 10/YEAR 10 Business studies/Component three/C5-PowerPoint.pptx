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3A5581-2327-4FD3-92EA-44811D35000E}">
  <a:tblStyle styleId="{563A5581-2327-4FD3-92EA-44811D3500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{563A5581-2327-4FD3-92EA-44811D35000E}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