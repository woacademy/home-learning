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B9B4F-510A-4452-A16E-893FF1930932}">
  <a:tblStyle styleId="{019B9B4F-510A-4452-A16E-893FF19309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{019B9B4F-510A-4452-A16E-893FF1930932}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