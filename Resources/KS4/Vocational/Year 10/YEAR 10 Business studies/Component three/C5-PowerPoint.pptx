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C11E88-F6B7-4DC2-A78E-F319FEE961A3}">
  <a:tblStyle styleId="{31C11E88-F6B7-4DC2-A78E-F319FEE961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{31C11E88-F6B7-4DC2-A78E-F319FEE961A3}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