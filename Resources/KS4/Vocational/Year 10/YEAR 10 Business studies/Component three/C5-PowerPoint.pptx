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993D5-C4C3-40BE-8DC7-437B8B997DBF}">
  <a:tblStyle styleId="{915993D5-C4C3-40BE-8DC7-437B8B997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{915993D5-C4C3-40BE-8DC7-437B8B997DBF}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