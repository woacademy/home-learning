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E00D7-45A8-4F0C-9D75-F1061BA9BB98}">
  <a:tblStyle styleId="{3D2E00D7-45A8-4F0C-9D75-F1061BA9BB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{3D2E00D7-45A8-4F0C-9D75-F1061BA9BB98}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