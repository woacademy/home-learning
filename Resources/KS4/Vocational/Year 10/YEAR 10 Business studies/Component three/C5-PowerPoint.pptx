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E01F20-01F1-48AE-B5D5-ACCE7742AA56}">
  <a:tblStyle styleId="{F7E01F20-01F1-48AE-B5D5-ACCE7742AA5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{F7E01F20-01F1-48AE-B5D5-ACCE7742AA56}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