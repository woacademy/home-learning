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CE8A887-23C6-48AA-A1B8-F3646AD8D811}">
  <a:tblStyle styleId="{0CE8A887-23C6-48AA-A1B8-F3646AD8D81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{0CE8A887-23C6-48AA-A1B8-F3646AD8D811}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