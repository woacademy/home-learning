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9B004B-8DE0-4EE7-AC51-BCA8B5A5C8C9}">
  <a:tblStyle styleId="{D89B004B-8DE0-4EE7-AC51-BCA8B5A5C8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{D89B004B-8DE0-4EE7-AC51-BCA8B5A5C8C9}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