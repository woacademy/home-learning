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5DEFF5-8109-4453-AAA3-0C15D6AF5DB3}">
  <a:tblStyle styleId="{695DEFF5-8109-4453-AAA3-0C15D6AF5D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{695DEFF5-8109-4453-AAA3-0C15D6AF5DB3}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