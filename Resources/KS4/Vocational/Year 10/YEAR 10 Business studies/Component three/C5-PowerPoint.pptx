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423A85-855F-428E-9DDA-EB0390FBF291}">
  <a:tblStyle styleId="{74423A85-855F-428E-9DDA-EB0390FBF2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{74423A85-855F-428E-9DDA-EB0390FBF291}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