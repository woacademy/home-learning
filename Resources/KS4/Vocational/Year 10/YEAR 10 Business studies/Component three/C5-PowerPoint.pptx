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F289EE-91B6-45BA-A5DC-62FE9B2F4011}">
  <a:tblStyle styleId="{1DF289EE-91B6-45BA-A5DC-62FE9B2F40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{1DF289EE-91B6-45BA-A5DC-62FE9B2F4011}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