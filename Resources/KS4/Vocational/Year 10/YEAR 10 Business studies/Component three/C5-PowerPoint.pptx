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37930F8-FAAC-46EC-A4DA-0FC8C0A97A9C}">
  <a:tblStyle styleId="{437930F8-FAAC-46EC-A4DA-0FC8C0A97A9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{437930F8-FAAC-46EC-A4DA-0FC8C0A97A9C}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