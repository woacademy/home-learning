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C3DE7B-3BB0-48A6-AFFD-4F701343D2DC}">
  <a:tblStyle styleId="{15C3DE7B-3BB0-48A6-AFFD-4F701343D2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{15C3DE7B-3BB0-48A6-AFFD-4F701343D2DC}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