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87266-C5AC-41E1-B970-BFE7E2CAFED0}">
  <a:tblStyle styleId="{35387266-C5AC-41E1-B970-BFE7E2CAFE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{35387266-C5AC-41E1-B970-BFE7E2CAFED0}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