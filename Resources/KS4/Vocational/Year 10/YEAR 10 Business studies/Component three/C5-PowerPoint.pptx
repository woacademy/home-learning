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B21571-0E04-4D8D-A870-C420A8DD8255}">
  <a:tblStyle styleId="{BEB21571-0E04-4D8D-A870-C420A8DD82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{BEB21571-0E04-4D8D-A870-C420A8DD8255}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