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D360BFF-2A8C-4F9E-85F1-0939DBBFD58F}">
  <a:tblStyle styleId="{0D360BFF-2A8C-4F9E-85F1-0939DBBFD58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{0D360BFF-2A8C-4F9E-85F1-0939DBBFD58F}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