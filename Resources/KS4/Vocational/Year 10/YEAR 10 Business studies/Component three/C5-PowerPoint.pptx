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0F7ED0-61B4-4FB0-83E3-5A112711808C}">
  <a:tblStyle styleId="{E40F7ED0-61B4-4FB0-83E3-5A11271180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{E40F7ED0-61B4-4FB0-83E3-5A112711808C}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