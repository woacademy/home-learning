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BA34BD7-F642-4188-8345-54AB41183173}">
  <a:tblStyle styleId="{4BA34BD7-F642-4188-8345-54AB411831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{4BA34BD7-F642-4188-8345-54AB41183173}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