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ACB565-72FE-49F6-9A08-C9D051D5599C}">
  <a:tblStyle styleId="{62ACB565-72FE-49F6-9A08-C9D051D559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{62ACB565-72FE-49F6-9A08-C9D051D5599C}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