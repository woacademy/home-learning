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E62335-3472-49F0-8DEC-1DEE9F7BB18C}">
  <a:tblStyle styleId="{43E62335-3472-49F0-8DEC-1DEE9F7BB1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{43E62335-3472-49F0-8DEC-1DEE9F7BB18C}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