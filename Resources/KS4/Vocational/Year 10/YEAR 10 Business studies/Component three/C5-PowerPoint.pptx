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31DC2F-51CF-49F3-994E-1A04F4B3D957}">
  <a:tblStyle styleId="{F731DC2F-51CF-49F3-994E-1A04F4B3D9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{F731DC2F-51CF-49F3-994E-1A04F4B3D957}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