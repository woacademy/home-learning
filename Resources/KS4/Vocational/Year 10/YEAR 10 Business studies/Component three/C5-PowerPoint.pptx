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BB3903-EAD9-45E2-81EC-634F7F0FC354}">
  <a:tblStyle styleId="{70BB3903-EAD9-45E2-81EC-634F7F0FC3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{70BB3903-EAD9-45E2-81EC-634F7F0FC354}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