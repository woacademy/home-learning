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2ED4B5B-92C8-4F08-B623-282040F709D4}">
  <a:tblStyle styleId="{72ED4B5B-92C8-4F08-B623-282040F709D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{72ED4B5B-92C8-4F08-B623-282040F709D4}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