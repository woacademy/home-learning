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D99924-EFC2-4E30-89E4-D1199579B2B2}">
  <a:tblStyle styleId="{6AD99924-EFC2-4E30-89E4-D1199579B2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{6AD99924-EFC2-4E30-89E4-D1199579B2B2}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