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9D2AB6-15B5-4B97-B494-388248A55FAC}">
  <a:tblStyle styleId="{0D9D2AB6-15B5-4B97-B494-388248A55F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{0D9D2AB6-15B5-4B97-B494-388248A55FAC}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