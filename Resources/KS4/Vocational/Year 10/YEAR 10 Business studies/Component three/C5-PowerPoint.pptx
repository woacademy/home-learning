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7FA69E-9560-4A21-B995-8C161607212F}">
  <a:tblStyle styleId="{297FA69E-9560-4A21-B995-8C16160721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{297FA69E-9560-4A21-B995-8C161607212F}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