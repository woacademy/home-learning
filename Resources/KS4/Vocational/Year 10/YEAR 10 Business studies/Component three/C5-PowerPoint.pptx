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E4C819CD-591F-45A4-B32C-BF7DFBF22868}">
  <a:tblStyle styleId="{E4C819CD-591F-45A4-B32C-BF7DFBF22868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3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4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{E4C819CD-591F-45A4-B32C-BF7DFBF22868}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