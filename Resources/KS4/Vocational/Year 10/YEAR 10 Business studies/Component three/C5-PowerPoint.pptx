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DB3D83-E46B-41FA-B1DC-5F7B8DCCE209}">
  <a:tblStyle styleId="{69DB3D83-E46B-41FA-B1DC-5F7B8DCCE2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{69DB3D83-E46B-41FA-B1DC-5F7B8DCCE209}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