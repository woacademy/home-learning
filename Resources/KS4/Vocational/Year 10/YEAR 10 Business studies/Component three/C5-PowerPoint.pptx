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7C9C8C-9D9C-4B38-BD9C-D47C270E9693}">
  <a:tblStyle styleId="{307C9C8C-9D9C-4B38-BD9C-D47C270E96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{307C9C8C-9D9C-4B38-BD9C-D47C270E9693}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