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C7DFCCB-34BE-4B6A-A85F-9281DEC25791}">
  <a:tblStyle styleId="{9C7DFCCB-34BE-4B6A-A85F-9281DEC257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{9C7DFCCB-34BE-4B6A-A85F-9281DEC25791}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