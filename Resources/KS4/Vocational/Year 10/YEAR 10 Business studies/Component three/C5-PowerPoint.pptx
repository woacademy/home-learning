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00A436-AC7D-4B8A-B49F-957A0A8F68A3}">
  <a:tblStyle styleId="{1700A436-AC7D-4B8A-B49F-957A0A8F68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{1700A436-AC7D-4B8A-B49F-957A0A8F68A3}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