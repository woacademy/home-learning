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A4AB1-65E1-433D-9239-28B14F6F103D}">
  <a:tblStyle styleId="{7F7A4AB1-65E1-433D-9239-28B14F6F1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{7F7A4AB1-65E1-433D-9239-28B14F6F103D}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