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53CEFB-ED71-486B-8A8C-4B60F183E25D}">
  <a:tblStyle styleId="{FE53CEFB-ED71-486B-8A8C-4B60F183E2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{FE53CEFB-ED71-486B-8A8C-4B60F183E25D}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