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0EF8BA-5131-4004-A53B-9F990D85947C}">
  <a:tblStyle styleId="{A50EF8BA-5131-4004-A53B-9F990D8594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{A50EF8BA-5131-4004-A53B-9F990D85947C}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