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2A4ABE-C8AA-4E7E-A7EB-0C2C57428054}">
  <a:tblStyle styleId="{132A4ABE-C8AA-4E7E-A7EB-0C2C574280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{132A4ABE-C8AA-4E7E-A7EB-0C2C57428054}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