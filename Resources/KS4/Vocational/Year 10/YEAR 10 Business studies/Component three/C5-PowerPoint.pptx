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6CA3D4-523A-4F88-BCA2-DAFCACBB8BDD}">
  <a:tblStyle styleId="{A36CA3D4-523A-4F88-BCA2-DAFCACBB8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{A36CA3D4-523A-4F88-BCA2-DAFCACBB8BDD}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