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7B421F-73D2-4F05-B1DE-AEF8A33BBEB3}">
  <a:tblStyle styleId="{3B7B421F-73D2-4F05-B1DE-AEF8A33BBE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{3B7B421F-73D2-4F05-B1DE-AEF8A33BBEB3}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