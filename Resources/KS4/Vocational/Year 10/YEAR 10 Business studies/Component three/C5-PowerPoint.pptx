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2C3CA-17A7-47CE-AD47-A26E37DA2E8D}">
  <a:tblStyle styleId="{5CE2C3CA-17A7-47CE-AD47-A26E37DA2E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{5CE2C3CA-17A7-47CE-AD47-A26E37DA2E8D}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