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9027782-D406-4AD3-8F46-DC1D280007F8}">
  <a:tblStyle styleId="{B9027782-D406-4AD3-8F46-DC1D280007F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{B9027782-D406-4AD3-8F46-DC1D280007F8}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