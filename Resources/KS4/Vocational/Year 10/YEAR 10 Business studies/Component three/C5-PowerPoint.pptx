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B09519-309B-4380-A9EC-DB036F4E40B8}">
  <a:tblStyle styleId="{2AB09519-309B-4380-A9EC-DB036F4E40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{2AB09519-309B-4380-A9EC-DB036F4E40B8}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