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86C517-6F97-4103-8837-EE2AC2817BA3}">
  <a:tblStyle styleId="{2C86C517-6F97-4103-8837-EE2AC2817B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{2C86C517-6F97-4103-8837-EE2AC2817BA3}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