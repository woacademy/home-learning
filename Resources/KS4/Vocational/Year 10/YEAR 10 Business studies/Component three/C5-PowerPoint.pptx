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50F00B-FEDE-40B9-9624-5E170C271EC0}">
  <a:tblStyle styleId="{9550F00B-FEDE-40B9-9624-5E170C271E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{9550F00B-FEDE-40B9-9624-5E170C271EC0}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