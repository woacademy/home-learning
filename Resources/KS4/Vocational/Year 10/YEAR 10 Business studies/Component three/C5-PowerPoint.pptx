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4FFD88-53A6-4EE8-BD7B-6BC7CBD8761F}">
  <a:tblStyle styleId="{BB4FFD88-53A6-4EE8-BD7B-6BC7CBD8761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{BB4FFD88-53A6-4EE8-BD7B-6BC7CBD8761F}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