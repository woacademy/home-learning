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42FF148-1478-4D88-A27F-195C24BBE105}">
  <a:tblStyle styleId="{442FF148-1478-4D88-A27F-195C24BBE10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{442FF148-1478-4D88-A27F-195C24BBE105}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