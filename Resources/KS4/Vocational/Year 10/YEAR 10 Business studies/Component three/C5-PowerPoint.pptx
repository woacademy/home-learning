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17A9E1-F34E-4221-8080-17805CD108AF}">
  <a:tblStyle styleId="{7217A9E1-F34E-4221-8080-17805CD108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{7217A9E1-F34E-4221-8080-17805CD108AF}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