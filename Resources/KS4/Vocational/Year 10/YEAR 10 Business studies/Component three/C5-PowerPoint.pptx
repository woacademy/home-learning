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2D129F-856A-48F6-82E0-E73179350A86}">
  <a:tblStyle styleId="{532D129F-856A-48F6-82E0-E73179350A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{532D129F-856A-48F6-82E0-E73179350A86}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