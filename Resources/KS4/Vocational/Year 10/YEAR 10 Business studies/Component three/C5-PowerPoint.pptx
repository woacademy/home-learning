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A4A273-783F-43CB-BF12-D475CE016148}">
  <a:tblStyle styleId="{E8A4A273-783F-43CB-BF12-D475CE0161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{E8A4A273-783F-43CB-BF12-D475CE016148}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