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D65531-3413-4EF5-ADEB-A3D6D3EB3199}">
  <a:tblStyle styleId="{69D65531-3413-4EF5-ADEB-A3D6D3EB3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{69D65531-3413-4EF5-ADEB-A3D6D3EB3199}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