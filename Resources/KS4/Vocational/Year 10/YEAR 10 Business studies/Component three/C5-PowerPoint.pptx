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F9EB37-7CCA-4E2D-8AF2-01929AB43E3F}">
  <a:tblStyle styleId="{DCF9EB37-7CCA-4E2D-8AF2-01929AB43E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{DCF9EB37-7CCA-4E2D-8AF2-01929AB43E3F}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