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47C608-DC76-41DB-8392-A19AF3B74C6F}">
  <a:tblStyle styleId="{5547C608-DC76-41DB-8392-A19AF3B74C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{5547C608-DC76-41DB-8392-A19AF3B74C6F}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