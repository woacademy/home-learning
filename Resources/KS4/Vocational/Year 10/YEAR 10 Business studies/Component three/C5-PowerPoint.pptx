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2B80C2-B766-4D84-A461-3D2143E2E19A}">
  <a:tblStyle styleId="{8D2B80C2-B766-4D84-A461-3D2143E2E1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{8D2B80C2-B766-4D84-A461-3D2143E2E19A}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