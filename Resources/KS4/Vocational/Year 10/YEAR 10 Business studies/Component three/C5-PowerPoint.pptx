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B4C1D-870B-4413-8FF2-BDD9BC27F6B4}">
  <a:tblStyle styleId="{EBFB4C1D-870B-4413-8FF2-BDD9BC27F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{EBFB4C1D-870B-4413-8FF2-BDD9BC27F6B4}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