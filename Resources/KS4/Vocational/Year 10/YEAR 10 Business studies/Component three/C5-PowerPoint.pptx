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0CABCE-A337-4A32-AE70-88EA511A7471}">
  <a:tblStyle styleId="{8F0CABCE-A337-4A32-AE70-88EA511A74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{8F0CABCE-A337-4A32-AE70-88EA511A7471}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