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42CEABC-3765-44E3-9168-409BB60E0416}">
  <a:tblStyle styleId="{242CEABC-3765-44E3-9168-409BB60E041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{242CEABC-3765-44E3-9168-409BB60E0416}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