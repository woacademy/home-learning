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92F04D-C6D4-4BEF-B9D8-22D5729C5850}">
  <a:tblStyle styleId="{7C92F04D-C6D4-4BEF-B9D8-22D5729C58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{7C92F04D-C6D4-4BEF-B9D8-22D5729C5850}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