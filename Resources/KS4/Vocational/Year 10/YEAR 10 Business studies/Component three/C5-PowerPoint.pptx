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C9705-33DC-4BA6-9C9F-D9DC6F0B9B11}">
  <a:tblStyle styleId="{2C3C9705-33DC-4BA6-9C9F-D9DC6F0B9B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{2C3C9705-33DC-4BA6-9C9F-D9DC6F0B9B11}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