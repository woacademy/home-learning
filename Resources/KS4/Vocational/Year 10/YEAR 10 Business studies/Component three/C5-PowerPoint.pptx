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49818E-4459-4F87-8806-12F9F131BC83}">
  <a:tblStyle styleId="{CC49818E-4459-4F87-8806-12F9F131BC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{CC49818E-4459-4F87-8806-12F9F131BC83}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