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0B3B9C-A0C9-4348-931B-628D568D4C3C}">
  <a:tblStyle styleId="{8D0B3B9C-A0C9-4348-931B-628D568D4C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{8D0B3B9C-A0C9-4348-931B-628D568D4C3C}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