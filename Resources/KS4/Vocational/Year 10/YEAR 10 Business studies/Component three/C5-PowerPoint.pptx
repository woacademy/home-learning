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549CEA4-6844-406E-8256-DE4DFCE1CD98}">
  <a:tblStyle styleId="{D549CEA4-6844-406E-8256-DE4DFCE1CD9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{D549CEA4-6844-406E-8256-DE4DFCE1CD98}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