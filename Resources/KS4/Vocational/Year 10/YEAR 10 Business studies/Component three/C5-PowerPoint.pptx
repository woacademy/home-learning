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44A98F-474F-4620-AF94-517F413ED525}">
  <a:tblStyle styleId="{EE44A98F-474F-4620-AF94-517F413ED52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{EE44A98F-474F-4620-AF94-517F413ED525}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