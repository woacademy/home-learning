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D85157-5D88-4F22-A256-3A38BD79B148}">
  <a:tblStyle styleId="{0FD85157-5D88-4F22-A256-3A38BD79B1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{0FD85157-5D88-4F22-A256-3A38BD79B148}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