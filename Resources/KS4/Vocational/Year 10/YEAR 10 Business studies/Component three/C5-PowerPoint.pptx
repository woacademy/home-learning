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0794C70-13A9-424B-90AA-EC3E6C9A2A39}">
  <a:tblStyle styleId="{10794C70-13A9-424B-90AA-EC3E6C9A2A3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{10794C70-13A9-424B-90AA-EC3E6C9A2A39}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