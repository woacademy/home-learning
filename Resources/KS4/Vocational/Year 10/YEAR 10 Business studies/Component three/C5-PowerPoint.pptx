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89BF8C6-DC54-4855-8046-E55169AA6CF6}">
  <a:tblStyle styleId="{789BF8C6-DC54-4855-8046-E55169AA6CF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{789BF8C6-DC54-4855-8046-E55169AA6CF6}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