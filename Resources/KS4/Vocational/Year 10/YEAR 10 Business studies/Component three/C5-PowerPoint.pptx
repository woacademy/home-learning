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BD1EB6-6831-4AB8-B44D-8578D9162C44}">
  <a:tblStyle styleId="{11BD1EB6-6831-4AB8-B44D-8578D9162C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{11BD1EB6-6831-4AB8-B44D-8578D9162C44}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