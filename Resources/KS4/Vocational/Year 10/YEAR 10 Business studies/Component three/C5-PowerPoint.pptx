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D71FC7-AD1A-4C2A-B4A8-D0790BF71E6A}">
  <a:tblStyle styleId="{86D71FC7-AD1A-4C2A-B4A8-D0790BF71E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{86D71FC7-AD1A-4C2A-B4A8-D0790BF71E6A}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