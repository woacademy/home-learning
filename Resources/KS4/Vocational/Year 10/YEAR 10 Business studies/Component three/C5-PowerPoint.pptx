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612300-985B-450E-ADB1-2B56EDD6E242}">
  <a:tblStyle styleId="{7A612300-985B-450E-ADB1-2B56EDD6E2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{7A612300-985B-450E-ADB1-2B56EDD6E242}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