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1BC559-820E-4787-8F21-993F3ED54C54}">
  <a:tblStyle styleId="{CB1BC559-820E-4787-8F21-993F3ED54C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{CB1BC559-820E-4787-8F21-993F3ED54C54}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