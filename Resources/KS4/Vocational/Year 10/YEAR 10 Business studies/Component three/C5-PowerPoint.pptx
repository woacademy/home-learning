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F2756-433A-4418-AF57-2B60A546F68C}">
  <a:tblStyle styleId="{8C4F2756-433A-4418-AF57-2B60A546F6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{8C4F2756-433A-4418-AF57-2B60A546F68C}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