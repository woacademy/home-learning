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49E102-4982-41A9-9932-02BA526ABB71}">
  <a:tblStyle styleId="{0349E102-4982-41A9-9932-02BA526ABB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{0349E102-4982-41A9-9932-02BA526ABB71}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