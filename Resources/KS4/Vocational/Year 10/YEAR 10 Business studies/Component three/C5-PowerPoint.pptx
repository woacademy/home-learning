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14A1B1-182D-436D-8EE4-65D73712F872}">
  <a:tblStyle styleId="{0A14A1B1-182D-436D-8EE4-65D73712F8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{0A14A1B1-182D-436D-8EE4-65D73712F872}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