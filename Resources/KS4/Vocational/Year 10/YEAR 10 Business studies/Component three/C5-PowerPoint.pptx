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7BF97-EAA9-4690-AB88-05F10A01AECE}">
  <a:tblStyle styleId="{0957BF97-EAA9-4690-AB88-05F10A01AE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{0957BF97-EAA9-4690-AB88-05F10A01AECE}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