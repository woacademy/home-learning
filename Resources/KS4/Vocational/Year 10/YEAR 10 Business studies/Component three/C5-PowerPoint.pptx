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D9E560-CF5D-4538-B63E-943C23D0A853}">
  <a:tblStyle styleId="{32D9E560-CF5D-4538-B63E-943C23D0A8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{32D9E560-CF5D-4538-B63E-943C23D0A853}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