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27963C-A394-4631-93E8-0A8882DF296B}">
  <a:tblStyle styleId="{CA27963C-A394-4631-93E8-0A8882DF29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{CA27963C-A394-4631-93E8-0A8882DF296B}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