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09A512B-AA51-4712-B4AA-72C4E9A193B6}">
  <a:tblStyle styleId="{F09A512B-AA51-4712-B4AA-72C4E9A193B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{F09A512B-AA51-4712-B4AA-72C4E9A193B6}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