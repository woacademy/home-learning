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C2E872-C9E5-4267-83AD-30DF456FE367}">
  <a:tblStyle styleId="{F7C2E872-C9E5-4267-83AD-30DF456FE3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{F7C2E872-C9E5-4267-83AD-30DF456FE367}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