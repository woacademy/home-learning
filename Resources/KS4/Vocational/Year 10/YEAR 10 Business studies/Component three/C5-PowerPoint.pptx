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0ED9A5-45D5-4E7B-A557-973C55DA1769}">
  <a:tblStyle styleId="{B00ED9A5-45D5-4E7B-A557-973C55DA17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{B00ED9A5-45D5-4E7B-A557-973C55DA1769}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