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683975-0310-4DA8-A31F-F3F3F0EEB3A0}">
  <a:tblStyle styleId="{C2683975-0310-4DA8-A31F-F3F3F0EEB3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{C2683975-0310-4DA8-A31F-F3F3F0EEB3A0}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