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D17BB7-FFAA-4453-A754-CFE3E4952FA2}">
  <a:tblStyle styleId="{11D17BB7-FFAA-4453-A754-CFE3E4952F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{11D17BB7-FFAA-4453-A754-CFE3E4952FA2}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