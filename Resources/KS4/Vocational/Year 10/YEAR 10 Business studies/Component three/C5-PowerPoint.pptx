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F4BA68-CC3F-4165-9934-C4B8783AA56D}">
  <a:tblStyle styleId="{27F4BA68-CC3F-4165-9934-C4B8783AA5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{27F4BA68-CC3F-4165-9934-C4B8783AA56D}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