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84DFF8-CB5A-485A-BC35-ACA08B433407}">
  <a:tblStyle styleId="{7684DFF8-CB5A-485A-BC35-ACA08B4334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{7684DFF8-CB5A-485A-BC35-ACA08B433407}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