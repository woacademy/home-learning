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5CB7EF1-16FB-42DF-9D20-7E8526AEFA10}">
  <a:tblStyle styleId="{35CB7EF1-16FB-42DF-9D20-7E8526AEFA1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{35CB7EF1-16FB-42DF-9D20-7E8526AEFA10}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