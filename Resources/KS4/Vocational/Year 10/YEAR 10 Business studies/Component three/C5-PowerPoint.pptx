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A88418-E3B4-4646-8258-D37F30825B04}">
  <a:tblStyle styleId="{27A88418-E3B4-4646-8258-D37F30825B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{27A88418-E3B4-4646-8258-D37F30825B04}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