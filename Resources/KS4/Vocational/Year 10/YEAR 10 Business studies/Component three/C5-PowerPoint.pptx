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88E978-D7DB-4720-98CA-26E88ABD7576}">
  <a:tblStyle styleId="{BF88E978-D7DB-4720-98CA-26E88ABD75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{BF88E978-D7DB-4720-98CA-26E88ABD7576}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