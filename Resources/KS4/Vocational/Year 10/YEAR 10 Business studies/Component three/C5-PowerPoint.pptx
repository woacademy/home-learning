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0F5112-DFF5-442A-8652-E6D8C46B3D82}">
  <a:tblStyle styleId="{550F5112-DFF5-442A-8652-E6D8C46B3D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{550F5112-DFF5-442A-8652-E6D8C46B3D82}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