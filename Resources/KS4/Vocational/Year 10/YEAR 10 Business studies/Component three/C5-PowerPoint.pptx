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E5816D-1C11-4A11-A36D-B2DF44613BBD}">
  <a:tblStyle styleId="{4FE5816D-1C11-4A11-A36D-B2DF44613BB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{4FE5816D-1C11-4A11-A36D-B2DF44613BBD}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