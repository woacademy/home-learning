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5B22B6-65C6-4F38-BE05-03473C637DF4}">
  <a:tblStyle styleId="{FC5B22B6-65C6-4F38-BE05-03473C637D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{FC5B22B6-65C6-4F38-BE05-03473C637DF4}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