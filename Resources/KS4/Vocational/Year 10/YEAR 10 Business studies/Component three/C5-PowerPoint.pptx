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9A3389-6583-46B7-A562-236B70A0C3FD}">
  <a:tblStyle styleId="{249A3389-6583-46B7-A562-236B70A0C3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{249A3389-6583-46B7-A562-236B70A0C3FD}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