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4CBD9-C882-47BA-A9AA-92AAFD806522}">
  <a:tblStyle styleId="{6AA4CBD9-C882-47BA-A9AA-92AAFD8065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{6AA4CBD9-C882-47BA-A9AA-92AAFD806522}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