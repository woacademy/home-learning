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FE9D2-A05D-4BEF-A3F9-315E52B18C0F}">
  <a:tblStyle styleId="{191FE9D2-A05D-4BEF-A3F9-315E52B18C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{191FE9D2-A05D-4BEF-A3F9-315E52B18C0F}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