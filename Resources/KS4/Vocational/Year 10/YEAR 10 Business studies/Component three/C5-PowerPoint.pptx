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32565-42A2-4C7B-9674-2159E4DDA3C3}">
  <a:tblStyle styleId="{60732565-42A2-4C7B-9674-2159E4DDA3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{60732565-42A2-4C7B-9674-2159E4DDA3C3}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