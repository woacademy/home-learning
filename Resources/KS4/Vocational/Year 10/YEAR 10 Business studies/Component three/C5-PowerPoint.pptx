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83EE49-7E23-4978-9105-85EDC5D526F4}">
  <a:tblStyle styleId="{0183EE49-7E23-4978-9105-85EDC5D526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{0183EE49-7E23-4978-9105-85EDC5D526F4}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