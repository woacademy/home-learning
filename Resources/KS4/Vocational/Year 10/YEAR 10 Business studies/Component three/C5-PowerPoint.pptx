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89A945-59A5-4FEE-94F5-7035320E94A4}">
  <a:tblStyle styleId="{9289A945-59A5-4FEE-94F5-7035320E94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{9289A945-59A5-4FEE-94F5-7035320E94A4}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