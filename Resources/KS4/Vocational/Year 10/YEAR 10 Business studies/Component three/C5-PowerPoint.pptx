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E3B69D-569F-4B11-8A45-3F3645BB75F3}">
  <a:tblStyle styleId="{2FE3B69D-569F-4B11-8A45-3F3645BB75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{2FE3B69D-569F-4B11-8A45-3F3645BB75F3}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