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4B12718-8383-4D4D-8465-E23E9C430233}">
  <a:tblStyle styleId="{B4B12718-8383-4D4D-8465-E23E9C43023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{B4B12718-8383-4D4D-8465-E23E9C430233}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