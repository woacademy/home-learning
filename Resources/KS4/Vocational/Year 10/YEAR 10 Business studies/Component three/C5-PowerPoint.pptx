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BD176C-3A73-4085-B8E4-291DB9D96596}">
  <a:tblStyle styleId="{A4BD176C-3A73-4085-B8E4-291DB9D965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{A4BD176C-3A73-4085-B8E4-291DB9D96596}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