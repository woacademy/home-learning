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FDB6B1-B842-44EE-821E-753F4206DA7F}">
  <a:tblStyle styleId="{F3FDB6B1-B842-44EE-821E-753F4206DA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{F3FDB6B1-B842-44EE-821E-753F4206DA7F}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