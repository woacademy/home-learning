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25753F-1933-48DC-BC09-F292727DC4A5}">
  <a:tblStyle styleId="{9A25753F-1933-48DC-BC09-F292727DC4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{9A25753F-1933-48DC-BC09-F292727DC4A5}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