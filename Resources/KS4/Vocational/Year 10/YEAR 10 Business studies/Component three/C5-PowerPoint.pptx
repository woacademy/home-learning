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B0C99F-C12B-4223-AC83-C9884C36C26A}">
  <a:tblStyle styleId="{3AB0C99F-C12B-4223-AC83-C9884C36C2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{3AB0C99F-C12B-4223-AC83-C9884C36C26A}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