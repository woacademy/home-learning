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EF4A7-BB62-48B9-8F86-32CF14BCEA55}">
  <a:tblStyle styleId="{B70EF4A7-BB62-48B9-8F86-32CF14BCEA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{B70EF4A7-BB62-48B9-8F86-32CF14BCEA55}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