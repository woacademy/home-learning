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B46B63-3B64-4B78-B036-41450A68A1A0}">
  <a:tblStyle styleId="{CBB46B63-3B64-4B78-B036-41450A68A1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{CBB46B63-3B64-4B78-B036-41450A68A1A0}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