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D12A19-3C7D-475C-B683-1DEBFAB73A1D}">
  <a:tblStyle styleId="{DDD12A19-3C7D-475C-B683-1DEBFAB73A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{DDD12A19-3C7D-475C-B683-1DEBFAB73A1D}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