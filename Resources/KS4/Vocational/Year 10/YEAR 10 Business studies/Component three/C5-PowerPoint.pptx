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32C8D7-EB99-46B4-B83B-D601CFDA0155}">
  <a:tblStyle styleId="{1732C8D7-EB99-46B4-B83B-D601CFDA01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{1732C8D7-EB99-46B4-B83B-D601CFDA0155}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