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0DE56F-00D5-4ADE-BC47-AEE41A4FEB7B}">
  <a:tblStyle styleId="{680DE56F-00D5-4ADE-BC47-AEE41A4FEB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{680DE56F-00D5-4ADE-BC47-AEE41A4FEB7B}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