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F98867-459B-4FDC-B5A9-D76D06E1CB04}">
  <a:tblStyle styleId="{7DF98867-459B-4FDC-B5A9-D76D06E1C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{7DF98867-459B-4FDC-B5A9-D76D06E1CB04}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