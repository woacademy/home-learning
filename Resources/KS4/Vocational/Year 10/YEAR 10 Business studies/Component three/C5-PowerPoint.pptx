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6A1DF-5A57-424E-9560-EAB9ABCCC10A}">
  <a:tblStyle styleId="{ECB6A1DF-5A57-424E-9560-EAB9ABCCC1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{ECB6A1DF-5A57-424E-9560-EAB9ABCCC10A}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