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8BAD2C-76AD-4267-AC4A-1A7CD4B21B6A}">
  <a:tblStyle styleId="{9B8BAD2C-76AD-4267-AC4A-1A7CD4B21B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{9B8BAD2C-76AD-4267-AC4A-1A7CD4B21B6A}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