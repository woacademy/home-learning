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597ECAA-AA4C-4DD6-8202-859E3E2AE77C}">
  <a:tblStyle styleId="{2597ECAA-AA4C-4DD6-8202-859E3E2AE77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{2597ECAA-AA4C-4DD6-8202-859E3E2AE77C}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