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C82CDB-F7DF-43F2-9495-2B2B2743F88F}">
  <a:tblStyle styleId="{33C82CDB-F7DF-43F2-9495-2B2B2743F8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{33C82CDB-F7DF-43F2-9495-2B2B2743F88F}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