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442F3D-02CD-4CA2-9AB6-91626F4B43F7}">
  <a:tblStyle styleId="{DA442F3D-02CD-4CA2-9AB6-91626F4B43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{DA442F3D-02CD-4CA2-9AB6-91626F4B43F7}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