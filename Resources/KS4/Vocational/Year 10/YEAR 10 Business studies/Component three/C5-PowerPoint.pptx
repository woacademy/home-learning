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A6E51C-16ED-42A7-B422-39E81DDF16BC}">
  <a:tblStyle styleId="{8AA6E51C-16ED-42A7-B422-39E81DDF16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{8AA6E51C-16ED-42A7-B422-39E81DDF16BC}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