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321A86-2DA4-4075-9C35-FC82794F93EF}">
  <a:tblStyle styleId="{4B321A86-2DA4-4075-9C35-FC82794F93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{4B321A86-2DA4-4075-9C35-FC82794F93EF}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