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0D9765-026D-4923-BA5A-17CED2F6DE5A}">
  <a:tblStyle styleId="{D60D9765-026D-4923-BA5A-17CED2F6DE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{D60D9765-026D-4923-BA5A-17CED2F6DE5A}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