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24B103-3B29-4ECB-BB66-E852172756A2}">
  <a:tblStyle styleId="{3124B103-3B29-4ECB-BB66-E852172756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{3124B103-3B29-4ECB-BB66-E852172756A2}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