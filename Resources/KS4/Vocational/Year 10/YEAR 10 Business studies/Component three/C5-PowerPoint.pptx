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594EDB-67D5-4379-8862-B1F985CB418A}">
  <a:tblStyle styleId="{51594EDB-67D5-4379-8862-B1F985CB41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{51594EDB-67D5-4379-8862-B1F985CB418A}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