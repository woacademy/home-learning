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8B118E-CD7A-4076-916D-E79842E572E4}">
  <a:tblStyle styleId="{748B118E-CD7A-4076-916D-E79842E572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{748B118E-CD7A-4076-916D-E79842E572E4}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