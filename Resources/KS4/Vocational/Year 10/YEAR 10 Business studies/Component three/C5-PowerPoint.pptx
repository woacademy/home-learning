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D4E7E0-6488-436A-BD79-9AE9C85FBCD6}">
  <a:tblStyle styleId="{88D4E7E0-6488-436A-BD79-9AE9C85FBC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{88D4E7E0-6488-436A-BD79-9AE9C85FBCD6}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