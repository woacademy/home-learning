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6B0FA6-97D9-4F9A-9B5D-586D3E36A733}">
  <a:tblStyle styleId="{0F6B0FA6-97D9-4F9A-9B5D-586D3E36A7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{0F6B0FA6-97D9-4F9A-9B5D-586D3E36A733}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