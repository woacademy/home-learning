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19443-CADF-4406-BDCD-30E8C1806790}">
  <a:tblStyle styleId="{B2519443-CADF-4406-BDCD-30E8C18067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{B2519443-CADF-4406-BDCD-30E8C1806790}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