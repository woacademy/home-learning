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16D6F3-18C1-47EE-B77A-9B4097869697}">
  <a:tblStyle styleId="{7216D6F3-18C1-47EE-B77A-9B40978696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{7216D6F3-18C1-47EE-B77A-9B4097869697}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