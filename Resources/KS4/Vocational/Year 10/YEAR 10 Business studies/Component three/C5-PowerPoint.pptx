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BB321E-708C-4B2B-A3EB-0747BB246335}">
  <a:tblStyle styleId="{18BB321E-708C-4B2B-A3EB-0747BB2463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{18BB321E-708C-4B2B-A3EB-0747BB246335}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