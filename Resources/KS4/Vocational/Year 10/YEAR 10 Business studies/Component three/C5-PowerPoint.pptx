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616749-3971-453B-8E08-ECA80267B311}">
  <a:tblStyle styleId="{0D616749-3971-453B-8E08-ECA80267B3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{0D616749-3971-453B-8E08-ECA80267B311}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