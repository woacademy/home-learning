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212590-A1E5-45B7-9926-DEA12BF9C243}">
  <a:tblStyle styleId="{87212590-A1E5-45B7-9926-DEA12BF9C2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{87212590-A1E5-45B7-9926-DEA12BF9C243}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