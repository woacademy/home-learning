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68F603-0028-4149-98E4-F5AB02F52C7F}">
  <a:tblStyle styleId="{0B68F603-0028-4149-98E4-F5AB02F52C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{0B68F603-0028-4149-98E4-F5AB02F52C7F}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