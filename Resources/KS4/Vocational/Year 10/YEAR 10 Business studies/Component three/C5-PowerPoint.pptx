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E98740-B90B-45CC-B452-F70F5026293D}">
  <a:tblStyle styleId="{5CE98740-B90B-45CC-B452-F70F502629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{5CE98740-B90B-45CC-B452-F70F5026293D}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