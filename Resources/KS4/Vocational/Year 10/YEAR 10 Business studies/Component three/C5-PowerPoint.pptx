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98C17B-BC60-49D2-8D79-9EC326A2FCC8}">
  <a:tblStyle styleId="{1198C17B-BC60-49D2-8D79-9EC326A2FC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{1198C17B-BC60-49D2-8D79-9EC326A2FCC8}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