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4686CB-5752-4188-9206-8C9598209CC3}">
  <a:tblStyle styleId="{654686CB-5752-4188-9206-8C9598209C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{654686CB-5752-4188-9206-8C9598209CC3}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