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CCF7B1-E10F-4395-A756-FAD396FD0D09}">
  <a:tblStyle styleId="{65CCF7B1-E10F-4395-A756-FAD396FD0D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{65CCF7B1-E10F-4395-A756-FAD396FD0D09}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