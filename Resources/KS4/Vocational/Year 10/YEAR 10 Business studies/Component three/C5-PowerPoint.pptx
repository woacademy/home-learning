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30FA412-D4CA-4C4E-9E22-13EE1FD7D9E7}">
  <a:tblStyle styleId="{230FA412-D4CA-4C4E-9E22-13EE1FD7D9E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{230FA412-D4CA-4C4E-9E22-13EE1FD7D9E7}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