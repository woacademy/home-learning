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8DDADD-F6D6-43E9-A68D-30E7C6A4D5FF}">
  <a:tblStyle styleId="{9A8DDADD-F6D6-43E9-A68D-30E7C6A4D5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{9A8DDADD-F6D6-43E9-A68D-30E7C6A4D5FF}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