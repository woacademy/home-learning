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C472B9-5256-4473-A92A-4569F900C9CE}">
  <a:tblStyle styleId="{04C472B9-5256-4473-A92A-4569F900C9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{04C472B9-5256-4473-A92A-4569F900C9CE}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