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393A7-9629-4FFE-AA62-61F9985C5A96}">
  <a:tblStyle styleId="{47E393A7-9629-4FFE-AA62-61F9985C5A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{47E393A7-9629-4FFE-AA62-61F9985C5A96}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