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F5A80F-9D4E-4C88-87E7-46D11EFDC237}">
  <a:tblStyle styleId="{51F5A80F-9D4E-4C88-87E7-46D11EFDC2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{51F5A80F-9D4E-4C88-87E7-46D11EFDC237}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