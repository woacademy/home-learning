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489267-F938-4167-8003-3CA87F0E9C46}">
  <a:tblStyle styleId="{D8489267-F938-4167-8003-3CA87F0E9C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{D8489267-F938-4167-8003-3CA87F0E9C46}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