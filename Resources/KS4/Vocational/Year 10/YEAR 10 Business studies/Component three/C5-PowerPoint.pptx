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FEC50E5-F62C-4634-A511-E052E78E1D4A}">
  <a:tblStyle styleId="{7FEC50E5-F62C-4634-A511-E052E78E1D4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{7FEC50E5-F62C-4634-A511-E052E78E1D4A}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