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237723-0281-4F3B-9D67-D1DF24AE9443}">
  <a:tblStyle styleId="{37237723-0281-4F3B-9D67-D1DF24AE94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{37237723-0281-4F3B-9D67-D1DF24AE9443}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