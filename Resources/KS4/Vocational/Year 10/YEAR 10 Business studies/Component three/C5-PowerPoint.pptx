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BF3027-E696-4E83-B132-7AD4145C62CF}">
  <a:tblStyle styleId="{D1BF3027-E696-4E83-B132-7AD4145C62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{D1BF3027-E696-4E83-B132-7AD4145C62CF}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