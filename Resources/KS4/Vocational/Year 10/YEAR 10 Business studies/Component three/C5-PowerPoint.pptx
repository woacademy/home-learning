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388E38-D951-4D31-AAE1-468A1DBC62A7}">
  <a:tblStyle styleId="{35388E38-D951-4D31-AAE1-468A1DBC62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{35388E38-D951-4D31-AAE1-468A1DBC62A7}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