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466A9B1-8F88-4310-8957-455C7D278B6D}">
  <a:tblStyle styleId="{5466A9B1-8F88-4310-8957-455C7D278B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{5466A9B1-8F88-4310-8957-455C7D278B6D}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