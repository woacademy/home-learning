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CDF0AF-386D-4296-9BE1-FBF1EFF0802B}">
  <a:tblStyle styleId="{D4CDF0AF-386D-4296-9BE1-FBF1EFF080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{D4CDF0AF-386D-4296-9BE1-FBF1EFF0802B}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