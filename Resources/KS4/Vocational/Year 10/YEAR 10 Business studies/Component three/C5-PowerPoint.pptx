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D88855-9854-4097-8851-24535453B6F1}">
  <a:tblStyle styleId="{F5D88855-9854-4097-8851-24535453B6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{F5D88855-9854-4097-8851-24535453B6F1}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