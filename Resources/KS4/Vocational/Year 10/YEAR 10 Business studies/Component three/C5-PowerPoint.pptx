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AC5692-5B56-4B0A-95EB-BEACF20E8204}">
  <a:tblStyle styleId="{0DAC5692-5B56-4B0A-95EB-BEACF20E82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{0DAC5692-5B56-4B0A-95EB-BEACF20E8204}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