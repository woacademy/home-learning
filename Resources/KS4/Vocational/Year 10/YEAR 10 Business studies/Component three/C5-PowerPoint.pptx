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F85338-FEDF-4EA2-805C-187E5B938AC3}">
  <a:tblStyle styleId="{67F85338-FEDF-4EA2-805C-187E5B938A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{67F85338-FEDF-4EA2-805C-187E5B938AC3}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