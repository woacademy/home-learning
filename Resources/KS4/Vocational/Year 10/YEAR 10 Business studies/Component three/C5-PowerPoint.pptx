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8DFA9C-54DF-40AB-84CB-F57A02C5CF77}">
  <a:tblStyle styleId="{C18DFA9C-54DF-40AB-84CB-F57A02C5CF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{C18DFA9C-54DF-40AB-84CB-F57A02C5CF77}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