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D8BDD3-42C6-4747-9ACA-BEDA109164D0}">
  <a:tblStyle styleId="{3AD8BDD3-42C6-4747-9ACA-BEDA109164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{3AD8BDD3-42C6-4747-9ACA-BEDA109164D0}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