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85A5B-569C-4128-8DB3-7B256CEDF2EE}">
  <a:tblStyle styleId="{B0F85A5B-569C-4128-8DB3-7B256CEDF2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{B0F85A5B-569C-4128-8DB3-7B256CEDF2EE}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