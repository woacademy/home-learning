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642FFA-9139-4496-A95D-6C6E68A94EC5}">
  <a:tblStyle styleId="{58642FFA-9139-4496-A95D-6C6E68A94E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{58642FFA-9139-4496-A95D-6C6E68A94EC5}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