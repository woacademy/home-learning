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47DB88-4208-47EA-AD28-3FFE81D764B8}">
  <a:tblStyle styleId="{7D47DB88-4208-47EA-AD28-3FFE81D764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{7D47DB88-4208-47EA-AD28-3FFE81D764B8}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