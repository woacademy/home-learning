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E27441-729D-4819-BC67-12F59084C8E3}">
  <a:tblStyle styleId="{7AE27441-729D-4819-BC67-12F59084C8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{7AE27441-729D-4819-BC67-12F59084C8E3}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