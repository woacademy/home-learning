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E87AC4-D613-4A59-BFD1-9330C65E3877}">
  <a:tblStyle styleId="{D3E87AC4-D613-4A59-BFD1-9330C65E38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{D3E87AC4-D613-4A59-BFD1-9330C65E3877}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