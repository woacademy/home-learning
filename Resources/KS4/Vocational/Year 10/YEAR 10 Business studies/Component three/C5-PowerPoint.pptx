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ED61FF-4DEE-4A81-8A94-8C6BC92EE3EF}">
  <a:tblStyle styleId="{40ED61FF-4DEE-4A81-8A94-8C6BC92EE3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{40ED61FF-4DEE-4A81-8A94-8C6BC92EE3EF}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