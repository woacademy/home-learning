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C1AFD6-A52D-42C4-8C1E-F45639CC3194}">
  <a:tblStyle styleId="{ACC1AFD6-A52D-42C4-8C1E-F45639CC31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{ACC1AFD6-A52D-42C4-8C1E-F45639CC3194}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