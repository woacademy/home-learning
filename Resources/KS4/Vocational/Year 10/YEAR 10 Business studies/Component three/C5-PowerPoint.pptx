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EA03F9-EB6C-4AAF-816E-2BC258689189}">
  <a:tblStyle styleId="{47EA03F9-EB6C-4AAF-816E-2BC2586891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{47EA03F9-EB6C-4AAF-816E-2BC258689189}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