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F62B8F-623A-4DDA-9D9E-D09D94057F76}">
  <a:tblStyle styleId="{4EF62B8F-623A-4DDA-9D9E-D09D94057F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{4EF62B8F-623A-4DDA-9D9E-D09D94057F76}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