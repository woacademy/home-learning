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2FDE54-178B-4C73-8BEA-7467AD358223}">
  <a:tblStyle styleId="{D82FDE54-178B-4C73-8BEA-7467AD3582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{D82FDE54-178B-4C73-8BEA-7467AD358223}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