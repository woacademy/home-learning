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A157B-C8EE-4108-9CC6-A3C9345A6862}">
  <a:tblStyle styleId="{F43A157B-C8EE-4108-9CC6-A3C9345A68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{F43A157B-C8EE-4108-9CC6-A3C9345A6862}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