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08E04D-3C14-464D-8C22-3FF454FA9282}">
  <a:tblStyle styleId="{8D08E04D-3C14-464D-8C22-3FF454FA92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{8D08E04D-3C14-464D-8C22-3FF454FA9282}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