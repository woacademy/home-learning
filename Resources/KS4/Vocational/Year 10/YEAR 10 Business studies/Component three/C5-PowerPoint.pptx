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C8940-CA92-46B0-8462-8C354978E91B}">
  <a:tblStyle styleId="{C7DC8940-CA92-46B0-8462-8C354978E9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{C7DC8940-CA92-46B0-8462-8C354978E91B}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