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CF81DA-FFCF-4DE2-B89C-1640E2C8A5AD}">
  <a:tblStyle styleId="{2BCF81DA-FFCF-4DE2-B89C-1640E2C8A5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{2BCF81DA-FFCF-4DE2-B89C-1640E2C8A5AD}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