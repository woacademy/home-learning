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4BDBCB-6D45-4A74-95CF-FEBF70B2BC77}">
  <a:tblStyle styleId="{D34BDBCB-6D45-4A74-95CF-FEBF70B2BC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{D34BDBCB-6D45-4A74-95CF-FEBF70B2BC77}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