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6B5B0A-5EDD-40FB-A51D-BA6019FEE7AE}">
  <a:tblStyle styleId="{CE6B5B0A-5EDD-40FB-A51D-BA6019FEE7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{CE6B5B0A-5EDD-40FB-A51D-BA6019FEE7AE}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