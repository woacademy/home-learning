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0EF802-4E89-4087-95E0-026FF2A51982}">
  <a:tblStyle styleId="{110EF802-4E89-4087-95E0-026FF2A519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{110EF802-4E89-4087-95E0-026FF2A51982}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