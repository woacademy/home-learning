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8D42B6B-6404-43EE-98E8-9FA1A473FAFE}">
  <a:tblStyle styleId="{48D42B6B-6404-43EE-98E8-9FA1A473FAF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{48D42B6B-6404-43EE-98E8-9FA1A473FAFE}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