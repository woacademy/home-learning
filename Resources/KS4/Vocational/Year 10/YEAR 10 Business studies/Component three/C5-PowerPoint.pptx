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9FC381-5EE5-4269-9648-6C474AE66B0B}">
  <a:tblStyle styleId="{D69FC381-5EE5-4269-9648-6C474AE66B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{D69FC381-5EE5-4269-9648-6C474AE66B0B}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