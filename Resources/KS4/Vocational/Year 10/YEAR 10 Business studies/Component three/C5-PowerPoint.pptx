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68B6DC-839A-4BB7-9E8E-09BCD0925AAF}">
  <a:tblStyle styleId="{9568B6DC-839A-4BB7-9E8E-09BCD0925A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{9568B6DC-839A-4BB7-9E8E-09BCD0925AAF}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