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8B474-89D0-4ABC-B002-A3A1764CF752}">
  <a:tblStyle styleId="{5528B474-89D0-4ABC-B002-A3A1764CF7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{5528B474-89D0-4ABC-B002-A3A1764CF752}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