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345031-8EDF-4992-A26B-F546CC975366}">
  <a:tblStyle styleId="{D5345031-8EDF-4992-A26B-F546CC9753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{D5345031-8EDF-4992-A26B-F546CC975366}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