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3DCC49-4E08-4A22-95F1-346641D2D1F2}">
  <a:tblStyle styleId="{CE3DCC49-4E08-4A22-95F1-346641D2D1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{CE3DCC49-4E08-4A22-95F1-346641D2D1F2}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