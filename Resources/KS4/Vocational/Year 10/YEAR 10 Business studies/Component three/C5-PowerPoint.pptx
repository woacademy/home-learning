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46F199-61BA-4E6D-B279-49C5A8A41ACB}">
  <a:tblStyle styleId="{1C46F199-61BA-4E6D-B279-49C5A8A41A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{1C46F199-61BA-4E6D-B279-49C5A8A41ACB}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