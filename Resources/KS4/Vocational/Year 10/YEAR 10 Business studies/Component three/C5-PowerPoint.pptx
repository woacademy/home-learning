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338547-D630-4CFD-9CFE-5DCD2F2BBAE9}">
  <a:tblStyle styleId="{DC338547-D630-4CFD-9CFE-5DCD2F2BBA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{DC338547-D630-4CFD-9CFE-5DCD2F2BBAE9}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