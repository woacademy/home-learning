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C9C8D8E-BF1E-457D-8203-DA7294BEB3BF}">
  <a:tblStyle styleId="{DC9C8D8E-BF1E-457D-8203-DA7294BEB3B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{DC9C8D8E-BF1E-457D-8203-DA7294BEB3BF}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