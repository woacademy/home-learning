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ED320-182F-4019-8E38-482A6EB8D5EE}">
  <a:tblStyle styleId="{53CED320-182F-4019-8E38-482A6EB8D5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{53CED320-182F-4019-8E38-482A6EB8D5EE}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