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F7CC45-441F-4DBD-B20A-03092954724B}">
  <a:tblStyle styleId="{C6F7CC45-441F-4DBD-B20A-0309295472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{C6F7CC45-441F-4DBD-B20A-03092954724B}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