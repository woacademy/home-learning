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D49B0C-BE8C-4CAA-9B98-9C6319C5A08A}">
  <a:tblStyle styleId="{D8D49B0C-BE8C-4CAA-9B98-9C6319C5A0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{D8D49B0C-BE8C-4CAA-9B98-9C6319C5A08A}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