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C8D7E71-98B1-480F-9AE6-B88738AAD8E5}">
  <a:tblStyle styleId="{6C8D7E71-98B1-480F-9AE6-B88738AAD8E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{6C8D7E71-98B1-480F-9AE6-B88738AAD8E5}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