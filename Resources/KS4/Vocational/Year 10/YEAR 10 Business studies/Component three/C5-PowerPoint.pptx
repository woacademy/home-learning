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16F9E8-4A00-41A4-984F-9D0ECF79ACB3}">
  <a:tblStyle styleId="{DA16F9E8-4A00-41A4-984F-9D0ECF79AC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{DA16F9E8-4A00-41A4-984F-9D0ECF79ACB3}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