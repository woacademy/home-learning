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CEF221-C7F7-406B-99D7-40D580CD0591}">
  <a:tblStyle styleId="{F7CEF221-C7F7-406B-99D7-40D580CD05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{F7CEF221-C7F7-406B-99D7-40D580CD0591}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