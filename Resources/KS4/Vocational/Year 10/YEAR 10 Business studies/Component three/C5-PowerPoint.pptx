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FC7AED-6B4F-4885-ACBD-66D08A9198F9}">
  <a:tblStyle styleId="{41FC7AED-6B4F-4885-ACBD-66D08A9198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{41FC7AED-6B4F-4885-ACBD-66D08A9198F9}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