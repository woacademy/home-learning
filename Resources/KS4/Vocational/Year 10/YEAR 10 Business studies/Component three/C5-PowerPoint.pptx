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F3BFD-A8A4-43C6-828A-D433A52623C9}">
  <a:tblStyle styleId="{E16F3BFD-A8A4-43C6-828A-D433A52623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{E16F3BFD-A8A4-43C6-828A-D433A52623C9}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