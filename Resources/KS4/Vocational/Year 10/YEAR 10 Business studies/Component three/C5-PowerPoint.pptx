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EECD7A-01C3-4874-8D7A-96329FBC893B}">
  <a:tblStyle styleId="{0EEECD7A-01C3-4874-8D7A-96329FBC89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{0EEECD7A-01C3-4874-8D7A-96329FBC893B}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