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F53BD3-555B-466E-A3AB-159A4C70FA2B}">
  <a:tblStyle styleId="{2FF53BD3-555B-466E-A3AB-159A4C70FA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{2FF53BD3-555B-466E-A3AB-159A4C70FA2B}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