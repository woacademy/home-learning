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D0EA1E-3911-41AB-A0DB-B1002CD351A2}">
  <a:tblStyle styleId="{6ED0EA1E-3911-41AB-A0DB-B1002CD351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{6ED0EA1E-3911-41AB-A0DB-B1002CD351A2}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