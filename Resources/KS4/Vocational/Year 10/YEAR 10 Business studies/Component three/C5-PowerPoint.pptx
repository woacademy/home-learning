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05FBC0-600A-4880-AA40-F6FDB47480D6}">
  <a:tblStyle styleId="{3F05FBC0-600A-4880-AA40-F6FDB47480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{3F05FBC0-600A-4880-AA40-F6FDB47480D6}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