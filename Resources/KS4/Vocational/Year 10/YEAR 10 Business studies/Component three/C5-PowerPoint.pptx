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30A61-6567-4187-BA11-6094754A98CC}">
  <a:tblStyle styleId="{24230A61-6567-4187-BA11-6094754A98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{24230A61-6567-4187-BA11-6094754A98CC}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