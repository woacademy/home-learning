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BCA052-661C-4494-88FD-B1830D397D2D}">
  <a:tblStyle styleId="{03BCA052-661C-4494-88FD-B1830D397D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{03BCA052-661C-4494-88FD-B1830D397D2D}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