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B1173D-E835-4CB1-93D7-1AB76AE2A1CB}">
  <a:tblStyle styleId="{42B1173D-E835-4CB1-93D7-1AB76AE2A1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{42B1173D-E835-4CB1-93D7-1AB76AE2A1CB}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