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B2E416-26F3-4EB1-B03C-E45A7A7B706E}">
  <a:tblStyle styleId="{F5B2E416-26F3-4EB1-B03C-E45A7A7B70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{F5B2E416-26F3-4EB1-B03C-E45A7A7B706E}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