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A586D5-DD53-4A56-97B9-7F8A089B7527}">
  <a:tblStyle styleId="{3BA586D5-DD53-4A56-97B9-7F8A089B75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{3BA586D5-DD53-4A56-97B9-7F8A089B7527}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