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9A3580-AF16-419C-BC52-EEA418CFE38B}">
  <a:tblStyle styleId="{2E9A3580-AF16-419C-BC52-EEA418CFE3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{2E9A3580-AF16-419C-BC52-EEA418CFE38B}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