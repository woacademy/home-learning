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A51151-A42D-4E59-A7E0-BBF162F0D33B}">
  <a:tblStyle styleId="{F0A51151-A42D-4E59-A7E0-BBF162F0D3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{F0A51151-A42D-4E59-A7E0-BBF162F0D33B}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