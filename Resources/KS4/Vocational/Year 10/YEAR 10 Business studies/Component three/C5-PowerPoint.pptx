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4418DF-9CD2-4445-BFA3-737D4D747FDE}">
  <a:tblStyle styleId="{C64418DF-9CD2-4445-BFA3-737D4D747F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{C64418DF-9CD2-4445-BFA3-737D4D747FDE}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