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7BF0BC-7136-4740-8577-ACD9139A5065}">
  <a:tblStyle styleId="{CA7BF0BC-7136-4740-8577-ACD9139A506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{CA7BF0BC-7136-4740-8577-ACD9139A5065}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