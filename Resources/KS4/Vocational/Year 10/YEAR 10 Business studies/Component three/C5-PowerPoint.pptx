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E749B8-9B2D-4745-A028-30B0413A044B}">
  <a:tblStyle styleId="{24E749B8-9B2D-4745-A028-30B0413A044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{24E749B8-9B2D-4745-A028-30B0413A044B}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