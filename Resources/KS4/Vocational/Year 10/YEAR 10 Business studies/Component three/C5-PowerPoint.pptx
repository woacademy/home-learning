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B3775A-619F-4A9B-B724-32FD3E90D82D}">
  <a:tblStyle styleId="{5DB3775A-619F-4A9B-B724-32FD3E90D8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{5DB3775A-619F-4A9B-B724-32FD3E90D82D}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