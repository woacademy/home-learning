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14E99A-EC64-4228-8FBD-C17E7B2A91E0}">
  <a:tblStyle styleId="{9414E99A-EC64-4228-8FBD-C17E7B2A91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{9414E99A-EC64-4228-8FBD-C17E7B2A91E0}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