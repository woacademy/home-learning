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B7A4E9-1E38-4EFF-B8D3-8BB6C8B1F3FA}">
  <a:tblStyle styleId="{2DB7A4E9-1E38-4EFF-B8D3-8BB6C8B1F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{2DB7A4E9-1E38-4EFF-B8D3-8BB6C8B1F3FA}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