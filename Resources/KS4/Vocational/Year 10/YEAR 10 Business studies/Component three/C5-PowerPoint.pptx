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A09EDA-A2F8-4709-9172-68C25CBFB8DB}">
  <a:tblStyle styleId="{E0A09EDA-A2F8-4709-9172-68C25CBFB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{E0A09EDA-A2F8-4709-9172-68C25CBFB8DB}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