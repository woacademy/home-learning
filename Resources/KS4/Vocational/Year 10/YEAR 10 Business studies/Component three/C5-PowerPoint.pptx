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09FD26-078C-4CA4-BB53-546BA661FBF5}">
  <a:tblStyle styleId="{3B09FD26-078C-4CA4-BB53-546BA661FB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{3B09FD26-078C-4CA4-BB53-546BA661FBF5}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