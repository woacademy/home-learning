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3BC9FF-1EB1-4670-86A9-FF96ADA60BC2}">
  <a:tblStyle styleId="{853BC9FF-1EB1-4670-86A9-FF96ADA60B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{853BC9FF-1EB1-4670-86A9-FF96ADA60BC2}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