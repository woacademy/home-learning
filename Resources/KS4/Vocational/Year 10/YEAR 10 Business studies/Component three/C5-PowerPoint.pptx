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18F117A-43C6-4DA7-8DE9-D8A0B3E28448}">
  <a:tblStyle styleId="{718F117A-43C6-4DA7-8DE9-D8A0B3E284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{718F117A-43C6-4DA7-8DE9-D8A0B3E28448}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