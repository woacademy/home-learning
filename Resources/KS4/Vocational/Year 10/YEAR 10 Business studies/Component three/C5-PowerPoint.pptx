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A2AA26-EDCA-4AAC-A2E1-02E9372E86C4}">
  <a:tblStyle styleId="{8FA2AA26-EDCA-4AAC-A2E1-02E9372E86C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{8FA2AA26-EDCA-4AAC-A2E1-02E9372E86C4}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