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9090E7-7AEC-40F6-990A-94A0BBA1C1DA}">
  <a:tblStyle styleId="{D69090E7-7AEC-40F6-990A-94A0BBA1C1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{D69090E7-7AEC-40F6-990A-94A0BBA1C1DA}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