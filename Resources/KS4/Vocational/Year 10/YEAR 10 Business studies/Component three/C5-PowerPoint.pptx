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A9A55-CD79-4762-90F2-6E02D971B39C}">
  <a:tblStyle styleId="{944A9A55-CD79-4762-90F2-6E02D971B3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{944A9A55-CD79-4762-90F2-6E02D971B39C}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