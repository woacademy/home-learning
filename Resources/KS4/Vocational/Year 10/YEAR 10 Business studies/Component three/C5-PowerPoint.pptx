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3F58E2-6E93-4D5B-B0BF-568DE64A926D}">
  <a:tblStyle styleId="{B83F58E2-6E93-4D5B-B0BF-568DE64A92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{B83F58E2-6E93-4D5B-B0BF-568DE64A926D}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