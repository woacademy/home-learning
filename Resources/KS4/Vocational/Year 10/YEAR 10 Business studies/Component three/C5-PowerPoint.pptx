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56BC4-70B1-42A4-B6BD-FC11BA91E68D}">
  <a:tblStyle styleId="{24156BC4-70B1-42A4-B6BD-FC11BA91E6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{24156BC4-70B1-42A4-B6BD-FC11BA91E68D}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