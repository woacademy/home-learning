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9A2B2C-3846-45B7-BF1B-400457B30EB3}">
  <a:tblStyle styleId="{E79A2B2C-3846-45B7-BF1B-400457B30E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{E79A2B2C-3846-45B7-BF1B-400457B30EB3}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