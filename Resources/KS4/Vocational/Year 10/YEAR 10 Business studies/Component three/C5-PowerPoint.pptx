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175EBCE-5022-4272-AA86-6EFFB5FA2238}">
  <a:tblStyle styleId="{4175EBCE-5022-4272-AA86-6EFFB5FA223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{4175EBCE-5022-4272-AA86-6EFFB5FA2238}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