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7F6062-677B-45FD-AFF5-B27140C2B85D}">
  <a:tblStyle styleId="{947F6062-677B-45FD-AFF5-B27140C2B8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{947F6062-677B-45FD-AFF5-B27140C2B85D}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