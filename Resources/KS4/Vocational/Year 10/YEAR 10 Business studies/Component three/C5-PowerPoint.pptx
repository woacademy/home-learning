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B6F117-2523-497F-9EDA-C639787B753B}">
  <a:tblStyle styleId="{52B6F117-2523-497F-9EDA-C639787B75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{52B6F117-2523-497F-9EDA-C639787B753B}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