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2CA9C8-FE95-4B68-A004-A3198E949079}">
  <a:tblStyle styleId="{762CA9C8-FE95-4B68-A004-A3198E9490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{762CA9C8-FE95-4B68-A004-A3198E949079}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