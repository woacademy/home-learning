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A84CBE-22BD-4381-ACB6-2737218FEACC}">
  <a:tblStyle styleId="{39A84CBE-22BD-4381-ACB6-2737218FEA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{39A84CBE-22BD-4381-ACB6-2737218FEACC}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