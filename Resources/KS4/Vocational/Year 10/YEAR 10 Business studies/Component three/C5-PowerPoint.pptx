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BC224C-D10A-4D9C-AE53-5C76CB99130B}">
  <a:tblStyle styleId="{3EBC224C-D10A-4D9C-AE53-5C76CB9913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{3EBC224C-D10A-4D9C-AE53-5C76CB99130B}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