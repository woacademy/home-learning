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B208C-698F-49CE-A707-021447623CE4}">
  <a:tblStyle styleId="{9E8B208C-698F-49CE-A707-021447623C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{9E8B208C-698F-49CE-A707-021447623CE4}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