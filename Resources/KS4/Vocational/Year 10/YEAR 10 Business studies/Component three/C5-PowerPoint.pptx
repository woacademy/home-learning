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00C113-A2C2-4DA8-B2BF-A90CE7AC23B6}">
  <a:tblStyle styleId="{E400C113-A2C2-4DA8-B2BF-A90CE7AC2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{E400C113-A2C2-4DA8-B2BF-A90CE7AC23B6}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