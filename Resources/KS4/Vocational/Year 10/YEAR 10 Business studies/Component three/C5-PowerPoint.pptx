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C2A0E-2BDF-4057-8724-0BFA79F5E720}">
  <a:tblStyle styleId="{2C8C2A0E-2BDF-4057-8724-0BFA79F5E7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{2C8C2A0E-2BDF-4057-8724-0BFA79F5E720}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