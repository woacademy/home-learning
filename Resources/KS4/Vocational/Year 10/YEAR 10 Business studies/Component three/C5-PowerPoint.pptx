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8BAFF90-40AA-4071-A788-8DAE9AD5B1A5}">
  <a:tblStyle styleId="{C8BAFF90-40AA-4071-A788-8DAE9AD5B1A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{C8BAFF90-40AA-4071-A788-8DAE9AD5B1A5}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