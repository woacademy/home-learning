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C2B0F-50F6-4989-BBF6-BEBB4765F124}">
  <a:tblStyle styleId="{3DDC2B0F-50F6-4989-BBF6-BEBB4765F1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{3DDC2B0F-50F6-4989-BBF6-BEBB4765F124}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