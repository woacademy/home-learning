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D26D30-022C-4668-9C9C-5B65C6A5A978}">
  <a:tblStyle styleId="{3DD26D30-022C-4668-9C9C-5B65C6A5A9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{3DD26D30-022C-4668-9C9C-5B65C6A5A978}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