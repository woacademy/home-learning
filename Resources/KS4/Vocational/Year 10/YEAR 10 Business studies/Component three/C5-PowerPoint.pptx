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47E696-ECA8-4FCB-A1BE-00FF94036785}">
  <a:tblStyle styleId="{2847E696-ECA8-4FCB-A1BE-00FF940367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{2847E696-ECA8-4FCB-A1BE-00FF94036785}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