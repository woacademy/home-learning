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6879B5-F4FF-4B87-97C0-B90EB2C025C3}">
  <a:tblStyle styleId="{2B6879B5-F4FF-4B87-97C0-B90EB2C025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{2B6879B5-F4FF-4B87-97C0-B90EB2C025C3}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