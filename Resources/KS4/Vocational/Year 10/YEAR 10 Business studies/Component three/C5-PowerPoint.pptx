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DC34A-D94A-4ADB-AD50-882EAA1789AD}">
  <a:tblStyle styleId="{3C9DC34A-D94A-4ADB-AD50-882EAA1789A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{3C9DC34A-D94A-4ADB-AD50-882EAA1789AD}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