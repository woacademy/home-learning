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2A5880-4F82-4116-849A-7591F769FF2A}">
  <a:tblStyle styleId="{162A5880-4F82-4116-849A-7591F769F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{162A5880-4F82-4116-849A-7591F769FF2A}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