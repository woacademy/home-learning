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9BEC54A-9E62-489F-869B-F6978CC9E4F4}">
  <a:tblStyle styleId="{19BEC54A-9E62-489F-869B-F6978CC9E4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{19BEC54A-9E62-489F-869B-F6978CC9E4F4}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