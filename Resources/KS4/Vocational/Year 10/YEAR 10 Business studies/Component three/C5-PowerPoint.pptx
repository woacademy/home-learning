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47DB66-5EBB-4A26-B32B-22DB7367801D}">
  <a:tblStyle styleId="{5747DB66-5EBB-4A26-B32B-22DB736780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{5747DB66-5EBB-4A26-B32B-22DB7367801D}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