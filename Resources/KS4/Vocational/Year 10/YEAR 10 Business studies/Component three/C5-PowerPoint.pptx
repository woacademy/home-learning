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B8C405-185D-42C1-8154-6662EFD89108}">
  <a:tblStyle styleId="{9AB8C405-185D-42C1-8154-6662EFD891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{9AB8C405-185D-42C1-8154-6662EFD89108}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