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C34F54-D31B-42E3-ABF8-469C61EC2D64}">
  <a:tblStyle styleId="{2BC34F54-D31B-42E3-ABF8-469C61EC2D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{2BC34F54-D31B-42E3-ABF8-469C61EC2D64}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