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A60F102-9B94-4705-B7C5-A4E53A5D7EA9}">
  <a:tblStyle styleId="{9A60F102-9B94-4705-B7C5-A4E53A5D7E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{9A60F102-9B94-4705-B7C5-A4E53A5D7EA9}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