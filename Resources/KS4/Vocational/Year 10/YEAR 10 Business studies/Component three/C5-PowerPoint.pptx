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9FEB6-3284-4565-A9F9-55F2D9AB727E}">
  <a:tblStyle styleId="{47A9FEB6-3284-4565-A9F9-55F2D9AB72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{47A9FEB6-3284-4565-A9F9-55F2D9AB727E}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