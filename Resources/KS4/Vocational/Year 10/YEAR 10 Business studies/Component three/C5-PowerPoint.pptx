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84D3EE-330C-4E48-88B4-E9C89FB373B1}">
  <a:tblStyle styleId="{9484D3EE-330C-4E48-88B4-E9C89FB373B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{9484D3EE-330C-4E48-88B4-E9C89FB373B1}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