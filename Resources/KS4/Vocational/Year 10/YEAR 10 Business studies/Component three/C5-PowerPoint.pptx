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C07487-3156-4F56-B4FA-8CD18528727B}">
  <a:tblStyle styleId="{4EC07487-3156-4F56-B4FA-8CD1852872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{4EC07487-3156-4F56-B4FA-8CD18528727B}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