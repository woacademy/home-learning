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BEDF7F-0FB4-4874-805E-53474D20E7F2}">
  <a:tblStyle styleId="{B4BEDF7F-0FB4-4874-805E-53474D20E7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{B4BEDF7F-0FB4-4874-805E-53474D20E7F2}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