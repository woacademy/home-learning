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F06BBA-DDB9-4FF5-85C4-9FBF2BD118FE}">
  <a:tblStyle styleId="{ACF06BBA-DDB9-4FF5-85C4-9FBF2BD118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{ACF06BBA-DDB9-4FF5-85C4-9FBF2BD118FE}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