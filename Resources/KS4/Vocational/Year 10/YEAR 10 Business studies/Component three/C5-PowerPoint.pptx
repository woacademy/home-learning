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508EE1D-A496-4A64-AD04-6C477600AAE4}">
  <a:tblStyle styleId="{7508EE1D-A496-4A64-AD04-6C477600AA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{7508EE1D-A496-4A64-AD04-6C477600AAE4}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