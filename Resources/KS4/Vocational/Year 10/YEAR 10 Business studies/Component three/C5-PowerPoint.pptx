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DDA756-8E68-44A3-B005-DA198CD9917B}">
  <a:tblStyle styleId="{A7DDA756-8E68-44A3-B005-DA198CD991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{A7DDA756-8E68-44A3-B005-DA198CD9917B}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