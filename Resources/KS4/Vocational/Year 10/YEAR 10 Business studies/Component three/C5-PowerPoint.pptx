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C45A4A-40D3-4156-A800-8DB7F22E3861}">
  <a:tblStyle styleId="{A6C45A4A-40D3-4156-A800-8DB7F22E38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{A6C45A4A-40D3-4156-A800-8DB7F22E3861}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