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42C194-7EC4-4DEE-AC28-CA6BB3C6E185}">
  <a:tblStyle styleId="{8942C194-7EC4-4DEE-AC28-CA6BB3C6E1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{8942C194-7EC4-4DEE-AC28-CA6BB3C6E185}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