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3D92E-9E69-403C-B4A2-93796293D2E3}">
  <a:tblStyle styleId="{1D23D92E-9E69-403C-B4A2-93796293D2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{1D23D92E-9E69-403C-B4A2-93796293D2E3}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