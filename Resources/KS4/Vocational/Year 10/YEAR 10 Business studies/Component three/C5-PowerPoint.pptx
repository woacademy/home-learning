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F8DE47-852D-45F1-906C-DEBB08076D62}">
  <a:tblStyle styleId="{FDF8DE47-852D-45F1-906C-DEBB08076D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{FDF8DE47-852D-45F1-906C-DEBB08076D62}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