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BBCF13-7F18-42B8-B3F4-81D4AAC5D157}">
  <a:tblStyle styleId="{5ABBCF13-7F18-42B8-B3F4-81D4AAC5D1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{5ABBCF13-7F18-42B8-B3F4-81D4AAC5D157}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