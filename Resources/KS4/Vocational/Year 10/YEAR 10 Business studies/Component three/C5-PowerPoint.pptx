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87F7A1-4C27-4B83-A6CC-16E9D76FC32A}">
  <a:tblStyle styleId="{F987F7A1-4C27-4B83-A6CC-16E9D76FC3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{F987F7A1-4C27-4B83-A6CC-16E9D76FC32A}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