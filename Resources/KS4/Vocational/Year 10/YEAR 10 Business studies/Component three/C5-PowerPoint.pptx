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489B85-0F36-48FA-ABD1-9FDF23F6D04E}">
  <a:tblStyle styleId="{78489B85-0F36-48FA-ABD1-9FDF23F6D0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{78489B85-0F36-48FA-ABD1-9FDF23F6D04E}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