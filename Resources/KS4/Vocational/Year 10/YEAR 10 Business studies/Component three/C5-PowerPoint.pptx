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365C7D-A5B2-4C75-8F93-A82EBE99778B}">
  <a:tblStyle styleId="{CD365C7D-A5B2-4C75-8F93-A82EBE9977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{CD365C7D-A5B2-4C75-8F93-A82EBE99778B}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