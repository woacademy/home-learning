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E536C-EE9F-422D-991B-65114A8685F8}">
  <a:tblStyle styleId="{546E536C-EE9F-422D-991B-65114A8685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{546E536C-EE9F-422D-991B-65114A8685F8}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