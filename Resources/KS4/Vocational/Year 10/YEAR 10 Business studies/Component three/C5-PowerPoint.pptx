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31C58BD-1398-4FCB-906E-268E4642CBD5}">
  <a:tblStyle styleId="{B31C58BD-1398-4FCB-906E-268E4642CBD5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{B31C58BD-1398-4FCB-906E-268E4642CBD5}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