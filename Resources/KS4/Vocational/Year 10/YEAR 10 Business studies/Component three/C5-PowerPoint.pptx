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B5CE14-7CD5-46B4-B59D-80638D67815F}">
  <a:tblStyle styleId="{32B5CE14-7CD5-46B4-B59D-80638D67815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{32B5CE14-7CD5-46B4-B59D-80638D67815F}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