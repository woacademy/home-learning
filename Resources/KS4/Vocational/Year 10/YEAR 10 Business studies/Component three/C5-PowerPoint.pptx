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553013-BD97-4FE3-A08C-FAEE38C8DC51}">
  <a:tblStyle styleId="{19553013-BD97-4FE3-A08C-FAEE38C8DC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{19553013-BD97-4FE3-A08C-FAEE38C8DC51}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