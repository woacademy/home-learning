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02D4DA-0BFB-43AF-861A-A5903C56C6E5}">
  <a:tblStyle styleId="{F102D4DA-0BFB-43AF-861A-A5903C56C6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{F102D4DA-0BFB-43AF-861A-A5903C56C6E5}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