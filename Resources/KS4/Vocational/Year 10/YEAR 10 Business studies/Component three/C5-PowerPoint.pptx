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CC0A40-C209-40CE-8EFF-AF25EAEDD100}">
  <a:tblStyle styleId="{61CC0A40-C209-40CE-8EFF-AF25EAEDD1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{61CC0A40-C209-40CE-8EFF-AF25EAEDD100}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