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CF800B-88CB-48B8-8AC3-7403966CBF2D}">
  <a:tblStyle styleId="{E3CF800B-88CB-48B8-8AC3-7403966CBF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{E3CF800B-88CB-48B8-8AC3-7403966CBF2D}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