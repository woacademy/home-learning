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904305-A196-444F-A25A-C3B70F8410B6}">
  <a:tblStyle styleId="{61904305-A196-444F-A25A-C3B70F8410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{61904305-A196-444F-A25A-C3B70F8410B6}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