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AF352-4F4C-4C50-8E70-844D8905359E}">
  <a:tblStyle styleId="{504AF352-4F4C-4C50-8E70-844D890535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{504AF352-4F4C-4C50-8E70-844D8905359E}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