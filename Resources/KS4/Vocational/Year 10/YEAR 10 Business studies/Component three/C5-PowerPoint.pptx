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E297B8-A243-422B-A63B-B70167D9C4DD}">
  <a:tblStyle styleId="{42E297B8-A243-422B-A63B-B70167D9C4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{42E297B8-A243-422B-A63B-B70167D9C4DD}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