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FFFAC95-BB92-44C0-AA9F-16C962639E64}">
  <a:tblStyle styleId="{9FFFAC95-BB92-44C0-AA9F-16C962639E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{9FFFAC95-BB92-44C0-AA9F-16C962639E64}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