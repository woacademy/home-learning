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21ECDC-35F9-4568-A5A3-0F5FDC00F615}">
  <a:tblStyle styleId="{A921ECDC-35F9-4568-A5A3-0F5FDC00F6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{A921ECDC-35F9-4568-A5A3-0F5FDC00F615}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