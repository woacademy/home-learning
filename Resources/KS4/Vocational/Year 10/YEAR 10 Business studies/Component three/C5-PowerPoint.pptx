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3CE392-ABB0-4CA3-8D88-31AD9EB0C3D0}">
  <a:tblStyle styleId="{463CE392-ABB0-4CA3-8D88-31AD9EB0C3D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{463CE392-ABB0-4CA3-8D88-31AD9EB0C3D0}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