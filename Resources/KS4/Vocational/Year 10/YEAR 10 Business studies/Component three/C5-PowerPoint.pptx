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161D08-0A95-481F-9F8B-77D5DA7FD751}">
  <a:tblStyle styleId="{96161D08-0A95-481F-9F8B-77D5DA7FD7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{96161D08-0A95-481F-9F8B-77D5DA7FD751}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