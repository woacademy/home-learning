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93BC9F-D582-4565-B31F-890DCDFAD7B6}">
  <a:tblStyle styleId="{FA93BC9F-D582-4565-B31F-890DCDFAD7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{FA93BC9F-D582-4565-B31F-890DCDFAD7B6}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