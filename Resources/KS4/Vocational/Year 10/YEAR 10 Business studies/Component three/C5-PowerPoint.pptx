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CDDCF9-B2E0-4630-9FFF-00C27BFDB9F4}">
  <a:tblStyle styleId="{BFCDDCF9-B2E0-4630-9FFF-00C27BFDB9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{BFCDDCF9-B2E0-4630-9FFF-00C27BFDB9F4}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