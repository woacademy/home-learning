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DE16C-7031-4817-9555-E71B477F1F4E}">
  <a:tblStyle styleId="{41EDE16C-7031-4817-9555-E71B477F1F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{41EDE16C-7031-4817-9555-E71B477F1F4E}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