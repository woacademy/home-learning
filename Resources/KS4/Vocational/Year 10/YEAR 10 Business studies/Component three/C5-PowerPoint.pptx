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A50139-B5B6-400C-803C-E50887C7E6EB}">
  <a:tblStyle styleId="{F2A50139-B5B6-400C-803C-E50887C7E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{F2A50139-B5B6-400C-803C-E50887C7E6EB}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