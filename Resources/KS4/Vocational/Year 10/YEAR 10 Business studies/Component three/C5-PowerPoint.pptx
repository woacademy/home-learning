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B6EC08-1A11-4DE3-BC3B-61CA1BB8C85C}">
  <a:tblStyle styleId="{86B6EC08-1A11-4DE3-BC3B-61CA1BB8C8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{86B6EC08-1A11-4DE3-BC3B-61CA1BB8C85C}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