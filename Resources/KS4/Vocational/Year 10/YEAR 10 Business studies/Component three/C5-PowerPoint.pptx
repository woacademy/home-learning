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33832D-6AD3-4C42-BB87-20D2AE746676}">
  <a:tblStyle styleId="{7F33832D-6AD3-4C42-BB87-20D2AE7466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{7F33832D-6AD3-4C42-BB87-20D2AE746676}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