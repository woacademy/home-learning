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2B03CE-E37D-495E-B050-6214EC61B69C}">
  <a:tblStyle styleId="{E22B03CE-E37D-495E-B050-6214EC61B6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{E22B03CE-E37D-495E-B050-6214EC61B69C}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