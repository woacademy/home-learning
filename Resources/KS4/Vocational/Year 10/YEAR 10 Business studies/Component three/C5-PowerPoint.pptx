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7E1A58-4A71-459A-8B34-C86ACF0750EE}">
  <a:tblStyle styleId="{2F7E1A58-4A71-459A-8B34-C86ACF0750E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{2F7E1A58-4A71-459A-8B34-C86ACF0750EE}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