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75560D-6304-4283-A732-6B7CB8A6856C}">
  <a:tblStyle styleId="{EE75560D-6304-4283-A732-6B7CB8A685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{EE75560D-6304-4283-A732-6B7CB8A6856C}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