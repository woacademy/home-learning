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D2B6BE-ACE8-4840-8EC6-22458075ED30}">
  <a:tblStyle styleId="{3CD2B6BE-ACE8-4840-8EC6-22458075ED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{3CD2B6BE-ACE8-4840-8EC6-22458075ED30}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