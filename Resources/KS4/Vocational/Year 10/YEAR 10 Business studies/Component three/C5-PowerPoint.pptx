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5F0D83F-1D86-455C-8CCF-22FC7855BDB4}">
  <a:tblStyle styleId="{F5F0D83F-1D86-455C-8CCF-22FC7855BDB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{F5F0D83F-1D86-455C-8CCF-22FC7855BDB4}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