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D768DD-6160-4391-88E4-E665905AB8A8}">
  <a:tblStyle styleId="{27D768DD-6160-4391-88E4-E665905AB8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{27D768DD-6160-4391-88E4-E665905AB8A8}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