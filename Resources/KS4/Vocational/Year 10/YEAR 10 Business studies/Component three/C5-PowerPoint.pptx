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D4AF5E-662D-4EB7-BEF8-C3458F326604}">
  <a:tblStyle styleId="{15D4AF5E-662D-4EB7-BEF8-C3458F3266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{15D4AF5E-662D-4EB7-BEF8-C3458F326604}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