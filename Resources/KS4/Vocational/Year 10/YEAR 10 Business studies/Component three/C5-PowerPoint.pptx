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F569DB-5382-4182-88AE-D983A3712831}">
  <a:tblStyle styleId="{9AF569DB-5382-4182-88AE-D983A37128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{9AF569DB-5382-4182-88AE-D983A3712831}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