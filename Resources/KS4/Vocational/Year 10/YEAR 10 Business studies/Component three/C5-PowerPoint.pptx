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03B289-C633-4627-8315-812A207BAA97}">
  <a:tblStyle styleId="{E103B289-C633-4627-8315-812A207BAA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{E103B289-C633-4627-8315-812A207BAA97}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