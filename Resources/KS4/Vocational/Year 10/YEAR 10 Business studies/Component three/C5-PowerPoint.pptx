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53F7D-3674-4749-80C4-580ABFF6F4DD}">
  <a:tblStyle styleId="{87753F7D-3674-4749-80C4-580ABFF6F4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{87753F7D-3674-4749-80C4-580ABFF6F4DD}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