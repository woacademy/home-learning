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E281DF-D97A-4536-80DE-167115EC232A}">
  <a:tblStyle styleId="{01E281DF-D97A-4536-80DE-167115EC2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{01E281DF-D97A-4536-80DE-167115EC232A}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