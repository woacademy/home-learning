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95D419-6D79-4283-8E98-F550D430FAD3}">
  <a:tblStyle styleId="{A195D419-6D79-4283-8E98-F550D430FA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{A195D419-6D79-4283-8E98-F550D430FAD3}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