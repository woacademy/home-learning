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AB4E27-2B55-4FF0-8A14-C5672BEB41C1}">
  <a:tblStyle styleId="{BAAB4E27-2B55-4FF0-8A14-C5672BEB41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{BAAB4E27-2B55-4FF0-8A14-C5672BEB41C1}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