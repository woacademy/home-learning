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AC6C0BF-256A-4385-8376-0F4D8D7E92FF}">
  <a:tblStyle styleId="{DAC6C0BF-256A-4385-8376-0F4D8D7E92F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{DAC6C0BF-256A-4385-8376-0F4D8D7E92FF}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