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E61C38-7681-4EC0-AA67-B9C4772F33E8}">
  <a:tblStyle styleId="{26E61C38-7681-4EC0-AA67-B9C4772F33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{26E61C38-7681-4EC0-AA67-B9C4772F33E8}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