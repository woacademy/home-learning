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9C632C-FA79-43EC-8786-6A699CD546E7}">
  <a:tblStyle styleId="{749C632C-FA79-43EC-8786-6A699CD546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{749C632C-FA79-43EC-8786-6A699CD546E7}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