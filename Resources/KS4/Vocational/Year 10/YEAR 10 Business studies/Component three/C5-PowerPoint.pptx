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B6A62F-9257-42C1-A5C7-A36E39297C0C}">
  <a:tblStyle styleId="{93B6A62F-9257-42C1-A5C7-A36E39297C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{93B6A62F-9257-42C1-A5C7-A36E39297C0C}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