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8D6476-32CF-4F3A-B61D-EE840B45521A}">
  <a:tblStyle styleId="{4E8D6476-32CF-4F3A-B61D-EE840B4552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{4E8D6476-32CF-4F3A-B61D-EE840B45521A}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