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2BD54F-4751-4CC5-B59E-F375044CF44E}">
  <a:tblStyle styleId="{712BD54F-4751-4CC5-B59E-F375044CF4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{712BD54F-4751-4CC5-B59E-F375044CF44E}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