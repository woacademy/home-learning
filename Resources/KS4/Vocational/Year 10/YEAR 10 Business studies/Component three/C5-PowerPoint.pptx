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F30B63-51C9-4E0E-8922-37615E748F9C}">
  <a:tblStyle styleId="{FDF30B63-51C9-4E0E-8922-37615E748F9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{FDF30B63-51C9-4E0E-8922-37615E748F9C}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