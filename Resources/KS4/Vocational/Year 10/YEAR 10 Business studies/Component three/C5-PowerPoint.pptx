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A3BA8E-F770-495B-80A6-9400A1A838F2}">
  <a:tblStyle styleId="{D3A3BA8E-F770-495B-80A6-9400A1A838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{D3A3BA8E-F770-495B-80A6-9400A1A838F2}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