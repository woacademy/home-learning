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3E114B-2B68-4EF0-BA29-DDB33F45FB8C}">
  <a:tblStyle styleId="{1B3E114B-2B68-4EF0-BA29-DDB33F45FB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{1B3E114B-2B68-4EF0-BA29-DDB33F45FB8C}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