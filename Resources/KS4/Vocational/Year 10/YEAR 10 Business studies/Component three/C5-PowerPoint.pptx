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0B3985-16FF-4FA7-AD9F-C16788FFBC65}">
  <a:tblStyle styleId="{470B3985-16FF-4FA7-AD9F-C16788FFBC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{470B3985-16FF-4FA7-AD9F-C16788FFBC65}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