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39228B-B1C2-4E4D-8514-6E9F836068E4}">
  <a:tblStyle styleId="{DD39228B-B1C2-4E4D-8514-6E9F836068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{DD39228B-B1C2-4E4D-8514-6E9F836068E4}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