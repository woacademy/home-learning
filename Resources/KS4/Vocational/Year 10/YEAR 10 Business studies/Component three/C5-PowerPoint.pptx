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FA4B71-32BA-4F87-8879-BF948F1A18E9}">
  <a:tblStyle styleId="{26FA4B71-32BA-4F87-8879-BF948F1A18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{26FA4B71-32BA-4F87-8879-BF948F1A18E9}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