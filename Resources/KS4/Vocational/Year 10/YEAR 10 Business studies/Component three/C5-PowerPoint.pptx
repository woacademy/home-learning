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4209E3-2D20-4534-B9FD-D0714783A89C}">
  <a:tblStyle styleId="{434209E3-2D20-4534-B9FD-D0714783A8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{434209E3-2D20-4534-B9FD-D0714783A89C}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