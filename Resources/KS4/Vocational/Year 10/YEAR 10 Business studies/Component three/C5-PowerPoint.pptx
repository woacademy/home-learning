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6DA23C-763D-4FCC-91AB-C08BFFB44610}">
  <a:tblStyle styleId="{226DA23C-763D-4FCC-91AB-C08BFFB446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{226DA23C-763D-4FCC-91AB-C08BFFB44610}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