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0EA2EB-0BEF-42A0-A53B-8896D0AC2212}">
  <a:tblStyle styleId="{C30EA2EB-0BEF-42A0-A53B-8896D0AC22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{C30EA2EB-0BEF-42A0-A53B-8896D0AC2212}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