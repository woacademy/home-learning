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099573-AE9F-4296-A324-9388E8F49AFB}">
  <a:tblStyle styleId="{F5099573-AE9F-4296-A324-9388E8F49AF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{F5099573-AE9F-4296-A324-9388E8F49AFB}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