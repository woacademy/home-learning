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707F154-2C77-44C2-A620-69CD44CE1C65}">
  <a:tblStyle styleId="{0707F154-2C77-44C2-A620-69CD44CE1C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{0707F154-2C77-44C2-A620-69CD44CE1C65}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