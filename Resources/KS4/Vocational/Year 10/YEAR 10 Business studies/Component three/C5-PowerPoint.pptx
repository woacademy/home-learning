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9F7F38-005C-40C6-8D4E-13366FC05CE1}">
  <a:tblStyle styleId="{979F7F38-005C-40C6-8D4E-13366FC05C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{979F7F38-005C-40C6-8D4E-13366FC05CE1}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