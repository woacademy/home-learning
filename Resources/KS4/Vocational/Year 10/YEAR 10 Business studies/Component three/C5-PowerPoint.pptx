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06C949-CC29-49FD-A03B-3E3DF6FF58AD}">
  <a:tblStyle styleId="{BE06C949-CC29-49FD-A03B-3E3DF6FF58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{BE06C949-CC29-49FD-A03B-3E3DF6FF58AD}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