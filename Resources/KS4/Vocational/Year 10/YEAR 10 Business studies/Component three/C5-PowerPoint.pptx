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63A3CA6-E62E-4840-AC3F-6E83845CCF75}">
  <a:tblStyle styleId="{363A3CA6-E62E-4840-AC3F-6E83845CCF7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{363A3CA6-E62E-4840-AC3F-6E83845CCF75}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