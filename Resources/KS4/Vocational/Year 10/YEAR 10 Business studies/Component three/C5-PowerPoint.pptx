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33A4B7-09E4-4C80-92B6-2B07310679E4}">
  <a:tblStyle styleId="{3533A4B7-09E4-4C80-92B6-2B07310679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{3533A4B7-09E4-4C80-92B6-2B07310679E4}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