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FFB7D1F-282B-4ADF-80C0-A0899C5322B8}">
  <a:tblStyle styleId="{7FFB7D1F-282B-4ADF-80C0-A0899C5322B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{7FFB7D1F-282B-4ADF-80C0-A0899C5322B8}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