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D08F2-E490-47BC-8E85-E38B73C317A6}">
  <a:tblStyle styleId="{B52D08F2-E490-47BC-8E85-E38B73C31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{B52D08F2-E490-47BC-8E85-E38B73C317A6}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