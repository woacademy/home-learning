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D9E0E7-B58D-4EFB-AF47-A56A16FDE8C5}">
  <a:tblStyle styleId="{80D9E0E7-B58D-4EFB-AF47-A56A16FDE8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{80D9E0E7-B58D-4EFB-AF47-A56A16FDE8C5}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