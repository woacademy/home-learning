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7B1E6A5-D66A-4609-8413-5C1D7ECF617B}">
  <a:tblStyle styleId="{37B1E6A5-D66A-4609-8413-5C1D7ECF617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{37B1E6A5-D66A-4609-8413-5C1D7ECF617B}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