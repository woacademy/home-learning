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404505-D437-4916-9187-A1B7A64BDD44}">
  <a:tblStyle styleId="{72404505-D437-4916-9187-A1B7A64BDD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{72404505-D437-4916-9187-A1B7A64BDD44}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