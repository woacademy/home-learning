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6C5B60-F60E-4E89-A4C6-CC727D0B1D1A}">
  <a:tblStyle styleId="{BC6C5B60-F60E-4E89-A4C6-CC727D0B1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{BC6C5B60-F60E-4E89-A4C6-CC727D0B1D1A}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