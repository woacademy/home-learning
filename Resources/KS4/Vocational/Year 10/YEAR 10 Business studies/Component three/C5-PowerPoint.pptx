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857F4D-928C-4E15-98C1-CC4CF42E1C39}">
  <a:tblStyle styleId="{2F857F4D-928C-4E15-98C1-CC4CF42E1C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{2F857F4D-928C-4E15-98C1-CC4CF42E1C39}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