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DE0FE-FEA8-488D-A70C-67FE0387630E}">
  <a:tblStyle styleId="{E1CDE0FE-FEA8-488D-A70C-67FE038763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{E1CDE0FE-FEA8-488D-A70C-67FE0387630E}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