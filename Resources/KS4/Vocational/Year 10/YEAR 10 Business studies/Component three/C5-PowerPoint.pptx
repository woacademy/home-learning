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3044FB-881E-42F2-BD4F-4E0D99DB8C65}">
  <a:tblStyle styleId="{B13044FB-881E-42F2-BD4F-4E0D99DB8C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{B13044FB-881E-42F2-BD4F-4E0D99DB8C65}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