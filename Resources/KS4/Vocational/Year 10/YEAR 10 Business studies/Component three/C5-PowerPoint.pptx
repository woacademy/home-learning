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C713E8-4A69-4E8A-AD61-4008802559A2}">
  <a:tblStyle styleId="{F8C713E8-4A69-4E8A-AD61-4008802559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{F8C713E8-4A69-4E8A-AD61-4008802559A2}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