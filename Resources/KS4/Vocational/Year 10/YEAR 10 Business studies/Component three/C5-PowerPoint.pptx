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B5B7C5-206D-4C10-8D84-BC9E6AB31662}">
  <a:tblStyle styleId="{EFB5B7C5-206D-4C10-8D84-BC9E6AB316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{EFB5B7C5-206D-4C10-8D84-BC9E6AB31662}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