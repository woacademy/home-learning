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52259E-FD38-4A95-992E-8734658F1FEF}">
  <a:tblStyle styleId="{6F52259E-FD38-4A95-992E-8734658F1F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{6F52259E-FD38-4A95-992E-8734658F1FEF}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