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977C13-1FF1-4FC1-B072-EBA62880B365}">
  <a:tblStyle styleId="{50977C13-1FF1-4FC1-B072-EBA62880B3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{50977C13-1FF1-4FC1-B072-EBA62880B365}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