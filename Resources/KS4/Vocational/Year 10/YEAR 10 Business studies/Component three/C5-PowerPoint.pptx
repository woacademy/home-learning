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D86B76-B3DA-4DFF-87E8-2904E85910AF}">
  <a:tblStyle styleId="{CAD86B76-B3DA-4DFF-87E8-2904E85910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{CAD86B76-B3DA-4DFF-87E8-2904E85910AF}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