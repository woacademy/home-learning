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0FE425-8674-44A0-9143-477A74CFC753}">
  <a:tblStyle styleId="{1F0FE425-8674-44A0-9143-477A74CFC7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{1F0FE425-8674-44A0-9143-477A74CFC753}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