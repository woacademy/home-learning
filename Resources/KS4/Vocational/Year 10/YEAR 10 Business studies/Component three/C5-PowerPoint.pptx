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42CB8E-E3DD-432E-9C50-6738558339C0}">
  <a:tblStyle styleId="{BA42CB8E-E3DD-432E-9C50-6738558339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{BA42CB8E-E3DD-432E-9C50-6738558339C0}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