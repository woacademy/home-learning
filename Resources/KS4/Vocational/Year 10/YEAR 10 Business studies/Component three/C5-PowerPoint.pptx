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15D7F3-D4B6-4DE5-9658-80A8F7A482D3}">
  <a:tblStyle styleId="{2A15D7F3-D4B6-4DE5-9658-80A8F7A482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{2A15D7F3-D4B6-4DE5-9658-80A8F7A482D3}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