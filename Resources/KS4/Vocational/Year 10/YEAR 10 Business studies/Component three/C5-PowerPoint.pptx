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144A2C-DE45-437B-857E-C053409898FF}">
  <a:tblStyle styleId="{72144A2C-DE45-437B-857E-C053409898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{72144A2C-DE45-437B-857E-C053409898FF}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