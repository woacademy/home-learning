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CD143B-5B26-4A79-889F-67BCE2A4527F}">
  <a:tblStyle styleId="{6FCD143B-5B26-4A79-889F-67BCE2A452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{6FCD143B-5B26-4A79-889F-67BCE2A4527F}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