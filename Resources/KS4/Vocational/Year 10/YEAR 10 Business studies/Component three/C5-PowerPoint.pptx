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F6816-7DFA-4CBD-857A-54C6BFAB2BAD}">
  <a:tblStyle styleId="{BE9F6816-7DFA-4CBD-857A-54C6BFAB2B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{BE9F6816-7DFA-4CBD-857A-54C6BFAB2BAD}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