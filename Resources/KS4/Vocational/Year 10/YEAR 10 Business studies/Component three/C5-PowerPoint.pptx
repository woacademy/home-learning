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3272CE1-7CBF-4924-B172-0FF0F8337662}">
  <a:tblStyle styleId="{63272CE1-7CBF-4924-B172-0FF0F83376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{63272CE1-7CBF-4924-B172-0FF0F8337662}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