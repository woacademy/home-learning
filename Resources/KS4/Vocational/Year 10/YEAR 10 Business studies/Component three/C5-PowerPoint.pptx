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5099FA-8391-423B-80BA-C7636B5D79FF}">
  <a:tblStyle styleId="{8E5099FA-8391-423B-80BA-C7636B5D79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{8E5099FA-8391-423B-80BA-C7636B5D79FF}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