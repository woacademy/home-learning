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B04F22-B0F5-48C8-ABA6-6066817AEFA1}">
  <a:tblStyle styleId="{C5B04F22-B0F5-48C8-ABA6-6066817AEF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{C5B04F22-B0F5-48C8-ABA6-6066817AEFA1}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