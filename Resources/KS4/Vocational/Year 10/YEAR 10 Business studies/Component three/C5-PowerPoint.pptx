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7E18B1-4345-40FD-9A7C-A90301640294}">
  <a:tblStyle styleId="{D97E18B1-4345-40FD-9A7C-A903016402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{D97E18B1-4345-40FD-9A7C-A90301640294}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