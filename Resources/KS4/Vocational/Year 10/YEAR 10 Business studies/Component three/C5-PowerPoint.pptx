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123477-C0D6-4100-9A22-A78A4FFDA810}">
  <a:tblStyle styleId="{F7123477-C0D6-4100-9A22-A78A4FFDA8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{F7123477-C0D6-4100-9A22-A78A4FFDA810}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