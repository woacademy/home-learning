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32E57-E62A-40C5-AE73-14761F324A7A}">
  <a:tblStyle styleId="{DB632E57-E62A-40C5-AE73-14761F324A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{DB632E57-E62A-40C5-AE73-14761F324A7A}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