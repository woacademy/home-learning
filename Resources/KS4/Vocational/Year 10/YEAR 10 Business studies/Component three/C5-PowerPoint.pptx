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4A07B4-ECCB-4787-B38F-0D1D3CAADBE6}">
  <a:tblStyle styleId="{AE4A07B4-ECCB-4787-B38F-0D1D3CAADB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{AE4A07B4-ECCB-4787-B38F-0D1D3CAADBE6}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