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9CF1BC-561A-413F-AC24-8FC35CC64793}">
  <a:tblStyle styleId="{6A9CF1BC-561A-413F-AC24-8FC35CC647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{6A9CF1BC-561A-413F-AC24-8FC35CC64793}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