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15937D-D50E-405D-9EED-53E7EC585E65}">
  <a:tblStyle styleId="{EC15937D-D50E-405D-9EED-53E7EC585E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{EC15937D-D50E-405D-9EED-53E7EC585E65}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