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1FA92FD-23B2-4070-9D1C-554BBF9E10FD}">
  <a:tblStyle styleId="{E1FA92FD-23B2-4070-9D1C-554BBF9E10F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{E1FA92FD-23B2-4070-9D1C-554BBF9E10FD}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