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781E0AC-F0A7-4276-B380-E7CC595A01CB}">
  <a:tblStyle styleId="{1781E0AC-F0A7-4276-B380-E7CC595A01C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{1781E0AC-F0A7-4276-B380-E7CC595A01CB}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