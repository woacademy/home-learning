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353824-59BE-4696-BBC8-532D03DA627B}">
  <a:tblStyle styleId="{65353824-59BE-4696-BBC8-532D03DA62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{65353824-59BE-4696-BBC8-532D03DA627B}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