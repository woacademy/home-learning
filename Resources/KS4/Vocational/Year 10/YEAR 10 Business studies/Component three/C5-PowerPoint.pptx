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81E43C-9CE9-4FC3-AC4D-4462523B614B}">
  <a:tblStyle styleId="{2081E43C-9CE9-4FC3-AC4D-4462523B61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{2081E43C-9CE9-4FC3-AC4D-4462523B614B}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