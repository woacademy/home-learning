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06899C-9951-4560-8DCE-716B6D138A86}">
  <a:tblStyle styleId="{9E06899C-9951-4560-8DCE-716B6D138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{9E06899C-9951-4560-8DCE-716B6D138A86}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