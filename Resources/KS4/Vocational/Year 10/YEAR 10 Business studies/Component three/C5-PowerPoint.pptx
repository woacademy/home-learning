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8467E-2F30-4E8A-A321-9C6E78A48AAC}">
  <a:tblStyle styleId="{E2E8467E-2F30-4E8A-A321-9C6E78A48A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{E2E8467E-2F30-4E8A-A321-9C6E78A48AAC}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