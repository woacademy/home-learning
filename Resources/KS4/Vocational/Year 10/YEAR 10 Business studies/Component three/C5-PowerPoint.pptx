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35F7DA-2E3E-472F-9721-07B1A01AED7B}">
  <a:tblStyle styleId="{5B35F7DA-2E3E-472F-9721-07B1A01AED7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{5B35F7DA-2E3E-472F-9721-07B1A01AED7B}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