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7A6458-2B71-4D25-AA5E-76C132DAD8D1}">
  <a:tblStyle styleId="{977A6458-2B71-4D25-AA5E-76C132DAD8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{977A6458-2B71-4D25-AA5E-76C132DAD8D1}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