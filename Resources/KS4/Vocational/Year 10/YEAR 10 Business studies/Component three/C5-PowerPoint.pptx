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408456-3638-4892-83F9-D8F7CC8B011A}">
  <a:tblStyle styleId="{EB408456-3638-4892-83F9-D8F7CC8B01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{EB408456-3638-4892-83F9-D8F7CC8B011A}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