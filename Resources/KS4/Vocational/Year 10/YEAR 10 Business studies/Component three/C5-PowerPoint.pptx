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A1B0F-BDB9-4877-BF30-E120AC138B84}">
  <a:tblStyle styleId="{1D2A1B0F-BDB9-4877-BF30-E120AC138B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{1D2A1B0F-BDB9-4877-BF30-E120AC138B84}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