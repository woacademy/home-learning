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E8EAA8-E69F-4B44-8E11-B1E1DC2E4A01}">
  <a:tblStyle styleId="{05E8EAA8-E69F-4B44-8E11-B1E1DC2E4A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{05E8EAA8-E69F-4B44-8E11-B1E1DC2E4A01}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