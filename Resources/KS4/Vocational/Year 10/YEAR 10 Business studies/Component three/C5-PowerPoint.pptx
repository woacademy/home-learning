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2F69DB-1CF9-4C93-A2D1-288D8EE07891}">
  <a:tblStyle styleId="{C72F69DB-1CF9-4C93-A2D1-288D8EE078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{C72F69DB-1CF9-4C93-A2D1-288D8EE07891}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