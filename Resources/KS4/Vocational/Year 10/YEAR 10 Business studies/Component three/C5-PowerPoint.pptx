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6720E0-E091-4813-8216-3D0A27EC99AA}">
  <a:tblStyle styleId="{DB6720E0-E091-4813-8216-3D0A27EC99A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{DB6720E0-E091-4813-8216-3D0A27EC99AA}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