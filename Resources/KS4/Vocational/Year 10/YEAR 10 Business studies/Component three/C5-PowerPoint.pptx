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172F9E-01F6-41E1-AB50-651E3D88D3E7}">
  <a:tblStyle styleId="{46172F9E-01F6-41E1-AB50-651E3D88D3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{46172F9E-01F6-41E1-AB50-651E3D88D3E7}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