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780EDA-C047-4604-90A6-D5979CBEB8BD}">
  <a:tblStyle styleId="{95780EDA-C047-4604-90A6-D5979CBEB8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{95780EDA-C047-4604-90A6-D5979CBEB8BD}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