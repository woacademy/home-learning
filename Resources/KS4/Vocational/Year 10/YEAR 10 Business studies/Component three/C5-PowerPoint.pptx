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A0092B2-191D-425C-AAB2-A5A70721D396}">
  <a:tblStyle styleId="{CA0092B2-191D-425C-AAB2-A5A70721D3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{CA0092B2-191D-425C-AAB2-A5A70721D396}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