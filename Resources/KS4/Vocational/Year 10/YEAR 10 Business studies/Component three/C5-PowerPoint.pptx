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338DBEC-9D4C-4B25-BCFC-3461D6A37135}">
  <a:tblStyle styleId="{E338DBEC-9D4C-4B25-BCFC-3461D6A371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{E338DBEC-9D4C-4B25-BCFC-3461D6A37135}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