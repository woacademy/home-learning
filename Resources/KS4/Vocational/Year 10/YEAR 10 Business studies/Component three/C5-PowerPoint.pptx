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B01C17-7D27-4030-997E-4708BD69D480}">
  <a:tblStyle styleId="{25B01C17-7D27-4030-997E-4708BD69D4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{25B01C17-7D27-4030-997E-4708BD69D480}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