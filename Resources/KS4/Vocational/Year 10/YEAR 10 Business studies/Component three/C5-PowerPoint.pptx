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A47B9-9CB8-4178-B4B8-7A9A4A7CCD76}">
  <a:tblStyle styleId="{6C8A47B9-9CB8-4178-B4B8-7A9A4A7CCD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{6C8A47B9-9CB8-4178-B4B8-7A9A4A7CCD76}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