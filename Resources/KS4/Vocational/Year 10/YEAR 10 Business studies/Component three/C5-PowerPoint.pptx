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0E7BB8-F7DD-4300-A8A2-9CCDD3FDFD9D}">
  <a:tblStyle styleId="{D70E7BB8-F7DD-4300-A8A2-9CCDD3FDFD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{D70E7BB8-F7DD-4300-A8A2-9CCDD3FDFD9D}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