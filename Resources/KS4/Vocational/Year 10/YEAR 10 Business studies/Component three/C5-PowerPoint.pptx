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0AA53F-616D-4539-81D4-96FFF07E8148}">
  <a:tblStyle styleId="{740AA53F-616D-4539-81D4-96FFF07E81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{740AA53F-616D-4539-81D4-96FFF07E8148}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