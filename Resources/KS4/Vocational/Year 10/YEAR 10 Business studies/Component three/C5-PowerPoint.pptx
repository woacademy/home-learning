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D6BF71-A0AC-4701-B71F-9D1097533265}">
  <a:tblStyle styleId="{47D6BF71-A0AC-4701-B71F-9D10975332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{47D6BF71-A0AC-4701-B71F-9D1097533265}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