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F85604-60E1-440D-863A-A021A269290E}">
  <a:tblStyle styleId="{D6F85604-60E1-440D-863A-A021A26929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{D6F85604-60E1-440D-863A-A021A269290E}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