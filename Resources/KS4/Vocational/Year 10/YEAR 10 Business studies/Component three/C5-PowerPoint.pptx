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0CCAB9-1535-40BE-B594-E585C0AA913B}">
  <a:tblStyle styleId="{550CCAB9-1535-40BE-B594-E585C0AA91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{550CCAB9-1535-40BE-B594-E585C0AA913B}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