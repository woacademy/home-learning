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2C29F8-BF5F-4BE2-B596-FEF5D611D795}">
  <a:tblStyle styleId="{922C29F8-BF5F-4BE2-B596-FEF5D611D7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{922C29F8-BF5F-4BE2-B596-FEF5D611D795}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