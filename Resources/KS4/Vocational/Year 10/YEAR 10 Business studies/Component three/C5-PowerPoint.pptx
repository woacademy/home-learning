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207424E-F1B3-47D4-BF43-9EFEA6778711}">
  <a:tblStyle styleId="{2207424E-F1B3-47D4-BF43-9EFEA677871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{2207424E-F1B3-47D4-BF43-9EFEA6778711}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