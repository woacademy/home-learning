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0C01A7-5335-481F-86B8-591707059ECE}">
  <a:tblStyle styleId="{C80C01A7-5335-481F-86B8-591707059E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{C80C01A7-5335-481F-86B8-591707059ECE}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