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D28B11-A518-4752-A44F-9426EABE568B}">
  <a:tblStyle styleId="{88D28B11-A518-4752-A44F-9426EABE56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{88D28B11-A518-4752-A44F-9426EABE568B}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