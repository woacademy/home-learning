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868A5-E855-4D42-8FB5-D0FADD3716E2}">
  <a:tblStyle styleId="{4A3868A5-E855-4D42-8FB5-D0FADD3716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{4A3868A5-E855-4D42-8FB5-D0FADD3716E2}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