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F5906F3-F5B3-414E-B9BE-A4C1B9D20902}">
  <a:tblStyle styleId="{CF5906F3-F5B3-414E-B9BE-A4C1B9D2090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{CF5906F3-F5B3-414E-B9BE-A4C1B9D20902}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