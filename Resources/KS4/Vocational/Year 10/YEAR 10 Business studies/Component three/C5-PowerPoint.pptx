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6A296D-C0C0-40BA-A861-6E35022192EA}">
  <a:tblStyle styleId="{AB6A296D-C0C0-40BA-A861-6E35022192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{AB6A296D-C0C0-40BA-A861-6E35022192EA}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