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E0D9D1-9530-4176-AEBE-7532BE66885A}">
  <a:tblStyle styleId="{44E0D9D1-9530-4176-AEBE-7532BE6688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{44E0D9D1-9530-4176-AEBE-7532BE66885A}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