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C8549C-CAB7-4F0A-B41D-79FE968C14C2}">
  <a:tblStyle styleId="{82C8549C-CAB7-4F0A-B41D-79FE968C14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{82C8549C-CAB7-4F0A-B41D-79FE968C14C2}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