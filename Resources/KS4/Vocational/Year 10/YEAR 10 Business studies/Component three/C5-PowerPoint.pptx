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AECF73-065E-49D3-88B5-D2D254F81698}">
  <a:tblStyle styleId="{00AECF73-065E-49D3-88B5-D2D254F81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{00AECF73-065E-49D3-88B5-D2D254F81698}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