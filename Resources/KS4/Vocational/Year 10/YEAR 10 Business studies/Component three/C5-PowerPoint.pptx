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EEE8E1-20C4-4633-86E2-BE5931B1DE2B}">
  <a:tblStyle styleId="{1EEEE8E1-20C4-4633-86E2-BE5931B1DE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{1EEEE8E1-20C4-4633-86E2-BE5931B1DE2B}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