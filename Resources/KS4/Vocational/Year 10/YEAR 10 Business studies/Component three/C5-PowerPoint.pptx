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3DE4B6-3091-4700-98F8-667957C40E50}">
  <a:tblStyle styleId="{6F3DE4B6-3091-4700-98F8-667957C40E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{6F3DE4B6-3091-4700-98F8-667957C40E50}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