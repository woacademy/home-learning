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436444-A85B-4DB4-9015-8B8097913F8D}">
  <a:tblStyle styleId="{7A436444-A85B-4DB4-9015-8B8097913F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{7A436444-A85B-4DB4-9015-8B8097913F8D}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