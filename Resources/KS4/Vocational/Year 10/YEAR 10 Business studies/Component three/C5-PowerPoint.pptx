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34F9A-54EE-4E0A-B570-CC87A9FF570A}">
  <a:tblStyle styleId="{CFE34F9A-54EE-4E0A-B570-CC87A9FF5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{CFE34F9A-54EE-4E0A-B570-CC87A9FF570A}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