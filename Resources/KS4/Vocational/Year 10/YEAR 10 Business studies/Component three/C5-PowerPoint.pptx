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0714FD-2653-4641-93E1-437F77EA026A}">
  <a:tblStyle styleId="{E40714FD-2653-4641-93E1-437F77EA02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{E40714FD-2653-4641-93E1-437F77EA026A}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