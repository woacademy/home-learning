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0970E1-FF6A-4B7B-A808-F96D2F766DE7}">
  <a:tblStyle styleId="{9E0970E1-FF6A-4B7B-A808-F96D2F766D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{9E0970E1-FF6A-4B7B-A808-F96D2F766DE7}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