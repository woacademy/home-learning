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0F7F1B-FA29-406A-8C5B-DA7433D16909}">
  <a:tblStyle styleId="{9B0F7F1B-FA29-406A-8C5B-DA7433D169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{9B0F7F1B-FA29-406A-8C5B-DA7433D16909}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