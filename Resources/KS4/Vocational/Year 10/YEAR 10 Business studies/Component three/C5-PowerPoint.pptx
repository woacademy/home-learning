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8E3E88-0088-4789-9637-F7FEDA0FE8DB}">
  <a:tblStyle styleId="{218E3E88-0088-4789-9637-F7FEDA0FE8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{218E3E88-0088-4789-9637-F7FEDA0FE8DB}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