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54E5E2B-1EF0-4F50-81D8-F0E641F2211B}">
  <a:tblStyle styleId="{B54E5E2B-1EF0-4F50-81D8-F0E641F221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{B54E5E2B-1EF0-4F50-81D8-F0E641F2211B}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