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9913832-73D0-4CC0-84DA-EEDFB14AEF7D}">
  <a:tblStyle styleId="{C9913832-73D0-4CC0-84DA-EEDFB14AEF7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{C9913832-73D0-4CC0-84DA-EEDFB14AEF7D}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