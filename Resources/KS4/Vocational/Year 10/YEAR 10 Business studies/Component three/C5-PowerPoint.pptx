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8B7C5-FF0F-4F38-8ADD-FB24E0A61F12}">
  <a:tblStyle styleId="{1D28B7C5-FF0F-4F38-8ADD-FB24E0A61F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{1D28B7C5-FF0F-4F38-8ADD-FB24E0A61F12}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