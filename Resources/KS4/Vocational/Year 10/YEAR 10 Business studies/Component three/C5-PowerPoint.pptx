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91BBB7-D40C-48B5-8613-00BE68E7081E}">
  <a:tblStyle styleId="{1D91BBB7-D40C-48B5-8613-00BE68E708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{1D91BBB7-D40C-48B5-8613-00BE68E7081E}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