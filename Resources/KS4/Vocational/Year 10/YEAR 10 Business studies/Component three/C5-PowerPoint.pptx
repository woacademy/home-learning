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9A3B1C-3C7F-4467-9045-7342366D3513}">
  <a:tblStyle styleId="{149A3B1C-3C7F-4467-9045-7342366D35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{149A3B1C-3C7F-4467-9045-7342366D3513}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