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E4FAC3-CF12-439F-BC7F-D50654920598}">
  <a:tblStyle styleId="{11E4FAC3-CF12-439F-BC7F-D50654920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{11E4FAC3-CF12-439F-BC7F-D50654920598}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