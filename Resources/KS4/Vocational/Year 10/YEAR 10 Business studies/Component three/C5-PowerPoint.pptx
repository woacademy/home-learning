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720286-0A14-45B8-AF37-A39AFA48E78A}">
  <a:tblStyle styleId="{9D720286-0A14-45B8-AF37-A39AFA48E7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{9D720286-0A14-45B8-AF37-A39AFA48E78A}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