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22EFC2-65D6-4278-880D-014E020B5078}">
  <a:tblStyle styleId="{0922EFC2-65D6-4278-880D-014E020B50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{0922EFC2-65D6-4278-880D-014E020B5078}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