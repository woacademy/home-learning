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6C1238-4786-46F5-A35A-BE766DEF34C6}">
  <a:tblStyle styleId="{216C1238-4786-46F5-A35A-BE766DEF34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{216C1238-4786-46F5-A35A-BE766DEF34C6}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