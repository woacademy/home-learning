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BA11C3-CCC5-4F0A-9A3F-5E54021EE3CA}">
  <a:tblStyle styleId="{58BA11C3-CCC5-4F0A-9A3F-5E54021EE3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{58BA11C3-CCC5-4F0A-9A3F-5E54021EE3CA}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