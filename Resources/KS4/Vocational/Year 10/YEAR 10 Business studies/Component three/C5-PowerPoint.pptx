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44BD6E-0DFD-414C-B08A-D242624F78B8}">
  <a:tblStyle styleId="{7144BD6E-0DFD-414C-B08A-D242624F78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{7144BD6E-0DFD-414C-B08A-D242624F78B8}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