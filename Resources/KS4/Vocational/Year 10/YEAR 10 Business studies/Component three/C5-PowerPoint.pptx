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EAB676-E2FA-4F8A-8DC5-8DBC03933546}">
  <a:tblStyle styleId="{14EAB676-E2FA-4F8A-8DC5-8DBC039335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{14EAB676-E2FA-4F8A-8DC5-8DBC03933546}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