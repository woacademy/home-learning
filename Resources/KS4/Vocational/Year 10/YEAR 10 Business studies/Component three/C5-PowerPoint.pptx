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1279C0-674B-4436-8095-841799D14A36}">
  <a:tblStyle styleId="{891279C0-674B-4436-8095-841799D14A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{891279C0-674B-4436-8095-841799D14A36}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