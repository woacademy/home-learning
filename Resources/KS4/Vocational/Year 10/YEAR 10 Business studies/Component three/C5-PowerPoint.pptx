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80E784-CBC0-48E0-A3E2-AE0F3100CCE0}">
  <a:tblStyle styleId="{FD80E784-CBC0-48E0-A3E2-AE0F3100CCE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{FD80E784-CBC0-48E0-A3E2-AE0F3100CCE0}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