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6F1DD2D-6851-4E89-AA85-3AF456227F8B}">
  <a:tblStyle styleId="{66F1DD2D-6851-4E89-AA85-3AF456227F8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{66F1DD2D-6851-4E89-AA85-3AF456227F8B}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