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7BAF99-50F4-462E-9CFB-01AAAA124145}">
  <a:tblStyle styleId="{427BAF99-50F4-462E-9CFB-01AAAA1241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{427BAF99-50F4-462E-9CFB-01AAAA124145}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