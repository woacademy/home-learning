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342FA2-4473-4143-8CEC-F42525F9AC4D}">
  <a:tblStyle styleId="{D0342FA2-4473-4143-8CEC-F42525F9AC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{D0342FA2-4473-4143-8CEC-F42525F9AC4D}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