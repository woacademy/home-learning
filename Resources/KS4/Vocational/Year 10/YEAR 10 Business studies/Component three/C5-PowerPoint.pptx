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E3F802-7A74-465A-B13E-248D4D0D74EB}">
  <a:tblStyle styleId="{F1E3F802-7A74-465A-B13E-248D4D0D7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{F1E3F802-7A74-465A-B13E-248D4D0D74EB}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