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7BDD14-A3F0-4B4C-ADFF-CC46FD085C27}">
  <a:tblStyle styleId="{687BDD14-A3F0-4B4C-ADFF-CC46FD085C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{687BDD14-A3F0-4B4C-ADFF-CC46FD085C27}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