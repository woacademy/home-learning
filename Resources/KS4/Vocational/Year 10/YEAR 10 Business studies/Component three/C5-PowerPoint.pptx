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9F30EC8-4CCC-4F7E-9295-2E02A6B029EB}">
  <a:tblStyle styleId="{F9F30EC8-4CCC-4F7E-9295-2E02A6B029E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{F9F30EC8-4CCC-4F7E-9295-2E02A6B029EB}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