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3ADAB0-6777-43E4-83D6-E7264B646D1E}">
  <a:tblStyle styleId="{8F3ADAB0-6777-43E4-83D6-E7264B646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{8F3ADAB0-6777-43E4-83D6-E7264B646D1E}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