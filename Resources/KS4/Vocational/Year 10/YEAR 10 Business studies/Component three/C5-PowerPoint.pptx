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CAAD6E-76D7-422D-8684-336F3C41915B}">
  <a:tblStyle styleId="{35CAAD6E-76D7-422D-8684-336F3C4191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{35CAAD6E-76D7-422D-8684-336F3C41915B}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