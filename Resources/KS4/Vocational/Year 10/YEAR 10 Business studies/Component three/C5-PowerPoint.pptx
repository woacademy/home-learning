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EBFC68-F655-431B-93CC-B40EE03214DD}">
  <a:tblStyle styleId="{50EBFC68-F655-431B-93CC-B40EE03214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{50EBFC68-F655-431B-93CC-B40EE03214DD}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