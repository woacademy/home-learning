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9203A3-F374-4978-BB7D-C0DF7658B1D0}">
  <a:tblStyle styleId="{209203A3-F374-4978-BB7D-C0DF7658B1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{209203A3-F374-4978-BB7D-C0DF7658B1D0}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