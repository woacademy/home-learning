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906404-B345-4D70-9DE4-6AE10D4DEAEF}">
  <a:tblStyle styleId="{81906404-B345-4D70-9DE4-6AE10D4DEA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{81906404-B345-4D70-9DE4-6AE10D4DEAEF}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