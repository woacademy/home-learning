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FAFC67-F36B-4F2D-8975-C054F0530FA2}">
  <a:tblStyle styleId="{4CFAFC67-F36B-4F2D-8975-C054F0530F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{4CFAFC67-F36B-4F2D-8975-C054F0530FA2}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