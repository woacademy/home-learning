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5689BAE-7728-4EBE-B118-FEA03209808B}">
  <a:tblStyle styleId="{75689BAE-7728-4EBE-B118-FEA03209808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{75689BAE-7728-4EBE-B118-FEA03209808B}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