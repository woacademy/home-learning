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853960-63FD-4B04-8DD7-4FCBCF8549D0}">
  <a:tblStyle styleId="{33853960-63FD-4B04-8DD7-4FCBCF8549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{33853960-63FD-4B04-8DD7-4FCBCF8549D0}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