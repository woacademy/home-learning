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924DB4-6064-4872-8CB6-06ED98FDED8A}">
  <a:tblStyle styleId="{02924DB4-6064-4872-8CB6-06ED98FDED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{02924DB4-6064-4872-8CB6-06ED98FDED8A}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