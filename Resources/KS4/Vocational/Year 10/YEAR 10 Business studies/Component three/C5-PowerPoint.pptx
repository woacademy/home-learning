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25D833-635C-4CB7-83DF-2475CE6FBF31}">
  <a:tblStyle styleId="{2725D833-635C-4CB7-83DF-2475CE6FBF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{2725D833-635C-4CB7-83DF-2475CE6FBF31}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