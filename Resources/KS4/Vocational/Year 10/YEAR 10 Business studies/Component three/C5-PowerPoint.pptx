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DB003E-10EA-4E49-85BC-AE530184354F}">
  <a:tblStyle styleId="{61DB003E-10EA-4E49-85BC-AE53018435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{61DB003E-10EA-4E49-85BC-AE530184354F}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