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A51436-30CB-49AD-94FD-BE3C3822E0FD}">
  <a:tblStyle styleId="{12A51436-30CB-49AD-94FD-BE3C3822E0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{12A51436-30CB-49AD-94FD-BE3C3822E0FD}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