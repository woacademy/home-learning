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5949DF-2163-42FD-843A-A564784B04C0}">
  <a:tblStyle styleId="{A35949DF-2163-42FD-843A-A564784B04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{A35949DF-2163-42FD-843A-A564784B04C0}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