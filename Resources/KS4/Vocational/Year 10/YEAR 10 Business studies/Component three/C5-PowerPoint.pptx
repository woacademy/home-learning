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9F5393-9C89-46F0-8DDD-FBBF8D459463}">
  <a:tblStyle styleId="{359F5393-9C89-46F0-8DDD-FBBF8D4594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{359F5393-9C89-46F0-8DDD-FBBF8D459463}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