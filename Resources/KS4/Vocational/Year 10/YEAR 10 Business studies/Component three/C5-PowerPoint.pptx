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394D2B-E247-407A-BC29-2C5B610002AE}">
  <a:tblStyle styleId="{28394D2B-E247-407A-BC29-2C5B61000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{28394D2B-E247-407A-BC29-2C5B610002AE}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