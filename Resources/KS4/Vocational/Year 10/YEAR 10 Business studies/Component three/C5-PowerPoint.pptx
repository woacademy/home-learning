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32FF3D-E6A4-436B-B55A-AA55D2F68756}">
  <a:tblStyle styleId="{C832FF3D-E6A4-436B-B55A-AA55D2F687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{C832FF3D-E6A4-436B-B55A-AA55D2F68756}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