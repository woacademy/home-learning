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5B26DA-12BF-4955-B2C2-15AC7D728346}">
  <a:tblStyle styleId="{805B26DA-12BF-4955-B2C2-15AC7D7283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{805B26DA-12BF-4955-B2C2-15AC7D728346}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