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72437B-317F-4529-A2FA-3B9054B4D4AE}">
  <a:tblStyle styleId="{D972437B-317F-4529-A2FA-3B9054B4D4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{D972437B-317F-4529-A2FA-3B9054B4D4AE}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