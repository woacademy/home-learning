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7FE126-4E72-477A-A001-32B5F402744B}">
  <a:tblStyle styleId="{E77FE126-4E72-477A-A001-32B5F40274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{E77FE126-4E72-477A-A001-32B5F402744B}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