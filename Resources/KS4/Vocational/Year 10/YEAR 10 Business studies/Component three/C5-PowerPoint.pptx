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95C236-F036-42F5-B019-2A12D6A9C61A}">
  <a:tblStyle styleId="{D995C236-F036-42F5-B019-2A12D6A9C6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{D995C236-F036-42F5-B019-2A12D6A9C61A}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