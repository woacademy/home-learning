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51C51D-CB2E-426D-8D56-13E73705318C}">
  <a:tblStyle styleId="{5151C51D-CB2E-426D-8D56-13E737053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{5151C51D-CB2E-426D-8D56-13E73705318C}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