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E9CD54-34DA-408D-814D-E4800EB07AB8}">
  <a:tblStyle styleId="{76E9CD54-34DA-408D-814D-E4800EB07A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{76E9CD54-34DA-408D-814D-E4800EB07AB8}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