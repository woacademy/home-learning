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A5640E-74C9-4F0A-824A-F1F47463AD57}">
  <a:tblStyle styleId="{23A5640E-74C9-4F0A-824A-F1F47463AD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{23A5640E-74C9-4F0A-824A-F1F47463AD57}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