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FE96A7-8434-416A-957B-C6424CBC1F1A}">
  <a:tblStyle styleId="{28FE96A7-8434-416A-957B-C6424CBC1F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{28FE96A7-8434-416A-957B-C6424CBC1F1A}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