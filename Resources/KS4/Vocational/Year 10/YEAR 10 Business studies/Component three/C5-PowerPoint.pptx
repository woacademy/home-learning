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9E2B38-EBCA-4D57-B202-8E610695B817}">
  <a:tblStyle styleId="{A99E2B38-EBCA-4D57-B202-8E610695B8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{A99E2B38-EBCA-4D57-B202-8E610695B817}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