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83112F-F291-4CAE-A2ED-31AC5E95D2AC}">
  <a:tblStyle styleId="{A883112F-F291-4CAE-A2ED-31AC5E95D2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{A883112F-F291-4CAE-A2ED-31AC5E95D2AC}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