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D71943-8329-447F-B3C0-EDA58008AF68}">
  <a:tblStyle styleId="{FED71943-8329-447F-B3C0-EDA58008AF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{FED71943-8329-447F-B3C0-EDA58008AF68}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