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65F834-FCB8-4691-8638-2959895F0279}">
  <a:tblStyle styleId="{0965F834-FCB8-4691-8638-2959895F02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{0965F834-FCB8-4691-8638-2959895F0279}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