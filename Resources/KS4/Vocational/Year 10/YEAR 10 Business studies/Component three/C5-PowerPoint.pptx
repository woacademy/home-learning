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4E1AFF-25FE-4410-A098-7DFA16F24FC8}">
  <a:tblStyle styleId="{304E1AFF-25FE-4410-A098-7DFA16F24F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{304E1AFF-25FE-4410-A098-7DFA16F24FC8}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