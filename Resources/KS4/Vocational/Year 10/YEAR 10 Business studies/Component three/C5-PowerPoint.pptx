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AE7864-D202-4429-A08E-C0CF8186A4B7}">
  <a:tblStyle styleId="{63AE7864-D202-4429-A08E-C0CF8186A4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{63AE7864-D202-4429-A08E-C0CF8186A4B7}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