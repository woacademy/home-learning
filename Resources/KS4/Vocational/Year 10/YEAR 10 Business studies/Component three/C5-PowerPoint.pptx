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EB5614-DFA6-4536-9443-CC03589E39DB}">
  <a:tblStyle styleId="{A4EB5614-DFA6-4536-9443-CC03589E39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{A4EB5614-DFA6-4536-9443-CC03589E39DB}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