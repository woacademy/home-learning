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45BDF18-0289-4D11-8A5F-7B60014DE5E6}">
  <a:tblStyle styleId="{345BDF18-0289-4D11-8A5F-7B60014DE5E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{345BDF18-0289-4D11-8A5F-7B60014DE5E6}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