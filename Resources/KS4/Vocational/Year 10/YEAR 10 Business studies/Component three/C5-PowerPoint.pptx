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BDA3D-CC08-4585-A95F-A7656C922365}">
  <a:tblStyle styleId="{977BDA3D-CC08-4585-A95F-A7656C9223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{977BDA3D-CC08-4585-A95F-A7656C922365}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