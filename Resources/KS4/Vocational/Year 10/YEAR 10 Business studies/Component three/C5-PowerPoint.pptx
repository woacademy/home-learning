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BF1320-7B9F-4C0B-82D9-17DAA883E75F}">
  <a:tblStyle styleId="{25BF1320-7B9F-4C0B-82D9-17DAA883E7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{25BF1320-7B9F-4C0B-82D9-17DAA883E75F}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