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31365C-F543-4E3C-B886-4B58090824BA}">
  <a:tblStyle styleId="{ED31365C-F543-4E3C-B886-4B58090824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{ED31365C-F543-4E3C-B886-4B58090824BA}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