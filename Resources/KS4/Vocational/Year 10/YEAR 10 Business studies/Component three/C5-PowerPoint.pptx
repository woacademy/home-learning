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C501B9-3CDD-4080-B373-9213866AAAAA}">
  <a:tblStyle styleId="{E1C501B9-3CDD-4080-B373-9213866AAA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{E1C501B9-3CDD-4080-B373-9213866AAAAA}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