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5C252-F7DD-4A39-BD18-D3F227A6EDD8}">
  <a:tblStyle styleId="{8B85C252-F7DD-4A39-BD18-D3F227A6ED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{8B85C252-F7DD-4A39-BD18-D3F227A6EDD8}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