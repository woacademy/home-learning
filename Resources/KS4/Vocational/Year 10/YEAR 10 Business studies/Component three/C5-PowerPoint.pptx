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3C735C-372A-4B2E-A847-D07C63A53AE6}">
  <a:tblStyle styleId="{513C735C-372A-4B2E-A847-D07C63A53A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{513C735C-372A-4B2E-A847-D07C63A53AE6}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