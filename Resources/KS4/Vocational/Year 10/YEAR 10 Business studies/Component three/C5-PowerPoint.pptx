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3A1990-41B5-4D1B-B503-677ADD08C891}">
  <a:tblStyle styleId="{E63A1990-41B5-4D1B-B503-677ADD08C89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{E63A1990-41B5-4D1B-B503-677ADD08C891}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