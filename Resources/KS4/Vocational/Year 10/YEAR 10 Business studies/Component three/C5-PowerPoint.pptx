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6CC03F-76D8-47A4-BAA8-6D697F1BCE59}">
  <a:tblStyle styleId="{F46CC03F-76D8-47A4-BAA8-6D697F1BCE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{F46CC03F-76D8-47A4-BAA8-6D697F1BCE59}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