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99C457-5B32-42D2-8365-C54146B01DD3}">
  <a:tblStyle styleId="{5899C457-5B32-42D2-8365-C54146B01D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{5899C457-5B32-42D2-8365-C54146B01DD3}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