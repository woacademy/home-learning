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762EE5-506E-42DA-A043-749451F99050}">
  <a:tblStyle styleId="{A7762EE5-506E-42DA-A043-749451F99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{A7762EE5-506E-42DA-A043-749451F99050}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