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8AF3AC-2F72-44DE-8840-A1F8E5297966}">
  <a:tblStyle styleId="{358AF3AC-2F72-44DE-8840-A1F8E5297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{358AF3AC-2F72-44DE-8840-A1F8E5297966}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