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EF98F8-8BAC-42BB-AD1D-DECBC0C49662}">
  <a:tblStyle styleId="{B2EF98F8-8BAC-42BB-AD1D-DECBC0C496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{B2EF98F8-8BAC-42BB-AD1D-DECBC0C49662}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