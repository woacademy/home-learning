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2855851-5027-4378-AAD1-E47FF22B349D}">
  <a:tblStyle styleId="{82855851-5027-4378-AAD1-E47FF22B349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{82855851-5027-4378-AAD1-E47FF22B349D}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