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2F9D96-B300-40B7-9BC3-CEE98611D785}">
  <a:tblStyle styleId="{B32F9D96-B300-40B7-9BC3-CEE98611D7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{B32F9D96-B300-40B7-9BC3-CEE98611D785}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