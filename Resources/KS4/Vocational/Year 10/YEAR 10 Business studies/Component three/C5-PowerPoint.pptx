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339FFC-2229-448E-8A3C-15DB5166F8BE}">
  <a:tblStyle styleId="{B1339FFC-2229-448E-8A3C-15DB5166F8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{B1339FFC-2229-448E-8A3C-15DB5166F8BE}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