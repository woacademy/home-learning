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79808-A9B4-4B0A-BB68-88AE851FC939}">
  <a:tblStyle styleId="{17D79808-A9B4-4B0A-BB68-88AE851FC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{17D79808-A9B4-4B0A-BB68-88AE851FC939}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