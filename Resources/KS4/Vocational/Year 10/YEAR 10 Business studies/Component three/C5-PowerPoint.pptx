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5B9F1C-1E7F-46BA-9C5C-050F8D35FCC0}">
  <a:tblStyle styleId="{3E5B9F1C-1E7F-46BA-9C5C-050F8D35FCC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{3E5B9F1C-1E7F-46BA-9C5C-050F8D35FCC0}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