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C56CAB-2668-491E-816C-6C027E4FFA0D}">
  <a:tblStyle styleId="{6EC56CAB-2668-491E-816C-6C027E4FFA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{6EC56CAB-2668-491E-816C-6C027E4FFA0D}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