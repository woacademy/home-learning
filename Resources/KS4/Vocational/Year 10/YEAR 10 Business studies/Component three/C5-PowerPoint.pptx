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F52092-B0C5-400B-83B5-88221CE9DDB9}">
  <a:tblStyle styleId="{D7F52092-B0C5-400B-83B5-88221CE9DD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{D7F52092-B0C5-400B-83B5-88221CE9DDB9}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