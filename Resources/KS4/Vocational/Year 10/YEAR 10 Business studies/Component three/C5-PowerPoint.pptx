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B7E18-CB69-4CCB-BB52-9F8E10278D7C}">
  <a:tblStyle styleId="{D46B7E18-CB69-4CCB-BB52-9F8E10278D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{D46B7E18-CB69-4CCB-BB52-9F8E10278D7C}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