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C469D4-4D57-4E28-88B4-49653A7D6789}">
  <a:tblStyle styleId="{F8C469D4-4D57-4E28-88B4-49653A7D67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{F8C469D4-4D57-4E28-88B4-49653A7D6789}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