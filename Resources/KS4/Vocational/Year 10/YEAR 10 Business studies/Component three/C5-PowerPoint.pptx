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4EF5E035-F602-4339-A7CB-5A41E169A5E9}">
  <a:tblStyle styleId="{4EF5E035-F602-4339-A7CB-5A41E169A5E9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5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{4EF5E035-F602-4339-A7CB-5A41E169A5E9}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