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E53AF8-ED1E-4268-A4A6-648363741AD2}">
  <a:tblStyle styleId="{72E53AF8-ED1E-4268-A4A6-648363741A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{72E53AF8-ED1E-4268-A4A6-648363741AD2}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