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8F4372-5D87-4E7C-86DF-24E7E9CAF375}">
  <a:tblStyle styleId="{588F4372-5D87-4E7C-86DF-24E7E9CAF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{588F4372-5D87-4E7C-86DF-24E7E9CAF375}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