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A373D5-B56A-4664-87CC-A54C0006EFDF}">
  <a:tblStyle styleId="{A5A373D5-B56A-4664-87CC-A54C0006EF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{A5A373D5-B56A-4664-87CC-A54C0006EFDF}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