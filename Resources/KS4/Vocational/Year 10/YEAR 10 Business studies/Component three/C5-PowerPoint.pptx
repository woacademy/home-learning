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518A0C-21C7-4917-AE33-FDC29C358F8F}">
  <a:tblStyle styleId="{E3518A0C-21C7-4917-AE33-FDC29C358F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{E3518A0C-21C7-4917-AE33-FDC29C358F8F}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