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EDEB4-4100-4870-A36F-BD64FAB464A8}">
  <a:tblStyle styleId="{615EDEB4-4100-4870-A36F-BD64FAB464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{615EDEB4-4100-4870-A36F-BD64FAB464A8}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