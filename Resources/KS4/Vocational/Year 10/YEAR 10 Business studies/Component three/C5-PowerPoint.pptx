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1076981-ABC4-4AE1-8D93-0EE71A3B6D86}">
  <a:tblStyle styleId="{51076981-ABC4-4AE1-8D93-0EE71A3B6D8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{51076981-ABC4-4AE1-8D93-0EE71A3B6D86}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