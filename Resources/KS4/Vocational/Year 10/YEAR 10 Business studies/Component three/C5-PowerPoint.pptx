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D91A802-9D6E-4886-8DDC-6B3A68E88E68}">
  <a:tblStyle styleId="{0D91A802-9D6E-4886-8DDC-6B3A68E88E6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{0D91A802-9D6E-4886-8DDC-6B3A68E88E68}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