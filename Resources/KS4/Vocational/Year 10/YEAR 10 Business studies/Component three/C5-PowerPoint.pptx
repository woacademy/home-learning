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10DD1E-0E3C-4A24-970C-3BD0F6A68B51}">
  <a:tblStyle styleId="{4E10DD1E-0E3C-4A24-970C-3BD0F6A68B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{4E10DD1E-0E3C-4A24-970C-3BD0F6A68B51}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