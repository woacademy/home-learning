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92E542-0AC5-4C6D-BE96-00616F948946}">
  <a:tblStyle styleId="{2192E542-0AC5-4C6D-BE96-00616F9489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{2192E542-0AC5-4C6D-BE96-00616F948946}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