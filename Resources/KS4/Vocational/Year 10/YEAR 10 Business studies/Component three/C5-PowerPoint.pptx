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1B944F-487C-483D-A626-D21062D0B308}">
  <a:tblStyle styleId="{5B1B944F-487C-483D-A626-D21062D0B3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{5B1B944F-487C-483D-A626-D21062D0B308}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