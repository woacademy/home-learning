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336DE1-01E8-48C1-84C7-F641F97DCC89}">
  <a:tblStyle styleId="{5B336DE1-01E8-48C1-84C7-F641F97DCC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{5B336DE1-01E8-48C1-84C7-F641F97DCC89}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