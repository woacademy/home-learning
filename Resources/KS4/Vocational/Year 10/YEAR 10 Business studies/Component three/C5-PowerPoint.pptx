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463942-642F-4703-BBEB-676AF174C369}">
  <a:tblStyle styleId="{25463942-642F-4703-BBEB-676AF174C3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{25463942-642F-4703-BBEB-676AF174C369}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