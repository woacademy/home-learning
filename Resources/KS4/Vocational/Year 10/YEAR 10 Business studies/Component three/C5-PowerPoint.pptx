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772692-0843-457E-B359-B2F232EF3450}">
  <a:tblStyle styleId="{5C772692-0843-457E-B359-B2F232EF345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{5C772692-0843-457E-B359-B2F232EF3450}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