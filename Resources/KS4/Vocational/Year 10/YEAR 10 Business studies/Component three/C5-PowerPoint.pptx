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C7E843-5A00-4EFD-90D9-EDDED9A42FAB}">
  <a:tblStyle styleId="{77C7E843-5A00-4EFD-90D9-EDDED9A42F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{77C7E843-5A00-4EFD-90D9-EDDED9A42FAB}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