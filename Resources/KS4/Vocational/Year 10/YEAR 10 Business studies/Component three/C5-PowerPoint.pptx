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03EAF7-A487-45D2-8CD8-EEE3CF706473}">
  <a:tblStyle styleId="{B103EAF7-A487-45D2-8CD8-EEE3CF7064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{B103EAF7-A487-45D2-8CD8-EEE3CF706473}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