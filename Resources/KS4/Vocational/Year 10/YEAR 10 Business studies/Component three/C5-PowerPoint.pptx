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FE1C00-B7FA-4EA5-AD98-CCD62F1E28AB}">
  <a:tblStyle styleId="{F3FE1C00-B7FA-4EA5-AD98-CCD62F1E28A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{F3FE1C00-B7FA-4EA5-AD98-CCD62F1E28AB}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