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1265F-1088-44ED-9A01-BA2CC903ED69}">
  <a:tblStyle styleId="{71F1265F-1088-44ED-9A01-BA2CC903E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{71F1265F-1088-44ED-9A01-BA2CC903ED69}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