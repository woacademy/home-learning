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62257C-74E7-45B3-8B3C-67C4FA5EC96B}">
  <a:tblStyle styleId="{6462257C-74E7-45B3-8B3C-67C4FA5EC96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{6462257C-74E7-45B3-8B3C-67C4FA5EC96B}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