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5ABCCEF-145B-4080-BCDC-E7317B405051}">
  <a:tblStyle styleId="{35ABCCEF-145B-4080-BCDC-E7317B40505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{35ABCCEF-145B-4080-BCDC-E7317B405051}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