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818E6A2-EFA6-460A-90A4-57D4E3B13E3B}">
  <a:tblStyle styleId="{F818E6A2-EFA6-460A-90A4-57D4E3B13E3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{F818E6A2-EFA6-460A-90A4-57D4E3B13E3B}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