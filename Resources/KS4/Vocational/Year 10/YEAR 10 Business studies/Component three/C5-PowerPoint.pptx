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7E5292-67B6-4BA8-95AD-56A4DC50E6A6}">
  <a:tblStyle styleId="{4F7E5292-67B6-4BA8-95AD-56A4DC50E6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{4F7E5292-67B6-4BA8-95AD-56A4DC50E6A6}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