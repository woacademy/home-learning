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8BE845-7B8E-4816-AAE3-E455CA54A375}">
  <a:tblStyle styleId="{F88BE845-7B8E-4816-AAE3-E455CA54A3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{F88BE845-7B8E-4816-AAE3-E455CA54A375}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