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F67179-14E5-45F4-A7CC-E17A7F76435C}">
  <a:tblStyle styleId="{92F67179-14E5-45F4-A7CC-E17A7F7643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{92F67179-14E5-45F4-A7CC-E17A7F76435C}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