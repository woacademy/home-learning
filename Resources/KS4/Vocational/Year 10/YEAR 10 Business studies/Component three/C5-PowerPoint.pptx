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8DF9B3-C9AF-470A-A975-38B2375172B8}">
  <a:tblStyle styleId="{D58DF9B3-C9AF-470A-A975-38B2375172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{D58DF9B3-C9AF-470A-A975-38B2375172B8}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