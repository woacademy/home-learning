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F62AA3-040D-4332-A39E-5F7A4CF8F75A}">
  <a:tblStyle styleId="{E6F62AA3-040D-4332-A39E-5F7A4CF8F75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{E6F62AA3-040D-4332-A39E-5F7A4CF8F75A}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