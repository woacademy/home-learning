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0A7AAE-48AD-407C-9540-6AA0D040C111}">
  <a:tblStyle styleId="{B10A7AAE-48AD-407C-9540-6AA0D040C1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{B10A7AAE-48AD-407C-9540-6AA0D040C111}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