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0C85BD2-FD57-4963-B456-5D92030B2CA7}">
  <a:tblStyle styleId="{F0C85BD2-FD57-4963-B456-5D92030B2CA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{F0C85BD2-FD57-4963-B456-5D92030B2CA7}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