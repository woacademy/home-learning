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492B1E-891A-4AE0-B700-CC8930C6D87E}">
  <a:tblStyle styleId="{30492B1E-891A-4AE0-B700-CC8930C6D87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{30492B1E-891A-4AE0-B700-CC8930C6D87E}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