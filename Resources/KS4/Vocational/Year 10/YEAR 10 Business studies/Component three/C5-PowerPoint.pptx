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BC0A7B7-52FB-4650-80AE-98C974F4EB48}">
  <a:tblStyle styleId="{6BC0A7B7-52FB-4650-80AE-98C974F4EB4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{6BC0A7B7-52FB-4650-80AE-98C974F4EB48}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