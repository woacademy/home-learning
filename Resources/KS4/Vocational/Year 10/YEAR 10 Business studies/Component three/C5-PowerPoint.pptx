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4DFA71-34E3-41C8-A4AF-A8E069CD92B3}">
  <a:tblStyle styleId="{2B4DFA71-34E3-41C8-A4AF-A8E069CD9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{2B4DFA71-34E3-41C8-A4AF-A8E069CD92B3}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