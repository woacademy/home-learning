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3834C1-E213-4B5B-80D2-9D718549BD8C}">
  <a:tblStyle styleId="{AC3834C1-E213-4B5B-80D2-9D718549BD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{AC3834C1-E213-4B5B-80D2-9D718549BD8C}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