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D2A48C-A8AF-4CC3-9805-7B6B8F9CB29D}">
  <a:tblStyle styleId="{87D2A48C-A8AF-4CC3-9805-7B6B8F9CB2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{87D2A48C-A8AF-4CC3-9805-7B6B8F9CB29D}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