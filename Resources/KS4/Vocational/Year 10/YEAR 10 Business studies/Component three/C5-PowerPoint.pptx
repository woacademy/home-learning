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B5D5F-BBCA-4DFA-BF74-B6DA23268A03}">
  <a:tblStyle styleId="{985B5D5F-BBCA-4DFA-BF74-B6DA23268A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{985B5D5F-BBCA-4DFA-BF74-B6DA23268A03}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