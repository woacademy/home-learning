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E27276-FEA6-4755-8D1E-4E8F46AAE9B5}">
  <a:tblStyle styleId="{B8E27276-FEA6-4755-8D1E-4E8F46AAE9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{B8E27276-FEA6-4755-8D1E-4E8F46AAE9B5}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