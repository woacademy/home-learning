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080C73-5FCC-4E4E-B5DC-1BE497989F3A}">
  <a:tblStyle styleId="{09080C73-5FCC-4E4E-B5DC-1BE497989F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{09080C73-5FCC-4E4E-B5DC-1BE497989F3A}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