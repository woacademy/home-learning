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823170-58FC-4BBA-972B-1EDD91A6DA21}">
  <a:tblStyle styleId="{A5823170-58FC-4BBA-972B-1EDD91A6D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{A5823170-58FC-4BBA-972B-1EDD91A6DA21}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