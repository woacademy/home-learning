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448E7B-72D9-4F49-85B9-B7F1373355DC}">
  <a:tblStyle styleId="{CE448E7B-72D9-4F49-85B9-B7F1373355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{CE448E7B-72D9-4F49-85B9-B7F1373355DC}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