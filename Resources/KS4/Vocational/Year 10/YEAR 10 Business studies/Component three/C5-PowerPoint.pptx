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E38E53-1E10-4147-8F1E-BE239B8D4A48}">
  <a:tblStyle styleId="{36E38E53-1E10-4147-8F1E-BE239B8D4A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{36E38E53-1E10-4147-8F1E-BE239B8D4A48}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