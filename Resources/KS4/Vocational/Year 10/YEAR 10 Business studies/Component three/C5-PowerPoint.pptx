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086705-B2BB-44EC-9680-C261622DA50F}">
  <a:tblStyle styleId="{58086705-B2BB-44EC-9680-C261622DA5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{58086705-B2BB-44EC-9680-C261622DA50F}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