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941A1F8-4EF0-41A4-AA81-974D4E3DD8F1}">
  <a:tblStyle styleId="{2941A1F8-4EF0-41A4-AA81-974D4E3DD8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{2941A1F8-4EF0-41A4-AA81-974D4E3DD8F1}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