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3BAED2-8517-4BF9-AA2B-CF6569FB2E31}">
  <a:tblStyle styleId="{7C3BAED2-8517-4BF9-AA2B-CF6569FB2E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{7C3BAED2-8517-4BF9-AA2B-CF6569FB2E31}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