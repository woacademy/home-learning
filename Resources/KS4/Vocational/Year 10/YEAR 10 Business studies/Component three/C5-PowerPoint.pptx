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97CE5-8948-41C8-98BD-CD77A1ED458C}">
  <a:tblStyle styleId="{39A97CE5-8948-41C8-98BD-CD77A1ED45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{39A97CE5-8948-41C8-98BD-CD77A1ED458C}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