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BB26906-0191-4F9C-9463-78D7DB7C008C}">
  <a:tblStyle styleId="{EBB26906-0191-4F9C-9463-78D7DB7C008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{EBB26906-0191-4F9C-9463-78D7DB7C008C}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