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D626A-905A-495C-9784-68C00B561B7B}">
  <a:tblStyle styleId="{886D626A-905A-495C-9784-68C00B561B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{886D626A-905A-495C-9784-68C00B561B7B}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