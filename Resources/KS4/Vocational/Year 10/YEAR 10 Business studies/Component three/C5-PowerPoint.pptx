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A26921-D77E-48AA-AF4D-5166C8B78C2D}">
  <a:tblStyle styleId="{6BA26921-D77E-48AA-AF4D-5166C8B78C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{6BA26921-D77E-48AA-AF4D-5166C8B78C2D}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