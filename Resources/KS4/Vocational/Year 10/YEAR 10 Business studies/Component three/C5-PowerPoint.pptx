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5D3552-7D1D-411F-A096-8E113EDA1A11}">
  <a:tblStyle styleId="{225D3552-7D1D-411F-A096-8E113EDA1A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{225D3552-7D1D-411F-A096-8E113EDA1A11}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