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1CB763-D304-48AF-BC2A-02271B4D6B6B}">
  <a:tblStyle styleId="{481CB763-D304-48AF-BC2A-02271B4D6B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{481CB763-D304-48AF-BC2A-02271B4D6B6B}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