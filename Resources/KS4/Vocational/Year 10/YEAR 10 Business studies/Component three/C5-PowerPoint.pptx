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1863EB-947C-4828-A2D3-67DAFA9BEC84}">
  <a:tblStyle styleId="{8F1863EB-947C-4828-A2D3-67DAFA9BEC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{8F1863EB-947C-4828-A2D3-67DAFA9BEC84}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