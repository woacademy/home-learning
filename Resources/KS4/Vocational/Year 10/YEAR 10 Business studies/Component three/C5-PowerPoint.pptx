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143167-31BF-4713-A681-AEA69A90CE78}">
  <a:tblStyle styleId="{B7143167-31BF-4713-A681-AEA69A90CE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{B7143167-31BF-4713-A681-AEA69A90CE78}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