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E17392-1147-4C9F-944B-EBC3CD80E151}">
  <a:tblStyle styleId="{4AE17392-1147-4C9F-944B-EBC3CD80E1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{4AE17392-1147-4C9F-944B-EBC3CD80E151}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