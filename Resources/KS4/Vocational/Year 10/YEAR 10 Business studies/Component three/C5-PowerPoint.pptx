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FC5733-0F96-45C4-985F-C559544D56E3}">
  <a:tblStyle styleId="{C7FC5733-0F96-45C4-985F-C559544D56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{C7FC5733-0F96-45C4-985F-C559544D56E3}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