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7D3FE2-1077-47BE-9F92-88FB51EE589B}">
  <a:tblStyle styleId="{E97D3FE2-1077-47BE-9F92-88FB51EE58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{E97D3FE2-1077-47BE-9F92-88FB51EE589B}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