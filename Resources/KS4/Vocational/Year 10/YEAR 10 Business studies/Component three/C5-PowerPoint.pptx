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7FDA5-4647-4ECC-9DCC-5296937959C4}">
  <a:tblStyle styleId="{39C7FDA5-4647-4ECC-9DCC-5296937959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{39C7FDA5-4647-4ECC-9DCC-5296937959C4}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