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3650A5-1180-4689-A430-E1CE982A1564}">
  <a:tblStyle styleId="{383650A5-1180-4689-A430-E1CE982A15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{383650A5-1180-4689-A430-E1CE982A1564}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