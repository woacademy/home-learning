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4D55161-4578-4A29-9A09-5E4BE1358195}">
  <a:tblStyle styleId="{64D55161-4578-4A29-9A09-5E4BE135819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{64D55161-4578-4A29-9A09-5E4BE1358195}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