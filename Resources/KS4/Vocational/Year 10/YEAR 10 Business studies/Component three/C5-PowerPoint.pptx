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CC7A69-B494-46D5-A072-C3FDEB4FF4C2}">
  <a:tblStyle styleId="{38CC7A69-B494-46D5-A072-C3FDEB4FF4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{38CC7A69-B494-46D5-A072-C3FDEB4FF4C2}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