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96C23D-F500-4DE5-A495-81097837BAE1}">
  <a:tblStyle styleId="{2296C23D-F500-4DE5-A495-81097837BA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{2296C23D-F500-4DE5-A495-81097837BAE1}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