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27C2E9-55F3-4F98-9536-38097F867C4A}">
  <a:tblStyle styleId="{0827C2E9-55F3-4F98-9536-38097F867C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{0827C2E9-55F3-4F98-9536-38097F867C4A}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