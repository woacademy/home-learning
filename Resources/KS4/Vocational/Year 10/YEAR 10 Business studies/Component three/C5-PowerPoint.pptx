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22594D0-47A1-422B-9814-944528143782}">
  <a:tblStyle styleId="{322594D0-47A1-422B-9814-94452814378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{322594D0-47A1-422B-9814-944528143782}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