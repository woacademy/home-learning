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B0C569-9833-4415-9A63-D22CD80C5D7D}">
  <a:tblStyle styleId="{BFB0C569-9833-4415-9A63-D22CD80C5D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{BFB0C569-9833-4415-9A63-D22CD80C5D7D}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