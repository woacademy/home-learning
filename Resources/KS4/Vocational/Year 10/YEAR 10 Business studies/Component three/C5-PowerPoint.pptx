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63144C-7A95-4AB7-9776-686D980B5F23}">
  <a:tblStyle styleId="{D463144C-7A95-4AB7-9776-686D980B5F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{D463144C-7A95-4AB7-9776-686D980B5F23}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