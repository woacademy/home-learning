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1EADF5-EE52-4E6A-9271-1F5984CD0024}">
  <a:tblStyle styleId="{6C1EADF5-EE52-4E6A-9271-1F5984CD00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{6C1EADF5-EE52-4E6A-9271-1F5984CD0024}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