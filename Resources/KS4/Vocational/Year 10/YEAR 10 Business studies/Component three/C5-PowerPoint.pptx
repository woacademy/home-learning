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0EDA10-1C16-4350-BE26-99EC572614C1}">
  <a:tblStyle styleId="{640EDA10-1C16-4350-BE26-99EC572614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{640EDA10-1C16-4350-BE26-99EC572614C1}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