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872B2A-103C-403D-8636-37392155C81C}">
  <a:tblStyle styleId="{BB872B2A-103C-403D-8636-37392155C8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{BB872B2A-103C-403D-8636-37392155C81C}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