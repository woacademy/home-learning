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890D0B-0F45-4CAE-8E81-8D9B11325874}">
  <a:tblStyle styleId="{10890D0B-0F45-4CAE-8E81-8D9B113258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{10890D0B-0F45-4CAE-8E81-8D9B11325874}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