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6B899C-3252-4D1C-9793-7083C189B8F3}">
  <a:tblStyle styleId="{9E6B899C-3252-4D1C-9793-7083C189B8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{9E6B899C-3252-4D1C-9793-7083C189B8F3}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