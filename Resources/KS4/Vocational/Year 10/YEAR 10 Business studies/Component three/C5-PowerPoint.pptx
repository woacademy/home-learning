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55F975-4EF9-4C8B-8168-653BAECA432D}">
  <a:tblStyle styleId="{C755F975-4EF9-4C8B-8168-653BAECA43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{C755F975-4EF9-4C8B-8168-653BAECA432D}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