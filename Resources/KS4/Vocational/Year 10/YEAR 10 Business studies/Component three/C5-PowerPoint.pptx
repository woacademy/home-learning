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3708A-F052-4E0F-8756-EDAB2D290F07}">
  <a:tblStyle styleId="{C2C3708A-F052-4E0F-8756-EDAB2D290F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{C2C3708A-F052-4E0F-8756-EDAB2D290F07}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