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C01ADA-BCCF-4D95-A981-9FB5C7FD045E}">
  <a:tblStyle styleId="{C6C01ADA-BCCF-4D95-A981-9FB5C7FD04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{C6C01ADA-BCCF-4D95-A981-9FB5C7FD045E}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