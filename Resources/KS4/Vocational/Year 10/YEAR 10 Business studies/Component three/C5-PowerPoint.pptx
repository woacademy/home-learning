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96B210-A375-42B7-9E70-C797F27A5755}">
  <a:tblStyle styleId="{6596B210-A375-42B7-9E70-C797F27A57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{6596B210-A375-42B7-9E70-C797F27A5755}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