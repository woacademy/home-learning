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4C7FE7-929A-4212-ADF7-585AB8E134D2}">
  <a:tblStyle styleId="{054C7FE7-929A-4212-ADF7-585AB8E134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{054C7FE7-929A-4212-ADF7-585AB8E134D2}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