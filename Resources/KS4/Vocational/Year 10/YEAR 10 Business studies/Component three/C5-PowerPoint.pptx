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EBA65D9-953C-4341-BCA7-33F63DBEF3D5}">
  <a:tblStyle styleId="{6EBA65D9-953C-4341-BCA7-33F63DBEF3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{6EBA65D9-953C-4341-BCA7-33F63DBEF3D5}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