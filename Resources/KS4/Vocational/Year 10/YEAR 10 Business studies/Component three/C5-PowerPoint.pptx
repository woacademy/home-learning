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C4E410-5C0F-4275-A3AC-B0FBE1BAF6EB}">
  <a:tblStyle styleId="{89C4E410-5C0F-4275-A3AC-B0FBE1BAF6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{89C4E410-5C0F-4275-A3AC-B0FBE1BAF6EB}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