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161EE1-BBAA-43C6-A241-89A46E074811}">
  <a:tblStyle styleId="{74161EE1-BBAA-43C6-A241-89A46E0748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{74161EE1-BBAA-43C6-A241-89A46E074811}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