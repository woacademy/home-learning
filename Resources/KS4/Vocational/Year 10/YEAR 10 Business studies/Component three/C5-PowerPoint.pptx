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2C5BE-F229-418F-B138-1256E42685B6}">
  <a:tblStyle styleId="{B0A2C5BE-F229-418F-B138-1256E42685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{B0A2C5BE-F229-418F-B138-1256E42685B6}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