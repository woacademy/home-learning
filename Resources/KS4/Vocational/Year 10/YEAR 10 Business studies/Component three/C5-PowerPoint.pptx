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6AF16D-E129-4531-BD5D-ACD558BDE8CE}">
  <a:tblStyle styleId="{746AF16D-E129-4531-BD5D-ACD558BDE8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{746AF16D-E129-4531-BD5D-ACD558BDE8CE}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