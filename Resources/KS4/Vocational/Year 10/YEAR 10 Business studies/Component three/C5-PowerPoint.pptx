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4E028-05A9-4674-B7E6-53E175123D58}">
  <a:tblStyle styleId="{8944E028-05A9-4674-B7E6-53E175123D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{8944E028-05A9-4674-B7E6-53E175123D58}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