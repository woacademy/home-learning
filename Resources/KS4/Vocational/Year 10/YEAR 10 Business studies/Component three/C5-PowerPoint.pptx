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03894F-55B0-4AC3-8520-374D5170638A}">
  <a:tblStyle styleId="{1603894F-55B0-4AC3-8520-374D517063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{1603894F-55B0-4AC3-8520-374D5170638A}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