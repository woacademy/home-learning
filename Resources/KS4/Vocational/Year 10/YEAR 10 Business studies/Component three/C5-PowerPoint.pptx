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A85B13-7BD5-4A8B-ACF4-E441521ACA10}">
  <a:tblStyle styleId="{DEA85B13-7BD5-4A8B-ACF4-E441521ACA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{DEA85B13-7BD5-4A8B-ACF4-E441521ACA10}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