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0A95E4-3478-415F-876D-FADC1384789E}">
  <a:tblStyle styleId="{430A95E4-3478-415F-876D-FADC138478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{430A95E4-3478-415F-876D-FADC1384789E}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