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677F78-0806-4A92-8A39-B3F2A0FC3CC9}">
  <a:tblStyle styleId="{5D677F78-0806-4A92-8A39-B3F2A0FC3C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{5D677F78-0806-4A92-8A39-B3F2A0FC3CC9}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