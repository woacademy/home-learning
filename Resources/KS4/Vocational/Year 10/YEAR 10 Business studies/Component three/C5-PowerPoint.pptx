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9AA494-4308-4AAF-9757-D277BBB9A44C}">
  <a:tblStyle styleId="{4C9AA494-4308-4AAF-9757-D277BBB9A4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{4C9AA494-4308-4AAF-9757-D277BBB9A44C}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