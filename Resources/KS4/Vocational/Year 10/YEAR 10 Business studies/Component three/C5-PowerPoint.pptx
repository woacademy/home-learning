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F6138A-8520-4891-8FEA-3DE00591D82D}">
  <a:tblStyle styleId="{A8F6138A-8520-4891-8FEA-3DE00591D8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{A8F6138A-8520-4891-8FEA-3DE00591D82D}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