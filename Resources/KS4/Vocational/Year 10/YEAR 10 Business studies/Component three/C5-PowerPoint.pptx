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F64A05-37A8-4D5B-B14A-8E9A259050E7}">
  <a:tblStyle styleId="{54F64A05-37A8-4D5B-B14A-8E9A259050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{54F64A05-37A8-4D5B-B14A-8E9A259050E7}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