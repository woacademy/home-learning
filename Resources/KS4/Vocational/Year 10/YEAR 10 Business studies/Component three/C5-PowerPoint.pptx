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025F4F-EB5D-4BE0-9CB2-5AC2A27174E9}">
  <a:tblStyle styleId="{86025F4F-EB5D-4BE0-9CB2-5AC2A27174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{86025F4F-EB5D-4BE0-9CB2-5AC2A27174E9}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