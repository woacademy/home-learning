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00A7E1-0633-4D3F-84F9-216D7D2F08F1}">
  <a:tblStyle styleId="{2500A7E1-0633-4D3F-84F9-216D7D2F08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{2500A7E1-0633-4D3F-84F9-216D7D2F08F1}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