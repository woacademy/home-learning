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E1F40B-D130-4D05-A079-33087E1AC314}">
  <a:tblStyle styleId="{0DE1F40B-D130-4D05-A079-33087E1AC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{0DE1F40B-D130-4D05-A079-33087E1AC314}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