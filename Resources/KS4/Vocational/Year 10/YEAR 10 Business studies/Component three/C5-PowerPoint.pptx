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5ECD02-07CD-460D-83A1-D8B1DF756C12}">
  <a:tblStyle styleId="{FC5ECD02-07CD-460D-83A1-D8B1DF756C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{FC5ECD02-07CD-460D-83A1-D8B1DF756C12}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