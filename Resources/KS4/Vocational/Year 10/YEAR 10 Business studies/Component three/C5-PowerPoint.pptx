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D9EBCE-676A-49EB-AFE6-0CBCA9C20B68}">
  <a:tblStyle styleId="{58D9EBCE-676A-49EB-AFE6-0CBCA9C20B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{58D9EBCE-676A-49EB-AFE6-0CBCA9C20B68}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