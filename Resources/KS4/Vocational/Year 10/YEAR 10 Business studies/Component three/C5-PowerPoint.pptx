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CA2941-FBAA-4E2E-910F-2CB56728D4E7}">
  <a:tblStyle styleId="{2FCA2941-FBAA-4E2E-910F-2CB56728D4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{2FCA2941-FBAA-4E2E-910F-2CB56728D4E7}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