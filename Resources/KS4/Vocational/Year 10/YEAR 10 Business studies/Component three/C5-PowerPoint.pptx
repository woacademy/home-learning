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A74416-EA89-402C-B840-410040AEAC28}">
  <a:tblStyle styleId="{C1A74416-EA89-402C-B840-410040AEAC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{C1A74416-EA89-402C-B840-410040AEAC28}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