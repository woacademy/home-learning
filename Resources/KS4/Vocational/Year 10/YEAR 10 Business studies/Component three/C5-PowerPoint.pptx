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D939DA-D64A-47C6-84AF-77011280CDA6}">
  <a:tblStyle styleId="{1CD939DA-D64A-47C6-84AF-77011280CD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{1CD939DA-D64A-47C6-84AF-77011280CDA6}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