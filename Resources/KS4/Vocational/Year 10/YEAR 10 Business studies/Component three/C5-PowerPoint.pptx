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A77A84-6EFB-4549-89F7-42DAD366F3DE}">
  <a:tblStyle styleId="{9DA77A84-6EFB-4549-89F7-42DAD366F3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{9DA77A84-6EFB-4549-89F7-42DAD366F3DE}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