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00B2F57-D3B4-4540-A370-9D9F3E36CB6E}">
  <a:tblStyle styleId="{800B2F57-D3B4-4540-A370-9D9F3E36CB6E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{800B2F57-D3B4-4540-A370-9D9F3E36CB6E}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