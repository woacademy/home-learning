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42E93B7-56CE-4195-BD83-2215AA979A17}">
  <a:tblStyle styleId="{E42E93B7-56CE-4195-BD83-2215AA979A1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{E42E93B7-56CE-4195-BD83-2215AA979A17}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