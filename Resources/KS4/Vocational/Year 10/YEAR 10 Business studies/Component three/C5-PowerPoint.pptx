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CDFFCC-55A3-4A1F-BCF6-ED918FB52A64}">
  <a:tblStyle styleId="{96CDFFCC-55A3-4A1F-BCF6-ED918FB52A6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{96CDFFCC-55A3-4A1F-BCF6-ED918FB52A64}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