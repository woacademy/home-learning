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629C7F-014B-41D1-B214-F1DBF7FF1250}">
  <a:tblStyle styleId="{D5629C7F-014B-41D1-B214-F1DBF7FF12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{D5629C7F-014B-41D1-B214-F1DBF7FF1250}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