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F71A22-324A-4388-9138-151A1BD469A6}">
  <a:tblStyle styleId="{90F71A22-324A-4388-9138-151A1BD469A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{90F71A22-324A-4388-9138-151A1BD469A6}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