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54D5D7-347A-4A13-BFFC-6025350D93F3}">
  <a:tblStyle styleId="{B754D5D7-347A-4A13-BFFC-6025350D93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{B754D5D7-347A-4A13-BFFC-6025350D93F3}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