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84069E-11AE-4F6F-BC39-C36B073BDCFC}">
  <a:tblStyle styleId="{C184069E-11AE-4F6F-BC39-C36B073BDC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{C184069E-11AE-4F6F-BC39-C36B073BDCFC}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