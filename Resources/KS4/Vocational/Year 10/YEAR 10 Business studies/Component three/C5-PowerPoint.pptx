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C05B6-4E49-4E30-A7AD-549CC4757029}">
  <a:tblStyle styleId="{BBAC05B6-4E49-4E30-A7AD-549CC47570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{BBAC05B6-4E49-4E30-A7AD-549CC4757029}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