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C19A96-950E-4396-BD4E-3121EC0AA3D6}">
  <a:tblStyle styleId="{A0C19A96-950E-4396-BD4E-3121EC0AA3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{A0C19A96-950E-4396-BD4E-3121EC0AA3D6}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