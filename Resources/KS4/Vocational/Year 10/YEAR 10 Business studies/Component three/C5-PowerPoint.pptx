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B24CC2-B9C1-4528-82A3-398C3D0E6EEF}">
  <a:tblStyle styleId="{92B24CC2-B9C1-4528-82A3-398C3D0E6E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{92B24CC2-B9C1-4528-82A3-398C3D0E6EEF}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