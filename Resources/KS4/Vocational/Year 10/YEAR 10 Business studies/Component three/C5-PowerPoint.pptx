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2E0778-8375-44F4-9BAE-6FC19F5D01A4}">
  <a:tblStyle styleId="{252E0778-8375-44F4-9BAE-6FC19F5D01A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{252E0778-8375-44F4-9BAE-6FC19F5D01A4}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