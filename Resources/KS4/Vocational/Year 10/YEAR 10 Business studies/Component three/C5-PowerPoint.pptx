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7BFE21-8D08-4E11-A309-B07A994F27CB}">
  <a:tblStyle styleId="{A67BFE21-8D08-4E11-A309-B07A994F27C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{A67BFE21-8D08-4E11-A309-B07A994F27CB}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