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43A45E-09B8-4331-A282-197E4B6CBDF6}">
  <a:tblStyle styleId="{8643A45E-09B8-4331-A282-197E4B6CBD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{8643A45E-09B8-4331-A282-197E4B6CBDF6}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