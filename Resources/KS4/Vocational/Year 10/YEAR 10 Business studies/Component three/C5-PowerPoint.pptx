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BB4A7B-B99F-412D-87C8-596D2E8D5EE9}">
  <a:tblStyle styleId="{38BB4A7B-B99F-412D-87C8-596D2E8D5E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{38BB4A7B-B99F-412D-87C8-596D2E8D5EE9}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