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C11BE2-01F6-4155-B206-E2997F0958E1}">
  <a:tblStyle styleId="{EAC11BE2-01F6-4155-B206-E2997F0958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{EAC11BE2-01F6-4155-B206-E2997F0958E1}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