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336AA9-80BC-4ED3-80EF-7390DACB3414}">
  <a:tblStyle styleId="{FC336AA9-80BC-4ED3-80EF-7390DACB34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{FC336AA9-80BC-4ED3-80EF-7390DACB3414}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