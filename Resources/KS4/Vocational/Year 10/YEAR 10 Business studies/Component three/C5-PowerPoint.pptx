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66DD3E-8FF3-455C-A16B-5373A79DD1AB}">
  <a:tblStyle styleId="{9D66DD3E-8FF3-455C-A16B-5373A79DD1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{9D66DD3E-8FF3-455C-A16B-5373A79DD1AB}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