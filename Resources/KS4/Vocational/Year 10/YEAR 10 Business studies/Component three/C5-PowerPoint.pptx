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3256EB-387A-4A29-9A9F-EE49C292603B}">
  <a:tblStyle styleId="{D33256EB-387A-4A29-9A9F-EE49C29260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{D33256EB-387A-4A29-9A9F-EE49C292603B}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