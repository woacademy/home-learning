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8E6C8A-4B6D-4538-AE61-8595C6C3DBAC}">
  <a:tblStyle styleId="{E28E6C8A-4B6D-4538-AE61-8595C6C3DB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{E28E6C8A-4B6D-4538-AE61-8595C6C3DBAC}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