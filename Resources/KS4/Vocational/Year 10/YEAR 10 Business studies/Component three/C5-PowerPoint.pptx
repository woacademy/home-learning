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EA75D05-7086-4AC0-BF5F-F6421DB50C02}">
  <a:tblStyle styleId="{AEA75D05-7086-4AC0-BF5F-F6421DB50C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{AEA75D05-7086-4AC0-BF5F-F6421DB50C02}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