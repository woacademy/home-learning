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C17267-31A6-4D48-A90A-B5BF6870B50B}">
  <a:tblStyle styleId="{88C17267-31A6-4D48-A90A-B5BF6870B5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{88C17267-31A6-4D48-A90A-B5BF6870B50B}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