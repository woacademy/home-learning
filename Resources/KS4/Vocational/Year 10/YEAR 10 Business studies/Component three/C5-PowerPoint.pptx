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BA4A0F-5DC8-45A3-AD47-C9654A689374}">
  <a:tblStyle styleId="{06BA4A0F-5DC8-45A3-AD47-C9654A6893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{06BA4A0F-5DC8-45A3-AD47-C9654A689374}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