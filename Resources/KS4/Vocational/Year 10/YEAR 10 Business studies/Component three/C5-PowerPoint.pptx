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FEE9F2-6D98-4F94-9EF9-E7BEA8A5B5FB}">
  <a:tblStyle styleId="{45FEE9F2-6D98-4F94-9EF9-E7BEA8A5B5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{45FEE9F2-6D98-4F94-9EF9-E7BEA8A5B5FB}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