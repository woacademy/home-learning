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EF7382-27B8-4BD8-8FC0-820B51DE7DDD}">
  <a:tblStyle styleId="{50EF7382-27B8-4BD8-8FC0-820B51DE7D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{50EF7382-27B8-4BD8-8FC0-820B51DE7DDD}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