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23601-D16F-4B92-9FFD-C3DC7BCDBE07}">
  <a:tblStyle styleId="{A7223601-D16F-4B92-9FFD-C3DC7BCDBE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{A7223601-D16F-4B92-9FFD-C3DC7BCDBE07}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