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34EF812-E7D5-4077-8A75-D8D1F7C0D3FE}">
  <a:tblStyle styleId="{734EF812-E7D5-4077-8A75-D8D1F7C0D3F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{734EF812-E7D5-4077-8A75-D8D1F7C0D3FE}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