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E8FE823-A470-4E12-B040-B3B5FE826021}">
  <a:tblStyle styleId="{1E8FE823-A470-4E12-B040-B3B5FE82602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{1E8FE823-A470-4E12-B040-B3B5FE826021}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