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4C22C-E1CB-4D73-A939-3C78F92661A7}">
  <a:tblStyle styleId="{7904C22C-E1CB-4D73-A939-3C78F92661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{7904C22C-E1CB-4D73-A939-3C78F92661A7}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