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C5692-74B9-441C-B2D4-D6698E7CC670}">
  <a:tblStyle styleId="{D2DC5692-74B9-441C-B2D4-D6698E7CC6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{D2DC5692-74B9-441C-B2D4-D6698E7CC670}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