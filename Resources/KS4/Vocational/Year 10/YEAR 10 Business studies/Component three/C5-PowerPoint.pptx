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FE48BC-0FC5-418B-9A98-530D6B4B7992}">
  <a:tblStyle styleId="{C3FE48BC-0FC5-418B-9A98-530D6B4B799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{C3FE48BC-0FC5-418B-9A98-530D6B4B7992}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