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2DC7BB-BC0D-48C6-9783-BE37AD04C691}">
  <a:tblStyle styleId="{632DC7BB-BC0D-48C6-9783-BE37AD04C6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{632DC7BB-BC0D-48C6-9783-BE37AD04C691}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