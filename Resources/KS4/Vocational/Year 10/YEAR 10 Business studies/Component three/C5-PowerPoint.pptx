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EF1C02-81C1-4C84-A2A2-06DA55F5E278}">
  <a:tblStyle styleId="{27EF1C02-81C1-4C84-A2A2-06DA55F5E2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{27EF1C02-81C1-4C84-A2A2-06DA55F5E278}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