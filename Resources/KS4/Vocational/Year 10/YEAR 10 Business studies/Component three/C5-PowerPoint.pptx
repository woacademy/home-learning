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37E565-ED02-4203-B5C3-B532302915BB}">
  <a:tblStyle styleId="{6B37E565-ED02-4203-B5C3-B532302915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{6B37E565-ED02-4203-B5C3-B532302915BB}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