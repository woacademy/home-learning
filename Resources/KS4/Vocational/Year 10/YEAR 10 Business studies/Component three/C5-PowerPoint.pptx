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8F9B37-CA99-4BAA-9E09-AE1CA233238C}">
  <a:tblStyle styleId="{068F9B37-CA99-4BAA-9E09-AE1CA23323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{068F9B37-CA99-4BAA-9E09-AE1CA233238C}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