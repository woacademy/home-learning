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8BDBA2-7D15-4F72-827B-06965FDFD55D}">
  <a:tblStyle styleId="{DB8BDBA2-7D15-4F72-827B-06965FDFD5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{DB8BDBA2-7D15-4F72-827B-06965FDFD55D}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