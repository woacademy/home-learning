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569771-51E3-4934-9C1D-69E68012DF16}">
  <a:tblStyle styleId="{5D569771-51E3-4934-9C1D-69E68012DF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{5D569771-51E3-4934-9C1D-69E68012DF16}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