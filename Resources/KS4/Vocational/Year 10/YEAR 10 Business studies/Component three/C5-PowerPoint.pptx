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827D64-53DA-4125-B27D-4F23676198D8}">
  <a:tblStyle styleId="{48827D64-53DA-4125-B27D-4F23676198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{48827D64-53DA-4125-B27D-4F23676198D8}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