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E9771B-B678-4B5F-9A8B-7BE1F339FFD2}">
  <a:tblStyle styleId="{9CE9771B-B678-4B5F-9A8B-7BE1F339FF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{9CE9771B-B678-4B5F-9A8B-7BE1F339FFD2}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