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BB2D83-A6CD-4522-B185-71149398E37C}">
  <a:tblStyle styleId="{4DBB2D83-A6CD-4522-B185-71149398E3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{4DBB2D83-A6CD-4522-B185-71149398E37C}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