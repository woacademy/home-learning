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58F302-3CA0-4905-B287-3FBFD9BD575C}">
  <a:tblStyle styleId="{E558F302-3CA0-4905-B287-3FBFD9BD57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{E558F302-3CA0-4905-B287-3FBFD9BD575C}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