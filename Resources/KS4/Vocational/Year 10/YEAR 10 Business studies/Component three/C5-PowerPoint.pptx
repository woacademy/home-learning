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A8ED87-2E53-4D52-8B01-C328E9B1E90E}">
  <a:tblStyle styleId="{B2A8ED87-2E53-4D52-8B01-C328E9B1E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{B2A8ED87-2E53-4D52-8B01-C328E9B1E90E}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