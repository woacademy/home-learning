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D7487D-01D4-45BF-8F66-46207B43E65A}">
  <a:tblStyle styleId="{0FD7487D-01D4-45BF-8F66-46207B43E6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{0FD7487D-01D4-45BF-8F66-46207B43E65A}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