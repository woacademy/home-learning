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1A0CA6-2CE8-422D-A07F-5B3A9693A371}">
  <a:tblStyle styleId="{2C1A0CA6-2CE8-422D-A07F-5B3A9693A3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{2C1A0CA6-2CE8-422D-A07F-5B3A9693A371}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