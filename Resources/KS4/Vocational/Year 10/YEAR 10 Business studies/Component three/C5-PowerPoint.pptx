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54FDD2-4265-4B59-8A5D-0A300CEA0255}">
  <a:tblStyle styleId="{EE54FDD2-4265-4B59-8A5D-0A300CEA0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{EE54FDD2-4265-4B59-8A5D-0A300CEA0255}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