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884D99-C895-411C-8CC5-C6BC2C4FC9A0}">
  <a:tblStyle styleId="{3E884D99-C895-411C-8CC5-C6BC2C4FC9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{3E884D99-C895-411C-8CC5-C6BC2C4FC9A0}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