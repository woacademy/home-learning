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9CCE46-CDEB-4F26-9C56-E09C4AADB6A3}">
  <a:tblStyle styleId="{4B9CCE46-CDEB-4F26-9C56-E09C4AADB6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{4B9CCE46-CDEB-4F26-9C56-E09C4AADB6A3}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