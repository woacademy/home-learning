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B17A56-05E4-44E7-A290-DB508DDB1B30}">
  <a:tblStyle styleId="{3DB17A56-05E4-44E7-A290-DB508DDB1B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{3DB17A56-05E4-44E7-A290-DB508DDB1B30}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