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C03912-E092-4E07-A942-F72B50BC6314}">
  <a:tblStyle styleId="{66C03912-E092-4E07-A942-F72B50BC63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{66C03912-E092-4E07-A942-F72B50BC6314}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