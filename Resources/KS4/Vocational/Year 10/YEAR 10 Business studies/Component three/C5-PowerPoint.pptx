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575E5BF-62ED-4632-8493-E2C3F6C4A015}">
  <a:tblStyle styleId="{9575E5BF-62ED-4632-8493-E2C3F6C4A01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{9575E5BF-62ED-4632-8493-E2C3F6C4A015}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