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7B2F14-C4CB-4962-8FAA-6CB0BFA0FC2A}">
  <a:tblStyle styleId="{897B2F14-C4CB-4962-8FAA-6CB0BFA0FC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{897B2F14-C4CB-4962-8FAA-6CB0BFA0FC2A}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