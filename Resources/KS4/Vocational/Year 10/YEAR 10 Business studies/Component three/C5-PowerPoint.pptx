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29AAD3-2A47-4531-AE7F-E701686512F8}">
  <a:tblStyle styleId="{8D29AAD3-2A47-4531-AE7F-E701686512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{8D29AAD3-2A47-4531-AE7F-E701686512F8}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