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619F23-AFA0-4A33-A562-ADE9513C0E9C}">
  <a:tblStyle styleId="{D9619F23-AFA0-4A33-A562-ADE9513C0E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{D9619F23-AFA0-4A33-A562-ADE9513C0E9C}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