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904C1B-C205-4DAA-AD67-B9F970814B58}">
  <a:tblStyle styleId="{2B904C1B-C205-4DAA-AD67-B9F970814B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{2B904C1B-C205-4DAA-AD67-B9F970814B58}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