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0E285B-3A04-4DF8-8993-75F2376245C9}">
  <a:tblStyle styleId="{520E285B-3A04-4DF8-8993-75F2376245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{520E285B-3A04-4DF8-8993-75F2376245C9}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