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2294AF1-923D-423B-8A53-B66853A0918D}">
  <a:tblStyle styleId="{82294AF1-923D-423B-8A53-B66853A0918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{82294AF1-923D-423B-8A53-B66853A0918D}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