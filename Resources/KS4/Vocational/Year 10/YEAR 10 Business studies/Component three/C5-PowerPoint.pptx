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4B90484-CA16-4000-927B-73451E12AB74}">
  <a:tblStyle styleId="{14B90484-CA16-4000-927B-73451E12AB7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{14B90484-CA16-4000-927B-73451E12AB74}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