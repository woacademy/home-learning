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7FBF13-B7B5-4D4A-8AF7-7614FC1543BE}">
  <a:tblStyle styleId="{407FBF13-B7B5-4D4A-8AF7-7614FC1543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{407FBF13-B7B5-4D4A-8AF7-7614FC1543BE}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