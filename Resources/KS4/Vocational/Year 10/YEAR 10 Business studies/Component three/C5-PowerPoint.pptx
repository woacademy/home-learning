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0F468E-4B8B-4B50-895F-E6362FDB9309}">
  <a:tblStyle styleId="{D80F468E-4B8B-4B50-895F-E6362FDB93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{D80F468E-4B8B-4B50-895F-E6362FDB9309}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