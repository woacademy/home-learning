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79BC5F-F0D3-420E-AD20-A8AB2B36F73A}">
  <a:tblStyle styleId="{FE79BC5F-F0D3-420E-AD20-A8AB2B36F7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{FE79BC5F-F0D3-420E-AD20-A8AB2B36F73A}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