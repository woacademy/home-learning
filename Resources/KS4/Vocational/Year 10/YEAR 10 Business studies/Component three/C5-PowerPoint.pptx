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45DC02-65E7-4B5C-BD26-B7714EBCE1C8}">
  <a:tblStyle styleId="{0745DC02-65E7-4B5C-BD26-B7714EBCE1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{0745DC02-65E7-4B5C-BD26-B7714EBCE1C8}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