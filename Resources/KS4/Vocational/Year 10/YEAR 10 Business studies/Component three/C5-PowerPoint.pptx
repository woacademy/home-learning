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118EED-513E-4123-8A53-FFC748ACFA97}">
  <a:tblStyle styleId="{D0118EED-513E-4123-8A53-FFC748ACFA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{D0118EED-513E-4123-8A53-FFC748ACFA97}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