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87E6AD-62FB-4D24-B7F3-10866BBB159F}">
  <a:tblStyle styleId="{C387E6AD-62FB-4D24-B7F3-10866BBB15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{C387E6AD-62FB-4D24-B7F3-10866BBB159F}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