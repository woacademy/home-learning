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16AB7C-9B35-42A6-B772-DAA6BD277375}">
  <a:tblStyle styleId="{1716AB7C-9B35-42A6-B772-DAA6BD277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{1716AB7C-9B35-42A6-B772-DAA6BD277375}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