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6467E0-621D-4956-B49C-CFA401EAE4CE}">
  <a:tblStyle styleId="{346467E0-621D-4956-B49C-CFA401EAE4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{346467E0-621D-4956-B49C-CFA401EAE4CE}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