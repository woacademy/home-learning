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08DF09-6F41-47F7-9A90-4014F46BADC5}">
  <a:tblStyle styleId="{CA08DF09-6F41-47F7-9A90-4014F46BAD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{CA08DF09-6F41-47F7-9A90-4014F46BADC5}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