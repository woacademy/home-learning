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A518CE-1F66-44AD-A7C1-02022D944329}">
  <a:tblStyle styleId="{E6A518CE-1F66-44AD-A7C1-02022D9443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{E6A518CE-1F66-44AD-A7C1-02022D944329}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