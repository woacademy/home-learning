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5D6D08-BB53-47EE-AAA9-A6C34065ADE1}">
  <a:tblStyle styleId="{035D6D08-BB53-47EE-AAA9-A6C34065AD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{035D6D08-BB53-47EE-AAA9-A6C34065ADE1}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