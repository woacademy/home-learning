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A87862-3669-4F26-B063-6F30ADB5A2B1}">
  <a:tblStyle styleId="{6BA87862-3669-4F26-B063-6F30ADB5A2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{6BA87862-3669-4F26-B063-6F30ADB5A2B1}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