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21160A-B0BE-4714-B769-B18D9578FD1A}">
  <a:tblStyle styleId="{8921160A-B0BE-4714-B769-B18D9578FD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{8921160A-B0BE-4714-B769-B18D9578FD1A}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