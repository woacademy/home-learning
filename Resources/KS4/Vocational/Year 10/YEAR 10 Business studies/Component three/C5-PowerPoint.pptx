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D7343F-D5C4-43BA-8E71-67A96704E92B}">
  <a:tblStyle styleId="{59D7343F-D5C4-43BA-8E71-67A96704E9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{59D7343F-D5C4-43BA-8E71-67A96704E92B}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