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09FEC0-DD6D-4D08-A4C7-192FE143DAC9}">
  <a:tblStyle styleId="{9809FEC0-DD6D-4D08-A4C7-192FE143DA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{9809FEC0-DD6D-4D08-A4C7-192FE143DAC9}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