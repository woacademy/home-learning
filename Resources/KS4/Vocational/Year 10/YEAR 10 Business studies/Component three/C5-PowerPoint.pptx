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D3DE0E-1AC8-414E-9D23-C7223CD86109}">
  <a:tblStyle styleId="{AAD3DE0E-1AC8-414E-9D23-C7223CD861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{AAD3DE0E-1AC8-414E-9D23-C7223CD86109}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