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717E8-A00D-49E7-B7FE-838206CEBE75}">
  <a:tblStyle styleId="{A82717E8-A00D-49E7-B7FE-838206CEBE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{A82717E8-A00D-49E7-B7FE-838206CEBE75}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