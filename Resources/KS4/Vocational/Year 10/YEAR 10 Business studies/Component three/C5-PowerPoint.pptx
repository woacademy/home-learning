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A342B0D-A234-43B0-BEC7-B39C8EEB26A2}">
  <a:tblStyle styleId="{6A342B0D-A234-43B0-BEC7-B39C8EEB26A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{6A342B0D-A234-43B0-BEC7-B39C8EEB26A2}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