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E09565-3001-40EE-963E-0726B69D4A33}">
  <a:tblStyle styleId="{73E09565-3001-40EE-963E-0726B69D4A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{73E09565-3001-40EE-963E-0726B69D4A33}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