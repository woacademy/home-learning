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ECF92B-8A30-404D-8206-3F58918DD53C}">
  <a:tblStyle styleId="{09ECF92B-8A30-404D-8206-3F58918DD5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{09ECF92B-8A30-404D-8206-3F58918DD53C}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