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825E3F-DD85-456F-A232-D1BC72A3D5AC}">
  <a:tblStyle styleId="{7C825E3F-DD85-456F-A232-D1BC72A3D5A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{7C825E3F-DD85-456F-A232-D1BC72A3D5AC}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