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83B457-85AC-48B5-95EF-E1A40B73A6CE}">
  <a:tblStyle styleId="{D483B457-85AC-48B5-95EF-E1A40B73A6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{D483B457-85AC-48B5-95EF-E1A40B73A6CE}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