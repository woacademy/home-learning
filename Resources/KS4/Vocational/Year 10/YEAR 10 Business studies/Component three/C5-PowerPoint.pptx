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187F2B-BF0F-4465-B186-087CE8F7A90E}">
  <a:tblStyle styleId="{2F187F2B-BF0F-4465-B186-087CE8F7A9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{2F187F2B-BF0F-4465-B186-087CE8F7A90E}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