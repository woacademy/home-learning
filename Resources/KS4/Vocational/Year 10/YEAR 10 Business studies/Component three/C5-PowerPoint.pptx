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6B4BA-C05A-4BA3-B643-1D6239EFB4DE}">
  <a:tblStyle styleId="{F656B4BA-C05A-4BA3-B643-1D6239EFB4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{F656B4BA-C05A-4BA3-B643-1D6239EFB4DE}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