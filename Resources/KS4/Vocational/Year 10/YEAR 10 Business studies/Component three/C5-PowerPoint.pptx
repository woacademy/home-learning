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8650B2-F496-417E-8AEE-1586CD845838}">
  <a:tblStyle styleId="{EA8650B2-F496-417E-8AEE-1586CD8458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{EA8650B2-F496-417E-8AEE-1586CD845838}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