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8B1C98-3DD2-4E61-92C9-75996EBE52BC}">
  <a:tblStyle styleId="{CF8B1C98-3DD2-4E61-92C9-75996EBE52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{CF8B1C98-3DD2-4E61-92C9-75996EBE52BC}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