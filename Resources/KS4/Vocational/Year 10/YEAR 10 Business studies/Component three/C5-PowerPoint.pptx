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557696-174A-494B-BC7E-B0BC866AAA1D}">
  <a:tblStyle styleId="{06557696-174A-494B-BC7E-B0BC866AAA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{06557696-174A-494B-BC7E-B0BC866AAA1D}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