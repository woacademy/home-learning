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C92AFA-13DB-45C2-917C-558D6FAFC080}">
  <a:tblStyle styleId="{15C92AFA-13DB-45C2-917C-558D6FAFC0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{15C92AFA-13DB-45C2-917C-558D6FAFC080}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