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6B2AF-C447-4080-B7A9-05E422A54DE6}">
  <a:tblStyle styleId="{D456B2AF-C447-4080-B7A9-05E422A54D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{D456B2AF-C447-4080-B7A9-05E422A54DE6}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