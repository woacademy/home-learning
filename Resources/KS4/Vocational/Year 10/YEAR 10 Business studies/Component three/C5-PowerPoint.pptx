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99C23F-4883-45B0-B47D-CC44329165D9}">
  <a:tblStyle styleId="{E399C23F-4883-45B0-B47D-CC44329165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{E399C23F-4883-45B0-B47D-CC44329165D9}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