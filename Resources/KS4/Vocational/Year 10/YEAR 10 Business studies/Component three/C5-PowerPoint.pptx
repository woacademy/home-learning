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0EDB4D-D4C1-433D-9A35-9303F8C6D6BA}">
  <a:tblStyle styleId="{A80EDB4D-D4C1-433D-9A35-9303F8C6D6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{A80EDB4D-D4C1-433D-9A35-9303F8C6D6BA}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