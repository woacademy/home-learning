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A6D1B3-FDA4-4AE2-B5A1-C19155AD778C}">
  <a:tblStyle styleId="{CFA6D1B3-FDA4-4AE2-B5A1-C19155AD77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{CFA6D1B3-FDA4-4AE2-B5A1-C19155AD778C}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