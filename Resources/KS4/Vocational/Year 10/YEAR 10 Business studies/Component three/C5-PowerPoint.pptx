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2EC4F8-0ADD-4385-AE25-73B3CC5B7C5A}">
  <a:tblStyle styleId="{1E2EC4F8-0ADD-4385-AE25-73B3CC5B7C5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{1E2EC4F8-0ADD-4385-AE25-73B3CC5B7C5A}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