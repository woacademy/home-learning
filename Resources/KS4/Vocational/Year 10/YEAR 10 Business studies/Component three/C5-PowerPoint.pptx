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0B3C10-A8BD-4D11-913B-09DFAB836316}">
  <a:tblStyle styleId="{8D0B3C10-A8BD-4D11-913B-09DFAB8363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{8D0B3C10-A8BD-4D11-913B-09DFAB836316}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