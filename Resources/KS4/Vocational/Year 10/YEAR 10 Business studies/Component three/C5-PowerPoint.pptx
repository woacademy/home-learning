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BC6D068-6A3E-4455-972D-F4A99F74C1E4}">
  <a:tblStyle styleId="{DBC6D068-6A3E-4455-972D-F4A99F74C1E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{DBC6D068-6A3E-4455-972D-F4A99F74C1E4}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