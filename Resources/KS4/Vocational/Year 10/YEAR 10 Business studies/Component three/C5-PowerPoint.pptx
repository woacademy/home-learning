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3BE8F1-37D6-4562-8682-5D82B1890452}">
  <a:tblStyle styleId="{053BE8F1-37D6-4562-8682-5D82B18904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{053BE8F1-37D6-4562-8682-5D82B1890452}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