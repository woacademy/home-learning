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8A5D80-67E1-4241-8665-D1E481D8F675}">
  <a:tblStyle styleId="{1F8A5D80-67E1-4241-8665-D1E481D8F6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{1F8A5D80-67E1-4241-8665-D1E481D8F675}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