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9F9FC8-CB92-4E73-9366-6AD83B99A4AB}">
  <a:tblStyle styleId="{FC9F9FC8-CB92-4E73-9366-6AD83B99A4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{FC9F9FC8-CB92-4E73-9366-6AD83B99A4AB}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