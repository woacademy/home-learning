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59360C-214B-4888-8809-475C32CF7EB8}">
  <a:tblStyle styleId="{1B59360C-214B-4888-8809-475C32CF7E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{1B59360C-214B-4888-8809-475C32CF7EB8}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