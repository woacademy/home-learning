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A6DBE-1B31-4A5A-810B-D5C5AD9CDF1F}">
  <a:tblStyle styleId="{FFAA6DBE-1B31-4A5A-810B-D5C5AD9CDF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{FFAA6DBE-1B31-4A5A-810B-D5C5AD9CDF1F}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