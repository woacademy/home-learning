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5AD3F8D-CA92-422C-AFCC-8841C1AD66EC}">
  <a:tblStyle styleId="{25AD3F8D-CA92-422C-AFCC-8841C1AD66EC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2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{25AD3F8D-CA92-422C-AFCC-8841C1AD66EC}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