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9264B0-79C9-4924-8216-9536300B56AD}">
  <a:tblStyle styleId="{6A9264B0-79C9-4924-8216-9536300B56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{6A9264B0-79C9-4924-8216-9536300B56AD}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