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43FA16-059E-4605-A4F2-DE9A7A0579AC}">
  <a:tblStyle styleId="{5C43FA16-059E-4605-A4F2-DE9A7A0579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{5C43FA16-059E-4605-A4F2-DE9A7A0579AC}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