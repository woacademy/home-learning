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5532DB-818C-45E5-980E-6D227EDB39F5}">
  <a:tblStyle styleId="{BB5532DB-818C-45E5-980E-6D227EDB39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{BB5532DB-818C-45E5-980E-6D227EDB39F5}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