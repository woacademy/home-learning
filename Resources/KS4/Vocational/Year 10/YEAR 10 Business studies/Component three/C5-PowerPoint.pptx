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BA2043-EE65-43E6-8DB1-81B6028D5488}">
  <a:tblStyle styleId="{56BA2043-EE65-43E6-8DB1-81B6028D54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{56BA2043-EE65-43E6-8DB1-81B6028D5488}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