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98EFF0-1B98-4625-9E2E-EA7CA0738DB0}">
  <a:tblStyle styleId="{2B98EFF0-1B98-4625-9E2E-EA7CA0738D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{2B98EFF0-1B98-4625-9E2E-EA7CA0738DB0}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