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D79610-F02D-48E3-860B-FF440E6F45A2}">
  <a:tblStyle styleId="{08D79610-F02D-48E3-860B-FF440E6F45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{08D79610-F02D-48E3-860B-FF440E6F45A2}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