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56C6F2-736B-4A4E-A23E-64401C39204C}">
  <a:tblStyle styleId="{7B56C6F2-736B-4A4E-A23E-64401C3920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{7B56C6F2-736B-4A4E-A23E-64401C39204C}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