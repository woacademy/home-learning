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7C2C13-425B-4EAE-A0A0-8307B9E77FD0}">
  <a:tblStyle styleId="{327C2C13-425B-4EAE-A0A0-8307B9E77F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{327C2C13-425B-4EAE-A0A0-8307B9E77FD0}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