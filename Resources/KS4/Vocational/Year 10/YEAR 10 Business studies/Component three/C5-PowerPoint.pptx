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030BFF-4631-4D82-82C5-25584FF95ABB}">
  <a:tblStyle styleId="{40030BFF-4631-4D82-82C5-25584FF95A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{40030BFF-4631-4D82-82C5-25584FF95ABB}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