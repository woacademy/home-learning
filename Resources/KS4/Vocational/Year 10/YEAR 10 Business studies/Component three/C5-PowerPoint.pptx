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569907-6C62-47D3-B8AF-F637CD32417E}">
  <a:tblStyle styleId="{89569907-6C62-47D3-B8AF-F637CD3241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{89569907-6C62-47D3-B8AF-F637CD32417E}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