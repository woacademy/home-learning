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0E9D6C-D87F-4C16-A3B1-B26A6A2E42CB}">
  <a:tblStyle styleId="{E10E9D6C-D87F-4C16-A3B1-B26A6A2E42C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{E10E9D6C-D87F-4C16-A3B1-B26A6A2E42CB}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