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E638C6-0795-4ECB-87A6-B082E4D0BDBD}">
  <a:tblStyle styleId="{EAE638C6-0795-4ECB-87A6-B082E4D0BD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{EAE638C6-0795-4ECB-87A6-B082E4D0BDBD}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