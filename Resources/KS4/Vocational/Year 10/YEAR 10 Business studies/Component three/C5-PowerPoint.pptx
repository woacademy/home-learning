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8F4943-E04B-4C63-8505-3A38882BE08D}">
  <a:tblStyle styleId="{4C8F4943-E04B-4C63-8505-3A38882BE08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{4C8F4943-E04B-4C63-8505-3A38882BE08D}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