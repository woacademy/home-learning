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D9B6B9-D87F-49A3-BB6E-8A3A154AE1A0}">
  <a:tblStyle styleId="{70D9B6B9-D87F-49A3-BB6E-8A3A154AE1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{70D9B6B9-D87F-49A3-BB6E-8A3A154AE1A0}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