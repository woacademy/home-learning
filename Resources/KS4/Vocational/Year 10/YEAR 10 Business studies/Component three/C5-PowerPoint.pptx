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BE45EE-0F84-4FC0-845D-78ECC54432F9}">
  <a:tblStyle styleId="{A8BE45EE-0F84-4FC0-845D-78ECC54432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{A8BE45EE-0F84-4FC0-845D-78ECC54432F9}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