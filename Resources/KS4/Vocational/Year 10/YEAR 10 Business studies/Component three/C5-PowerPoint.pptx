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9843A3-B226-44B7-AEB0-F1A402BCC240}">
  <a:tblStyle styleId="{519843A3-B226-44B7-AEB0-F1A402BCC2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{519843A3-B226-44B7-AEB0-F1A402BCC240}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