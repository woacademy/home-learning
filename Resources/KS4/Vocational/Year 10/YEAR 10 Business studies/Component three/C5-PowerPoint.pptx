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6BDCD9-65C9-497D-8855-D9E6A311C521}">
  <a:tblStyle styleId="{B46BDCD9-65C9-497D-8855-D9E6A311C5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{B46BDCD9-65C9-497D-8855-D9E6A311C521}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