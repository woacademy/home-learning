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D6DB20-4D8B-433F-9F18-57FC8C2B1923}">
  <a:tblStyle styleId="{7BD6DB20-4D8B-433F-9F18-57FC8C2B19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{7BD6DB20-4D8B-433F-9F18-57FC8C2B1923}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