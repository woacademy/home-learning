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1D05C0-9980-4A5C-AF11-1210DFC89534}">
  <a:tblStyle styleId="{0D1D05C0-9980-4A5C-AF11-1210DFC895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{0D1D05C0-9980-4A5C-AF11-1210DFC89534}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