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22F4DD-11A6-470D-91D3-C391BB95330A}">
  <a:tblStyle styleId="{9322F4DD-11A6-470D-91D3-C391BB9533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{9322F4DD-11A6-470D-91D3-C391BB95330A}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