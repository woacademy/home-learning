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008C5B-0006-4D90-91F9-757E6D5CD711}">
  <a:tblStyle styleId="{B7008C5B-0006-4D90-91F9-757E6D5CD7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{B7008C5B-0006-4D90-91F9-757E6D5CD711}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