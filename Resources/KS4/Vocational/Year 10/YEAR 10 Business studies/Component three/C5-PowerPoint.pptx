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2C2A633-EE83-4CCB-A6F1-70D32B2FA63B}">
  <a:tblStyle styleId="{02C2A633-EE83-4CCB-A6F1-70D32B2FA63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{02C2A633-EE83-4CCB-A6F1-70D32B2FA63B}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