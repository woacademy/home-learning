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B6956C-1CE7-405E-9C05-B9CE5589478A}">
  <a:tblStyle styleId="{64B6956C-1CE7-405E-9C05-B9CE558947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{64B6956C-1CE7-405E-9C05-B9CE5589478A}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