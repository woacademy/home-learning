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4A0C0B-29A9-44FE-B3C5-B8AF09F83BB0}">
  <a:tblStyle styleId="{BA4A0C0B-29A9-44FE-B3C5-B8AF09F83B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{BA4A0C0B-29A9-44FE-B3C5-B8AF09F83BB0}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