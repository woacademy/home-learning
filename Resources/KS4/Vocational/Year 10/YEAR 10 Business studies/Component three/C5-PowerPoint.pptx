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0796BE-1126-4BC0-A954-D99EC8FA5933}">
  <a:tblStyle styleId="{880796BE-1126-4BC0-A954-D99EC8FA59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{880796BE-1126-4BC0-A954-D99EC8FA5933}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