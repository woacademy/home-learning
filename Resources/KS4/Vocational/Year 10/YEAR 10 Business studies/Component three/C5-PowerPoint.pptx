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31C334-8108-4267-9051-6D36FDD71D94}">
  <a:tblStyle styleId="{EB31C334-8108-4267-9051-6D36FDD71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{EB31C334-8108-4267-9051-6D36FDD71D94}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