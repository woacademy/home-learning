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698F3B-CE4B-4941-872A-02AF4C6B1A7A}">
  <a:tblStyle styleId="{8D698F3B-CE4B-4941-872A-02AF4C6B1A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{8D698F3B-CE4B-4941-872A-02AF4C6B1A7A}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