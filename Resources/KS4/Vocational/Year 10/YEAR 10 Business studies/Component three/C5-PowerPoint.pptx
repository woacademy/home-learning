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57E44F-6BFF-40BA-8265-A74BA18FBB85}">
  <a:tblStyle styleId="{0157E44F-6BFF-40BA-8265-A74BA18FBB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{0157E44F-6BFF-40BA-8265-A74BA18FBB85}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