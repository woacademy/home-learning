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8E4A4-EA19-4912-B3EE-3383A367E335}">
  <a:tblStyle styleId="{1F08E4A4-EA19-4912-B3EE-3383A367E3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{1F08E4A4-EA19-4912-B3EE-3383A367E335}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