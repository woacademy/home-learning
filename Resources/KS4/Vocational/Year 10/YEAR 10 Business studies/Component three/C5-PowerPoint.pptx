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63C582-8A7A-4A51-8FFE-6A8E75CCDAB8}">
  <a:tblStyle styleId="{8063C582-8A7A-4A51-8FFE-6A8E75CCDA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{8063C582-8A7A-4A51-8FFE-6A8E75CCDAB8}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