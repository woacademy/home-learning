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3964BB-6FEC-4578-B1D5-727C61D991AC}">
  <a:tblStyle styleId="{7F3964BB-6FEC-4578-B1D5-727C61D991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{7F3964BB-6FEC-4578-B1D5-727C61D991AC}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