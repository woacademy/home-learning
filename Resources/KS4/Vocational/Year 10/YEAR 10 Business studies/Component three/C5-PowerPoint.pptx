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0EEC42-31D1-4A75-BDA4-FB2E04BE2C03}">
  <a:tblStyle styleId="{950EEC42-31D1-4A75-BDA4-FB2E04BE2C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{950EEC42-31D1-4A75-BDA4-FB2E04BE2C03}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