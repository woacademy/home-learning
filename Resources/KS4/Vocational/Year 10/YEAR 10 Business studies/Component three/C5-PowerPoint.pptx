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84BDB7-98AE-49A3-B6B8-EE22BD71B923}">
  <a:tblStyle styleId="{3384BDB7-98AE-49A3-B6B8-EE22BD71B9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{3384BDB7-98AE-49A3-B6B8-EE22BD71B923}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