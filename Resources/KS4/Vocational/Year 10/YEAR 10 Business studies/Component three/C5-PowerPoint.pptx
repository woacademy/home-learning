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DEB102-EA84-444C-9931-92E2CEAD701E}">
  <a:tblStyle styleId="{4CDEB102-EA84-444C-9931-92E2CEAD70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{4CDEB102-EA84-444C-9931-92E2CEAD701E}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