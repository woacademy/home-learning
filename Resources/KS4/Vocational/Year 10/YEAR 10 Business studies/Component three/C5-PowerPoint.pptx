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62490-24B5-48CD-8E74-8EDBA8F7786E}">
  <a:tblStyle styleId="{87162490-24B5-48CD-8E74-8EDBA8F778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{87162490-24B5-48CD-8E74-8EDBA8F7786E}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