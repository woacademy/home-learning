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E91497E-FAB4-4285-990C-13764E31E224}">
  <a:tblStyle styleId="{FE91497E-FAB4-4285-990C-13764E31E2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{FE91497E-FAB4-4285-990C-13764E31E224}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