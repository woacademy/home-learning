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F3E458-852D-4389-AC22-1833591105A9}">
  <a:tblStyle styleId="{9EF3E458-852D-4389-AC22-1833591105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{9EF3E458-852D-4389-AC22-1833591105A9}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