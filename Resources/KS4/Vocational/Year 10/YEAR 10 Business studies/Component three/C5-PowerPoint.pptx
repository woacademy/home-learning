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13DE4-DF64-4475-AD06-AF5D97F03205}">
  <a:tblStyle styleId="{AB513DE4-DF64-4475-AD06-AF5D97F032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{AB513DE4-DF64-4475-AD06-AF5D97F03205}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