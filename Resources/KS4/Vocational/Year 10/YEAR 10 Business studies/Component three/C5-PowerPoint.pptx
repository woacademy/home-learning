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39D10C-AD26-4ABF-A98F-2453EDFA9CDD}">
  <a:tblStyle styleId="{8439D10C-AD26-4ABF-A98F-2453EDFA9C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{8439D10C-AD26-4ABF-A98F-2453EDFA9CDD}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