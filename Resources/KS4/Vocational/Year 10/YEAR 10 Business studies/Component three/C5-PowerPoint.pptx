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5C1DD-5173-4D20-8263-B2490522A593}">
  <a:tblStyle styleId="{E315C1DD-5173-4D20-8263-B2490522A5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{E315C1DD-5173-4D20-8263-B2490522A593}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