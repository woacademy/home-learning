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B03754-0CEE-427C-AE32-50E8BCDE453C}">
  <a:tblStyle styleId="{A9B03754-0CEE-427C-AE32-50E8BCDE45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{A9B03754-0CEE-427C-AE32-50E8BCDE453C}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