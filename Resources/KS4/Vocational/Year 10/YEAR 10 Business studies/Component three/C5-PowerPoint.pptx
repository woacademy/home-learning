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FB3E6AC-DA45-48FE-B8CF-3F5E887CAA93}">
  <a:tblStyle styleId="{8FB3E6AC-DA45-48FE-B8CF-3F5E887CAA9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{8FB3E6AC-DA45-48FE-B8CF-3F5E887CAA93}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