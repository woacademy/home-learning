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5CEC75-599B-4ADC-A19F-AD9D67B18025}">
  <a:tblStyle styleId="{BE5CEC75-599B-4ADC-A19F-AD9D67B180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{BE5CEC75-599B-4ADC-A19F-AD9D67B18025}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