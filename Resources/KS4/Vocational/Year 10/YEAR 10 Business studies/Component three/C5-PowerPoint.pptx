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7275D5-A7D6-418F-97CE-3248B57DB083}">
  <a:tblStyle styleId="{8B7275D5-A7D6-418F-97CE-3248B57DB0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{8B7275D5-A7D6-418F-97CE-3248B57DB083}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