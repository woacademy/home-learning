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469218-8B9D-4220-80FB-DEEC781A6B4D}">
  <a:tblStyle styleId="{4C469218-8B9D-4220-80FB-DEEC781A6B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{4C469218-8B9D-4220-80FB-DEEC781A6B4D}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