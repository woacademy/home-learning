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4462A8-3D9D-4616-B245-3F1968E365E0}">
  <a:tblStyle styleId="{944462A8-3D9D-4616-B245-3F1968E365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{944462A8-3D9D-4616-B245-3F1968E365E0}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