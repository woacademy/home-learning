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5B8F4A-D88E-487F-890E-0E0C5CB449B2}">
  <a:tblStyle styleId="{B35B8F4A-D88E-487F-890E-0E0C5CB449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{B35B8F4A-D88E-487F-890E-0E0C5CB449B2}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