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99BB43-CAEF-4C4D-9297-D83650220C11}">
  <a:tblStyle styleId="{CD99BB43-CAEF-4C4D-9297-D83650220C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{CD99BB43-CAEF-4C4D-9297-D83650220C11}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