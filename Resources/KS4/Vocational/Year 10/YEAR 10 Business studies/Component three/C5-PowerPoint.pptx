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1953B1-161F-43CB-9FC2-FB154E39C42C}">
  <a:tblStyle styleId="{CF1953B1-161F-43CB-9FC2-FB154E39C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{CF1953B1-161F-43CB-9FC2-FB154E39C42C}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