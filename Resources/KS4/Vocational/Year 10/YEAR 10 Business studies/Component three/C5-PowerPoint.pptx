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769238-49B0-4F69-A535-73B07D84F9A7}">
  <a:tblStyle styleId="{86769238-49B0-4F69-A535-73B07D84F9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{86769238-49B0-4F69-A535-73B07D84F9A7}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