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47BE98-3326-4596-99A2-F68FD6072C79}">
  <a:tblStyle styleId="{5347BE98-3326-4596-99A2-F68FD6072C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{5347BE98-3326-4596-99A2-F68FD6072C79}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