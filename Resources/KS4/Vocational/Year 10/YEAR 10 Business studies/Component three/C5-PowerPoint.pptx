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A39B5-F4E3-456B-9B9A-4F7502CE15FB}">
  <a:tblStyle styleId="{125A39B5-F4E3-456B-9B9A-4F7502CE15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{125A39B5-F4E3-456B-9B9A-4F7502CE15FB}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