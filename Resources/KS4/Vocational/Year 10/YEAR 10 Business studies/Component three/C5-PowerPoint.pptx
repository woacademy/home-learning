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FD15BC-96D1-4F4E-B44D-47B744FC1966}">
  <a:tblStyle styleId="{AAFD15BC-96D1-4F4E-B44D-47B744FC19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{AAFD15BC-96D1-4F4E-B44D-47B744FC1966}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