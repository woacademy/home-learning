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443C053-0563-4452-8F9E-E25082AA840D}">
  <a:tblStyle styleId="{2443C053-0563-4452-8F9E-E25082AA840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{2443C053-0563-4452-8F9E-E25082AA840D}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