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703F60-FC94-4E8F-B4C8-AE8D8C8601FD}">
  <a:tblStyle styleId="{EF703F60-FC94-4E8F-B4C8-AE8D8C8601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{EF703F60-FC94-4E8F-B4C8-AE8D8C8601FD}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