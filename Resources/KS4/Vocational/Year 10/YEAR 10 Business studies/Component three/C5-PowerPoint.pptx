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DAE46-E88C-4074-8EFD-AB764B7CE0FE}">
  <a:tblStyle styleId="{B35DAE46-E88C-4074-8EFD-AB764B7CE0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{B35DAE46-E88C-4074-8EFD-AB764B7CE0FE}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