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C192B8-C847-46EE-AFC2-8DFCA14CD524}">
  <a:tblStyle styleId="{B9C192B8-C847-46EE-AFC2-8DFCA14CD5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{B9C192B8-C847-46EE-AFC2-8DFCA14CD524}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