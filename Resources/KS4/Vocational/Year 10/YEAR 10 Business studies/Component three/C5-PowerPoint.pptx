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349264-6687-48BB-A488-EC9FA5C77854}">
  <a:tblStyle styleId="{D7349264-6687-48BB-A488-EC9FA5C778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{D7349264-6687-48BB-A488-EC9FA5C77854}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