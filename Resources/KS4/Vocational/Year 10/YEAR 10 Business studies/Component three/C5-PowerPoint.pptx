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4146CF-A188-4451-9A47-86AA36C4DDDE}">
  <a:tblStyle styleId="{A24146CF-A188-4451-9A47-86AA36C4DD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{A24146CF-A188-4451-9A47-86AA36C4DDDE}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