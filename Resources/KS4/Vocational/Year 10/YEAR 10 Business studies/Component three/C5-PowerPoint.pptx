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D77DDB3-A3C1-4698-8CDA-2608280E300C}">
  <a:tblStyle styleId="{2D77DDB3-A3C1-4698-8CDA-2608280E300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{2D77DDB3-A3C1-4698-8CDA-2608280E300C}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