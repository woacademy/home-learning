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D385AB-38F6-46C5-87B4-5E699F1A2AE8}">
  <a:tblStyle styleId="{5FD385AB-38F6-46C5-87B4-5E699F1A2A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{5FD385AB-38F6-46C5-87B4-5E699F1A2AE8}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