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3398D0-44F9-4AD4-A457-7026BF7E4574}">
  <a:tblStyle styleId="{8E3398D0-44F9-4AD4-A457-7026BF7E45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{8E3398D0-44F9-4AD4-A457-7026BF7E4574}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