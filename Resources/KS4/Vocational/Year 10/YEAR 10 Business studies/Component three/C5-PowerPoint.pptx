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2AED73-2E14-4518-A008-69FC0E019348}">
  <a:tblStyle styleId="{312AED73-2E14-4518-A008-69FC0E0193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{312AED73-2E14-4518-A008-69FC0E019348}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