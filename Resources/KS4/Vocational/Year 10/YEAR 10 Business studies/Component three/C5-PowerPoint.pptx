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07660C-8DCE-453C-80A7-19D21BD8D2C0}">
  <a:tblStyle styleId="{5607660C-8DCE-453C-80A7-19D21BD8D2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{5607660C-8DCE-453C-80A7-19D21BD8D2C0}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