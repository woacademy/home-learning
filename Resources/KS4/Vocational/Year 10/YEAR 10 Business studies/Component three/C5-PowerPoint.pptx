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16D4C5-14FC-49E5-9D66-344F21A26150}">
  <a:tblStyle styleId="{9816D4C5-14FC-49E5-9D66-344F21A261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{9816D4C5-14FC-49E5-9D66-344F21A26150}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