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B45545-9201-4AEF-AE7C-BE2A93213F34}">
  <a:tblStyle styleId="{56B45545-9201-4AEF-AE7C-BE2A93213F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{56B45545-9201-4AEF-AE7C-BE2A93213F34}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