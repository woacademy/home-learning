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D2695-6C7E-4DCD-80EC-6A7060B0867C}">
  <a:tblStyle styleId="{8F4D2695-6C7E-4DCD-80EC-6A7060B086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{8F4D2695-6C7E-4DCD-80EC-6A7060B0867C}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