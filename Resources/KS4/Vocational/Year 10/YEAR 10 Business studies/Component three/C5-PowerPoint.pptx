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9C5FC1-FDB3-49F6-B012-7160253C8489}">
  <a:tblStyle styleId="{F09C5FC1-FDB3-49F6-B012-7160253C84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{F09C5FC1-FDB3-49F6-B012-7160253C8489}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