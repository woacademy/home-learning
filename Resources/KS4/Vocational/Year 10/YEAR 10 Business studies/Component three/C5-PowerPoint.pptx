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7D36C0-A70E-4D84-A9D9-CDA9E118F29B}">
  <a:tblStyle styleId="{F37D36C0-A70E-4D84-A9D9-CDA9E118F2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{F37D36C0-A70E-4D84-A9D9-CDA9E118F29B}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