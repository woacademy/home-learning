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7FF62E-3516-4F1A-A5C2-9FCDB6C6FEE5}">
  <a:tblStyle styleId="{6F7FF62E-3516-4F1A-A5C2-9FCDB6C6FE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{6F7FF62E-3516-4F1A-A5C2-9FCDB6C6FEE5}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