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D52F0C-7C34-46A4-B011-167C3663C0B0}">
  <a:tblStyle styleId="{A5D52F0C-7C34-46A4-B011-167C3663C0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{A5D52F0C-7C34-46A4-B011-167C3663C0B0}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