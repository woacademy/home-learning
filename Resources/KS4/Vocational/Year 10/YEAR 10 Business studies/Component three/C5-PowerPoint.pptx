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A7C99E-8B9E-470E-ACA8-8CA5BDE84554}">
  <a:tblStyle styleId="{6AA7C99E-8B9E-470E-ACA8-8CA5BDE84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{6AA7C99E-8B9E-470E-ACA8-8CA5BDE84554}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