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F10020-8C6B-4D4E-928D-B47D6A140682}">
  <a:tblStyle styleId="{87F10020-8C6B-4D4E-928D-B47D6A1406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{87F10020-8C6B-4D4E-928D-B47D6A140682}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