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4B164D-3A84-4924-AE3C-652A45F96E96}">
  <a:tblStyle styleId="{A74B164D-3A84-4924-AE3C-652A45F96E9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{A74B164D-3A84-4924-AE3C-652A45F96E96}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