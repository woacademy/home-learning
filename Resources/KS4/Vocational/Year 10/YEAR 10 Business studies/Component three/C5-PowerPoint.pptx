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C6511E-4169-40D2-88D1-4C709BC6B019}">
  <a:tblStyle styleId="{ADC6511E-4169-40D2-88D1-4C709BC6B0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{ADC6511E-4169-40D2-88D1-4C709BC6B019}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