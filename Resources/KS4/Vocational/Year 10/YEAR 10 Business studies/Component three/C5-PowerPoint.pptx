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573486-E7D4-41C5-8CDE-1DF9AFF106E1}">
  <a:tblStyle styleId="{8C573486-E7D4-41C5-8CDE-1DF9AFF106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{8C573486-E7D4-41C5-8CDE-1DF9AFF106E1}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