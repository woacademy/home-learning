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A0EA8-271F-44C6-8228-AE7E8B402F22}">
  <a:tblStyle styleId="{D4AA0EA8-271F-44C6-8228-AE7E8B402F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{D4AA0EA8-271F-44C6-8228-AE7E8B402F22}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