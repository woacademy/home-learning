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36B0D21-0B51-4B61-8D5B-5710C4329CC6}">
  <a:tblStyle styleId="{136B0D21-0B51-4B61-8D5B-5710C4329C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{136B0D21-0B51-4B61-8D5B-5710C4329CC6}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