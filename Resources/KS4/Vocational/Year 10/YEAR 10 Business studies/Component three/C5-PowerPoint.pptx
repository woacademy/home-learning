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F861C2-2337-4481-BA12-50450AE8FC29}">
  <a:tblStyle styleId="{36F861C2-2337-4481-BA12-50450AE8FC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{36F861C2-2337-4481-BA12-50450AE8FC29}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