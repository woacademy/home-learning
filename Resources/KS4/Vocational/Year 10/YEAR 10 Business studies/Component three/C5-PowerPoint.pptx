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FECC526-7644-4EC9-9FDF-B2021F409A72}">
  <a:tblStyle styleId="{BFECC526-7644-4EC9-9FDF-B2021F409A7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{BFECC526-7644-4EC9-9FDF-B2021F409A72}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