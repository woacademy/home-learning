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7D9A8C-49F4-41F2-9768-781965046FCD}">
  <a:tblStyle styleId="{267D9A8C-49F4-41F2-9768-781965046F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{267D9A8C-49F4-41F2-9768-781965046FCD}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