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027DD0-B02C-4D27-B786-AE598EF23C9C}">
  <a:tblStyle styleId="{1A027DD0-B02C-4D27-B786-AE598EF23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{1A027DD0-B02C-4D27-B786-AE598EF23C9C}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