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198A5F-7C78-46FB-A1AE-B2467A427A2A}">
  <a:tblStyle styleId="{9E198A5F-7C78-46FB-A1AE-B2467A427A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{9E198A5F-7C78-46FB-A1AE-B2467A427A2A}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