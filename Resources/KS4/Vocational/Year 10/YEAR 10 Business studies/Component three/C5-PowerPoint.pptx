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9EC2A8-3430-4B0F-8EA4-7AAF51456BF1}">
  <a:tblStyle styleId="{5F9EC2A8-3430-4B0F-8EA4-7AAF51456B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{5F9EC2A8-3430-4B0F-8EA4-7AAF51456BF1}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