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7D46C6-AC59-4350-9598-E5F2698C2748}">
  <a:tblStyle styleId="{C97D46C6-AC59-4350-9598-E5F2698C27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{C97D46C6-AC59-4350-9598-E5F2698C2748}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