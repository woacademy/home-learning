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ADBEDA-9910-4EF2-ACBB-D003CC096F6B}">
  <a:tblStyle styleId="{A5ADBEDA-9910-4EF2-ACBB-D003CC096F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{A5ADBEDA-9910-4EF2-ACBB-D003CC096F6B}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