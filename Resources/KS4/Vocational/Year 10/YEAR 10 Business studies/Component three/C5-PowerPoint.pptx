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29DBE0-15B0-42EB-80EA-B5103BBC8887}">
  <a:tblStyle styleId="{D329DBE0-15B0-42EB-80EA-B5103BBC88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{D329DBE0-15B0-42EB-80EA-B5103BBC8887}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