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F1359-F129-47EB-9976-E4BDC868B2A8}">
  <a:tblStyle styleId="{4F8F1359-F129-47EB-9976-E4BDC868B2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{4F8F1359-F129-47EB-9976-E4BDC868B2A8}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