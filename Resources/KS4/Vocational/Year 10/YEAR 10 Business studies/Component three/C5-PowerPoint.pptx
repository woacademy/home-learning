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3299FA-E029-4A20-8E4C-13FE85082266}">
  <a:tblStyle styleId="{343299FA-E029-4A20-8E4C-13FE85082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{343299FA-E029-4A20-8E4C-13FE85082266}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