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E4568E-F3DD-4A86-871B-AD57592AB077}">
  <a:tblStyle styleId="{20E4568E-F3DD-4A86-871B-AD57592AB0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{20E4568E-F3DD-4A86-871B-AD57592AB077}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