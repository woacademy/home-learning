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E349C5-3D96-47F0-B84D-C288C640987C}">
  <a:tblStyle styleId="{71E349C5-3D96-47F0-B84D-C288C64098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{71E349C5-3D96-47F0-B84D-C288C640987C}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