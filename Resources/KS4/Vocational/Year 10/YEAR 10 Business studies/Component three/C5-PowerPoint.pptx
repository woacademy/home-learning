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79EF9A-C766-4545-98CC-19C0A2CD4934}">
  <a:tblStyle styleId="{2379EF9A-C766-4545-98CC-19C0A2CD49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{2379EF9A-C766-4545-98CC-19C0A2CD4934}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