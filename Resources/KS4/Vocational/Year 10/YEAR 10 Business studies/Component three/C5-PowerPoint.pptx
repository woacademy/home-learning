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B44564-7D29-4943-A1AF-1966D6E0DAC8}">
  <a:tblStyle styleId="{1DB44564-7D29-4943-A1AF-1966D6E0DA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{1DB44564-7D29-4943-A1AF-1966D6E0DAC8}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