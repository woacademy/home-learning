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023882-80DB-47CF-8EF9-54FE00C2761C}">
  <a:tblStyle styleId="{39023882-80DB-47CF-8EF9-54FE00C27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{39023882-80DB-47CF-8EF9-54FE00C2761C}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