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C03EB5-E164-4FE4-B5F2-B0AE00D88F14}">
  <a:tblStyle styleId="{81C03EB5-E164-4FE4-B5F2-B0AE00D88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{81C03EB5-E164-4FE4-B5F2-B0AE00D88F14}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