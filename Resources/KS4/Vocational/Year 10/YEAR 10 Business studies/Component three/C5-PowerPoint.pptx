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DF7CB-57F2-4B39-B7C0-4543AD35F96B}">
  <a:tblStyle styleId="{8C5DF7CB-57F2-4B39-B7C0-4543AD35F9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{8C5DF7CB-57F2-4B39-B7C0-4543AD35F96B}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