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33BA2-CF5A-4325-9122-967748CAB437}">
  <a:tblStyle styleId="{7CE33BA2-CF5A-4325-9122-967748CAB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{7CE33BA2-CF5A-4325-9122-967748CAB437}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