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A51E7E-ADFD-4D46-832F-5CFD2DC2A76E}">
  <a:tblStyle styleId="{CBA51E7E-ADFD-4D46-832F-5CFD2DC2A7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{CBA51E7E-ADFD-4D46-832F-5CFD2DC2A76E}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