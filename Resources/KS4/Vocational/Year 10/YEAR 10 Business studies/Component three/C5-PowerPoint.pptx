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6F2C3B-1A4E-4563-9E3F-173AB0E9EB4B}">
  <a:tblStyle styleId="{726F2C3B-1A4E-4563-9E3F-173AB0E9EB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{726F2C3B-1A4E-4563-9E3F-173AB0E9EB4B}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