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037ABE-E140-4F94-87DD-805BF8891AAD}">
  <a:tblStyle styleId="{22037ABE-E140-4F94-87DD-805BF8891A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{22037ABE-E140-4F94-87DD-805BF8891AAD}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