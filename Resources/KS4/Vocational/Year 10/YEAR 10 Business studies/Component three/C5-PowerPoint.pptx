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0B624A-8C61-4FB6-B673-A339616F8500}">
  <a:tblStyle styleId="{560B624A-8C61-4FB6-B673-A339616F85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{560B624A-8C61-4FB6-B673-A339616F8500}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