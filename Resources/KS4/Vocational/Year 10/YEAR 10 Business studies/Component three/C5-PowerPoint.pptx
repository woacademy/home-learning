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1CFEB8-A746-449A-9E54-BDF8732F1301}">
  <a:tblStyle styleId="{F11CFEB8-A746-449A-9E54-BDF8732F13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{F11CFEB8-A746-449A-9E54-BDF8732F1301}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