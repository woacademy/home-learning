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FAADEB-D2B0-4927-A964-CF3D1FF98110}">
  <a:tblStyle styleId="{82FAADEB-D2B0-4927-A964-CF3D1FF981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{82FAADEB-D2B0-4927-A964-CF3D1FF98110}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