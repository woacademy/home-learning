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240D8D-C3F8-42D7-9711-BDE0376B3A83}">
  <a:tblStyle styleId="{AB240D8D-C3F8-42D7-9711-BDE0376B3A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{AB240D8D-C3F8-42D7-9711-BDE0376B3A83}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