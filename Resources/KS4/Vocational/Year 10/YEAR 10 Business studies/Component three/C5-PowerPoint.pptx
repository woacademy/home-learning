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1C572A-B9DF-4348-8215-83DEB8957850}">
  <a:tblStyle styleId="{1B1C572A-B9DF-4348-8215-83DEB89578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{1B1C572A-B9DF-4348-8215-83DEB8957850}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