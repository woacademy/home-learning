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E1D5A02-C6A0-44F9-A944-7F97994E002B}">
  <a:tblStyle styleId="{5E1D5A02-C6A0-44F9-A944-7F97994E002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{5E1D5A02-C6A0-44F9-A944-7F97994E002B}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