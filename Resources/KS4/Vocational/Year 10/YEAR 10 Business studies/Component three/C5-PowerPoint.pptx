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39CA8D7-8F9D-49BC-B3E2-BB1DC3B89223}">
  <a:tblStyle styleId="{439CA8D7-8F9D-49BC-B3E2-BB1DC3B892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{439CA8D7-8F9D-49BC-B3E2-BB1DC3B89223}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