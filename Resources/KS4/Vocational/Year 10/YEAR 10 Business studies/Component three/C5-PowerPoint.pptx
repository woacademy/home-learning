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63A699-D182-41DF-867E-8E683740E37F}">
  <a:tblStyle styleId="{B663A699-D182-41DF-867E-8E683740E3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{B663A699-D182-41DF-867E-8E683740E37F}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