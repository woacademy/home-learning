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2B957D-92FA-425C-9346-58970B3CACA9}">
  <a:tblStyle styleId="{2E2B957D-92FA-425C-9346-58970B3CAC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{2E2B957D-92FA-425C-9346-58970B3CACA9}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