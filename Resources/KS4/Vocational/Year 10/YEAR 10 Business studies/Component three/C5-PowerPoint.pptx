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B7C40-7B9B-4AE0-A865-A9496B8BE35B}">
  <a:tblStyle styleId="{BF9B7C40-7B9B-4AE0-A865-A9496B8BE3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{BF9B7C40-7B9B-4AE0-A865-A9496B8BE35B}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