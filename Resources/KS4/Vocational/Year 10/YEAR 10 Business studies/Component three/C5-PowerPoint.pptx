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895ED-EAFB-436B-8A33-70F1A89FDF2D}">
  <a:tblStyle styleId="{0FF895ED-EAFB-436B-8A33-70F1A89FD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{0FF895ED-EAFB-436B-8A33-70F1A89FDF2D}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