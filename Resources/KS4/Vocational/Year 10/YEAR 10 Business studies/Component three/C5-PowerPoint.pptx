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DFCF1-F85C-40D0-9286-D21938D624D0}">
  <a:tblStyle styleId="{EB6DFCF1-F85C-40D0-9286-D21938D62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{EB6DFCF1-F85C-40D0-9286-D21938D624D0}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