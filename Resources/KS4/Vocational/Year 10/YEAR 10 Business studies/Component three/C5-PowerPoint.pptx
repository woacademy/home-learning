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B349F9-9315-4513-8ED5-5D8E2B4CF1DB}">
  <a:tblStyle styleId="{1DB349F9-9315-4513-8ED5-5D8E2B4CF1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{1DB349F9-9315-4513-8ED5-5D8E2B4CF1DB}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