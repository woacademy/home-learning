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9804E-4B3B-435E-97E2-5949891B50F6}">
  <a:tblStyle styleId="{D7F9804E-4B3B-435E-97E2-5949891B50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{D7F9804E-4B3B-435E-97E2-5949891B50F6}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