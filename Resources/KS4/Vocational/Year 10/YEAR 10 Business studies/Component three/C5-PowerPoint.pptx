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68D5AE-2369-4A6B-817C-5A4DF298FEF8}">
  <a:tblStyle styleId="{3568D5AE-2369-4A6B-817C-5A4DF298FE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{3568D5AE-2369-4A6B-817C-5A4DF298FEF8}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