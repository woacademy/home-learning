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CC19128-4BEB-40E3-A4BC-FE1E8FDE1194}">
  <a:tblStyle styleId="{1CC19128-4BEB-40E3-A4BC-FE1E8FDE11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{1CC19128-4BEB-40E3-A4BC-FE1E8FDE1194}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