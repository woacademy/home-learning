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69500B-31CF-42FA-9E7F-5995CA5942BF}">
  <a:tblStyle styleId="{8469500B-31CF-42FA-9E7F-5995CA5942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{8469500B-31CF-42FA-9E7F-5995CA5942BF}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