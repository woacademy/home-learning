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E2C632-92D8-4CDA-9791-21722019E74D}">
  <a:tblStyle styleId="{62E2C632-92D8-4CDA-9791-21722019E7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{62E2C632-92D8-4CDA-9791-21722019E74D}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