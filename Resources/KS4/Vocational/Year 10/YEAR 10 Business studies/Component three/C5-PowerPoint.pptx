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B7766D-C44F-48F0-9410-DDBE68087FEC}">
  <a:tblStyle styleId="{EEB7766D-C44F-48F0-9410-DDBE68087F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{EEB7766D-C44F-48F0-9410-DDBE68087FEC}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