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10C6C7-80AA-49B1-8930-810F483ED75E}">
  <a:tblStyle styleId="{D910C6C7-80AA-49B1-8930-810F483ED7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{D910C6C7-80AA-49B1-8930-810F483ED75E}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