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2DFCBB-A97F-4473-92CA-A2FFE260E5D6}">
  <a:tblStyle styleId="{1F2DFCBB-A97F-4473-92CA-A2FFE260E5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{1F2DFCBB-A97F-4473-92CA-A2FFE260E5D6}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