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436DD55-5C47-463B-BD29-B20F6F1E3087}">
  <a:tblStyle styleId="{B436DD55-5C47-463B-BD29-B20F6F1E30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{B436DD55-5C47-463B-BD29-B20F6F1E3087}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