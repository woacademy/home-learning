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6C882E-448D-4466-B78E-F0AF07D9B5AA}">
  <a:tblStyle styleId="{7E6C882E-448D-4466-B78E-F0AF07D9B5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{7E6C882E-448D-4466-B78E-F0AF07D9B5AA}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