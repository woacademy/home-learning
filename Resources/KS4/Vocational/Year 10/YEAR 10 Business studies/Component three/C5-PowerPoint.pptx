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7825E2-6390-4965-B53C-0A9260879C87}">
  <a:tblStyle styleId="{617825E2-6390-4965-B53C-0A9260879C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{617825E2-6390-4965-B53C-0A9260879C87}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