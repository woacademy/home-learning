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788750-4F80-4C38-9512-D6F76AAEA4BA}">
  <a:tblStyle styleId="{AB788750-4F80-4C38-9512-D6F76AAEA4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{AB788750-4F80-4C38-9512-D6F76AAEA4BA}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