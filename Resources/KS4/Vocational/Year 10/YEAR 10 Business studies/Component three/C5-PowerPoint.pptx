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88D616-27A3-4A74-A2B0-7AFBDD5B86B1}">
  <a:tblStyle styleId="{E588D616-27A3-4A74-A2B0-7AFBDD5B86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{E588D616-27A3-4A74-A2B0-7AFBDD5B86B1}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