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8A719B-FEE5-4D6E-8319-F04AC97EA66B}">
  <a:tblStyle styleId="{C08A719B-FEE5-4D6E-8319-F04AC97EA6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{C08A719B-FEE5-4D6E-8319-F04AC97EA66B}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