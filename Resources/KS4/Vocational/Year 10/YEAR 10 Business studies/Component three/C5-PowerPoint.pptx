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1A29A0-98D5-4539-A5F1-0EADEEAD32BF}">
  <a:tblStyle styleId="{B31A29A0-98D5-4539-A5F1-0EADEEAD32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{B31A29A0-98D5-4539-A5F1-0EADEEAD32BF}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