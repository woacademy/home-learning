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198C23-D8AA-41CB-A811-7E1A1ACCC818}">
  <a:tblStyle styleId="{7E198C23-D8AA-41CB-A811-7E1A1ACCC8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{7E198C23-D8AA-41CB-A811-7E1A1ACCC818}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