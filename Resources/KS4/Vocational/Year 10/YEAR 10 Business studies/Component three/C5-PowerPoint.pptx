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5EF229-6AF0-40F5-9392-45F002E81D92}">
  <a:tblStyle styleId="{1D5EF229-6AF0-40F5-9392-45F002E81D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{1D5EF229-6AF0-40F5-9392-45F002E81D92}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