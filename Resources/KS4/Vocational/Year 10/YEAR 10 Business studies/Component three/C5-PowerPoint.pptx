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6CB7E4-9ED8-4849-B029-60F462BA68D3}">
  <a:tblStyle styleId="{3E6CB7E4-9ED8-4849-B029-60F462BA68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{3E6CB7E4-9ED8-4849-B029-60F462BA68D3}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