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A134ED-702B-4420-9621-F4B373E40B10}">
  <a:tblStyle styleId="{D0A134ED-702B-4420-9621-F4B373E40B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{D0A134ED-702B-4420-9621-F4B373E40B10}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