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E43637-6EB6-4B04-B9E7-E0DDA21E4DE2}">
  <a:tblStyle styleId="{87E43637-6EB6-4B04-B9E7-E0DDA21E4D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{87E43637-6EB6-4B04-B9E7-E0DDA21E4DE2}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