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8E3B11-7DC6-46F5-83B0-5D0D08DBC0AA}">
  <a:tblStyle styleId="{078E3B11-7DC6-46F5-83B0-5D0D08DBC0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{078E3B11-7DC6-46F5-83B0-5D0D08DBC0AA}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