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C50D01-02A0-44F6-9D47-AF03D3F82057}">
  <a:tblStyle styleId="{F0C50D01-02A0-44F6-9D47-AF03D3F820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{F0C50D01-02A0-44F6-9D47-AF03D3F82057}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