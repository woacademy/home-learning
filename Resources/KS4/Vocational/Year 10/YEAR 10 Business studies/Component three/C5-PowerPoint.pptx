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515A8F-1F2A-4282-AEE7-E6D37CB2F5C2}">
  <a:tblStyle styleId="{A0515A8F-1F2A-4282-AEE7-E6D37CB2F5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{A0515A8F-1F2A-4282-AEE7-E6D37CB2F5C2}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