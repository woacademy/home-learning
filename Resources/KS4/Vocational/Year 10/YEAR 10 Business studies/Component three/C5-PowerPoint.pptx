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EB011-784E-4AD8-8680-CB5FA0212229}">
  <a:tblStyle styleId="{F02EB011-784E-4AD8-8680-CB5FA02122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{F02EB011-784E-4AD8-8680-CB5FA0212229}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