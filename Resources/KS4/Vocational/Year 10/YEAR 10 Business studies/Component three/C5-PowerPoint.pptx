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2D6316-D993-4D57-A659-3A54BDC4F9F8}">
  <a:tblStyle styleId="{BF2D6316-D993-4D57-A659-3A54BDC4F9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{BF2D6316-D993-4D57-A659-3A54BDC4F9F8}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