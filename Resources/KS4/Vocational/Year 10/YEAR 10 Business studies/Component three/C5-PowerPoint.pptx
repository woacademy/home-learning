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B19F69-D673-4E8B-B546-A388DB02FD1D}">
  <a:tblStyle styleId="{CDB19F69-D673-4E8B-B546-A388DB02FD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{CDB19F69-D673-4E8B-B546-A388DB02FD1D}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