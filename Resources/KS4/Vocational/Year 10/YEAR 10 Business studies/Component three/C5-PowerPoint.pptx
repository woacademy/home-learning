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1B1DA1-4504-4F1F-A2A4-E3F8922446E0}">
  <a:tblStyle styleId="{551B1DA1-4504-4F1F-A2A4-E3F8922446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{551B1DA1-4504-4F1F-A2A4-E3F8922446E0}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