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440677-253B-40FB-B9DC-BBC96329B62F}">
  <a:tblStyle styleId="{DF440677-253B-40FB-B9DC-BBC96329B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{DF440677-253B-40FB-B9DC-BBC96329B62F}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