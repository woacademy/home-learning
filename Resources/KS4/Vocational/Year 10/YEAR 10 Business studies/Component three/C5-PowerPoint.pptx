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AB7C41-53D0-431F-87B3-E6C6979DE123}">
  <a:tblStyle styleId="{47AB7C41-53D0-431F-87B3-E6C6979DE1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{47AB7C41-53D0-431F-87B3-E6C6979DE123}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