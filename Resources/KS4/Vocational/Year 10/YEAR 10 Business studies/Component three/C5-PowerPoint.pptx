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859A3B-B666-4E85-8FB0-BCE67D865C28}">
  <a:tblStyle styleId="{55859A3B-B666-4E85-8FB0-BCE67D865C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{55859A3B-B666-4E85-8FB0-BCE67D865C28}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