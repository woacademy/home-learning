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B0A07A-7AB3-4216-8049-A58FFA10D4B3}">
  <a:tblStyle styleId="{74B0A07A-7AB3-4216-8049-A58FFA10D4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{74B0A07A-7AB3-4216-8049-A58FFA10D4B3}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