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1946F0-25A9-4132-9497-9BB9859968ED}">
  <a:tblStyle styleId="{B61946F0-25A9-4132-9497-9BB9859968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{B61946F0-25A9-4132-9497-9BB9859968ED}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