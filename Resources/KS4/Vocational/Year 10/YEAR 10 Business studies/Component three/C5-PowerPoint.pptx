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D28D62-67FF-43E8-9771-9FB49C688DDB}">
  <a:tblStyle styleId="{AFD28D62-67FF-43E8-9771-9FB49C688D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{AFD28D62-67FF-43E8-9771-9FB49C688DDB}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