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DA19795-CAC8-477E-890E-67C45A394EEF}">
  <a:tblStyle styleId="{BDA19795-CAC8-477E-890E-67C45A394EE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{BDA19795-CAC8-477E-890E-67C45A394EEF}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