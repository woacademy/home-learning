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DA5514E8-3DA3-43DF-BFD0-B53C4FE97EC8}">
  <a:tblStyle styleId="{DA5514E8-3DA3-43DF-BFD0-B53C4FE97EC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{DA5514E8-3DA3-43DF-BFD0-B53C4FE97EC8}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