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198297-1AE3-437C-BD2E-54102BA19B05}">
  <a:tblStyle styleId="{F7198297-1AE3-437C-BD2E-54102BA19B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{F7198297-1AE3-437C-BD2E-54102BA19B05}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