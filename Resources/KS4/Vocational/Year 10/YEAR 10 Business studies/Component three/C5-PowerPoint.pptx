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A0FA32-63CA-4158-B964-C0325036B644}">
  <a:tblStyle styleId="{20A0FA32-63CA-4158-B964-C0325036B6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{20A0FA32-63CA-4158-B964-C0325036B644}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