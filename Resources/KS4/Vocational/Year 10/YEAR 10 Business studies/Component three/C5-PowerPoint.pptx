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804F17-BD29-459D-A009-9A026617B540}">
  <a:tblStyle styleId="{BC804F17-BD29-459D-A009-9A026617B5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{BC804F17-BD29-459D-A009-9A026617B540}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