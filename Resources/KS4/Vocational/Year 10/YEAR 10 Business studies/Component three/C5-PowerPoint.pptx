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A49951-5C74-4A48-80AB-EC9769E41F49}">
  <a:tblStyle styleId="{EBA49951-5C74-4A48-80AB-EC9769E41F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{EBA49951-5C74-4A48-80AB-EC9769E41F49}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