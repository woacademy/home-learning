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09AD97-8229-49C1-9173-A0DA38CFEE24}">
  <a:tblStyle styleId="{CD09AD97-8229-49C1-9173-A0DA38CFEE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{CD09AD97-8229-49C1-9173-A0DA38CFEE24}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