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691873-FFD6-451F-AA28-71DB6A5417C8}">
  <a:tblStyle styleId="{E1691873-FFD6-451F-AA28-71DB6A5417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{E1691873-FFD6-451F-AA28-71DB6A5417C8}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