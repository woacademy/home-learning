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6DEF76-6837-40DA-AC47-F18AD071F75B}">
  <a:tblStyle styleId="{FD6DEF76-6837-40DA-AC47-F18AD071F7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{FD6DEF76-6837-40DA-AC47-F18AD071F75B}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