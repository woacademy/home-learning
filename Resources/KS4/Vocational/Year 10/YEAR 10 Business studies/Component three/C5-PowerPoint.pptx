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FA7651-DC6D-4A28-A19F-50DEFB3E2A30}">
  <a:tblStyle styleId="{A2FA7651-DC6D-4A28-A19F-50DEFB3E2A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{A2FA7651-DC6D-4A28-A19F-50DEFB3E2A30}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