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10FB5F0-5A20-4FD5-818D-6B9DC5849FFE}">
  <a:tblStyle styleId="{810FB5F0-5A20-4FD5-818D-6B9DC5849FF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{810FB5F0-5A20-4FD5-818D-6B9DC5849FFE}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