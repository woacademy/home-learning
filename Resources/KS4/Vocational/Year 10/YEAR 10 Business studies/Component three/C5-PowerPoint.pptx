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750BC9-EF24-4772-9EE6-5E7672FAC775}">
  <a:tblStyle styleId="{DB750BC9-EF24-4772-9EE6-5E7672FAC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{DB750BC9-EF24-4772-9EE6-5E7672FAC775}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