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3A87275-9F41-4F43-912A-95080CA495C5}">
  <a:tblStyle styleId="{E3A87275-9F41-4F43-912A-95080CA495C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{E3A87275-9F41-4F43-912A-95080CA495C5}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