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3A714-8740-4AB5-89C0-953A41F4F1B7}">
  <a:tblStyle styleId="{07B3A714-8740-4AB5-89C0-953A41F4F1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{07B3A714-8740-4AB5-89C0-953A41F4F1B7}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