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7F534F-F1D9-4CF6-BF45-08FB0E2765DE}">
  <a:tblStyle styleId="{CF7F534F-F1D9-4CF6-BF45-08FB0E2765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{CF7F534F-F1D9-4CF6-BF45-08FB0E2765DE}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