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E350AB-E5BC-4DAD-80B2-ED417C877472}">
  <a:tblStyle styleId="{DCE350AB-E5BC-4DAD-80B2-ED417C8774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{DCE350AB-E5BC-4DAD-80B2-ED417C877472}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