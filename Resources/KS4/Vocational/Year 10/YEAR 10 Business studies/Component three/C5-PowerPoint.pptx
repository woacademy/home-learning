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0E010A-8814-4D08-9AAA-A31EB57634A7}">
  <a:tblStyle styleId="{FF0E010A-8814-4D08-9AAA-A31EB57634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{FF0E010A-8814-4D08-9AAA-A31EB57634A7}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