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02E9FF1-4396-431E-95B7-CC751B672EBB}">
  <a:tblStyle styleId="{302E9FF1-4396-431E-95B7-CC751B672E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{302E9FF1-4396-431E-95B7-CC751B672EBB}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