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E57C7-360C-4B6C-BB8F-EEFFDE0A9846}">
  <a:tblStyle styleId="{4E3E57C7-360C-4B6C-BB8F-EEFFDE0A98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{4E3E57C7-360C-4B6C-BB8F-EEFFDE0A9846}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