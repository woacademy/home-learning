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3712F3-D4CE-4557-8D77-4246EB51600F}">
  <a:tblStyle styleId="{5C3712F3-D4CE-4557-8D77-4246EB5160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{5C3712F3-D4CE-4557-8D77-4246EB51600F}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