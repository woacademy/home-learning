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F8E2A-E7E0-4143-8244-A7BEBD80EDB8}">
  <a:tblStyle styleId="{FA6F8E2A-E7E0-4143-8244-A7BEBD80ED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{FA6F8E2A-E7E0-4143-8244-A7BEBD80EDB8}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