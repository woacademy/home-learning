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42A1F8-095C-4072-BBB1-FA9CD268838E}">
  <a:tblStyle styleId="{9642A1F8-095C-4072-BBB1-FA9CD26883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{9642A1F8-095C-4072-BBB1-FA9CD268838E}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