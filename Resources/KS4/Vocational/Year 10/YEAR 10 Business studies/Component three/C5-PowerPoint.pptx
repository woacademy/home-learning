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3447A3-4EF4-41FF-9B60-173A94883F8E}">
  <a:tblStyle styleId="{443447A3-4EF4-41FF-9B60-173A94883F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{443447A3-4EF4-41FF-9B60-173A94883F8E}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