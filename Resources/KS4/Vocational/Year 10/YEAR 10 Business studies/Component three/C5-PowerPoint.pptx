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E5E44-460D-4C2D-A33F-57434E15EDED}">
  <a:tblStyle styleId="{AABE5E44-460D-4C2D-A33F-57434E15ED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{AABE5E44-460D-4C2D-A33F-57434E15EDED}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