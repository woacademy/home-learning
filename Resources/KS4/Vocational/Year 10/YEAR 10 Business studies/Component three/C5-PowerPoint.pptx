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9F3517-35FA-414D-85D8-DDB6C22ECFA6}">
  <a:tblStyle styleId="{AF9F3517-35FA-414D-85D8-DDB6C22ECF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{AF9F3517-35FA-414D-85D8-DDB6C22ECFA6}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