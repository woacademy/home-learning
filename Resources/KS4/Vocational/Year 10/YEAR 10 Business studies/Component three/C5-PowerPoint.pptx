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B99D78-482E-4811-9A9F-BB629D70DAD4}">
  <a:tblStyle styleId="{61B99D78-482E-4811-9A9F-BB629D70DA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{61B99D78-482E-4811-9A9F-BB629D70DAD4}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