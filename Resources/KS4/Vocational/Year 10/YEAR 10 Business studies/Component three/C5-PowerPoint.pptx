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3BF4DC-0C47-4A08-93B1-5F456D50BF6D}">
  <a:tblStyle styleId="{FD3BF4DC-0C47-4A08-93B1-5F456D50BF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{FD3BF4DC-0C47-4A08-93B1-5F456D50BF6D}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