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268EFE-F664-4C8E-BF39-77DA84EABBF8}">
  <a:tblStyle styleId="{87268EFE-F664-4C8E-BF39-77DA84EABBF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{87268EFE-F664-4C8E-BF39-77DA84EABBF8}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