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C8E043-8ED5-4074-B2CB-3B7D307C7D48}">
  <a:tblStyle styleId="{D1C8E043-8ED5-4074-B2CB-3B7D307C7D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{D1C8E043-8ED5-4074-B2CB-3B7D307C7D48}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