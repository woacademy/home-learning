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D3F1C0-2272-43A9-974D-25B09651637E}">
  <a:tblStyle styleId="{F1D3F1C0-2272-43A9-974D-25B0965163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{F1D3F1C0-2272-43A9-974D-25B09651637E}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