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F7B6FE-3FA0-4DD3-8B3B-DE13B0882C12}">
  <a:tblStyle styleId="{98F7B6FE-3FA0-4DD3-8B3B-DE13B0882C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{98F7B6FE-3FA0-4DD3-8B3B-DE13B0882C12}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