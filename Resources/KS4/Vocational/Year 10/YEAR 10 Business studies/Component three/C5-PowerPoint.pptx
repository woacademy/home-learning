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E68498-B0B1-4FCE-B281-6D72BD7BE710}">
  <a:tblStyle styleId="{B8E68498-B0B1-4FCE-B281-6D72BD7BE7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{B8E68498-B0B1-4FCE-B281-6D72BD7BE710}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