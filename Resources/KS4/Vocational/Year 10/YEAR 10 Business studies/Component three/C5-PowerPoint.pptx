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EEBF1B-3EEE-4BF4-AF80-E6B8912FEFEF}">
  <a:tblStyle styleId="{9BEEBF1B-3EEE-4BF4-AF80-E6B8912FEF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{9BEEBF1B-3EEE-4BF4-AF80-E6B8912FEFEF}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