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E59C41B-52DB-4808-8FAC-B0E28884749D}">
  <a:tblStyle styleId="{AE59C41B-52DB-4808-8FAC-B0E28884749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{AE59C41B-52DB-4808-8FAC-B0E28884749D}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