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AB2699-07D7-4E70-B2A7-0F50A6F18905}">
  <a:tblStyle styleId="{6DAB2699-07D7-4E70-B2A7-0F50A6F189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{6DAB2699-07D7-4E70-B2A7-0F50A6F18905}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