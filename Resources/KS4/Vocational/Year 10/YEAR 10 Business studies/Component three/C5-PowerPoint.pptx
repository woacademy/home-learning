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90C9C-215C-45D6-AFBC-21B94423E83C}">
  <a:tblStyle styleId="{4A190C9C-215C-45D6-AFBC-21B94423E8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{4A190C9C-215C-45D6-AFBC-21B94423E83C}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