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E5D56-3A32-4C17-9267-9A8009681DBA}">
  <a:tblStyle styleId="{EE9E5D56-3A32-4C17-9267-9A8009681D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{EE9E5D56-3A32-4C17-9267-9A8009681DBA}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