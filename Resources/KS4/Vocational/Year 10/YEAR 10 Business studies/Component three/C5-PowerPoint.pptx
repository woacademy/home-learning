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C638814-20EE-461C-8D52-34E87BEB5874}">
  <a:tblStyle styleId="{9C638814-20EE-461C-8D52-34E87BEB587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{9C638814-20EE-461C-8D52-34E87BEB5874}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