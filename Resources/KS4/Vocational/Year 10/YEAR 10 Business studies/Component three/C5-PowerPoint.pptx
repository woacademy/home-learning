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887269-A4DC-4C98-B54E-7315281CBFD4}">
  <a:tblStyle styleId="{A8887269-A4DC-4C98-B54E-7315281CBF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{A8887269-A4DC-4C98-B54E-7315281CBFD4}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