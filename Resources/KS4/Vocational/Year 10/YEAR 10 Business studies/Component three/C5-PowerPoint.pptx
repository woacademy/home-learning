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4EE408-1E70-439C-BBB0-86202FC8657D}">
  <a:tblStyle styleId="{024EE408-1E70-439C-BBB0-86202FC865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{024EE408-1E70-439C-BBB0-86202FC8657D}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