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52AA37-D702-4E8F-A68D-3B495CF7C997}">
  <a:tblStyle styleId="{C852AA37-D702-4E8F-A68D-3B495CF7C9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{C852AA37-D702-4E8F-A68D-3B495CF7C997}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