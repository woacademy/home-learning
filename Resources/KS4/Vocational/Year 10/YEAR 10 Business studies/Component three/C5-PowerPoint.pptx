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FE0D19-2B52-43A7-A2E3-551EBF480797}">
  <a:tblStyle styleId="{71FE0D19-2B52-43A7-A2E3-551EBF48079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{71FE0D19-2B52-43A7-A2E3-551EBF480797}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