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1D8C55-6074-453C-99CC-C51B00181C41}">
  <a:tblStyle styleId="{701D8C55-6074-453C-99CC-C51B00181C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{701D8C55-6074-453C-99CC-C51B00181C41}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