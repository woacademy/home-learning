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A58F1B-8A85-40F2-8FEE-711A0141A948}">
  <a:tblStyle styleId="{0AA58F1B-8A85-40F2-8FEE-711A0141A9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{0AA58F1B-8A85-40F2-8FEE-711A0141A948}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