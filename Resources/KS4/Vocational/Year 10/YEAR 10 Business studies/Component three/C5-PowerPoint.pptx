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8ADC96-2113-4D87-978A-AF0E2EA414F8}">
  <a:tblStyle styleId="{8B8ADC96-2113-4D87-978A-AF0E2EA414F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{8B8ADC96-2113-4D87-978A-AF0E2EA414F8}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