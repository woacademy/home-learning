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335975-6203-4C09-AD4C-2E1A0C02A808}">
  <a:tblStyle styleId="{5F335975-6203-4C09-AD4C-2E1A0C02A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{5F335975-6203-4C09-AD4C-2E1A0C02A808}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