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354DD5-45BE-4DEB-B63D-9CF03827D601}">
  <a:tblStyle styleId="{8B354DD5-45BE-4DEB-B63D-9CF03827D6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{8B354DD5-45BE-4DEB-B63D-9CF03827D601}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