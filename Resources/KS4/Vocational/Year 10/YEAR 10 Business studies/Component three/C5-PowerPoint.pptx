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C67D6D2-DA26-41ED-8862-0508A6B98CB8}">
  <a:tblStyle styleId="{8C67D6D2-DA26-41ED-8862-0508A6B98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{8C67D6D2-DA26-41ED-8862-0508A6B98CB8}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