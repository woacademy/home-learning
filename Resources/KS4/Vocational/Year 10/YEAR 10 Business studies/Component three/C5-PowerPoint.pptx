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488063-B8F7-4640-992F-C482FA38CB3A}">
  <a:tblStyle styleId="{15488063-B8F7-4640-992F-C482FA38CB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{15488063-B8F7-4640-992F-C482FA38CB3A}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