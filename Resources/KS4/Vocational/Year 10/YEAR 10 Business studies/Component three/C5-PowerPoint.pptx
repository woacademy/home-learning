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941CD2-5437-47D0-80CE-21DE8BE5CB6A}">
  <a:tblStyle styleId="{F0941CD2-5437-47D0-80CE-21DE8BE5CB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{F0941CD2-5437-47D0-80CE-21DE8BE5CB6A}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