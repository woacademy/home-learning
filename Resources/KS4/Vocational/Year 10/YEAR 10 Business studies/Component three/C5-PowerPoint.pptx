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3315D6-FE1A-4BD3-AC2F-21FF75E16418}">
  <a:tblStyle styleId="{4B3315D6-FE1A-4BD3-AC2F-21FF75E164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{4B3315D6-FE1A-4BD3-AC2F-21FF75E16418}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