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C68EE7-FC29-46E1-8B86-C858D454C33F}">
  <a:tblStyle styleId="{78C68EE7-FC29-46E1-8B86-C858D454C3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{78C68EE7-FC29-46E1-8B86-C858D454C33F}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