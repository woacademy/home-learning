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13292-7839-4926-B75F-022D0096F525}">
  <a:tblStyle styleId="{4F313292-7839-4926-B75F-022D0096F5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{4F313292-7839-4926-B75F-022D0096F525}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