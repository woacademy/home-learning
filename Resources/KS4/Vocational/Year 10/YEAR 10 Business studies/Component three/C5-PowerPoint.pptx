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549A98-20E9-41D7-8164-FB3B16F083CB}">
  <a:tblStyle styleId="{BD549A98-20E9-41D7-8164-FB3B16F083C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{BD549A98-20E9-41D7-8164-FB3B16F083CB}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