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ED5C4-5098-4668-A8C8-3BC1C3EBDBC5}">
  <a:tblStyle styleId="{1D4ED5C4-5098-4668-A8C8-3BC1C3EBD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{1D4ED5C4-5098-4668-A8C8-3BC1C3EBDBC5}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