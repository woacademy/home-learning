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DBBA73-0937-440F-A5D5-2842F585EC8E}">
  <a:tblStyle styleId="{69DBBA73-0937-440F-A5D5-2842F585EC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{69DBBA73-0937-440F-A5D5-2842F585EC8E}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