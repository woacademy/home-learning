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6BFA93-81D5-43B3-B5DB-B273E06A2172}">
  <a:tblStyle styleId="{CF6BFA93-81D5-43B3-B5DB-B273E06A21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{CF6BFA93-81D5-43B3-B5DB-B273E06A2172}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