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2172CA-E024-412E-B2AB-81A4ECA75DD2}">
  <a:tblStyle styleId="{592172CA-E024-412E-B2AB-81A4ECA75D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{592172CA-E024-412E-B2AB-81A4ECA75DD2}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