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7B60FA2-A9A7-4911-8A8D-3035DBC92B9C}">
  <a:tblStyle styleId="{17B60FA2-A9A7-4911-8A8D-3035DBC92B9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{17B60FA2-A9A7-4911-8A8D-3035DBC92B9C}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