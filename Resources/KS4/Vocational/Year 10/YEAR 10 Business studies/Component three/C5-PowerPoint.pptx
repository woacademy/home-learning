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794422-2E94-4C07-9F15-D468F9528CBD}">
  <a:tblStyle styleId="{4E794422-2E94-4C07-9F15-D468F9528CB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{4E794422-2E94-4C07-9F15-D468F9528CBD}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