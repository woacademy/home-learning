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C13FD0-651F-4201-B635-E8F4E8803BCC}">
  <a:tblStyle styleId="{3BC13FD0-651F-4201-B635-E8F4E8803B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{3BC13FD0-651F-4201-B635-E8F4E8803BCC}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