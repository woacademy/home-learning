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5E3D676D-0362-4CAB-BD58-5E2CCC7E3E13}">
  <a:tblStyle styleId="{5E3D676D-0362-4CAB-BD58-5E2CCC7E3E13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5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{5E3D676D-0362-4CAB-BD58-5E2CCC7E3E13}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