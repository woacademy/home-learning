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A01334-1EB4-40C6-A710-13B2D35DAB8E}">
  <a:tblStyle styleId="{05A01334-1EB4-40C6-A710-13B2D35DA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{05A01334-1EB4-40C6-A710-13B2D35DAB8E}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