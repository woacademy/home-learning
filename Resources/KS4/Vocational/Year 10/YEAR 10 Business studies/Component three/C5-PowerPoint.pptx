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7B81D5-E5FB-45A0-8DAA-B4F60DFBA2AC}">
  <a:tblStyle styleId="{707B81D5-E5FB-45A0-8DAA-B4F60DFBA2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{707B81D5-E5FB-45A0-8DAA-B4F60DFBA2AC}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