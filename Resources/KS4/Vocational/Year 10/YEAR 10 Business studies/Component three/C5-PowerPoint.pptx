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AA631C-70AC-410E-9AD2-9FB0913D3F42}">
  <a:tblStyle styleId="{09AA631C-70AC-410E-9AD2-9FB0913D3F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{09AA631C-70AC-410E-9AD2-9FB0913D3F42}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