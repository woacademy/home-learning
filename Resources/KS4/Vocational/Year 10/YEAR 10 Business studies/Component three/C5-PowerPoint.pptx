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176666-70DA-43A5-B16B-1A7D04F24FE8}">
  <a:tblStyle styleId="{92176666-70DA-43A5-B16B-1A7D04F24F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{92176666-70DA-43A5-B16B-1A7D04F24FE8}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