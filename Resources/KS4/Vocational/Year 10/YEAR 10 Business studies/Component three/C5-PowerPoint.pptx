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ACAAE4-0F10-4F81-9B92-CEC8358E8822}">
  <a:tblStyle styleId="{9AACAAE4-0F10-4F81-9B92-CEC8358E88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{9AACAAE4-0F10-4F81-9B92-CEC8358E8822}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