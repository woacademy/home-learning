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8F395-FB94-43A7-B911-2FEF39894883}">
  <a:tblStyle styleId="{1998F395-FB94-43A7-B911-2FEF398948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{1998F395-FB94-43A7-B911-2FEF39894883}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