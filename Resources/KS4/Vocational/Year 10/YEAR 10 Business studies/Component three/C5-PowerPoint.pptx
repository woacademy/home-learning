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287572-6398-4F79-8DD2-996D4477D2C2}">
  <a:tblStyle styleId="{AB287572-6398-4F79-8DD2-996D4477D2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{AB287572-6398-4F79-8DD2-996D4477D2C2}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