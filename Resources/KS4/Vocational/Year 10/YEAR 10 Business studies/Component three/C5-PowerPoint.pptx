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6CB694B-F900-4AB0-BB8E-9FDD641A73C8}">
  <a:tblStyle styleId="{96CB694B-F900-4AB0-BB8E-9FDD641A73C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{96CB694B-F900-4AB0-BB8E-9FDD641A73C8}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