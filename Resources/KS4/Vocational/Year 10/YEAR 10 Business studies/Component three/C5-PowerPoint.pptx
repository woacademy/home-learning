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9C39B7-E782-4E16-AEE5-FD6E660E6537}">
  <a:tblStyle styleId="{599C39B7-E782-4E16-AEE5-FD6E660E65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{599C39B7-E782-4E16-AEE5-FD6E660E6537}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