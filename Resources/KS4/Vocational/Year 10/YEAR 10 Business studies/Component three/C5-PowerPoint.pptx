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C7A53-FE45-48EA-AD5C-3D4D8CA4FEAF}">
  <a:tblStyle styleId="{0E7C7A53-FE45-48EA-AD5C-3D4D8CA4F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{0E7C7A53-FE45-48EA-AD5C-3D4D8CA4FEAF}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