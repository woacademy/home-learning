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52488-A983-4EC8-9158-481197219AC6}">
  <a:tblStyle styleId="{DCE52488-A983-4EC8-9158-481197219A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{DCE52488-A983-4EC8-9158-481197219AC6}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