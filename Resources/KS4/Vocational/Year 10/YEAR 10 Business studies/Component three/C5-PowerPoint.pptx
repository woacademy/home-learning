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718B63-6C17-444E-B8D4-17D96AA3EFB3}">
  <a:tblStyle styleId="{A9718B63-6C17-444E-B8D4-17D96AA3EF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{A9718B63-6C17-444E-B8D4-17D96AA3EFB3}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