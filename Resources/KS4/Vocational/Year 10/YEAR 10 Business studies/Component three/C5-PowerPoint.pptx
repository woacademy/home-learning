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8283A3-F198-4899-B31C-F7672DEF3336}">
  <a:tblStyle styleId="{9A8283A3-F198-4899-B31C-F7672DEF33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{9A8283A3-F198-4899-B31C-F7672DEF3336}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