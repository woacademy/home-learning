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697576-6271-42D9-88EF-CE4F365E0E00}">
  <a:tblStyle styleId="{39697576-6271-42D9-88EF-CE4F365E0E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{39697576-6271-42D9-88EF-CE4F365E0E00}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