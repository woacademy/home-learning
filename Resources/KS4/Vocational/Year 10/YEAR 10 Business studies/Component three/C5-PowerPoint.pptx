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9B49F1-0C93-4825-AB7F-25E9373B23B9}">
  <a:tblStyle styleId="{B49B49F1-0C93-4825-AB7F-25E9373B23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{B49B49F1-0C93-4825-AB7F-25E9373B23B9}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