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9384D7-F8DD-4F9C-AD48-F079541E2F91}">
  <a:tblStyle styleId="{929384D7-F8DD-4F9C-AD48-F079541E2F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{929384D7-F8DD-4F9C-AD48-F079541E2F91}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