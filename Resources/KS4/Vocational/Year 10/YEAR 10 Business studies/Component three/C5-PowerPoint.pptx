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8816A-EF13-4E67-8A44-8AB173195FBE}">
  <a:tblStyle styleId="{22E8816A-EF13-4E67-8A44-8AB173195F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{22E8816A-EF13-4E67-8A44-8AB173195FBE}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