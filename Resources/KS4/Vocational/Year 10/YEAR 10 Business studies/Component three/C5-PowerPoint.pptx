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0D3F26-1C38-4BAB-9FA0-6F6E7EDAE9E9}">
  <a:tblStyle styleId="{F60D3F26-1C38-4BAB-9FA0-6F6E7EDAE9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{F60D3F26-1C38-4BAB-9FA0-6F6E7EDAE9E9}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