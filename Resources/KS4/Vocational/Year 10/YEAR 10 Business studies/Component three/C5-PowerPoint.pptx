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901973-6495-4D12-8B11-740C4D41D58D}">
  <a:tblStyle styleId="{80901973-6495-4D12-8B11-740C4D41D5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{80901973-6495-4D12-8B11-740C4D41D58D}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