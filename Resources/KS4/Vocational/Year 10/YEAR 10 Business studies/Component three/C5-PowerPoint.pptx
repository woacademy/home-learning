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007D2B-138F-442F-B6D6-D3ACFF0677A1}">
  <a:tblStyle styleId="{FC007D2B-138F-442F-B6D6-D3ACFF0677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{FC007D2B-138F-442F-B6D6-D3ACFF0677A1}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