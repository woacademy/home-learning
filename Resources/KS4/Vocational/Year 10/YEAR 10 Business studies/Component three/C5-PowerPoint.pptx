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C2F6B-4307-43AB-A678-3DC964112E93}">
  <a:tblStyle styleId="{DBDC2F6B-4307-43AB-A678-3DC964112E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{DBDC2F6B-4307-43AB-A678-3DC964112E93}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