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326E68-DBBA-4CCE-9AD0-6B82C7617FA6}">
  <a:tblStyle styleId="{8C326E68-DBBA-4CCE-9AD0-6B82C7617F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{8C326E68-DBBA-4CCE-9AD0-6B82C7617FA6}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