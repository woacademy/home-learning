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45E507-7E66-4346-8C6A-8585338D8B83}">
  <a:tblStyle styleId="{F545E507-7E66-4346-8C6A-8585338D8B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{F545E507-7E66-4346-8C6A-8585338D8B83}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