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DCE5D-F89A-4223-9ACE-ABD1D0E0BB0F}">
  <a:tblStyle styleId="{057DCE5D-F89A-4223-9ACE-ABD1D0E0B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{057DCE5D-F89A-4223-9ACE-ABD1D0E0BB0F}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