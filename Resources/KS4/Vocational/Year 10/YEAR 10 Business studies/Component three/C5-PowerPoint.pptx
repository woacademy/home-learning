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523130-BD99-46DA-BBAA-38E16D9E3123}">
  <a:tblStyle styleId="{0A523130-BD99-46DA-BBAA-38E16D9E312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{0A523130-BD99-46DA-BBAA-38E16D9E3123}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