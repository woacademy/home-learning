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53F2E9-2C39-4DF6-B89F-9F9AD912F8BD}">
  <a:tblStyle styleId="{5E53F2E9-2C39-4DF6-B89F-9F9AD912F8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{5E53F2E9-2C39-4DF6-B89F-9F9AD912F8BD}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