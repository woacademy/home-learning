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DB3E062-03D3-4EB1-B3F2-CFD6915F8DD5}">
  <a:tblStyle styleId="{CDB3E062-03D3-4EB1-B3F2-CFD6915F8DD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{CDB3E062-03D3-4EB1-B3F2-CFD6915F8DD5}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