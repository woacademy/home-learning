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DEC17F-40A1-4279-BBAA-06C1DB7045D8}">
  <a:tblStyle styleId="{C5DEC17F-40A1-4279-BBAA-06C1DB7045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{C5DEC17F-40A1-4279-BBAA-06C1DB7045D8}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