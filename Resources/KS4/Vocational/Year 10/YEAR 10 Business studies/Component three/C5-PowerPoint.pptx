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6E7A4-3FB8-4728-9645-BADD1B5748CC}">
  <a:tblStyle styleId="{9736E7A4-3FB8-4728-9645-BADD1B5748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{9736E7A4-3FB8-4728-9645-BADD1B5748CC}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