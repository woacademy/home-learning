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115D49-6181-4ECE-9319-53D6F2924C72}">
  <a:tblStyle styleId="{7B115D49-6181-4ECE-9319-53D6F2924C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{7B115D49-6181-4ECE-9319-53D6F2924C72}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