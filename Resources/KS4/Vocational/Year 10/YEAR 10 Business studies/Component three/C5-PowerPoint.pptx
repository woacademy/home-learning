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2E0D36-85CA-4A6E-87D3-1E77931DE707}">
  <a:tblStyle styleId="{D32E0D36-85CA-4A6E-87D3-1E77931DE7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{D32E0D36-85CA-4A6E-87D3-1E77931DE707}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