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579D05-03DF-4CC8-AAF4-DAD024BBF708}">
  <a:tblStyle styleId="{98579D05-03DF-4CC8-AAF4-DAD024BBF7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{98579D05-03DF-4CC8-AAF4-DAD024BBF708}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