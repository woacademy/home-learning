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F132C3-ABB8-48DE-989E-78BB3D2AE0F1}">
  <a:tblStyle styleId="{2FF132C3-ABB8-48DE-989E-78BB3D2AE0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{2FF132C3-ABB8-48DE-989E-78BB3D2AE0F1}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