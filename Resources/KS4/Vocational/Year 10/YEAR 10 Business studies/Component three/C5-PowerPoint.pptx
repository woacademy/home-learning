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EA3057-5BAA-4B3A-AF04-CD9C22F3FD91}">
  <a:tblStyle styleId="{E9EA3057-5BAA-4B3A-AF04-CD9C22F3FD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{E9EA3057-5BAA-4B3A-AF04-CD9C22F3FD91}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