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E4F3F51C-346F-4E9E-ABBC-4C3E0708037A}">
  <a:tblStyle styleId="{E4F3F51C-346F-4E9E-ABBC-4C3E0708037A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5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{E4F3F51C-346F-4E9E-ABBC-4C3E0708037A}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