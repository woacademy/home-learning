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69C41A4-FCCB-4F95-8E98-55B8E6A1C19D}">
  <a:tblStyle styleId="{969C41A4-FCCB-4F95-8E98-55B8E6A1C19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{969C41A4-FCCB-4F95-8E98-55B8E6A1C19D}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