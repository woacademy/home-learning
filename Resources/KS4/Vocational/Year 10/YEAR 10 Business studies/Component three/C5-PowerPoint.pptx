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C753A-BE34-4BE5-949E-3D168E7A16B2}">
  <a:tblStyle styleId="{3D2C753A-BE34-4BE5-949E-3D168E7A16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{3D2C753A-BE34-4BE5-949E-3D168E7A16B2}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