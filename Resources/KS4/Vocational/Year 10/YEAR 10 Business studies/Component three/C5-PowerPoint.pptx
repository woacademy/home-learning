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93001-E901-4FD4-9E60-259BE8C13C17}">
  <a:tblStyle styleId="{C5493001-E901-4FD4-9E60-259BE8C13C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{C5493001-E901-4FD4-9E60-259BE8C13C17}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