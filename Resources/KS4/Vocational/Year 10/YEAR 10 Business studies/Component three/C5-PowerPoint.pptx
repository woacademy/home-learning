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59258B-CD79-45F5-8687-733E0053C13C}">
  <a:tblStyle styleId="{FD59258B-CD79-45F5-8687-733E0053C1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{FD59258B-CD79-45F5-8687-733E0053C13C}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