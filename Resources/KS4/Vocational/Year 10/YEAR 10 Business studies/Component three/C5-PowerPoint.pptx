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82BE06-0029-4D08-B2A1-942E09A6F6A6}">
  <a:tblStyle styleId="{F182BE06-0029-4D08-B2A1-942E09A6F6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{F182BE06-0029-4D08-B2A1-942E09A6F6A6}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