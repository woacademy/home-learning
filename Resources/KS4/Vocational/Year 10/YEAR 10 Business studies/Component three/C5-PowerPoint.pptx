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72FD23-DA47-4F12-A4E2-9719048A4115}">
  <a:tblStyle styleId="{2872FD23-DA47-4F12-A4E2-9719048A41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{2872FD23-DA47-4F12-A4E2-9719048A4115}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