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F319299-0812-44DD-AE7C-715955A743B6}">
  <a:tblStyle styleId="{DF319299-0812-44DD-AE7C-715955A743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{DF319299-0812-44DD-AE7C-715955A743B6}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