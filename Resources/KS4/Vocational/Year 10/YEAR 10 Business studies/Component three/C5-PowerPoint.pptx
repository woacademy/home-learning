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2FFC75-FB93-49EA-87FA-EA06ECDD0D18}">
  <a:tblStyle styleId="{0A2FFC75-FB93-49EA-87FA-EA06ECDD0D1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{0A2FFC75-FB93-49EA-87FA-EA06ECDD0D18}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