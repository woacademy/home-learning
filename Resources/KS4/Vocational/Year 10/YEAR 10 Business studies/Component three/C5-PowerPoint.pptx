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C25C35-D6EF-4448-A2E9-1FF28AB147B7}">
  <a:tblStyle styleId="{B0C25C35-D6EF-4448-A2E9-1FF28AB147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{B0C25C35-D6EF-4448-A2E9-1FF28AB147B7}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