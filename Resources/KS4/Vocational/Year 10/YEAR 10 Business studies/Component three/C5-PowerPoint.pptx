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C27481E-553F-485C-B1FA-A14D1C49094B}">
  <a:tblStyle styleId="{7C27481E-553F-485C-B1FA-A14D1C4909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{7C27481E-553F-485C-B1FA-A14D1C49094B}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