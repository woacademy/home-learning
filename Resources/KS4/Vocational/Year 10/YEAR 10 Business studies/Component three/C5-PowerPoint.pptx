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DD5723-F759-4BA7-96FE-40EF69E927F8}">
  <a:tblStyle styleId="{27DD5723-F759-4BA7-96FE-40EF69E927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{27DD5723-F759-4BA7-96FE-40EF69E927F8}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