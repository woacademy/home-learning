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25CF00-FC4C-4AFB-835C-E4332515425C}">
  <a:tblStyle styleId="{E025CF00-FC4C-4AFB-835C-E433251542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{E025CF00-FC4C-4AFB-835C-E4332515425C}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