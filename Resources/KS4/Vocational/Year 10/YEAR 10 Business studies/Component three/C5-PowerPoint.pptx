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985C8-F7DF-437B-A47A-800BDF477B9E}">
  <a:tblStyle styleId="{0A2985C8-F7DF-437B-A47A-800BDF477B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{0A2985C8-F7DF-437B-A47A-800BDF477B9E}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