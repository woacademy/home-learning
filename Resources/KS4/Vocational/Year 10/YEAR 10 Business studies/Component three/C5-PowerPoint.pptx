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FFA438-15BE-48C6-B4CB-A0281E467B89}">
  <a:tblStyle styleId="{16FFA438-15BE-48C6-B4CB-A0281E467B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{16FFA438-15BE-48C6-B4CB-A0281E467B89}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