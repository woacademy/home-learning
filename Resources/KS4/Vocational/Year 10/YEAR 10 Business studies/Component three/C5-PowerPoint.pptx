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EB23C7-927B-4BE3-ABC5-6FB28D308529}">
  <a:tblStyle styleId="{58EB23C7-927B-4BE3-ABC5-6FB28D308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{58EB23C7-927B-4BE3-ABC5-6FB28D308529}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