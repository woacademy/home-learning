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BF9328-2B73-4765-A768-8BB6770EFEAF}">
  <a:tblStyle styleId="{53BF9328-2B73-4765-A768-8BB6770EFE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{53BF9328-2B73-4765-A768-8BB6770EFEAF}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