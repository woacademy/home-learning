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7683D6-7684-4547-AA33-42CA8073DDF9}">
  <a:tblStyle styleId="{B47683D6-7684-4547-AA33-42CA8073DDF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{B47683D6-7684-4547-AA33-42CA8073DDF9}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