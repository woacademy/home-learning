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3165D-4C8D-4BFA-9B9E-5B94FB82197C}">
  <a:tblStyle styleId="{D0C3165D-4C8D-4BFA-9B9E-5B94FB8219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{D0C3165D-4C8D-4BFA-9B9E-5B94FB82197C}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