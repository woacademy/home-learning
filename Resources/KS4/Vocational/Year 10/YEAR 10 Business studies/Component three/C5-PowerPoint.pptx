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228426-C2F2-4D3E-B55C-C21A597C20C6}">
  <a:tblStyle styleId="{11228426-C2F2-4D3E-B55C-C21A597C20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{11228426-C2F2-4D3E-B55C-C21A597C20C6}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