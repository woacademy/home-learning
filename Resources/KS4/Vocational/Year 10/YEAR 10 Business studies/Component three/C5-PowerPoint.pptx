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1BFE31-0575-4E04-9685-B7AC1E9320C5}">
  <a:tblStyle styleId="{301BFE31-0575-4E04-9685-B7AC1E9320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{301BFE31-0575-4E04-9685-B7AC1E9320C5}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