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FBC1C3-02D2-45E1-9593-AE97E964113B}">
  <a:tblStyle styleId="{3EFBC1C3-02D2-45E1-9593-AE97E96411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{3EFBC1C3-02D2-45E1-9593-AE97E964113B}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