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313F36-A36E-47CC-BBC8-3695089191B0}">
  <a:tblStyle styleId="{C9313F36-A36E-47CC-BBC8-3695089191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{C9313F36-A36E-47CC-BBC8-3695089191B0}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