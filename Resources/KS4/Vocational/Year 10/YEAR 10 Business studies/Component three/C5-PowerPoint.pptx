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FD269-E577-4B0A-A2B5-08F9628D1326}">
  <a:tblStyle styleId="{2C0FD269-E577-4B0A-A2B5-08F9628D1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{2C0FD269-E577-4B0A-A2B5-08F9628D1326}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