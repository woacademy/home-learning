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8A4DA2-1F27-4E7E-B783-DB2AF0D45048}">
  <a:tblStyle styleId="{068A4DA2-1F27-4E7E-B783-DB2AF0D450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{068A4DA2-1F27-4E7E-B783-DB2AF0D45048}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