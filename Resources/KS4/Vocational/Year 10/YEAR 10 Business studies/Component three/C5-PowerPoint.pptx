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121FD2-1A5C-4483-AFC5-ADEDE632F854}">
  <a:tblStyle styleId="{3C121FD2-1A5C-4483-AFC5-ADEDE632F8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{3C121FD2-1A5C-4483-AFC5-ADEDE632F854}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