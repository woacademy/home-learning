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02D0E5-8CE6-4181-876C-7E1B5316EB3B}">
  <a:tblStyle styleId="{E602D0E5-8CE6-4181-876C-7E1B5316EB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{E602D0E5-8CE6-4181-876C-7E1B5316EB3B}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