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0CCC65-C568-495E-A539-A69F86C0F9A9}">
  <a:tblStyle styleId="{490CCC65-C568-495E-A539-A69F86C0F9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{490CCC65-C568-495E-A539-A69F86C0F9A9}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