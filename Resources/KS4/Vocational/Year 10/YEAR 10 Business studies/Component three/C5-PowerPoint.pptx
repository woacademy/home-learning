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D2E6D5-C026-4E3F-9699-571EEAF0A747}">
  <a:tblStyle styleId="{92D2E6D5-C026-4E3F-9699-571EEAF0A7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{92D2E6D5-C026-4E3F-9699-571EEAF0A747}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