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369783-1167-44BD-B084-67401E8B7DD4}">
  <a:tblStyle styleId="{AF369783-1167-44BD-B084-67401E8B7D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{AF369783-1167-44BD-B084-67401E8B7DD4}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