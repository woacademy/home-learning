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D8BBFC-82B9-4AA8-AB93-C09E2080FE4B}">
  <a:tblStyle styleId="{7DD8BBFC-82B9-4AA8-AB93-C09E2080FE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{7DD8BBFC-82B9-4AA8-AB93-C09E2080FE4B}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