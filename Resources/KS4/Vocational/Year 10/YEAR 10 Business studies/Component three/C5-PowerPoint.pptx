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86FBD8-351F-48F8-B27D-C0A464CDE680}">
  <a:tblStyle styleId="{6186FBD8-351F-48F8-B27D-C0A464CDE6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{6186FBD8-351F-48F8-B27D-C0A464CDE680}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