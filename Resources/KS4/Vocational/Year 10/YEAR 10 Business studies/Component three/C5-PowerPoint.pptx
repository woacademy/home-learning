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2E2C2-2B39-4DAA-8BE7-44ADCEC6F6C6}">
  <a:tblStyle styleId="{86F2E2C2-2B39-4DAA-8BE7-44ADCEC6F6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{86F2E2C2-2B39-4DAA-8BE7-44ADCEC6F6C6}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