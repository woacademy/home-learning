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894495-A335-48B7-B7FF-AADC601E1122}">
  <a:tblStyle styleId="{3E894495-A335-48B7-B7FF-AADC601E11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{3E894495-A335-48B7-B7FF-AADC601E1122}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