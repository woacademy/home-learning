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5C9FA6-1EF1-4E79-9CB8-8A3C98D02C71}">
  <a:tblStyle styleId="{285C9FA6-1EF1-4E79-9CB8-8A3C98D02C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{285C9FA6-1EF1-4E79-9CB8-8A3C98D02C71}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