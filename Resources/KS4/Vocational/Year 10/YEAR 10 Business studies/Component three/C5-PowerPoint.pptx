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2FA8A6-A156-4D72-82CC-6D9AF0044751}">
  <a:tblStyle styleId="{A92FA8A6-A156-4D72-82CC-6D9AF00447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{A92FA8A6-A156-4D72-82CC-6D9AF0044751}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