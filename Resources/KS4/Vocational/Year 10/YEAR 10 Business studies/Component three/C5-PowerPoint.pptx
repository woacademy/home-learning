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9A8216-9AEE-4271-9B13-BDA849D8960F}">
  <a:tblStyle styleId="{289A8216-9AEE-4271-9B13-BDA849D896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{289A8216-9AEE-4271-9B13-BDA849D8960F}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