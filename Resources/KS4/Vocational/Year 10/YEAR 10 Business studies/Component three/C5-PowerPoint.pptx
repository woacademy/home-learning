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A5C0986-0359-4FE9-B1A9-DF345B4458B9}">
  <a:tblStyle styleId="{3A5C0986-0359-4FE9-B1A9-DF345B4458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{3A5C0986-0359-4FE9-B1A9-DF345B4458B9}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