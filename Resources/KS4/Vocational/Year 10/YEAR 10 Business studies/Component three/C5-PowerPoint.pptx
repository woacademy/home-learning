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999648D-73E6-4D6C-B81D-B0528B782663}">
  <a:tblStyle styleId="{1999648D-73E6-4D6C-B81D-B0528B78266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{1999648D-73E6-4D6C-B81D-B0528B782663}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