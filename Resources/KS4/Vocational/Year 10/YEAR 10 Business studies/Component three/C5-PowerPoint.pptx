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0C7003-E06A-413B-9422-BA76435AE628}">
  <a:tblStyle styleId="{C80C7003-E06A-413B-9422-BA76435AE62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{C80C7003-E06A-413B-9422-BA76435AE628}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