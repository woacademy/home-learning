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B50A46-3AC8-4FF9-A17B-54FD31231B14}">
  <a:tblStyle styleId="{83B50A46-3AC8-4FF9-A17B-54FD31231B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{83B50A46-3AC8-4FF9-A17B-54FD31231B14}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