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C9AC50-8D29-4E55-BC21-2625E0227631}">
  <a:tblStyle styleId="{BBC9AC50-8D29-4E55-BC21-2625E022763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{BBC9AC50-8D29-4E55-BC21-2625E0227631}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