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BE4A9B-2A15-42B7-A174-5FE417D3F7B7}">
  <a:tblStyle styleId="{60BE4A9B-2A15-42B7-A174-5FE417D3F7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{60BE4A9B-2A15-42B7-A174-5FE417D3F7B7}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