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0CC998-2838-4151-9FF0-A8BF491DE285}">
  <a:tblStyle styleId="{1D0CC998-2838-4151-9FF0-A8BF491DE2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{1D0CC998-2838-4151-9FF0-A8BF491DE285}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