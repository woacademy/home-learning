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5B68B-AF7B-461F-BB50-A52B9B7CBF14}">
  <a:tblStyle styleId="{8135B68B-AF7B-461F-BB50-A52B9B7CB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{8135B68B-AF7B-461F-BB50-A52B9B7CBF14}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