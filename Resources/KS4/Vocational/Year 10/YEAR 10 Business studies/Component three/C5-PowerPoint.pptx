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A6636A-44A1-4357-962C-D6756B4861B1}">
  <a:tblStyle styleId="{1AA6636A-44A1-4357-962C-D6756B486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{1AA6636A-44A1-4357-962C-D6756B4861B1}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