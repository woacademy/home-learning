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4BDE6-7913-4E3F-87A6-BE83CE810A61}">
  <a:tblStyle styleId="{DCC4BDE6-7913-4E3F-87A6-BE83CE810A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{DCC4BDE6-7913-4E3F-87A6-BE83CE810A61}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