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1B5361-D6A7-42DD-8B2C-97DC3F412367}">
  <a:tblStyle styleId="{EF1B5361-D6A7-42DD-8B2C-97DC3F4123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{EF1B5361-D6A7-42DD-8B2C-97DC3F412367}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