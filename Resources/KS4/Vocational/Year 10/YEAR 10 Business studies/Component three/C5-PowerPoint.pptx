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4E8433-BE9B-4BBD-836A-AB2F043F97DF}">
  <a:tblStyle styleId="{954E8433-BE9B-4BBD-836A-AB2F043F9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{954E8433-BE9B-4BBD-836A-AB2F043F97DF}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