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555697-D4DB-4D8F-8A59-6E627E559A71}">
  <a:tblStyle styleId="{9E555697-D4DB-4D8F-8A59-6E627E559A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{9E555697-D4DB-4D8F-8A59-6E627E559A71}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