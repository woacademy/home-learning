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53DC7-8DB2-4119-B5CE-9037BC2E1F9E}">
  <a:tblStyle styleId="{FFA53DC7-8DB2-4119-B5CE-9037BC2E1F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{FFA53DC7-8DB2-4119-B5CE-9037BC2E1F9E}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