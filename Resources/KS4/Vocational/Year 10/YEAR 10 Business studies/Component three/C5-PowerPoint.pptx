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8E66AA-FC53-4951-98B0-F2C54B752126}">
  <a:tblStyle styleId="{A98E66AA-FC53-4951-98B0-F2C54B7521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{A98E66AA-FC53-4951-98B0-F2C54B752126}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