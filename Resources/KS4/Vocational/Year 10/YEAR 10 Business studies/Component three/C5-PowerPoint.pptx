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C74AFB-9056-4069-A504-C5F1E3241926}">
  <a:tblStyle styleId="{4EC74AFB-9056-4069-A504-C5F1E32419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{4EC74AFB-9056-4069-A504-C5F1E3241926}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