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CC8ADB-75F4-453D-81A9-C539ACFFD55F}">
  <a:tblStyle styleId="{42CC8ADB-75F4-453D-81A9-C539ACFFD5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{42CC8ADB-75F4-453D-81A9-C539ACFFD55F}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