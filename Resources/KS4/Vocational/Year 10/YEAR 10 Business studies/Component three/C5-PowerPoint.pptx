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0C45C79-3027-4A84-B706-46E4CBD21FCD}">
  <a:tblStyle styleId="{30C45C79-3027-4A84-B706-46E4CBD21FCD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3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{30C45C79-3027-4A84-B706-46E4CBD21FCD}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