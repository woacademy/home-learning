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C40333-C2FB-4707-9C16-E15237010243}">
  <a:tblStyle styleId="{C3C40333-C2FB-4707-9C16-E152370102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{C3C40333-C2FB-4707-9C16-E15237010243}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