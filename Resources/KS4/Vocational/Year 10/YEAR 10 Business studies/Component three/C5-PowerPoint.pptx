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521D18-B7AE-426A-B6B9-1090C5E6B85A}">
  <a:tblStyle styleId="{A0521D18-B7AE-426A-B6B9-1090C5E6B8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{A0521D18-B7AE-426A-B6B9-1090C5E6B85A}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