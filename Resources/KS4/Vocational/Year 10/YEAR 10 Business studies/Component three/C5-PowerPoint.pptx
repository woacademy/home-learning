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853204-47BC-4350-9B0C-63EEC1D392B3}">
  <a:tblStyle styleId="{6B853204-47BC-4350-9B0C-63EEC1D392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{6B853204-47BC-4350-9B0C-63EEC1D392B3}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