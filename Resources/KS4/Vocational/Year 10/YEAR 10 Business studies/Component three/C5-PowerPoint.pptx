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F8BCB0F-479F-4D0B-AF11-2E4514069A2D}">
  <a:tblStyle styleId="{3F8BCB0F-479F-4D0B-AF11-2E4514069A2D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{3F8BCB0F-479F-4D0B-AF11-2E4514069A2D}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