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D5F930-9A5A-4A8C-BA71-CC1C37A4A4EF}">
  <a:tblStyle styleId="{6DD5F930-9A5A-4A8C-BA71-CC1C37A4A4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{6DD5F930-9A5A-4A8C-BA71-CC1C37A4A4EF}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