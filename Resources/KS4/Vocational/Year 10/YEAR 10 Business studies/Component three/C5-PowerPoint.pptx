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53B323-65F9-4B61-A3DA-2F7605AD6052}">
  <a:tblStyle styleId="{3F53B323-65F9-4B61-A3DA-2F7605AD60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{3F53B323-65F9-4B61-A3DA-2F7605AD6052}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