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B00C83-20BF-4897-83A9-B1E5D0A63B2F}">
  <a:tblStyle styleId="{B0B00C83-20BF-4897-83A9-B1E5D0A63B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{B0B00C83-20BF-4897-83A9-B1E5D0A63B2F}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