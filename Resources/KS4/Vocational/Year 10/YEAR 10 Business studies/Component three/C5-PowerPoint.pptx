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79963-DEB6-4313-B94D-158DA4CD0CA7}">
  <a:tblStyle styleId="{1B879963-DEB6-4313-B94D-158DA4CD0C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{1B879963-DEB6-4313-B94D-158DA4CD0CA7}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