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36F0D0-81F0-4C4B-A4DD-D06AA56CEE3D}">
  <a:tblStyle styleId="{2936F0D0-81F0-4C4B-A4DD-D06AA56CEE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{2936F0D0-81F0-4C4B-A4DD-D06AA56CEE3D}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