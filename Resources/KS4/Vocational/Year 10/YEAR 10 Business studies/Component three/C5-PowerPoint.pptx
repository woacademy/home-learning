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CF8B14-5FBC-4189-A52D-B593BD092F7B}">
  <a:tblStyle styleId="{A3CF8B14-5FBC-4189-A52D-B593BD092F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{A3CF8B14-5FBC-4189-A52D-B593BD092F7B}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