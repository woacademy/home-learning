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87B7F1-8801-4E78-8683-2DBDE5296C0D}">
  <a:tblStyle styleId="{0587B7F1-8801-4E78-8683-2DBDE5296C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{0587B7F1-8801-4E78-8683-2DBDE5296C0D}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