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2585C7-7E94-416D-8398-D109F682E0BE}">
  <a:tblStyle styleId="{C12585C7-7E94-416D-8398-D109F682E0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{C12585C7-7E94-416D-8398-D109F682E0BE}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