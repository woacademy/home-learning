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48AFFA-EF73-4F88-B47E-B6C44B363FEA}">
  <a:tblStyle styleId="{DA48AFFA-EF73-4F88-B47E-B6C44B363F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{DA48AFFA-EF73-4F88-B47E-B6C44B363FEA}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