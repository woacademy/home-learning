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237646-66C3-4ACA-AAC2-96B18FBAB545}">
  <a:tblStyle styleId="{C4237646-66C3-4ACA-AAC2-96B18FBAB54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{C4237646-66C3-4ACA-AAC2-96B18FBAB545}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