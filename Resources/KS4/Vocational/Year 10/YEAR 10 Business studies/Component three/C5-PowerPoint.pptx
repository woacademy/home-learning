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08F451-F054-4133-9207-CC3DF7C3ADA6}">
  <a:tblStyle styleId="{F108F451-F054-4133-9207-CC3DF7C3AD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{F108F451-F054-4133-9207-CC3DF7C3ADA6}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