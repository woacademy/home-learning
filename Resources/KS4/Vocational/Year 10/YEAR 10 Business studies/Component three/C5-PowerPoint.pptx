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A0E103-88B9-46FC-962E-911B0B7B2EC4}">
  <a:tblStyle styleId="{0EA0E103-88B9-46FC-962E-911B0B7B2E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{0EA0E103-88B9-46FC-962E-911B0B7B2EC4}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