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4ACDF7-DDAB-41AE-A07E-5C976AE8AB89}">
  <a:tblStyle styleId="{484ACDF7-DDAB-41AE-A07E-5C976AE8AB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{484ACDF7-DDAB-41AE-A07E-5C976AE8AB89}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