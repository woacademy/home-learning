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43B226-C3DB-4727-89DE-70E934F4E58A}">
  <a:tblStyle styleId="{6543B226-C3DB-4727-89DE-70E934F4E5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{6543B226-C3DB-4727-89DE-70E934F4E58A}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