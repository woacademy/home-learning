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0739E4-82E7-4E3A-AABC-6A2071073E88}">
  <a:tblStyle styleId="{C70739E4-82E7-4E3A-AABC-6A2071073E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{C70739E4-82E7-4E3A-AABC-6A2071073E88}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