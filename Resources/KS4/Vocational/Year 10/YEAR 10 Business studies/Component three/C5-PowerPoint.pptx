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2E5F20-083E-478F-A1BE-6896E79EA954}">
  <a:tblStyle styleId="{5A2E5F20-083E-478F-A1BE-6896E79EA9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{5A2E5F20-083E-478F-A1BE-6896E79EA954}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