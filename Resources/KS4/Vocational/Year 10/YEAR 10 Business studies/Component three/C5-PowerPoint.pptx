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2D76E0-7290-41C6-9E3C-A4591D63081B}">
  <a:tblStyle styleId="{352D76E0-7290-41C6-9E3C-A4591D6308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{352D76E0-7290-41C6-9E3C-A4591D63081B}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