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A1440-1396-4E31-935C-C805D1EFA3D5}">
  <a:tblStyle styleId="{D74A1440-1396-4E31-935C-C805D1EFA3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{D74A1440-1396-4E31-935C-C805D1EFA3D5}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