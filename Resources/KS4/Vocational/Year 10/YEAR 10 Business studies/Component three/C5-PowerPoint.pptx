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5C763-9976-4C52-B0CB-6F51E6016F50}">
  <a:tblStyle styleId="{EFF5C763-9976-4C52-B0CB-6F51E6016F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{EFF5C763-9976-4C52-B0CB-6F51E6016F50}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