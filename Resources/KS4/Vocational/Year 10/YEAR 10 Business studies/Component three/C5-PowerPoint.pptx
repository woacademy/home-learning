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016CBA-BCDE-4D5E-8789-F8F61671B11D}">
  <a:tblStyle styleId="{24016CBA-BCDE-4D5E-8789-F8F61671B1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{24016CBA-BCDE-4D5E-8789-F8F61671B11D}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