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9D0E1A-CEA2-4818-BE0D-9EA680576604}">
  <a:tblStyle styleId="{FD9D0E1A-CEA2-4818-BE0D-9EA6805766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{FD9D0E1A-CEA2-4818-BE0D-9EA680576604}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