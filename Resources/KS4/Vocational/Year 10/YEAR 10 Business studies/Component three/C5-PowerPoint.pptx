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7C0973-7C6B-404C-858D-07BBC90A6ADE}">
  <a:tblStyle styleId="{617C0973-7C6B-404C-858D-07BBC90A6A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{617C0973-7C6B-404C-858D-07BBC90A6ADE}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