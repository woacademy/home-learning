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BABEB5-95A1-43D4-80C5-C4F093B1D338}">
  <a:tblStyle styleId="{A8BABEB5-95A1-43D4-80C5-C4F093B1D3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{A8BABEB5-95A1-43D4-80C5-C4F093B1D338}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