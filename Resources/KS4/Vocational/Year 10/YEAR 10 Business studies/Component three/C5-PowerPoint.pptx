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0792FC-E6B2-4A6B-AD93-B1A1E696CB02}">
  <a:tblStyle styleId="{010792FC-E6B2-4A6B-AD93-B1A1E696CB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{010792FC-E6B2-4A6B-AD93-B1A1E696CB02}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