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D96501-25E7-4F5C-9707-35DB4319144A}">
  <a:tblStyle styleId="{7CD96501-25E7-4F5C-9707-35DB431914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{7CD96501-25E7-4F5C-9707-35DB4319144A}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