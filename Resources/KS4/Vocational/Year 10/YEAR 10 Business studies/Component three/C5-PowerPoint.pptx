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F080203-E00D-4898-AF95-073380072619}">
  <a:tblStyle styleId="{8F080203-E00D-4898-AF95-07338007261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{8F080203-E00D-4898-AF95-073380072619}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