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C43B08-768E-47E2-9036-08C8F2C18F07}">
  <a:tblStyle styleId="{A6C43B08-768E-47E2-9036-08C8F2C18F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{A6C43B08-768E-47E2-9036-08C8F2C18F07}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