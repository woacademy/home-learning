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782D93-139F-457C-BCB8-9F4A2F5F0BC0}">
  <a:tblStyle styleId="{B1782D93-139F-457C-BCB8-9F4A2F5F0B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{B1782D93-139F-457C-BCB8-9F4A2F5F0BC0}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