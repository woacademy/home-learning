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005D54-583B-456C-95BE-1ADE83AB8F5D}">
  <a:tblStyle styleId="{A5005D54-583B-456C-95BE-1ADE83AB8F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{A5005D54-583B-456C-95BE-1ADE83AB8F5D}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