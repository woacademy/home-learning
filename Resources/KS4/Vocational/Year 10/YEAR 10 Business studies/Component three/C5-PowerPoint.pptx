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B97D3E0-F3D0-4C5A-819C-39F54A6CA710}">
  <a:tblStyle styleId="{2B97D3E0-F3D0-4C5A-819C-39F54A6CA7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{2B97D3E0-F3D0-4C5A-819C-39F54A6CA710}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