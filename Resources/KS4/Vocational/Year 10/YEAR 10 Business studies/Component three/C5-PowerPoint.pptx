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4EB4B5-C193-416B-884F-FDD54CCD0E47}">
  <a:tblStyle styleId="{614EB4B5-C193-416B-884F-FDD54CCD0E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{614EB4B5-C193-416B-884F-FDD54CCD0E47}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