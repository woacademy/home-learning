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3286C6-7F4D-4CD0-A7DD-C5E2F0D48B5E}">
  <a:tblStyle styleId="{3E3286C6-7F4D-4CD0-A7DD-C5E2F0D48B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{3E3286C6-7F4D-4CD0-A7DD-C5E2F0D48B5E}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