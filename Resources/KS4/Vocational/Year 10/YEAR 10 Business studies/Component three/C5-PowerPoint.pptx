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24C9D9-B8B0-4C0D-939E-70116788FB34}">
  <a:tblStyle styleId="{4E24C9D9-B8B0-4C0D-939E-70116788FB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{4E24C9D9-B8B0-4C0D-939E-70116788FB34}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