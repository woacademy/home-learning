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E7D8CB-0BBE-4E57-B39B-B63CF18C471C}">
  <a:tblStyle styleId="{11E7D8CB-0BBE-4E57-B39B-B63CF18C47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{11E7D8CB-0BBE-4E57-B39B-B63CF18C471C}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