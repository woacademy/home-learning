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6DBE007-FE93-4F30-A14F-29EC2B41F9FA}">
  <a:tblStyle styleId="{46DBE007-FE93-4F30-A14F-29EC2B41F9F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{46DBE007-FE93-4F30-A14F-29EC2B41F9FA}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