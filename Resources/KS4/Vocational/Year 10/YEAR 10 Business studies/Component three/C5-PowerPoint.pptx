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1A66C3-A8F0-4946-BC6E-5C9A29E13CD6}">
  <a:tblStyle styleId="{DD1A66C3-A8F0-4946-BC6E-5C9A29E13C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{DD1A66C3-A8F0-4946-BC6E-5C9A29E13CD6}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