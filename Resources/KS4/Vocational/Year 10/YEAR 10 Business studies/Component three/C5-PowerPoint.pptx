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F462E4-542A-4AB6-879A-3C6BFEB092BA}">
  <a:tblStyle styleId="{E2F462E4-542A-4AB6-879A-3C6BFEB092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{E2F462E4-542A-4AB6-879A-3C6BFEB092BA}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