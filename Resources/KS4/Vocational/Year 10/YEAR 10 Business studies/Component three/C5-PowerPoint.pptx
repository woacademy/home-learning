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332F5B-329A-496A-A4C0-20FBA1276FD7}">
  <a:tblStyle styleId="{16332F5B-329A-496A-A4C0-20FBA1276F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{16332F5B-329A-496A-A4C0-20FBA1276FD7}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