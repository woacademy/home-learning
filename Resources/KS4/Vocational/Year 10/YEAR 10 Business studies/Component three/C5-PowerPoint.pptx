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9331F88-8950-4F6E-87CB-37F3AB9022C5}">
  <a:tblStyle styleId="{69331F88-8950-4F6E-87CB-37F3AB9022C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{69331F88-8950-4F6E-87CB-37F3AB9022C5}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