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71FCF9F-7E23-484E-B442-CE3AFF53D5CC}">
  <a:tblStyle styleId="{A71FCF9F-7E23-484E-B442-CE3AFF53D5C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{A71FCF9F-7E23-484E-B442-CE3AFF53D5CC}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