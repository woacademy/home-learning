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5436AA-8D48-483F-BDF6-FD2D89901880}">
  <a:tblStyle styleId="{505436AA-8D48-483F-BDF6-FD2D899018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{505436AA-8D48-483F-BDF6-FD2D89901880}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