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DC004-DD74-4EEC-B4FD-3142E94C9640}">
  <a:tblStyle styleId="{C76DC004-DD74-4EEC-B4FD-3142E94C96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{C76DC004-DD74-4EEC-B4FD-3142E94C9640}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