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2F0961-20AA-429A-A01E-C43144F054F2}">
  <a:tblStyle styleId="{012F0961-20AA-429A-A01E-C43144F054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{012F0961-20AA-429A-A01E-C43144F054F2}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