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FD7C1F-8D4D-44EA-9C8D-2E3CCA2FCD03}">
  <a:tblStyle styleId="{04FD7C1F-8D4D-44EA-9C8D-2E3CCA2FCD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{04FD7C1F-8D4D-44EA-9C8D-2E3CCA2FCD03}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