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3E7E5D-0240-42A7-8A47-F8165DD1D787}">
  <a:tblStyle styleId="{FC3E7E5D-0240-42A7-8A47-F8165DD1D7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{FC3E7E5D-0240-42A7-8A47-F8165DD1D787}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