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94144B-E5B5-475D-8B4A-62C6494179B0}">
  <a:tblStyle styleId="{4394144B-E5B5-475D-8B4A-62C6494179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{4394144B-E5B5-475D-8B4A-62C6494179B0}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