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5A2AC-E234-4125-BAAF-8185F1AF16D9}">
  <a:tblStyle styleId="{FA65A2AC-E234-4125-BAAF-8185F1AF16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{FA65A2AC-E234-4125-BAAF-8185F1AF16D9}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