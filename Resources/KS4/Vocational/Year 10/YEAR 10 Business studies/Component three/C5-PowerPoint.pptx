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A7F1DC-0CCB-40CA-8596-A62B26F35F98}">
  <a:tblStyle styleId="{CEA7F1DC-0CCB-40CA-8596-A62B26F35F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{CEA7F1DC-0CCB-40CA-8596-A62B26F35F98}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