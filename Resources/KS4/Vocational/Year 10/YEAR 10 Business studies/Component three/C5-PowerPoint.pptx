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ABB63-72D0-41E5-8AF9-0EE3525A205D}">
  <a:tblStyle styleId="{7EDABB63-72D0-41E5-8AF9-0EE3525A20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{7EDABB63-72D0-41E5-8AF9-0EE3525A205D}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