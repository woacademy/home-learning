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203963-47C1-46FD-9BE5-946BB22F62B8}">
  <a:tblStyle styleId="{91203963-47C1-46FD-9BE5-946BB22F62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{91203963-47C1-46FD-9BE5-946BB22F62B8}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