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D2190A-775D-40F6-BE7C-5B265EC027A2}">
  <a:tblStyle styleId="{CDD2190A-775D-40F6-BE7C-5B265EC027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{CDD2190A-775D-40F6-BE7C-5B265EC027A2}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