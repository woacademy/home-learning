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20919E-1ACA-4433-A200-C97962EA3272}">
  <a:tblStyle styleId="{9620919E-1ACA-4433-A200-C97962EA32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{9620919E-1ACA-4433-A200-C97962EA3272}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