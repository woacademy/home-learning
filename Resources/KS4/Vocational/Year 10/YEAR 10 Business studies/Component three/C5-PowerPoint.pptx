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666A82-C24D-456A-ADE9-EE372C8061E8}">
  <a:tblStyle styleId="{D5666A82-C24D-456A-ADE9-EE372C8061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{D5666A82-C24D-456A-ADE9-EE372C8061E8}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