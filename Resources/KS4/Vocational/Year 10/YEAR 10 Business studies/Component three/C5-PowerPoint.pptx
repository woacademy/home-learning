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C27A7FC-176F-49F1-84AF-B5F9343EF49B}">
  <a:tblStyle styleId="{7C27A7FC-176F-49F1-84AF-B5F9343EF4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{7C27A7FC-176F-49F1-84AF-B5F9343EF49B}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