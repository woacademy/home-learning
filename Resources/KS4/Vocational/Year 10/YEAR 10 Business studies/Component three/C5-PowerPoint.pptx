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C1257-2A96-427D-915D-4568914499BA}">
  <a:tblStyle styleId="{AEBC1257-2A96-427D-915D-4568914499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{AEBC1257-2A96-427D-915D-4568914499BA}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