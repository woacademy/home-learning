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7FB4F1-6197-477A-9BD5-96FA473E8E51}">
  <a:tblStyle styleId="{417FB4F1-6197-477A-9BD5-96FA473E8E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{417FB4F1-6197-477A-9BD5-96FA473E8E51}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