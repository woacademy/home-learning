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F45DC4-0B6C-4C90-982F-DB59CA465E4F}">
  <a:tblStyle styleId="{6AF45DC4-0B6C-4C90-982F-DB59CA465E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{6AF45DC4-0B6C-4C90-982F-DB59CA465E4F}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