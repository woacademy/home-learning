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1BAB59C-D321-4D67-8B39-69A064765CEA}">
  <a:tblStyle styleId="{C1BAB59C-D321-4D67-8B39-69A064765C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{C1BAB59C-D321-4D67-8B39-69A064765CEA}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