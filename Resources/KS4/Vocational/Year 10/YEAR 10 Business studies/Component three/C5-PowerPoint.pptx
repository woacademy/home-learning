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3D9D3-A8FF-455E-9AA1-BEF6DF04C426}">
  <a:tblStyle styleId="{7BA3D9D3-A8FF-455E-9AA1-BEF6DF04C4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{7BA3D9D3-A8FF-455E-9AA1-BEF6DF04C426}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