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57F5DA-07F7-4468-B50B-A730998616CD}">
  <a:tblStyle styleId="{3E57F5DA-07F7-4468-B50B-A73099861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{3E57F5DA-07F7-4468-B50B-A730998616CD}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