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D1B900-2D5F-4E6B-824F-AD285F407268}">
  <a:tblStyle styleId="{94D1B900-2D5F-4E6B-824F-AD285F4072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{94D1B900-2D5F-4E6B-824F-AD285F407268}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