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67050F-5408-4ECD-940C-8C626BE20073}">
  <a:tblStyle styleId="{0867050F-5408-4ECD-940C-8C626BE200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{0867050F-5408-4ECD-940C-8C626BE20073}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