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29F0C4-3BC4-4AB7-84DC-CEC889F7F756}">
  <a:tblStyle styleId="{5829F0C4-3BC4-4AB7-84DC-CEC889F7F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{5829F0C4-3BC4-4AB7-84DC-CEC889F7F756}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