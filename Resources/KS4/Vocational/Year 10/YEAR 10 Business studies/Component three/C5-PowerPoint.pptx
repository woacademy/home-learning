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2944F5-45FF-4CA2-8760-8B6634153F9A}">
  <a:tblStyle styleId="{852944F5-45FF-4CA2-8760-8B6634153F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{852944F5-45FF-4CA2-8760-8B6634153F9A}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