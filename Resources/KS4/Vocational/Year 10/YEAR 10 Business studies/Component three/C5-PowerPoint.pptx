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33B1B8-024A-42AF-86EA-4B3A30F4B281}">
  <a:tblStyle styleId="{C733B1B8-024A-42AF-86EA-4B3A30F4B2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{C733B1B8-024A-42AF-86EA-4B3A30F4B281}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