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0401E4-DC05-42D5-8BDB-D5C6C1A4AD92}">
  <a:tblStyle styleId="{4A0401E4-DC05-42D5-8BDB-D5C6C1A4AD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{4A0401E4-DC05-42D5-8BDB-D5C6C1A4AD92}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