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5EE34F-6F5F-4C20-A78B-8D19BA88AC3A}">
  <a:tblStyle styleId="{5F5EE34F-6F5F-4C20-A78B-8D19BA88AC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{5F5EE34F-6F5F-4C20-A78B-8D19BA88AC3A}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