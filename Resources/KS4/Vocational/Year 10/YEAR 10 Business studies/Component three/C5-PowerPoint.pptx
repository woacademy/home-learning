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505ECAD-1920-46A4-B9AF-A011AFEF43B9}">
  <a:tblStyle styleId="{3505ECAD-1920-46A4-B9AF-A011AFEF43B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{3505ECAD-1920-46A4-B9AF-A011AFEF43B9}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