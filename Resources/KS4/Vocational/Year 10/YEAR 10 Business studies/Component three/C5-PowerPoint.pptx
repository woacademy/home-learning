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3F458A-88F5-4C07-B14E-0A6CC4F30CBC}">
  <a:tblStyle styleId="{4B3F458A-88F5-4C07-B14E-0A6CC4F30C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{4B3F458A-88F5-4C07-B14E-0A6CC4F30CBC}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