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E5A0CD-7656-4A08-859C-8EAD9675831E}">
  <a:tblStyle styleId="{4FE5A0CD-7656-4A08-859C-8EAD967583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{4FE5A0CD-7656-4A08-859C-8EAD9675831E}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