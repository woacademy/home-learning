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B7603C-88C1-4910-8883-6E55F3CA4F7B}">
  <a:tblStyle styleId="{89B7603C-88C1-4910-8883-6E55F3CA4F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{89B7603C-88C1-4910-8883-6E55F3CA4F7B}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