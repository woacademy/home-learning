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549F4C-F7FD-48B3-98FA-6FC13F9D7C89}">
  <a:tblStyle styleId="{C8549F4C-F7FD-48B3-98FA-6FC13F9D7C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{C8549F4C-F7FD-48B3-98FA-6FC13F9D7C89}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