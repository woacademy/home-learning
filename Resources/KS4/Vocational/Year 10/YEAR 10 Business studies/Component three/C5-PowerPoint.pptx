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0D785B-B9DE-4B1C-A5EC-DA58EC11CAB1}">
  <a:tblStyle styleId="{BC0D785B-B9DE-4B1C-A5EC-DA58EC11CA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{BC0D785B-B9DE-4B1C-A5EC-DA58EC11CAB1}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