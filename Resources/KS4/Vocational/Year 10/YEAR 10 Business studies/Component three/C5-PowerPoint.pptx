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EB5CD3-4E97-40A0-B5CF-257263CB3BAE}">
  <a:tblStyle styleId="{56EB5CD3-4E97-40A0-B5CF-257263CB3B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{56EB5CD3-4E97-40A0-B5CF-257263CB3BAE}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