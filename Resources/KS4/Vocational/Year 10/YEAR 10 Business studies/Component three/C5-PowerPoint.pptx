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4E73BF7-31DD-4348-A2DB-D96324D9E865}">
  <a:tblStyle styleId="{24E73BF7-31DD-4348-A2DB-D96324D9E8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{24E73BF7-31DD-4348-A2DB-D96324D9E865}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