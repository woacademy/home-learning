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31DA0A-EAC9-4DB2-9BC5-BCD2041D6575}">
  <a:tblStyle styleId="{DD31DA0A-EAC9-4DB2-9BC5-BCD2041D65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{DD31DA0A-EAC9-4DB2-9BC5-BCD2041D6575}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