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292698-CADD-4EA7-BAA8-76EFFB922141}">
  <a:tblStyle styleId="{CB292698-CADD-4EA7-BAA8-76EFFB9221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{CB292698-CADD-4EA7-BAA8-76EFFB922141}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