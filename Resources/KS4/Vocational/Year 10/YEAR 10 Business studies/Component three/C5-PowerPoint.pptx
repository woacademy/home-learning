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CA3DDC0-C5F2-49AF-ABEC-CFAADDD4C03A}">
  <a:tblStyle styleId="{4CA3DDC0-C5F2-49AF-ABEC-CFAADDD4C03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{4CA3DDC0-C5F2-49AF-ABEC-CFAADDD4C03A}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