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420E01-4E93-4228-ADCF-0796F26D84AE}">
  <a:tblStyle styleId="{0B420E01-4E93-4228-ADCF-0796F26D84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{0B420E01-4E93-4228-ADCF-0796F26D84AE}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