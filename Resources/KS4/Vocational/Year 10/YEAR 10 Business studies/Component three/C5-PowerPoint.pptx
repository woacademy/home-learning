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DDCAE4-8006-4CC6-BA1F-D0970D826E97}">
  <a:tblStyle styleId="{58DDCAE4-8006-4CC6-BA1F-D0970D826E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{58DDCAE4-8006-4CC6-BA1F-D0970D826E97}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