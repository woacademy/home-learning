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93E691C-983F-47C6-93F3-0918533B6BA0}">
  <a:tblStyle styleId="{F93E691C-983F-47C6-93F3-0918533B6B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{F93E691C-983F-47C6-93F3-0918533B6BA0}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