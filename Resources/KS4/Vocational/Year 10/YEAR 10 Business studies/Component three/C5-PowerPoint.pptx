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0572DC-29DE-4742-8C8D-A7B3147B9B53}">
  <a:tblStyle styleId="{620572DC-29DE-4742-8C8D-A7B3147B9B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{620572DC-29DE-4742-8C8D-A7B3147B9B53}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