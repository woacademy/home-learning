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7FBAF-9D2F-4B07-8A74-5B10006260FC}">
  <a:tblStyle styleId="{E5C7FBAF-9D2F-4B07-8A74-5B10006260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{E5C7FBAF-9D2F-4B07-8A74-5B10006260FC}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