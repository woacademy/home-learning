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490B4F-17C8-43DE-B8DF-726215B93A86}">
  <a:tblStyle styleId="{2D490B4F-17C8-43DE-B8DF-726215B93A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{2D490B4F-17C8-43DE-B8DF-726215B93A86}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