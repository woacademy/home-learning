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55FCDF-8A9A-47CA-A9CF-0D08F2ECFB20}">
  <a:tblStyle styleId="{BA55FCDF-8A9A-47CA-A9CF-0D08F2ECFB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{BA55FCDF-8A9A-47CA-A9CF-0D08F2ECFB20}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