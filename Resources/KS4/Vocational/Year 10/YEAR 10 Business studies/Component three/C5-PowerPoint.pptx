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8FE86-664A-4DEE-A0A2-364D3A665168}">
  <a:tblStyle styleId="{E6D8FE86-664A-4DEE-A0A2-364D3A6651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{E6D8FE86-664A-4DEE-A0A2-364D3A665168}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