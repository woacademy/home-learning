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40676B-44D8-4EDB-852F-D1187D1AF1FC}">
  <a:tblStyle styleId="{3140676B-44D8-4EDB-852F-D1187D1AF1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{3140676B-44D8-4EDB-852F-D1187D1AF1FC}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