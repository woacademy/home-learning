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2593AB-2F5D-4415-A8C9-42BF03AD3947}">
  <a:tblStyle styleId="{6D2593AB-2F5D-4415-A8C9-42BF03AD39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{6D2593AB-2F5D-4415-A8C9-42BF03AD3947}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