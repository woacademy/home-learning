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C082F9-41FB-4D4E-BC74-8C281532E9EC}">
  <a:tblStyle styleId="{ECC082F9-41FB-4D4E-BC74-8C281532E9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{ECC082F9-41FB-4D4E-BC74-8C281532E9EC}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