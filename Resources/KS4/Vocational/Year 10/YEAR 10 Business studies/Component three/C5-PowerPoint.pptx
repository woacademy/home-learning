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AFE487-7F1E-4FAB-AFD7-B49FA480D43A}">
  <a:tblStyle styleId="{10AFE487-7F1E-4FAB-AFD7-B49FA480D4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{10AFE487-7F1E-4FAB-AFD7-B49FA480D43A}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