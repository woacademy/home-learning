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CD9741-0B8A-4E0A-BDD3-DB8673E587DA}">
  <a:tblStyle styleId="{0CCD9741-0B8A-4E0A-BDD3-DB8673E587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{0CCD9741-0B8A-4E0A-BDD3-DB8673E587DA}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