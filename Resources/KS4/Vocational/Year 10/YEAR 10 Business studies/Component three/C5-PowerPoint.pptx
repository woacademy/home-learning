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D8CE86-ACAD-46DF-B8AA-A18BE48A8538}">
  <a:tblStyle styleId="{25D8CE86-ACAD-46DF-B8AA-A18BE48A85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{25D8CE86-ACAD-46DF-B8AA-A18BE48A8538}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