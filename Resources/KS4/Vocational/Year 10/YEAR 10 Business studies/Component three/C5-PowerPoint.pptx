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CEEB51D-5008-44A0-BE38-76C157B25C54}">
  <a:tblStyle styleId="{7CEEB51D-5008-44A0-BE38-76C157B25C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{7CEEB51D-5008-44A0-BE38-76C157B25C54}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