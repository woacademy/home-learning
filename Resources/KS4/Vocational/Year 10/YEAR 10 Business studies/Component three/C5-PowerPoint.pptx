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138CA-B8ED-44E9-8C80-3C65A5E35A4D}">
  <a:tblStyle styleId="{A91138CA-B8ED-44E9-8C80-3C65A5E35A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{A91138CA-B8ED-44E9-8C80-3C65A5E35A4D}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