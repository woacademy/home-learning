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55D13C-B5A5-4BC2-BF6B-EED1E0C081CB}">
  <a:tblStyle styleId="{4255D13C-B5A5-4BC2-BF6B-EED1E0C081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{4255D13C-B5A5-4BC2-BF6B-EED1E0C081CB}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