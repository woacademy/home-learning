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082232-1623-4C92-A7C6-082978FF0E73}">
  <a:tblStyle styleId="{7C082232-1623-4C92-A7C6-082978FF0E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{7C082232-1623-4C92-A7C6-082978FF0E73}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