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B4F4A1-E39E-4D33-B2DC-673D590BC791}">
  <a:tblStyle styleId="{72B4F4A1-E39E-4D33-B2DC-673D590BC7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{72B4F4A1-E39E-4D33-B2DC-673D590BC791}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