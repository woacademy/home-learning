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EC7E24-31A6-43E9-BA88-805CC03C1F5F}">
  <a:tblStyle styleId="{95EC7E24-31A6-43E9-BA88-805CC03C1F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{95EC7E24-31A6-43E9-BA88-805CC03C1F5F}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