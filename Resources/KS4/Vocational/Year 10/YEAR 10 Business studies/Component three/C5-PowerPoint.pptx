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6071CA7-C180-434E-8C88-9684AB906FB4}">
  <a:tblStyle styleId="{F6071CA7-C180-434E-8C88-9684AB906FB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{F6071CA7-C180-434E-8C88-9684AB906FB4}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