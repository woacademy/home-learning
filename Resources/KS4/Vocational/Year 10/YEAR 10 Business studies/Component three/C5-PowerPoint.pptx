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D1CBFD-1586-4296-AC5E-666A3C63EFBA}">
  <a:tblStyle styleId="{27D1CBFD-1586-4296-AC5E-666A3C63EF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{27D1CBFD-1586-4296-AC5E-666A3C63EFBA}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