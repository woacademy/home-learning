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069DC4-D1FF-4D63-BF4C-95A1E5E2513C}">
  <a:tblStyle styleId="{67069DC4-D1FF-4D63-BF4C-95A1E5E25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{67069DC4-D1FF-4D63-BF4C-95A1E5E2513C}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