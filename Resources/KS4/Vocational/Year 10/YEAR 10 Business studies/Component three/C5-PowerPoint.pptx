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16D52E-4B3B-4424-A8DB-45CF262D591F}">
  <a:tblStyle styleId="{2716D52E-4B3B-4424-A8DB-45CF262D59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{2716D52E-4B3B-4424-A8DB-45CF262D591F}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