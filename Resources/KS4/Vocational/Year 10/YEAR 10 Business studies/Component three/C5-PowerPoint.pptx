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6E46D-DEFC-4CDE-941C-7B139A11CDD8}">
  <a:tblStyle styleId="{A436E46D-DEFC-4CDE-941C-7B139A11CD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{A436E46D-DEFC-4CDE-941C-7B139A11CDD8}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