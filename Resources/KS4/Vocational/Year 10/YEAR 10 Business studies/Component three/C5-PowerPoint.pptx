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7F9E27-8E58-45A1-8BCC-8E08F15362DD}">
  <a:tblStyle styleId="{9A7F9E27-8E58-45A1-8BCC-8E08F15362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{9A7F9E27-8E58-45A1-8BCC-8E08F15362DD}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