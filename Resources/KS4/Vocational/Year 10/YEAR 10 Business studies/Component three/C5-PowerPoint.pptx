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919B5F-73AC-4CFB-9579-0119EF1F0D81}">
  <a:tblStyle styleId="{17919B5F-73AC-4CFB-9579-0119EF1F0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{17919B5F-73AC-4CFB-9579-0119EF1F0D81}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