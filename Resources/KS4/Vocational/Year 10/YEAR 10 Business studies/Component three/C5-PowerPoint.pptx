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7EBD4-A960-4146-B56D-F35D48F2B602}">
  <a:tblStyle styleId="{7287EBD4-A960-4146-B56D-F35D48F2B6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{7287EBD4-A960-4146-B56D-F35D48F2B602}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