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4D5EE1D-FA2B-4AA1-961E-F14230E92FA1}">
  <a:tblStyle styleId="{84D5EE1D-FA2B-4AA1-961E-F14230E92FA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{84D5EE1D-FA2B-4AA1-961E-F14230E92FA1}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