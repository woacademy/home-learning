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241EF-41F9-4E6C-A38D-8C063426CE7C}">
  <a:tblStyle styleId="{183241EF-41F9-4E6C-A38D-8C063426C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{183241EF-41F9-4E6C-A38D-8C063426CE7C}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