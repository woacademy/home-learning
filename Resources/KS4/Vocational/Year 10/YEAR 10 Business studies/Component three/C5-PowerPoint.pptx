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EC1235-FE95-43F8-9949-C384E7BB5EFF}">
  <a:tblStyle styleId="{4BEC1235-FE95-43F8-9949-C384E7BB5E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{4BEC1235-FE95-43F8-9949-C384E7BB5EFF}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