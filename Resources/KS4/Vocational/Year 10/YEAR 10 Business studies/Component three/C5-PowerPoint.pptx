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7186C-CB30-42F3-BE71-5048741397F7}">
  <a:tblStyle styleId="{D9C7186C-CB30-42F3-BE71-504874139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{D9C7186C-CB30-42F3-BE71-5048741397F7}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