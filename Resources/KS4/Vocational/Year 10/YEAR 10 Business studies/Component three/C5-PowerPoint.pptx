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B56B139-A9CB-49D1-9B6D-19CC632C4B8E}">
  <a:tblStyle styleId="{CB56B139-A9CB-49D1-9B6D-19CC632C4B8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{CB56B139-A9CB-49D1-9B6D-19CC632C4B8E}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