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072279-B482-4185-A48A-25175C7FE5F5}">
  <a:tblStyle styleId="{EC072279-B482-4185-A48A-25175C7FE5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{EC072279-B482-4185-A48A-25175C7FE5F5}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