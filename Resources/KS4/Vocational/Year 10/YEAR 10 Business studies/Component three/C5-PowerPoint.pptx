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405234-E520-4FEA-A5E9-EF673821C3DE}">
  <a:tblStyle styleId="{28405234-E520-4FEA-A5E9-EF673821C3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{28405234-E520-4FEA-A5E9-EF673821C3DE}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