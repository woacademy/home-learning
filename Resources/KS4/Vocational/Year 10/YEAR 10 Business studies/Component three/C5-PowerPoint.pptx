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89024B-A9C2-436F-AA55-D35A40C572E4}">
  <a:tblStyle styleId="{B089024B-A9C2-436F-AA55-D35A40C572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{B089024B-A9C2-436F-AA55-D35A40C572E4}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