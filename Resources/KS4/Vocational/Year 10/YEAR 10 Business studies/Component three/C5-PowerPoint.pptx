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06D570-E7C8-456C-9C58-1D7554279B32}">
  <a:tblStyle styleId="{1906D570-E7C8-456C-9C58-1D7554279B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{1906D570-E7C8-456C-9C58-1D7554279B32}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