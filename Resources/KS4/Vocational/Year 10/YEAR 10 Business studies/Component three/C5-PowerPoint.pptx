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7DFE22-A1CC-4945-90B2-B94F80C6FB7A}">
  <a:tblStyle styleId="{BB7DFE22-A1CC-4945-90B2-B94F80C6FB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{BB7DFE22-A1CC-4945-90B2-B94F80C6FB7A}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