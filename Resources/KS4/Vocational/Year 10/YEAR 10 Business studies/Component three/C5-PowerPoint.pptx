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06B89B-3260-4E5A-8633-63D975FDAF7B}">
  <a:tblStyle styleId="{BD06B89B-3260-4E5A-8633-63D975FDAF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{BD06B89B-3260-4E5A-8633-63D975FDAF7B}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