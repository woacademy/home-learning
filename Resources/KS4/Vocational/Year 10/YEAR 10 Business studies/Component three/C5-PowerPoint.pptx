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0880C9-BC91-41DF-9370-1406E3587046}">
  <a:tblStyle styleId="{CB0880C9-BC91-41DF-9370-1406E35870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{CB0880C9-BC91-41DF-9370-1406E3587046}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