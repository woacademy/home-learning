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9020CC-4B8A-4FDE-88A2-BF199493192A}">
  <a:tblStyle styleId="{3B9020CC-4B8A-4FDE-88A2-BF19949319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{3B9020CC-4B8A-4FDE-88A2-BF199493192A}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