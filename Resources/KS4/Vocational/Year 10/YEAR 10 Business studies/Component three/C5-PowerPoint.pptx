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BA2535-7194-4AB2-A748-7C8DFBB7C129}">
  <a:tblStyle styleId="{0ABA2535-7194-4AB2-A748-7C8DFBB7C1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{0ABA2535-7194-4AB2-A748-7C8DFBB7C129}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