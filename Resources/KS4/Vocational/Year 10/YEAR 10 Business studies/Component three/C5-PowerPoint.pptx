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D214DC-9CB1-4F74-82A8-B24178AF5554}">
  <a:tblStyle styleId="{56D214DC-9CB1-4F74-82A8-B24178AF55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{56D214DC-9CB1-4F74-82A8-B24178AF5554}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