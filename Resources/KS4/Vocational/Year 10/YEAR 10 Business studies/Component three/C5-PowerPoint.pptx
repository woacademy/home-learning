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76ED8-E81F-4CA2-80C7-0728482B052B}">
  <a:tblStyle styleId="{ACF76ED8-E81F-4CA2-80C7-0728482B05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{ACF76ED8-E81F-4CA2-80C7-0728482B052B}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