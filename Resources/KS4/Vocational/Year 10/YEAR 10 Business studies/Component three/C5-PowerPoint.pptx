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4EB9AD-E8D2-47A3-BC5F-35AF0BBC08C2}">
  <a:tblStyle styleId="{FD4EB9AD-E8D2-47A3-BC5F-35AF0BBC0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{FD4EB9AD-E8D2-47A3-BC5F-35AF0BBC08C2}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