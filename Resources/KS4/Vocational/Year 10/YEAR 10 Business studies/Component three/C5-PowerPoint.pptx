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61664C-5CDC-41F2-ABE5-79C9644EE0EB}">
  <a:tblStyle styleId="{9561664C-5CDC-41F2-ABE5-79C9644EE0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{9561664C-5CDC-41F2-ABE5-79C9644EE0EB}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