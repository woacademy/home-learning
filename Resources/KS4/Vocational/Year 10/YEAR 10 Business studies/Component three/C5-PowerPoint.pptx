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6E1F87-851C-45EE-9B8A-27F382D201C4}">
  <a:tblStyle styleId="{9D6E1F87-851C-45EE-9B8A-27F382D201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{9D6E1F87-851C-45EE-9B8A-27F382D201C4}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