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9CDED-1AFA-492A-A6D0-EC494E18B11A}">
  <a:tblStyle styleId="{9549CDED-1AFA-492A-A6D0-EC494E18B1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{9549CDED-1AFA-492A-A6D0-EC494E18B11A}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