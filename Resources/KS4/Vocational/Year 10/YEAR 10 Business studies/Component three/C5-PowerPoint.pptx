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04F38C-D542-40CD-B247-E32C2BE9FCF4}">
  <a:tblStyle styleId="{7204F38C-D542-40CD-B247-E32C2BE9FC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{7204F38C-D542-40CD-B247-E32C2BE9FCF4}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