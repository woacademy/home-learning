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02D347-F532-4D91-8A21-04DDC2C080BC}">
  <a:tblStyle styleId="{F502D347-F532-4D91-8A21-04DDC2C080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{F502D347-F532-4D91-8A21-04DDC2C080BC}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