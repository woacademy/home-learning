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DA401B-254D-44EE-A5B5-5F3B5ED7FADA}">
  <a:tblStyle styleId="{7BDA401B-254D-44EE-A5B5-5F3B5ED7FA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{7BDA401B-254D-44EE-A5B5-5F3B5ED7FADA}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