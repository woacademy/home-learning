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AAC07D-052C-4CC9-ACCF-FC37E34EB587}">
  <a:tblStyle styleId="{F8AAC07D-052C-4CC9-ACCF-FC37E34EB5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{F8AAC07D-052C-4CC9-ACCF-FC37E34EB587}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