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F43D86-3FEC-45CB-BA44-A42CB7EF6CC8}">
  <a:tblStyle styleId="{5BF43D86-3FEC-45CB-BA44-A42CB7EF6C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{5BF43D86-3FEC-45CB-BA44-A42CB7EF6CC8}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