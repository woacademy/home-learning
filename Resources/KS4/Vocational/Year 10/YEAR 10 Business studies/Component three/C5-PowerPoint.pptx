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78C144-8A3B-42B0-BA47-C1219E71F617}">
  <a:tblStyle styleId="{C378C144-8A3B-42B0-BA47-C1219E71F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{C378C144-8A3B-42B0-BA47-C1219E71F617}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