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A2179-C33D-4D43-A0EB-67FB1BDE4F57}">
  <a:tblStyle styleId="{732A2179-C33D-4D43-A0EB-67FB1BDE4F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{732A2179-C33D-4D43-A0EB-67FB1BDE4F57}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