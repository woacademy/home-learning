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20BC8B-B769-4014-B4BF-7D7AEDB8AA7A}">
  <a:tblStyle styleId="{5520BC8B-B769-4014-B4BF-7D7AEDB8AA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{5520BC8B-B769-4014-B4BF-7D7AEDB8AA7A}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