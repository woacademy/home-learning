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7A5BD8-BFBD-4BB1-89E1-2B564CF7C41E}">
  <a:tblStyle styleId="{9C7A5BD8-BFBD-4BB1-89E1-2B564CF7C4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{9C7A5BD8-BFBD-4BB1-89E1-2B564CF7C41E}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