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971C87-E3EF-4592-8244-2B6040BDDB14}">
  <a:tblStyle styleId="{45971C87-E3EF-4592-8244-2B6040BDDB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{45971C87-E3EF-4592-8244-2B6040BDDB14}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