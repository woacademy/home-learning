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434FD9-CFC0-4C0B-A73B-0D001CFB646D}">
  <a:tblStyle styleId="{6E434FD9-CFC0-4C0B-A73B-0D001CFB64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{6E434FD9-CFC0-4C0B-A73B-0D001CFB646D}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