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D88B23-4C6A-452B-8A3D-8846C8CB7A37}">
  <a:tblStyle styleId="{3DD88B23-4C6A-452B-8A3D-8846C8CB7A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{3DD88B23-4C6A-452B-8A3D-8846C8CB7A37}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