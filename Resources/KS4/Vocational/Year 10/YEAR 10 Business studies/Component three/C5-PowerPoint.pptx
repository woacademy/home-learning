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98F496-8946-489E-945F-DC4997D22347}">
  <a:tblStyle styleId="{4A98F496-8946-489E-945F-DC4997D2234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{4A98F496-8946-489E-945F-DC4997D22347}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