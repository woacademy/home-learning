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81BD1-8E3B-4B6B-9C0D-FC6EE201CE4B}">
  <a:tblStyle styleId="{FDF81BD1-8E3B-4B6B-9C0D-FC6EE201CE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{FDF81BD1-8E3B-4B6B-9C0D-FC6EE201CE4B}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