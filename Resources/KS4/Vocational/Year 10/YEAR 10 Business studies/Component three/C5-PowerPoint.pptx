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70A9ED8-795F-44D9-847B-849F3652538D}">
  <a:tblStyle styleId="{E70A9ED8-795F-44D9-847B-849F365253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{E70A9ED8-795F-44D9-847B-849F3652538D}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