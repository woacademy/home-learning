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56F16E-FB4D-4DA2-81CE-A6CC7E36720B}">
  <a:tblStyle styleId="{0B56F16E-FB4D-4DA2-81CE-A6CC7E3672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{0B56F16E-FB4D-4DA2-81CE-A6CC7E36720B}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