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7C73C43-62C2-4C27-B95B-CB4996F4A884}">
  <a:tblStyle styleId="{57C73C43-62C2-4C27-B95B-CB4996F4A8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{57C73C43-62C2-4C27-B95B-CB4996F4A884}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