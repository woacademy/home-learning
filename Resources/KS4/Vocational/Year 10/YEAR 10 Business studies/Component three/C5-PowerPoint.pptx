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981887-042C-432A-A037-32FED901370F}">
  <a:tblStyle styleId="{45981887-042C-432A-A037-32FED90137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{45981887-042C-432A-A037-32FED901370F}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