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C93AF6-52C2-47EE-AB61-70F438F7E32A}">
  <a:tblStyle styleId="{C5C93AF6-52C2-47EE-AB61-70F438F7E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{C5C93AF6-52C2-47EE-AB61-70F438F7E32A}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