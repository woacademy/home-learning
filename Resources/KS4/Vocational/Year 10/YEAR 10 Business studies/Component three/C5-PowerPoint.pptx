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67EC3D-444A-4BD2-B0F2-61E83CCCCE9B}">
  <a:tblStyle styleId="{BB67EC3D-444A-4BD2-B0F2-61E83CCCC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{BB67EC3D-444A-4BD2-B0F2-61E83CCCCE9B}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