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12CC7-0120-416A-9937-E6F9588EED07}">
  <a:tblStyle styleId="{18412CC7-0120-416A-9937-E6F9588EED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{18412CC7-0120-416A-9937-E6F9588EED07}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