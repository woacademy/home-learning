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D15772-9B9A-4105-9FD2-431FC5E247E5}">
  <a:tblStyle styleId="{E1D15772-9B9A-4105-9FD2-431FC5E247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{E1D15772-9B9A-4105-9FD2-431FC5E247E5}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