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C055E9-88AE-4DB6-89E9-6CCCE998D9FE}">
  <a:tblStyle styleId="{E1C055E9-88AE-4DB6-89E9-6CCCE998D9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{E1C055E9-88AE-4DB6-89E9-6CCCE998D9FE}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