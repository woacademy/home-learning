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29C69B-308F-4443-A692-A2D311A0F171}">
  <a:tblStyle styleId="{1429C69B-308F-4443-A692-A2D311A0F1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{1429C69B-308F-4443-A692-A2D311A0F171}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