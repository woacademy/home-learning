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07F7DB2-BF02-4FFF-9285-EC285A1ADF1E}">
  <a:tblStyle styleId="{E07F7DB2-BF02-4FFF-9285-EC285A1ADF1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{E07F7DB2-BF02-4FFF-9285-EC285A1ADF1E}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