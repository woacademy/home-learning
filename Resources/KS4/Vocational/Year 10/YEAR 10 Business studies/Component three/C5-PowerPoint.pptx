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2EBAC-0200-4B6C-967E-2055C57C9202}">
  <a:tblStyle styleId="{5DC2EBAC-0200-4B6C-967E-2055C57C92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{5DC2EBAC-0200-4B6C-967E-2055C57C9202}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