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0521A3-A128-4EF4-BC03-F3B64F1666F0}">
  <a:tblStyle styleId="{D70521A3-A128-4EF4-BC03-F3B64F1666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{D70521A3-A128-4EF4-BC03-F3B64F1666F0}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