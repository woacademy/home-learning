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EC312-47C7-46C8-B693-F248ACA21F8C}">
  <a:tblStyle styleId="{BE0EC312-47C7-46C8-B693-F248ACA21F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{BE0EC312-47C7-46C8-B693-F248ACA21F8C}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