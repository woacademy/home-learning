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C16301-D112-4C84-9AD0-CE346FB17FBC}">
  <a:tblStyle styleId="{41C16301-D112-4C84-9AD0-CE346FB17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{41C16301-D112-4C84-9AD0-CE346FB17FBC}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