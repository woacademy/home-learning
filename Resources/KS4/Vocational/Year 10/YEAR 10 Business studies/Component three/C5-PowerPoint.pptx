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02DD7B-FC0B-4C79-8402-78A5A02E96C4}">
  <a:tblStyle styleId="{5E02DD7B-FC0B-4C79-8402-78A5A02E96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{5E02DD7B-FC0B-4C79-8402-78A5A02E96C4}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