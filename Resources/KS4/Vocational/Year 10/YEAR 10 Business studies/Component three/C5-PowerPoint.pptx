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2A5B1B8-9B7D-400B-9AF1-31D9243BBC3D}">
  <a:tblStyle styleId="{92A5B1B8-9B7D-400B-9AF1-31D9243BBC3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{92A5B1B8-9B7D-400B-9AF1-31D9243BBC3D}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