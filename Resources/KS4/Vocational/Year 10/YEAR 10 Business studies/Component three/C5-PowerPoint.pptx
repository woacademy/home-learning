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6887E5-1444-4643-A724-802B9BF5EC97}">
  <a:tblStyle styleId="{516887E5-1444-4643-A724-802B9BF5EC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{516887E5-1444-4643-A724-802B9BF5EC97}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