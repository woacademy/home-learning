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98A6B5-4DE8-4CF7-82DE-607F67488350}">
  <a:tblStyle styleId="{6E98A6B5-4DE8-4CF7-82DE-607F674883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{6E98A6B5-4DE8-4CF7-82DE-607F67488350}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