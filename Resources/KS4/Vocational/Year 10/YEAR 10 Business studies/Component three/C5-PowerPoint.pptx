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B2548D-C64A-4B7D-905D-EC299D3322A2}">
  <a:tblStyle styleId="{79B2548D-C64A-4B7D-905D-EC299D3322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{79B2548D-C64A-4B7D-905D-EC299D3322A2}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