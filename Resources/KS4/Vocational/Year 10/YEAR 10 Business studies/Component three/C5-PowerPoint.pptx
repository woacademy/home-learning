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D36A74-628D-48DC-ADEA-F81026384B87}">
  <a:tblStyle styleId="{4CD36A74-628D-48DC-ADEA-F81026384B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{4CD36A74-628D-48DC-ADEA-F81026384B87}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