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FAC247-0E69-4588-B48D-DC0CA5F39810}">
  <a:tblStyle styleId="{93FAC247-0E69-4588-B48D-DC0CA5F398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{93FAC247-0E69-4588-B48D-DC0CA5F39810}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