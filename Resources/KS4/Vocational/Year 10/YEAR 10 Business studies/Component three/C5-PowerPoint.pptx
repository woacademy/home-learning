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4E9B41-F2B2-40FB-90A1-EC3587E6D44B}">
  <a:tblStyle styleId="{6D4E9B41-F2B2-40FB-90A1-EC3587E6D4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{6D4E9B41-F2B2-40FB-90A1-EC3587E6D44B}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