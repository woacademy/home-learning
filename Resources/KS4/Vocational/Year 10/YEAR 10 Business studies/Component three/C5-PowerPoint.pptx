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EE23BB-F44E-40FD-9445-C1111ED542AE}">
  <a:tblStyle styleId="{97EE23BB-F44E-40FD-9445-C1111ED542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{97EE23BB-F44E-40FD-9445-C1111ED542AE}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