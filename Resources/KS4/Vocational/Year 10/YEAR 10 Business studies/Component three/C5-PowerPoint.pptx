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6D700F0-A861-4279-A3D4-D7B1F3ADF969}">
  <a:tblStyle styleId="{46D700F0-A861-4279-A3D4-D7B1F3ADF9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{46D700F0-A861-4279-A3D4-D7B1F3ADF969}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