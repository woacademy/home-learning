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AD0BCC-EB1F-40CA-8870-92635182675F}">
  <a:tblStyle styleId="{F7AD0BCC-EB1F-40CA-8870-9263518267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{F7AD0BCC-EB1F-40CA-8870-92635182675F}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