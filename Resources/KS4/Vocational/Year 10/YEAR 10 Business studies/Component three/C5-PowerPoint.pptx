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4C907B2-4982-4879-A872-2BCCCDE1176B}">
  <a:tblStyle styleId="{04C907B2-4982-4879-A872-2BCCCDE1176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{04C907B2-4982-4879-A872-2BCCCDE1176B}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