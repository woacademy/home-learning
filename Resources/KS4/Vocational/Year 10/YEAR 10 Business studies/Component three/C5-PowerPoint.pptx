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A4DFB9-9B1B-45A8-B253-279C35E9C90B}">
  <a:tblStyle styleId="{98A4DFB9-9B1B-45A8-B253-279C35E9C9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{98A4DFB9-9B1B-45A8-B253-279C35E9C90B}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