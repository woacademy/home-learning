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892E5A-7035-457A-9814-41C0A0DB899A}">
  <a:tblStyle styleId="{EE892E5A-7035-457A-9814-41C0A0DB89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{EE892E5A-7035-457A-9814-41C0A0DB899A}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