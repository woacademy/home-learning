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CB6BCA-0327-43EF-B254-870F92DCA89B}">
  <a:tblStyle styleId="{85CB6BCA-0327-43EF-B254-870F92DCA8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{85CB6BCA-0327-43EF-B254-870F92DCA89B}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