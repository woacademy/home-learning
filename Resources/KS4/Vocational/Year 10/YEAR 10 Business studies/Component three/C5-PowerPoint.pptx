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210C0B-3F0B-4750-983F-418A4CFB29DB}">
  <a:tblStyle styleId="{F4210C0B-3F0B-4750-983F-418A4CFB29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{F4210C0B-3F0B-4750-983F-418A4CFB29DB}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