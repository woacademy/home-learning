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28575B-6DBD-43CB-97AA-D2B64C290990}">
  <a:tblStyle styleId="{8B28575B-6DBD-43CB-97AA-D2B64C2909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{8B28575B-6DBD-43CB-97AA-D2B64C290990}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