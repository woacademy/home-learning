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DB0512-74A7-4867-BCC8-17328EEE292E}">
  <a:tblStyle styleId="{9EDB0512-74A7-4867-BCC8-17328EEE29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{9EDB0512-74A7-4867-BCC8-17328EEE292E}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