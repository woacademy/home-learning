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1B984A7-4F79-44B7-881D-94B7E4CDE3DE}">
  <a:tblStyle styleId="{A1B984A7-4F79-44B7-881D-94B7E4CDE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{A1B984A7-4F79-44B7-881D-94B7E4CDE3DE}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