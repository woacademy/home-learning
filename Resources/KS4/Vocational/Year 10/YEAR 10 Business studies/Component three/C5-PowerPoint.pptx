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893F1D-9B81-44F8-840C-8EDF816EE421}">
  <a:tblStyle styleId="{58893F1D-9B81-44F8-840C-8EDF816EE4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{58893F1D-9B81-44F8-840C-8EDF816EE421}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