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98723B-303A-4E69-A45E-1A95AA47A162}">
  <a:tblStyle styleId="{7D98723B-303A-4E69-A45E-1A95AA47A1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{7D98723B-303A-4E69-A45E-1A95AA47A162}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