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4E69D7-5ABF-4245-B258-632EA720A9D0}">
  <a:tblStyle styleId="{724E69D7-5ABF-4245-B258-632EA720A9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{724E69D7-5ABF-4245-B258-632EA720A9D0}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