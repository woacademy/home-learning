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357C6F-84D4-44B4-BF28-E3F59FC1D658}">
  <a:tblStyle styleId="{86357C6F-84D4-44B4-BF28-E3F59FC1D6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{86357C6F-84D4-44B4-BF28-E3F59FC1D658}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