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FF191A-E81F-42E3-B7FE-992B68633275}">
  <a:tblStyle styleId="{7AFF191A-E81F-42E3-B7FE-992B686332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{7AFF191A-E81F-42E3-B7FE-992B68633275}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