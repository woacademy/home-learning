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8CF5CC-7BDE-4990-A6D2-E5940337111C}">
  <a:tblStyle styleId="{5D8CF5CC-7BDE-4990-A6D2-E594033711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{5D8CF5CC-7BDE-4990-A6D2-E5940337111C}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