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609AC66-A616-4402-97B8-4EFF74710894}">
  <a:tblStyle styleId="{9609AC66-A616-4402-97B8-4EFF7471089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{9609AC66-A616-4402-97B8-4EFF74710894}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