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C9D268-703A-4ADF-A2CF-63440BF55004}">
  <a:tblStyle styleId="{2CC9D268-703A-4ADF-A2CF-63440BF550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{2CC9D268-703A-4ADF-A2CF-63440BF55004}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