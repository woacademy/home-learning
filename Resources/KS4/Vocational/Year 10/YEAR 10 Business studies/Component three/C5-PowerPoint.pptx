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27D103-ADD7-47F9-B524-D948288993EF}">
  <a:tblStyle styleId="{B027D103-ADD7-47F9-B524-D948288993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{B027D103-ADD7-47F9-B524-D948288993EF}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