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093BC8-C921-4852-AD36-A06A3F738978}">
  <a:tblStyle styleId="{3E093BC8-C921-4852-AD36-A06A3F7389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{3E093BC8-C921-4852-AD36-A06A3F738978}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