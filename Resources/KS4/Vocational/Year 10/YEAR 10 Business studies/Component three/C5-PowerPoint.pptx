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B0EE79-2980-42CC-B3C7-6D48023A5D94}">
  <a:tblStyle styleId="{44B0EE79-2980-42CC-B3C7-6D48023A5D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{44B0EE79-2980-42CC-B3C7-6D48023A5D94}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