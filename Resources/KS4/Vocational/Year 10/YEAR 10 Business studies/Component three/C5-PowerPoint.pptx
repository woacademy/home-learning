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61CFE9-2915-42D8-882D-3BD38A701912}">
  <a:tblStyle styleId="{4261CFE9-2915-42D8-882D-3BD38A7019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{4261CFE9-2915-42D8-882D-3BD38A701912}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