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4D3D84-864A-4F4A-828D-4D95D1532BDB}">
  <a:tblStyle styleId="{A04D3D84-864A-4F4A-828D-4D95D1532B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{A04D3D84-864A-4F4A-828D-4D95D1532BDB}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