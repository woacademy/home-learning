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833625-7E04-4EE3-8D4F-160A742EB103}">
  <a:tblStyle styleId="{A4833625-7E04-4EE3-8D4F-160A742EB1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{A4833625-7E04-4EE3-8D4F-160A742EB103}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