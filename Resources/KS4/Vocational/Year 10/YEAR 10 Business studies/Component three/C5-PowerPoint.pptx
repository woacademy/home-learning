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8F1029-40A6-4C2A-8312-83715A914CA3}">
  <a:tblStyle styleId="{748F1029-40A6-4C2A-8312-83715A914C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{748F1029-40A6-4C2A-8312-83715A914CA3}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