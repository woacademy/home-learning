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09E0D-B679-431B-A926-5589D9E0FABC}">
  <a:tblStyle styleId="{84809E0D-B679-431B-A926-5589D9E0FA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{84809E0D-B679-431B-A926-5589D9E0FABC}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