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6DE2B2-2831-427C-8C7E-DBE7889D0EB3}">
  <a:tblStyle styleId="{4C6DE2B2-2831-427C-8C7E-DBE7889D0E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{4C6DE2B2-2831-427C-8C7E-DBE7889D0EB3}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