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88A53-96A3-49D6-B7B6-3DE366B582A5}">
  <a:tblStyle styleId="{4DE88A53-96A3-49D6-B7B6-3DE366B582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{4DE88A53-96A3-49D6-B7B6-3DE366B582A5}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