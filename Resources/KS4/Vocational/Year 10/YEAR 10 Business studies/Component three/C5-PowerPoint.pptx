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24323-1F2A-491C-A0B3-CB9B538CCF91}">
  <a:tblStyle styleId="{15D24323-1F2A-491C-A0B3-CB9B538CCF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{15D24323-1F2A-491C-A0B3-CB9B538CCF91}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