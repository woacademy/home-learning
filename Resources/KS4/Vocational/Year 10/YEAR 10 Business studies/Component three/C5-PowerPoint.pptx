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BB3A70-98A0-456A-B155-369EC06A4D7E}">
  <a:tblStyle styleId="{31BB3A70-98A0-456A-B155-369EC06A4D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{31BB3A70-98A0-456A-B155-369EC06A4D7E}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