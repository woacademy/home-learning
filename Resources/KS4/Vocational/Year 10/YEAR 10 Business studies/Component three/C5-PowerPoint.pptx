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0B31E1-7E08-473E-A967-1F038078377D}">
  <a:tblStyle styleId="{ED0B31E1-7E08-473E-A967-1F03807837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{ED0B31E1-7E08-473E-A967-1F038078377D}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