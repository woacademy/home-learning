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493497-D168-47A6-8D55-BF51DB31E5B7}">
  <a:tblStyle styleId="{92493497-D168-47A6-8D55-BF51DB31E5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{92493497-D168-47A6-8D55-BF51DB31E5B7}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