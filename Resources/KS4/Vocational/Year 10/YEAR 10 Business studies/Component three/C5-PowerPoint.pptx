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C625A43-DB70-41E2-ACC3-632BB9C64725}">
  <a:tblStyle styleId="{2C625A43-DB70-41E2-ACC3-632BB9C6472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{2C625A43-DB70-41E2-ACC3-632BB9C64725}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