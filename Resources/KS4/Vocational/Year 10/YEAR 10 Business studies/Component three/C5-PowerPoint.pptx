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FA7FA45-B173-496E-BF77-FFD8DF5857F3}">
  <a:tblStyle styleId="{8FA7FA45-B173-496E-BF77-FFD8DF5857F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{8FA7FA45-B173-496E-BF77-FFD8DF5857F3}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