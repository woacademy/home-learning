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6FCDB29-63DC-4580-899F-1E022E82473A}">
  <a:tblStyle styleId="{86FCDB29-63DC-4580-899F-1E022E8247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{86FCDB29-63DC-4580-899F-1E022E82473A}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