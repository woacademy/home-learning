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6C3BEC-3FAB-4FDA-AD26-D11CD76D3FC1}">
  <a:tblStyle styleId="{356C3BEC-3FAB-4FDA-AD26-D11CD76D3F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{356C3BEC-3FAB-4FDA-AD26-D11CD76D3FC1}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