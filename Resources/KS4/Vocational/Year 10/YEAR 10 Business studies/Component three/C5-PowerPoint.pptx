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B177AF-2981-4481-83EE-9C3E345F156F}">
  <a:tblStyle styleId="{20B177AF-2981-4481-83EE-9C3E345F1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{20B177AF-2981-4481-83EE-9C3E345F156F}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