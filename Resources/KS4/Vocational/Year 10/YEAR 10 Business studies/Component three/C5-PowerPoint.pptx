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70DBDE-FF50-44F7-9C50-4F70CF5F644D}">
  <a:tblStyle styleId="{6A70DBDE-FF50-44F7-9C50-4F70CF5F64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{6A70DBDE-FF50-44F7-9C50-4F70CF5F644D}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