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E06AE9-E147-41CC-A801-E4FD07540FD9}">
  <a:tblStyle styleId="{D2E06AE9-E147-41CC-A801-E4FD07540F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{D2E06AE9-E147-41CC-A801-E4FD07540FD9}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