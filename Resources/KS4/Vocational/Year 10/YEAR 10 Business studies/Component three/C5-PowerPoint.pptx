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7D1EED-7808-4845-91C3-D0C385053C17}">
  <a:tblStyle styleId="{C27D1EED-7808-4845-91C3-D0C385053C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{C27D1EED-7808-4845-91C3-D0C385053C17}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