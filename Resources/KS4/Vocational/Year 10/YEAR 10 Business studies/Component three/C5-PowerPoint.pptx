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1719578-7B72-47A5-8E4A-FDB0602F0733}">
  <a:tblStyle styleId="{11719578-7B72-47A5-8E4A-FDB0602F07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{11719578-7B72-47A5-8E4A-FDB0602F0733}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