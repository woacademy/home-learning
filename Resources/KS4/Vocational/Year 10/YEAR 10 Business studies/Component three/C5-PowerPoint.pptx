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435E65-11A2-4226-BE0C-4DB6E888FCE1}">
  <a:tblStyle styleId="{4B435E65-11A2-4226-BE0C-4DB6E888FC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{4B435E65-11A2-4226-BE0C-4DB6E888FCE1}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