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99716C-99C2-4870-A1B7-698630361238}">
  <a:tblStyle styleId="{9699716C-99C2-4870-A1B7-6986303612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{9699716C-99C2-4870-A1B7-698630361238}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