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289072-39A1-4012-826B-7F7D58D4B0C1}">
  <a:tblStyle styleId="{D8289072-39A1-4012-826B-7F7D58D4B0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{D8289072-39A1-4012-826B-7F7D58D4B0C1}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