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8AFD1F-4225-437C-9D8E-E9CAB6413502}">
  <a:tblStyle styleId="{8F8AFD1F-4225-437C-9D8E-E9CAB64135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{8F8AFD1F-4225-437C-9D8E-E9CAB6413502}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