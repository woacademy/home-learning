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8F6343-5AD7-453D-846D-64219E36C1B8}">
  <a:tblStyle styleId="{C98F6343-5AD7-453D-846D-64219E36C1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{C98F6343-5AD7-453D-846D-64219E36C1B8}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