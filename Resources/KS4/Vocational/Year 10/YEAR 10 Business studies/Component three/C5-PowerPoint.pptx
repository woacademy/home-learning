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05D441-5E09-446C-B663-FC6933745D1D}">
  <a:tblStyle styleId="{1C05D441-5E09-446C-B663-FC6933745D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{1C05D441-5E09-446C-B663-FC6933745D1D}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