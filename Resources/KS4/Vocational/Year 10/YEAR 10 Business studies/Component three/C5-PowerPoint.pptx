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296054-D44D-4D24-8ED5-2ECB1AB25144}">
  <a:tblStyle styleId="{83296054-D44D-4D24-8ED5-2ECB1AB251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{83296054-D44D-4D24-8ED5-2ECB1AB25144}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