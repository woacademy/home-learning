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0DF8FB-E493-4420-9BE1-373E4FECDF05}">
  <a:tblStyle styleId="{C00DF8FB-E493-4420-9BE1-373E4FECDF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{C00DF8FB-E493-4420-9BE1-373E4FECDF05}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