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03D11A-3F59-43D0-A47B-E69F6E6DC996}">
  <a:tblStyle styleId="{E903D11A-3F59-43D0-A47B-E69F6E6DC9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{E903D11A-3F59-43D0-A47B-E69F6E6DC996}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