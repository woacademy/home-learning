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382709-50BF-4C5C-BDAC-DD1095168586}">
  <a:tblStyle styleId="{B0382709-50BF-4C5C-BDAC-DD10951685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{B0382709-50BF-4C5C-BDAC-DD1095168586}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