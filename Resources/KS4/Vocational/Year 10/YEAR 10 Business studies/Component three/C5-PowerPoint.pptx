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4E4339-520D-4749-AB9A-55FA2C056927}">
  <a:tblStyle styleId="{BE4E4339-520D-4749-AB9A-55FA2C0569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{BE4E4339-520D-4749-AB9A-55FA2C056927}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