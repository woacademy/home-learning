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75D34E6-A728-4820-9C4E-2FE695B32670}">
  <a:tblStyle styleId="{A75D34E6-A728-4820-9C4E-2FE695B3267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{A75D34E6-A728-4820-9C4E-2FE695B32670}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