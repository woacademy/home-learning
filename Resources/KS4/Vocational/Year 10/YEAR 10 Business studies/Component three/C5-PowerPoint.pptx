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86276C-8D71-4463-8377-7E6957DC9976}">
  <a:tblStyle styleId="{8686276C-8D71-4463-8377-7E6957DC99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{8686276C-8D71-4463-8377-7E6957DC9976}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