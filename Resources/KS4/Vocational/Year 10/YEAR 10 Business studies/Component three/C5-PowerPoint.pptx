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538461-87A8-4226-B5B9-931320311878}">
  <a:tblStyle styleId="{62538461-87A8-4226-B5B9-9313203118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{62538461-87A8-4226-B5B9-931320311878}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