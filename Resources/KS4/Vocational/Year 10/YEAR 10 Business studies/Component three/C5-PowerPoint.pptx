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10B57B-08E2-47EC-9BEE-744348A3A654}">
  <a:tblStyle styleId="{C510B57B-08E2-47EC-9BEE-744348A3A6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{C510B57B-08E2-47EC-9BEE-744348A3A654}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