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025FAA-C0E0-48AF-9B6F-151ED451E87F}">
  <a:tblStyle styleId="{02025FAA-C0E0-48AF-9B6F-151ED451E87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{02025FAA-C0E0-48AF-9B6F-151ED451E87F}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