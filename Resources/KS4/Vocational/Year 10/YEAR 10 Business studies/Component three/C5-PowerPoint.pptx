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B4DE74-876C-4989-B7D3-82B8DDDE3A53}">
  <a:tblStyle styleId="{8BB4DE74-876C-4989-B7D3-82B8DDDE3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{8BB4DE74-876C-4989-B7D3-82B8DDDE3A53}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