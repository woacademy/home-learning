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2FEA82-00C2-400D-9F35-11EBBD20E7F3}">
  <a:tblStyle styleId="{222FEA82-00C2-400D-9F35-11EBBD20E7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{222FEA82-00C2-400D-9F35-11EBBD20E7F3}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