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7DB48F-A11F-4FBC-85F0-800296529E7C}">
  <a:tblStyle styleId="{DC7DB48F-A11F-4FBC-85F0-800296529E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{DC7DB48F-A11F-4FBC-85F0-800296529E7C}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