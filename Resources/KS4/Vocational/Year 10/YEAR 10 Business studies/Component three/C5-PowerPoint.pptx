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D78C7E-1719-4DA4-9BB3-4B67593FBAFE}">
  <a:tblStyle styleId="{1FD78C7E-1719-4DA4-9BB3-4B67593FBA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{1FD78C7E-1719-4DA4-9BB3-4B67593FBAFE}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