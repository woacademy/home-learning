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B0E19-F152-4287-96DA-5862ACA86B80}">
  <a:tblStyle styleId="{9BDB0E19-F152-4287-96DA-5862ACA86B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{9BDB0E19-F152-4287-96DA-5862ACA86B80}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