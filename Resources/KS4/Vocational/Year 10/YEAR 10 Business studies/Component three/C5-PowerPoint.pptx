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6E279-7A1E-4654-B3F0-4977B27EECCB}">
  <a:tblStyle styleId="{BA76E279-7A1E-4654-B3F0-4977B27EEC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{BA76E279-7A1E-4654-B3F0-4977B27EECCB}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