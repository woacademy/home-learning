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867AC8-358B-4A7B-96CA-450DF1DCD842}">
  <a:tblStyle styleId="{9A867AC8-358B-4A7B-96CA-450DF1DCD8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{9A867AC8-358B-4A7B-96CA-450DF1DCD842}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