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61F78C-4A23-4581-A9D1-B513B0B3DCF7}">
  <a:tblStyle styleId="{9C61F78C-4A23-4581-A9D1-B513B0B3DC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{9C61F78C-4A23-4581-A9D1-B513B0B3DCF7}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