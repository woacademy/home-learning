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557D58-9FB0-461B-8955-8A378799970F}">
  <a:tblStyle styleId="{77557D58-9FB0-461B-8955-8A37879997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{77557D58-9FB0-461B-8955-8A378799970F}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