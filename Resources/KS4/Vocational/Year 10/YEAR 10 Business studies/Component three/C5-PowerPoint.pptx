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18F77B-FF88-4C43-8631-109F62C70EC4}">
  <a:tblStyle styleId="{C118F77B-FF88-4C43-8631-109F62C70E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{C118F77B-FF88-4C43-8631-109F62C70EC4}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