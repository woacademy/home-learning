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0D8ED0-05C9-476A-A0D9-A8998631F7A4}">
  <a:tblStyle styleId="{290D8ED0-05C9-476A-A0D9-A8998631F7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{290D8ED0-05C9-476A-A0D9-A8998631F7A4}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