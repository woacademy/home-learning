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38CF2-7B24-4039-8DAD-44C44F8372F8}">
  <a:tblStyle styleId="{74B38CF2-7B24-4039-8DAD-44C44F8372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{74B38CF2-7B24-4039-8DAD-44C44F8372F8}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