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46C2E6-3868-4403-AEF1-F72E809D0B25}">
  <a:tblStyle styleId="{8046C2E6-3868-4403-AEF1-F72E809D0B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{8046C2E6-3868-4403-AEF1-F72E809D0B25}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