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C1DC18F-C8F4-4FA5-9AAA-5D09BB12B79B}">
  <a:tblStyle styleId="{DC1DC18F-C8F4-4FA5-9AAA-5D09BB12B7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{DC1DC18F-C8F4-4FA5-9AAA-5D09BB12B79B}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