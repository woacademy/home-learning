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F46E77-5867-42F7-BD74-626E661D8DA4}">
  <a:tblStyle styleId="{14F46E77-5867-42F7-BD74-626E661D8D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{14F46E77-5867-42F7-BD74-626E661D8DA4}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