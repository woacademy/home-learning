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0D4FC9D-6DFD-49BE-BC16-0FC8585FD707}">
  <a:tblStyle styleId="{90D4FC9D-6DFD-49BE-BC16-0FC8585FD70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{90D4FC9D-6DFD-49BE-BC16-0FC8585FD707}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