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DDE26F-C6A7-479F-89FC-1C8829469BE9}">
  <a:tblStyle styleId="{8ADDE26F-C6A7-479F-89FC-1C8829469BE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{8ADDE26F-C6A7-479F-89FC-1C8829469BE9}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