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498D85-B7CB-4954-8559-6F6F2808FFCA}">
  <a:tblStyle styleId="{EC498D85-B7CB-4954-8559-6F6F2808FFC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{EC498D85-B7CB-4954-8559-6F6F2808FFCA}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