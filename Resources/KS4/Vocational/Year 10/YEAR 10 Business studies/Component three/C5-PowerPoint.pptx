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BD1CD5-E5B8-427B-9A88-84A739FCCFA8}">
  <a:tblStyle styleId="{89BD1CD5-E5B8-427B-9A88-84A739FCCF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{89BD1CD5-E5B8-427B-9A88-84A739FCCFA8}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