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DEF2C5-3458-4D82-9C9E-3C787C71935C}">
  <a:tblStyle styleId="{E9DEF2C5-3458-4D82-9C9E-3C787C7193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{E9DEF2C5-3458-4D82-9C9E-3C787C71935C}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