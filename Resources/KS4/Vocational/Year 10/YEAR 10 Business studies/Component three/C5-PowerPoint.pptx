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FE167C-6785-4003-922E-6B293DDB08E6}">
  <a:tblStyle styleId="{A2FE167C-6785-4003-922E-6B293DDB08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{A2FE167C-6785-4003-922E-6B293DDB08E6}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