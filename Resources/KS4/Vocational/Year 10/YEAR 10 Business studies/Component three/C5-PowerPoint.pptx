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90C4AA-2F86-4117-A091-A3594C70CE81}">
  <a:tblStyle styleId="{0B90C4AA-2F86-4117-A091-A3594C70C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{0B90C4AA-2F86-4117-A091-A3594C70CE81}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