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2ABF74-9A8D-4DA8-8CC5-063D4329CE8D}">
  <a:tblStyle styleId="{AD2ABF74-9A8D-4DA8-8CC5-063D4329CE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{AD2ABF74-9A8D-4DA8-8CC5-063D4329CE8D}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