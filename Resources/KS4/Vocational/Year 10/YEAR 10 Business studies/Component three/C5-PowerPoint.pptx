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E009AEE-8AC0-4E0A-8AF5-DF4120B39E06}">
  <a:tblStyle styleId="{4E009AEE-8AC0-4E0A-8AF5-DF4120B39E0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{4E009AEE-8AC0-4E0A-8AF5-DF4120B39E06}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