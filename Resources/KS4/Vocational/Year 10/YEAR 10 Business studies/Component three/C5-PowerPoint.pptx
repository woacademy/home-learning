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16F6A9-6787-40DF-B3A5-794A617600BF}">
  <a:tblStyle styleId="{E216F6A9-6787-40DF-B3A5-794A617600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{E216F6A9-6787-40DF-B3A5-794A617600BF}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