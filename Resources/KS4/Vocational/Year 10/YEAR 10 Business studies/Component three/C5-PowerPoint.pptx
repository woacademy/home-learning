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DAE9AA-CEAC-43A6-8E0B-BCCF67BCA8B9}">
  <a:tblStyle styleId="{2FDAE9AA-CEAC-43A6-8E0B-BCCF67BCA8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{2FDAE9AA-CEAC-43A6-8E0B-BCCF67BCA8B9}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