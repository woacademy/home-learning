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634810-8C97-4107-A1C5-C417E40D5ADB}">
  <a:tblStyle styleId="{D5634810-8C97-4107-A1C5-C417E40D5AD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{D5634810-8C97-4107-A1C5-C417E40D5ADB}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