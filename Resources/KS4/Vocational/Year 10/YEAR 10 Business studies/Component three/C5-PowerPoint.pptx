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0D9E74-48F2-4D61-8016-2EC2B96043EE}">
  <a:tblStyle styleId="{1B0D9E74-48F2-4D61-8016-2EC2B96043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{1B0D9E74-48F2-4D61-8016-2EC2B96043EE}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