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1FD985-A957-4914-86FF-28117E1CE95A}">
  <a:tblStyle styleId="{FB1FD985-A957-4914-86FF-28117E1CE9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{FB1FD985-A957-4914-86FF-28117E1CE95A}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