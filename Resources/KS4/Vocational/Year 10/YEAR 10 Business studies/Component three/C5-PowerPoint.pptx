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5DE547-4CFA-4ABF-85D2-0650FAEC4210}">
  <a:tblStyle styleId="{A25DE547-4CFA-4ABF-85D2-0650FAEC42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{A25DE547-4CFA-4ABF-85D2-0650FAEC4210}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