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36C0C7-2F5E-42AE-9038-F8EFD8A90C35}">
  <a:tblStyle styleId="{9236C0C7-2F5E-42AE-9038-F8EFD8A90C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{9236C0C7-2F5E-42AE-9038-F8EFD8A90C35}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