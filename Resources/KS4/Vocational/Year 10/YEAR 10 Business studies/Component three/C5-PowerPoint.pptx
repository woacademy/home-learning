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EE4DF14-705B-4E12-B42F-4D6EE15EEBA4}">
  <a:tblStyle styleId="{2EE4DF14-705B-4E12-B42F-4D6EE15EEBA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{2EE4DF14-705B-4E12-B42F-4D6EE15EEBA4}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