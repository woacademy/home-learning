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7F8539-852D-4422-B187-4081D1C64768}">
  <a:tblStyle styleId="{587F8539-852D-4422-B187-4081D1C647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{587F8539-852D-4422-B187-4081D1C64768}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