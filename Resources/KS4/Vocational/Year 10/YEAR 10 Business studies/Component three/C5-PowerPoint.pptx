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ABFF81-AE03-467D-8514-886CA42E3544}">
  <a:tblStyle styleId="{23ABFF81-AE03-467D-8514-886CA42E35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{23ABFF81-AE03-467D-8514-886CA42E3544}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