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346AFB-7D7A-4181-9400-1CCF86DD30B2}">
  <a:tblStyle styleId="{2B346AFB-7D7A-4181-9400-1CCF86DD30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{2B346AFB-7D7A-4181-9400-1CCF86DD30B2}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