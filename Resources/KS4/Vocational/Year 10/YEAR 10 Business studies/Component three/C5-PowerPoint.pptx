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391AEEB-38F2-4929-8B78-80FE7D5789A8}">
  <a:tblStyle styleId="{3391AEEB-38F2-4929-8B78-80FE7D5789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{3391AEEB-38F2-4929-8B78-80FE7D5789A8}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