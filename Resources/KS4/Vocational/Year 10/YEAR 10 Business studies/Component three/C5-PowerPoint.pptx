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24C82-F4C7-4EC6-B736-2A6C30E351C2}">
  <a:tblStyle styleId="{6C824C82-F4C7-4EC6-B736-2A6C30E351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{6C824C82-F4C7-4EC6-B736-2A6C30E351C2}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