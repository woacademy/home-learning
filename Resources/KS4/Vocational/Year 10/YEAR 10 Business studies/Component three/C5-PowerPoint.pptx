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6E40726-24AB-448A-8E01-B95E0C2E74AB}">
  <a:tblStyle styleId="{16E40726-24AB-448A-8E01-B95E0C2E74A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{16E40726-24AB-448A-8E01-B95E0C2E74AB}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