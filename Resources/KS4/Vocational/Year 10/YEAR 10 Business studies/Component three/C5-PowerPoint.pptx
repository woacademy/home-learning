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5A436-0512-454B-9305-590716C6743B}">
  <a:tblStyle styleId="{A355A436-0512-454B-9305-590716C674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{A355A436-0512-454B-9305-590716C6743B}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