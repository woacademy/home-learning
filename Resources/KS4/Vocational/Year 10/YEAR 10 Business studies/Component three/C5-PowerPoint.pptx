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4F71B7-413C-4F5F-BAE9-07EE7B7F66DE}">
  <a:tblStyle styleId="{504F71B7-413C-4F5F-BAE9-07EE7B7F66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{504F71B7-413C-4F5F-BAE9-07EE7B7F66DE}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