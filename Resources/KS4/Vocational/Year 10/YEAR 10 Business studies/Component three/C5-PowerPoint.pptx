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C661FD-0D29-4EAE-A3D4-8DB796D188F1}">
  <a:tblStyle styleId="{3AC661FD-0D29-4EAE-A3D4-8DB796D188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{3AC661FD-0D29-4EAE-A3D4-8DB796D188F1}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