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63A6B-397E-4934-9123-1D791DBF1514}">
  <a:tblStyle styleId="{E9C63A6B-397E-4934-9123-1D791DBF15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{E9C63A6B-397E-4934-9123-1D791DBF1514}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