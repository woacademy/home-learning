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9EE168-F78D-48AF-8F16-6B9705E83E1A}">
  <a:tblStyle styleId="{0F9EE168-F78D-48AF-8F16-6B9705E83E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{0F9EE168-F78D-48AF-8F16-6B9705E83E1A}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