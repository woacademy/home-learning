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75882B-C74F-424E-8F11-3523FDCD4F79}">
  <a:tblStyle styleId="{1375882B-C74F-424E-8F11-3523FDCD4F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{1375882B-C74F-424E-8F11-3523FDCD4F79}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