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332D96-E0A4-472D-870C-D301B891A76B}">
  <a:tblStyle styleId="{A0332D96-E0A4-472D-870C-D301B891A7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{A0332D96-E0A4-472D-870C-D301B891A76B}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