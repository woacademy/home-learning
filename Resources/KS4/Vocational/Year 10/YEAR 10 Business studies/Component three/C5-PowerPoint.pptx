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16773C-07B4-4203-83A2-2CECBEE07C66}">
  <a:tblStyle styleId="{6816773C-07B4-4203-83A2-2CECBEE07C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{6816773C-07B4-4203-83A2-2CECBEE07C66}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