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A761A-8279-4762-995B-9202FEC2E8EB}">
  <a:tblStyle styleId="{C49A761A-8279-4762-995B-9202FEC2E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{C49A761A-8279-4762-995B-9202FEC2E8EB}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