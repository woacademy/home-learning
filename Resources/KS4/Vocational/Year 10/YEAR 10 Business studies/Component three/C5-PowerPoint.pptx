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18ECAD-0D7C-47C0-9B31-9E117B771606}">
  <a:tblStyle styleId="{DD18ECAD-0D7C-47C0-9B31-9E117B7716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{DD18ECAD-0D7C-47C0-9B31-9E117B771606}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