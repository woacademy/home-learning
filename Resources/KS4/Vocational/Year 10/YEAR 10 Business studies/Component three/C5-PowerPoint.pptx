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AD0720-921A-4C6D-8F4A-0EA56A0DECA8}">
  <a:tblStyle styleId="{6EAD0720-921A-4C6D-8F4A-0EA56A0DEC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{6EAD0720-921A-4C6D-8F4A-0EA56A0DECA8}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