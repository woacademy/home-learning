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573335-BEA5-4FCE-AE54-7721D043BBB7}">
  <a:tblStyle styleId="{5C573335-BEA5-4FCE-AE54-7721D043BB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{5C573335-BEA5-4FCE-AE54-7721D043BBB7}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