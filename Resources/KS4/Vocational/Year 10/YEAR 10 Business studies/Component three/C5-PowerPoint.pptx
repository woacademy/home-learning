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ACDB0C-8F66-4CB8-A8F1-B50E7A46C1CF}">
  <a:tblStyle styleId="{D4ACDB0C-8F66-4CB8-A8F1-B50E7A46C1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{D4ACDB0C-8F66-4CB8-A8F1-B50E7A46C1CF}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