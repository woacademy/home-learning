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B258FB-B15C-4FED-B212-BD11D19934AF}">
  <a:tblStyle styleId="{D3B258FB-B15C-4FED-B212-BD11D19934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{D3B258FB-B15C-4FED-B212-BD11D19934AF}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