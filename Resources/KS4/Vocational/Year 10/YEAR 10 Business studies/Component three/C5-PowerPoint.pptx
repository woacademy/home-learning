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786177-4114-420E-9C78-C0F02A797C9C}">
  <a:tblStyle styleId="{20786177-4114-420E-9C78-C0F02A797C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{20786177-4114-420E-9C78-C0F02A797C9C}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