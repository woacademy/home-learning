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B1C1AF-FAE9-4321-BE1C-5FCBFD018545}">
  <a:tblStyle styleId="{F8B1C1AF-FAE9-4321-BE1C-5FCBFD01854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{F8B1C1AF-FAE9-4321-BE1C-5FCBFD018545}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