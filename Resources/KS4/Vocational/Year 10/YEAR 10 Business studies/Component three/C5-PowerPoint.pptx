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525A039-0B76-4197-AE32-82CF17614ADE}">
  <a:tblStyle styleId="{1525A039-0B76-4197-AE32-82CF17614A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{1525A039-0B76-4197-AE32-82CF17614ADE}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