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3E0483-133E-435F-89E4-8FC8D0FEED87}">
  <a:tblStyle styleId="{4E3E0483-133E-435F-89E4-8FC8D0FEED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{4E3E0483-133E-435F-89E4-8FC8D0FEED87}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