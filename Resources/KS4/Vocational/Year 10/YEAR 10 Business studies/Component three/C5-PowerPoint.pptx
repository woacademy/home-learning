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97C1EB-4E4F-4965-AD1C-EAD45A1E5A61}">
  <a:tblStyle styleId="{4F97C1EB-4E4F-4965-AD1C-EAD45A1E5A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{4F97C1EB-4E4F-4965-AD1C-EAD45A1E5A61}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