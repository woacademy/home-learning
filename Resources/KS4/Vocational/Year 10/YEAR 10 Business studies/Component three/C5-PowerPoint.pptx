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5F9D73-B37F-404A-B633-EA97DBDCA7B5}">
  <a:tblStyle styleId="{375F9D73-B37F-404A-B633-EA97DBDCA7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{375F9D73-B37F-404A-B633-EA97DBDCA7B5}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