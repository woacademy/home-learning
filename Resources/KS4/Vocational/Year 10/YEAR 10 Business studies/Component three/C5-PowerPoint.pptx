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FC3330-A0ED-4D58-A517-7AA34300138B}">
  <a:tblStyle styleId="{32FC3330-A0ED-4D58-A517-7AA343001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{32FC3330-A0ED-4D58-A517-7AA34300138B}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