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177606F-FCE7-48B1-A281-D6EEA260436E}">
  <a:tblStyle styleId="{6177606F-FCE7-48B1-A281-D6EEA260436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{6177606F-FCE7-48B1-A281-D6EEA260436E}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