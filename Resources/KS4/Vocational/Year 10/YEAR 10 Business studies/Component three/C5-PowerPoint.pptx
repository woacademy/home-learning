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67433D-99AC-4B76-8243-11F0A05C68DB}">
  <a:tblStyle styleId="{C867433D-99AC-4B76-8243-11F0A05C68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{C867433D-99AC-4B76-8243-11F0A05C68DB}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