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A979EC-C4DE-430F-9A5C-8A38741BBF11}">
  <a:tblStyle styleId="{B1A979EC-C4DE-430F-9A5C-8A38741BBF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{B1A979EC-C4DE-430F-9A5C-8A38741BBF11}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