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1E7E2F-727A-4E08-B6A3-745BEEB13ADE}">
  <a:tblStyle styleId="{251E7E2F-727A-4E08-B6A3-745BEEB13A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{251E7E2F-727A-4E08-B6A3-745BEEB13ADE}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