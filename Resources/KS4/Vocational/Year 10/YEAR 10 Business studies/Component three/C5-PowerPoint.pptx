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A567E34-A11F-4C89-96B6-78624B4A288F}">
  <a:tblStyle styleId="{3A567E34-A11F-4C89-96B6-78624B4A288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{3A567E34-A11F-4C89-96B6-78624B4A288F}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