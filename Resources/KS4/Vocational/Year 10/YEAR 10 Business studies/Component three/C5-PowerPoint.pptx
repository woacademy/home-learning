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2C75E1-D725-457A-928E-706D24546B33}">
  <a:tblStyle styleId="{962C75E1-D725-457A-928E-706D24546B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{962C75E1-D725-457A-928E-706D24546B33}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