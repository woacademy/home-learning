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5C8BA8-11B6-42AF-8CE0-008A7D9F4BF2}">
  <a:tblStyle styleId="{FA5C8BA8-11B6-42AF-8CE0-008A7D9F4B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{FA5C8BA8-11B6-42AF-8CE0-008A7D9F4BF2}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