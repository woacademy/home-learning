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63592B-F288-4C24-9FC5-DAEA573DDB49}">
  <a:tblStyle styleId="{E363592B-F288-4C24-9FC5-DAEA573DDB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{E363592B-F288-4C24-9FC5-DAEA573DDB49}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