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4A68B2-3ED6-4D4E-AFCC-B8DDC7CE6548}">
  <a:tblStyle styleId="{A34A68B2-3ED6-4D4E-AFCC-B8DDC7CE65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{A34A68B2-3ED6-4D4E-AFCC-B8DDC7CE6548}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