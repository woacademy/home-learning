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5D508B-F0CF-4127-B51C-9D637FD3CC25}">
  <a:tblStyle styleId="{D35D508B-F0CF-4127-B51C-9D637FD3CC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{D35D508B-F0CF-4127-B51C-9D637FD3CC25}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