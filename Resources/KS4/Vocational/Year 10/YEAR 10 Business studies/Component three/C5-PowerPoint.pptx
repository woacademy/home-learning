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E0E4AD-9963-4CA5-A5FE-6D577C272CB8}">
  <a:tblStyle styleId="{E7E0E4AD-9963-4CA5-A5FE-6D577C272C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{E7E0E4AD-9963-4CA5-A5FE-6D577C272CB8}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