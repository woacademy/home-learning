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457C1-930A-4871-9DB1-350D8D7BBF15}">
  <a:tblStyle styleId="{415457C1-930A-4871-9DB1-350D8D7BBF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{415457C1-930A-4871-9DB1-350D8D7BBF15}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