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F42479-EE27-4FE7-82AE-BEA002A68817}">
  <a:tblStyle styleId="{CCF42479-EE27-4FE7-82AE-BEA002A688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{CCF42479-EE27-4FE7-82AE-BEA002A68817}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