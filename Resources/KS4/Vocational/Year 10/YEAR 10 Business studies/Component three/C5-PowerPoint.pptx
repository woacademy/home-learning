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6006B-FF58-42B7-8BB1-6BD81F97581B}">
  <a:tblStyle styleId="{1E06006B-FF58-42B7-8BB1-6BD81F9758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{1E06006B-FF58-42B7-8BB1-6BD81F97581B}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