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A60E62C-CB2B-4804-8662-7F54C6E7C7B9}">
  <a:tblStyle styleId="{AA60E62C-CB2B-4804-8662-7F54C6E7C7B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{AA60E62C-CB2B-4804-8662-7F54C6E7C7B9}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