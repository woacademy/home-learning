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36E375-E344-403D-AFDD-978ED6E20FC6}">
  <a:tblStyle styleId="{4436E375-E344-403D-AFDD-978ED6E20F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{4436E375-E344-403D-AFDD-978ED6E20FC6}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