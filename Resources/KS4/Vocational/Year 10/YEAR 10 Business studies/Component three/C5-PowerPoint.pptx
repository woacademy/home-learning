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AC172BB-2BF4-4B71-9320-41C45F6257FD}">
  <a:tblStyle styleId="{6AC172BB-2BF4-4B71-9320-41C45F6257F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{6AC172BB-2BF4-4B71-9320-41C45F6257FD}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