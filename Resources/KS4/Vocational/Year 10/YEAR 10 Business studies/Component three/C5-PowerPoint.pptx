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EC123C-1495-42E1-A18B-A48711C9F3DD}">
  <a:tblStyle styleId="{56EC123C-1495-42E1-A18B-A48711C9F3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{56EC123C-1495-42E1-A18B-A48711C9F3DD}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