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1FAE4D-F47D-4F76-8C50-E54AD0A3E574}">
  <a:tblStyle styleId="{911FAE4D-F47D-4F76-8C50-E54AD0A3E5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{911FAE4D-F47D-4F76-8C50-E54AD0A3E574}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