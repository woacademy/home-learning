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47A3BD1-C382-4D86-B6A2-DAB3C683D307}">
  <a:tblStyle styleId="{047A3BD1-C382-4D86-B6A2-DAB3C683D30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{047A3BD1-C382-4D86-B6A2-DAB3C683D307}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