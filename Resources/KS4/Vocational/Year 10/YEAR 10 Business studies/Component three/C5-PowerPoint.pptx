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13967F3-4BE5-4AD2-A6FD-48238B338A60}">
  <a:tblStyle styleId="{213967F3-4BE5-4AD2-A6FD-48238B338A6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{213967F3-4BE5-4AD2-A6FD-48238B338A60}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