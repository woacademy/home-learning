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AE5F5E-996B-469E-AE55-7F758B46023B}">
  <a:tblStyle styleId="{C7AE5F5E-996B-469E-AE55-7F758B4602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{C7AE5F5E-996B-469E-AE55-7F758B46023B}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