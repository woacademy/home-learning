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772DC7-BE43-4B3C-BB07-C4E5D67BB32D}">
  <a:tblStyle styleId="{E1772DC7-BE43-4B3C-BB07-C4E5D67BB32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{E1772DC7-BE43-4B3C-BB07-C4E5D67BB32D}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