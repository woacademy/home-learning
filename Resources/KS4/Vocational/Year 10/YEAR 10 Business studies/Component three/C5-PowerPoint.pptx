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B999C-D8FE-4FAD-94DB-403141D5CFCA}">
  <a:tblStyle styleId="{EF6B999C-D8FE-4FAD-94DB-403141D5CF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{EF6B999C-D8FE-4FAD-94DB-403141D5CFCA}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