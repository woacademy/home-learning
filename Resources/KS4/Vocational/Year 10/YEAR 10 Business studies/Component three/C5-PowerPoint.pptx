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3FBE74-FE0C-4882-AE41-903E11677977}">
  <a:tblStyle styleId="{3A3FBE74-FE0C-4882-AE41-903E116779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{3A3FBE74-FE0C-4882-AE41-903E11677977}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