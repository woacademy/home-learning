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B1ACE-E8C3-441A-85FC-B25E8451077A}">
  <a:tblStyle styleId="{E0BB1ACE-E8C3-441A-85FC-B25E845107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{E0BB1ACE-E8C3-441A-85FC-B25E8451077A}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