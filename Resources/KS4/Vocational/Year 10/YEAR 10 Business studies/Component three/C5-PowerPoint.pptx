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280071-11F3-47C0-BF57-F461139D385F}">
  <a:tblStyle styleId="{1E280071-11F3-47C0-BF57-F461139D38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{1E280071-11F3-47C0-BF57-F461139D385F}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