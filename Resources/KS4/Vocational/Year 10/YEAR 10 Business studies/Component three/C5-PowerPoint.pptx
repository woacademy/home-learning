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31630-5BA1-47B6-9274-5484E97DC62A}">
  <a:tblStyle styleId="{E1F31630-5BA1-47B6-9274-5484E97DC6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{E1F31630-5BA1-47B6-9274-5484E97DC62A}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