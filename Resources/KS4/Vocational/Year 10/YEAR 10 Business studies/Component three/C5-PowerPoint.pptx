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F162D7-8316-46D1-A487-BCAAB87C3989}">
  <a:tblStyle styleId="{D4F162D7-8316-46D1-A487-BCAAB87C39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{D4F162D7-8316-46D1-A487-BCAAB87C3989}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