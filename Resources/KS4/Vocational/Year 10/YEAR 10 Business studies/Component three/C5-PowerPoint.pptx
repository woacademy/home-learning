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F9CE7-BE5E-416A-B5DD-BC69267277C8}">
  <a:tblStyle styleId="{46DF9CE7-BE5E-416A-B5DD-BC69267277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{46DF9CE7-BE5E-416A-B5DD-BC69267277C8}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