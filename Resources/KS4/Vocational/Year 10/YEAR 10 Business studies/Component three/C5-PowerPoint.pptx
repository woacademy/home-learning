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9BF0AC6-CA9E-446D-B622-80BA9C6F3DF0}">
  <a:tblStyle styleId="{B9BF0AC6-CA9E-446D-B622-80BA9C6F3DF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{B9BF0AC6-CA9E-446D-B622-80BA9C6F3DF0}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