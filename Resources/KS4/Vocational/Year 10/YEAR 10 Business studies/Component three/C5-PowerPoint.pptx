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EA2204-6794-4A27-A15F-287944BF4E2C}">
  <a:tblStyle styleId="{71EA2204-6794-4A27-A15F-287944BF4E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{71EA2204-6794-4A27-A15F-287944BF4E2C}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