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4CA6B3-90F8-4FAB-B524-1300D357955F}">
  <a:tblStyle styleId="{0D4CA6B3-90F8-4FAB-B524-1300D35795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{0D4CA6B3-90F8-4FAB-B524-1300D357955F}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