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D656C3-5AF7-4643-A63C-ABBDE002959F}">
  <a:tblStyle styleId="{E8D656C3-5AF7-4643-A63C-ABBDE00295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{E8D656C3-5AF7-4643-A63C-ABBDE002959F}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