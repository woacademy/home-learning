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266BFC-4BCF-4A08-9502-D62DB4D1A2E0}">
  <a:tblStyle styleId="{19266BFC-4BCF-4A08-9502-D62DB4D1A2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{19266BFC-4BCF-4A08-9502-D62DB4D1A2E0}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