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44A953-5392-44E6-B48A-F9FA87D1992C}">
  <a:tblStyle styleId="{5C44A953-5392-44E6-B48A-F9FA87D199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{5C44A953-5392-44E6-B48A-F9FA87D1992C}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