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C79DAB-0AE7-4DF4-9DED-7526FD691EEE}">
  <a:tblStyle styleId="{D9C79DAB-0AE7-4DF4-9DED-7526FD691E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{D9C79DAB-0AE7-4DF4-9DED-7526FD691EEE}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