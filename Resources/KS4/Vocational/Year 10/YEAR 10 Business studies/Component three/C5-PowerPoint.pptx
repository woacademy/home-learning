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8C18B2-C804-4DBD-8F84-07A35ECA9B49}">
  <a:tblStyle styleId="{E68C18B2-C804-4DBD-8F84-07A35ECA9B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{E68C18B2-C804-4DBD-8F84-07A35ECA9B49}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