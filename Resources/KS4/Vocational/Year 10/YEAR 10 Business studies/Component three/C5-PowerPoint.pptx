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7BAF62-B036-48FD-AE76-940BB14B313A}">
  <a:tblStyle styleId="{F57BAF62-B036-48FD-AE76-940BB14B31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{F57BAF62-B036-48FD-AE76-940BB14B313A}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