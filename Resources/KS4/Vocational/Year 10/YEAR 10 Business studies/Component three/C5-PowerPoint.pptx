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5E362-545F-45CE-9EE7-DB94CD4131A3}">
  <a:tblStyle styleId="{5705E362-545F-45CE-9EE7-DB94CD4131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{5705E362-545F-45CE-9EE7-DB94CD4131A3}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