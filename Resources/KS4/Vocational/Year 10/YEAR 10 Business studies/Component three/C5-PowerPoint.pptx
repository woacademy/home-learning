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4BE7E5-4EE6-4C5B-AA08-EB7052E6BBA1}">
  <a:tblStyle styleId="{D34BE7E5-4EE6-4C5B-AA08-EB7052E6BB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{D34BE7E5-4EE6-4C5B-AA08-EB7052E6BBA1}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