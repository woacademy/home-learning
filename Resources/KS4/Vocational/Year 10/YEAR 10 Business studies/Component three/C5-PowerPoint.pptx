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DB4B7A-A924-4F01-9D71-DE56380F4B2D}">
  <a:tblStyle styleId="{A2DB4B7A-A924-4F01-9D71-DE56380F4B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{A2DB4B7A-A924-4F01-9D71-DE56380F4B2D}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