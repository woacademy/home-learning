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8D832E-5092-45F1-9A60-2982F52CD586}">
  <a:tblStyle styleId="{578D832E-5092-45F1-9A60-2982F52CD5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{578D832E-5092-45F1-9A60-2982F52CD586}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