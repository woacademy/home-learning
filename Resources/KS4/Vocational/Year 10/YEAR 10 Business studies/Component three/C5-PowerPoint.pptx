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797751-9F46-46B9-B855-53E91A807C71}">
  <a:tblStyle styleId="{D2797751-9F46-46B9-B855-53E91A807C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{D2797751-9F46-46B9-B855-53E91A807C71}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