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361573-7311-4116-B5AA-D25A4C5D3636}">
  <a:tblStyle styleId="{55361573-7311-4116-B5AA-D25A4C5D36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{55361573-7311-4116-B5AA-D25A4C5D3636}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