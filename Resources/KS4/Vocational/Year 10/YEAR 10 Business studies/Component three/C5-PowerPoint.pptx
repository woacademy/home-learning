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53283C-C2E3-4B8B-A313-4E77D5153262}">
  <a:tblStyle styleId="{5553283C-C2E3-4B8B-A313-4E77D51532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{5553283C-C2E3-4B8B-A313-4E77D5153262}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