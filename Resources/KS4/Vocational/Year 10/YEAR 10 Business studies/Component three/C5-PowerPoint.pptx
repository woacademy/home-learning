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3D8AA1-9B44-460A-B38B-E953D54B148F}">
  <a:tblStyle styleId="{BD3D8AA1-9B44-460A-B38B-E953D54B14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{BD3D8AA1-9B44-460A-B38B-E953D54B148F}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