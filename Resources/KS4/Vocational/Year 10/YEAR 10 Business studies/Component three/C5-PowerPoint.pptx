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71897F0-8DE8-40D6-B90F-AFFEFAA183E7}">
  <a:tblStyle styleId="{571897F0-8DE8-40D6-B90F-AFFEFAA183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{571897F0-8DE8-40D6-B90F-AFFEFAA183E7}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