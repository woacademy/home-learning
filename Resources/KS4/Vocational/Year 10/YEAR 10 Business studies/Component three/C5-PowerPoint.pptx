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6E31D4-47D3-46B7-AC21-27BFD9C4AC57}">
  <a:tblStyle styleId="{A46E31D4-47D3-46B7-AC21-27BFD9C4AC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{A46E31D4-47D3-46B7-AC21-27BFD9C4AC57}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