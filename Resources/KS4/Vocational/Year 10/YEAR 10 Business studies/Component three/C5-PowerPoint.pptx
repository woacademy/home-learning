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F3EBD0B-2335-4E08-A0B6-71D06C6639AC}">
  <a:tblStyle styleId="{2F3EBD0B-2335-4E08-A0B6-71D06C6639A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{2F3EBD0B-2335-4E08-A0B6-71D06C6639AC}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