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B38ACD-0AEB-46A3-BFD9-63D7B66C9291}">
  <a:tblStyle styleId="{19B38ACD-0AEB-46A3-BFD9-63D7B66C92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{19B38ACD-0AEB-46A3-BFD9-63D7B66C9291}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