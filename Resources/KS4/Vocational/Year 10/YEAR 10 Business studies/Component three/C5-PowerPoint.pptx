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1A4907-3567-43CF-ABA5-D0726E795BEB}">
  <a:tblStyle styleId="{8C1A4907-3567-43CF-ABA5-D0726E795B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{8C1A4907-3567-43CF-ABA5-D0726E795BEB}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