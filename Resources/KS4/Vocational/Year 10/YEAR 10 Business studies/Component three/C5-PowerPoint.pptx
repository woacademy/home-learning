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F75895-950C-4C94-9722-B3B29CE41140}">
  <a:tblStyle styleId="{37F75895-950C-4C94-9722-B3B29CE411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{37F75895-950C-4C94-9722-B3B29CE41140}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