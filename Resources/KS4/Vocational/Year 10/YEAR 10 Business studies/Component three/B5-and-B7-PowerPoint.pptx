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2EBF2-45AA-4D53-B194-14AEC2E2007A}">
  <a:tblStyle styleId="{F4C2EBF2-45AA-4D53-B194-14AEC2E20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{F4C2EBF2-45AA-4D53-B194-14AEC2E2007A}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{F4C2EBF2-45AA-4D53-B194-14AEC2E2007A}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