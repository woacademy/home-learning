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1DF7D6-92CB-4D40-AC64-5A6A1E1DD998}">
  <a:tblStyle styleId="{BE1DF7D6-92CB-4D40-AC64-5A6A1E1DD9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{BE1DF7D6-92CB-4D40-AC64-5A6A1E1DD998}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{BE1DF7D6-92CB-4D40-AC64-5A6A1E1DD998}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