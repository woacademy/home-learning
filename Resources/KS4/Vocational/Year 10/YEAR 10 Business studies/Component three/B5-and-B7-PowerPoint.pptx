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8A54F6C-E157-4051-AEFB-72EE92C48269}">
  <a:tblStyle styleId="{28A54F6C-E157-4051-AEFB-72EE92C4826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{28A54F6C-E157-4051-AEFB-72EE92C48269}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{28A54F6C-E157-4051-AEFB-72EE92C48269}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