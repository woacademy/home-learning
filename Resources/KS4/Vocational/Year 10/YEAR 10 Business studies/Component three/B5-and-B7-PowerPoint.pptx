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92FD0-4DDB-4CB3-A574-51C20069C00D}">
  <a:tblStyle styleId="{1CE92FD0-4DDB-4CB3-A574-51C20069C0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{1CE92FD0-4DDB-4CB3-A574-51C20069C00D}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{1CE92FD0-4DDB-4CB3-A574-51C20069C00D}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