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D3BB76-C193-422D-8E3D-3686B67D194E}">
  <a:tblStyle styleId="{A6D3BB76-C193-422D-8E3D-3686B67D19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{A6D3BB76-C193-422D-8E3D-3686B67D194E}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{A6D3BB76-C193-422D-8E3D-3686B67D194E}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