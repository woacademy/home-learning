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3D8811-7921-4F12-84FE-CDBA1C00C934}">
  <a:tblStyle styleId="{FA3D8811-7921-4F12-84FE-CDBA1C00C9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{FA3D8811-7921-4F12-84FE-CDBA1C00C934}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{FA3D8811-7921-4F12-84FE-CDBA1C00C934}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