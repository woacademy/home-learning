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4DDB2C-4C59-455B-9CF3-D2A4B9ADFD81}">
  <a:tblStyle styleId="{694DDB2C-4C59-455B-9CF3-D2A4B9ADFD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{694DDB2C-4C59-455B-9CF3-D2A4B9ADFD81}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{694DDB2C-4C59-455B-9CF3-D2A4B9ADFD81}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