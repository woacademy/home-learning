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875DD-C56F-4762-B2F1-A9A17A9E5157}">
  <a:tblStyle styleId="{0F0875DD-C56F-4762-B2F1-A9A17A9E51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{0F0875DD-C56F-4762-B2F1-A9A17A9E5157}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{0F0875DD-C56F-4762-B2F1-A9A17A9E5157}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