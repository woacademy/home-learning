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A27114-F5B1-4668-B466-F3FACB274FB4}">
  <a:tblStyle styleId="{CDA27114-F5B1-4668-B466-F3FACB274F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{CDA27114-F5B1-4668-B466-F3FACB274FB4}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{CDA27114-F5B1-4668-B466-F3FACB274FB4}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