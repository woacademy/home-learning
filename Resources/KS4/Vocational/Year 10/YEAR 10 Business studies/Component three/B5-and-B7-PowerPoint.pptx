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6DF95-AEF3-4068-875D-E3FE844ACCF8}">
  <a:tblStyle styleId="{0FE6DF95-AEF3-4068-875D-E3FE844ACC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{0FE6DF95-AEF3-4068-875D-E3FE844ACCF8}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{0FE6DF95-AEF3-4068-875D-E3FE844ACCF8}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