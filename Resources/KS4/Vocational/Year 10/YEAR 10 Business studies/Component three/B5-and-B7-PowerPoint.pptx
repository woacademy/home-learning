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B872CD-F5A4-42AD-83DA-B02DF83C2E2B}">
  <a:tblStyle styleId="{40B872CD-F5A4-42AD-83DA-B02DF83C2E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{40B872CD-F5A4-42AD-83DA-B02DF83C2E2B}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{40B872CD-F5A4-42AD-83DA-B02DF83C2E2B}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