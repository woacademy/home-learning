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4EC3A0-D56B-4F62-9601-D684C3B5A5F5}">
  <a:tblStyle styleId="{C74EC3A0-D56B-4F62-9601-D684C3B5A5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{C74EC3A0-D56B-4F62-9601-D684C3B5A5F5}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{C74EC3A0-D56B-4F62-9601-D684C3B5A5F5}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