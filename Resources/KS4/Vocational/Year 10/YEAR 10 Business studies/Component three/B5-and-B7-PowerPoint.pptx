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AB14B-716E-4607-9111-1580230AA569}">
  <a:tblStyle styleId="{839AB14B-716E-4607-9111-1580230AA5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{839AB14B-716E-4607-9111-1580230AA569}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{839AB14B-716E-4607-9111-1580230AA569}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