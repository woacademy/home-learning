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2F42DF-FE6E-423F-AF4B-54912F9B2E2B}">
  <a:tblStyle styleId="{092F42DF-FE6E-423F-AF4B-54912F9B2E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{092F42DF-FE6E-423F-AF4B-54912F9B2E2B}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{092F42DF-FE6E-423F-AF4B-54912F9B2E2B}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