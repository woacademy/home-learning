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5AC8FE-AFCC-466B-968F-02E71FB669A4}">
  <a:tblStyle styleId="{165AC8FE-AFCC-466B-968F-02E71FB669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{165AC8FE-AFCC-466B-968F-02E71FB669A4}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{165AC8FE-AFCC-466B-968F-02E71FB669A4}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