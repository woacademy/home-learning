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7F32C8-1243-4E55-9CA2-DE44C384C51E}">
  <a:tblStyle styleId="{BA7F32C8-1243-4E55-9CA2-DE44C384C5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{BA7F32C8-1243-4E55-9CA2-DE44C384C51E}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{BA7F32C8-1243-4E55-9CA2-DE44C384C51E}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