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4D5A8-2CD5-4A02-BCB4-78BE8F502770}">
  <a:tblStyle styleId="{4134D5A8-2CD5-4A02-BCB4-78BE8F5027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{4134D5A8-2CD5-4A02-BCB4-78BE8F502770}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{4134D5A8-2CD5-4A02-BCB4-78BE8F502770}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