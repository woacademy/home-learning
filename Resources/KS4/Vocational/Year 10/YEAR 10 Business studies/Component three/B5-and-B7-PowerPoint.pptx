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98729-E45E-4261-8AF0-9401ECC1869E}">
  <a:tblStyle styleId="{42E98729-E45E-4261-8AF0-9401ECC186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{42E98729-E45E-4261-8AF0-9401ECC1869E}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{42E98729-E45E-4261-8AF0-9401ECC1869E}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