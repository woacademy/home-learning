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DBFEA8-D3F8-4EA4-B1E5-3220D3DD8A81}">
  <a:tblStyle styleId="{90DBFEA8-D3F8-4EA4-B1E5-3220D3DD8A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{90DBFEA8-D3F8-4EA4-B1E5-3220D3DD8A81}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{90DBFEA8-D3F8-4EA4-B1E5-3220D3DD8A81}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