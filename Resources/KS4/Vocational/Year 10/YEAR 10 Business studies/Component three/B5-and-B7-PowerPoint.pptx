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28C0BC-5A99-4E70-A27E-F8622CEE51D1}">
  <a:tblStyle styleId="{CC28C0BC-5A99-4E70-A27E-F8622CEE51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{CC28C0BC-5A99-4E70-A27E-F8622CEE51D1}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{CC28C0BC-5A99-4E70-A27E-F8622CEE51D1}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