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4FD317-7C52-4662-979A-667FF0A5C5DD}">
  <a:tblStyle styleId="{E24FD317-7C52-4662-979A-667FF0A5C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{E24FD317-7C52-4662-979A-667FF0A5C5DD}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{E24FD317-7C52-4662-979A-667FF0A5C5DD}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