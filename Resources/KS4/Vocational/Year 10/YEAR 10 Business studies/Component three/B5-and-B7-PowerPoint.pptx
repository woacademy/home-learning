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D31032-C258-497A-BDF3-864034F1FD71}">
  <a:tblStyle styleId="{F7D31032-C258-497A-BDF3-864034F1FD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{F7D31032-C258-497A-BDF3-864034F1FD71}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{F7D31032-C258-497A-BDF3-864034F1FD71}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