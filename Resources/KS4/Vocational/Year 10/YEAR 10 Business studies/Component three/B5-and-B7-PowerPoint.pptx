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CA8AD4-F6D9-48DB-B669-49BD20DB37DD}">
  <a:tblStyle styleId="{C2CA8AD4-F6D9-48DB-B669-49BD20DB37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{C2CA8AD4-F6D9-48DB-B669-49BD20DB37DD}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{C2CA8AD4-F6D9-48DB-B669-49BD20DB37DD}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