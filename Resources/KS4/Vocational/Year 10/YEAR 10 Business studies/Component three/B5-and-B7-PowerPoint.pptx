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F79F90-B829-400E-9C49-FB9B0B0A359B}">
  <a:tblStyle styleId="{F8F79F90-B829-400E-9C49-FB9B0B0A35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{F8F79F90-B829-400E-9C49-FB9B0B0A359B}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{F8F79F90-B829-400E-9C49-FB9B0B0A359B}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