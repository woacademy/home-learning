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DDFFE39-8109-4489-9726-B40B8319B99D}">
  <a:tblStyle styleId="{5DDFFE39-8109-4489-9726-B40B8319B99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{5DDFFE39-8109-4489-9726-B40B8319B99D}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{5DDFFE39-8109-4489-9726-B40B8319B99D}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