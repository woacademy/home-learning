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90B62F-4837-4859-B9BB-A7E70C92E979}">
  <a:tblStyle styleId="{9D90B62F-4837-4859-B9BB-A7E70C92E9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{9D90B62F-4837-4859-B9BB-A7E70C92E979}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{9D90B62F-4837-4859-B9BB-A7E70C92E979}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