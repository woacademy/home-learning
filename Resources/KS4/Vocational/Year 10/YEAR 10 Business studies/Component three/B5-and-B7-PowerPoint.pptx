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F28B2F9-3FA9-4360-9D71-DE201D033AF6}">
  <a:tblStyle styleId="{1F28B2F9-3FA9-4360-9D71-DE201D033A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{1F28B2F9-3FA9-4360-9D71-DE201D033AF6}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{1F28B2F9-3FA9-4360-9D71-DE201D033AF6}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