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B8073B-AA4F-4611-935B-4A12606D5300}">
  <a:tblStyle styleId="{2FB8073B-AA4F-4611-935B-4A12606D53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{2FB8073B-AA4F-4611-935B-4A12606D5300}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{2FB8073B-AA4F-4611-935B-4A12606D5300}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