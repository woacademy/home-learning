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EE0392-CA37-4FCB-AF96-89A839783D8F}">
  <a:tblStyle styleId="{6CEE0392-CA37-4FCB-AF96-89A839783D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{6CEE0392-CA37-4FCB-AF96-89A839783D8F}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{6CEE0392-CA37-4FCB-AF96-89A839783D8F}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