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47B47F-0D94-4093-9DC9-75A99847068F}">
  <a:tblStyle styleId="{5347B47F-0D94-4093-9DC9-75A9984706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{5347B47F-0D94-4093-9DC9-75A99847068F}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{5347B47F-0D94-4093-9DC9-75A99847068F}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