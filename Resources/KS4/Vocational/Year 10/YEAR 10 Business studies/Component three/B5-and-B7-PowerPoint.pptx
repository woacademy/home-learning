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722261-6580-490D-9C64-80296F93BB69}">
  <a:tblStyle styleId="{3E722261-6580-490D-9C64-80296F93BB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{3E722261-6580-490D-9C64-80296F93BB69}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{3E722261-6580-490D-9C64-80296F93BB69}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