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ACF67A-ECD6-45B8-A1E5-DFC7C5511326}">
  <a:tblStyle styleId="{ACACF67A-ECD6-45B8-A1E5-DFC7C55113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{ACACF67A-ECD6-45B8-A1E5-DFC7C5511326}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{ACACF67A-ECD6-45B8-A1E5-DFC7C5511326}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