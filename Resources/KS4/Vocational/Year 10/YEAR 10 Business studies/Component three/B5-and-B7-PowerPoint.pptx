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4D38D2-640C-4244-8B15-CA3C04FE8C4A}">
  <a:tblStyle styleId="{AD4D38D2-640C-4244-8B15-CA3C04FE8C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{AD4D38D2-640C-4244-8B15-CA3C04FE8C4A}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{AD4D38D2-640C-4244-8B15-CA3C04FE8C4A}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