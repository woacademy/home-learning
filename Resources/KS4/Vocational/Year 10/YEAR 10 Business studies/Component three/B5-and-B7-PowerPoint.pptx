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A4E2B5-43FB-4269-8583-2CAD897DF106}">
  <a:tblStyle styleId="{F1A4E2B5-43FB-4269-8583-2CAD897DF1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{F1A4E2B5-43FB-4269-8583-2CAD897DF106}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{F1A4E2B5-43FB-4269-8583-2CAD897DF106}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