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046D25-0379-424E-BEA9-9E86BDB33DC5}">
  <a:tblStyle styleId="{14046D25-0379-424E-BEA9-9E86BDB33D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{14046D25-0379-424E-BEA9-9E86BDB33DC5}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{14046D25-0379-424E-BEA9-9E86BDB33DC5}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