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5A96E032-BEC9-4A58-865F-EF7445D3265F}">
  <a:tblStyle styleId="{5A96E032-BEC9-4A58-865F-EF7445D3265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6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3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8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1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6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7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5.png"/><Relationship Id="rId4" Type="http://schemas.openxmlformats.org/officeDocument/2006/relationships/image" Target="../media/image13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{5A96E032-BEC9-4A58-865F-EF7445D3265F}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{5A96E032-BEC9-4A58-865F-EF7445D3265F}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