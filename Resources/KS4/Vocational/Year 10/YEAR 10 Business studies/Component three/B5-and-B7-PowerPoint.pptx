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47251-CC97-4A96-AA59-6E5CFA628761}">
  <a:tblStyle styleId="{B2247251-CC97-4A96-AA59-6E5CFA6287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{B2247251-CC97-4A96-AA59-6E5CFA628761}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{B2247251-CC97-4A96-AA59-6E5CFA628761}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