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0F687E-98F9-4FDB-AF18-C08C8F1EBF19}">
  <a:tblStyle styleId="{590F687E-98F9-4FDB-AF18-C08C8F1EBF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{590F687E-98F9-4FDB-AF18-C08C8F1EBF19}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{590F687E-98F9-4FDB-AF18-C08C8F1EBF19}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