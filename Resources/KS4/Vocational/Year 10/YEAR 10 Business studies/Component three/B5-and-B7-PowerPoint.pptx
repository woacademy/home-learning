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A377AD-B48A-4A4F-AF4E-1629C611FBBB}">
  <a:tblStyle styleId="{72A377AD-B48A-4A4F-AF4E-1629C611FB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{72A377AD-B48A-4A4F-AF4E-1629C611FBBB}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{72A377AD-B48A-4A4F-AF4E-1629C611FBBB}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