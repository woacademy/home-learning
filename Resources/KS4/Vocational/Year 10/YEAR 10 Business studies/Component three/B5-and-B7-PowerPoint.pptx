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E6DDC-F189-4AF3-A7FA-59A7C3FC0C7E}">
  <a:tblStyle styleId="{E04E6DDC-F189-4AF3-A7FA-59A7C3FC0C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{E04E6DDC-F189-4AF3-A7FA-59A7C3FC0C7E}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{E04E6DDC-F189-4AF3-A7FA-59A7C3FC0C7E}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