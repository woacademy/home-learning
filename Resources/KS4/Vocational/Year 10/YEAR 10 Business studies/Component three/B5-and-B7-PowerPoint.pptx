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9CBB76-DE94-4FB2-AC34-94E59FC0D096}">
  <a:tblStyle styleId="{AC9CBB76-DE94-4FB2-AC34-94E59FC0D0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{AC9CBB76-DE94-4FB2-AC34-94E59FC0D096}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{AC9CBB76-DE94-4FB2-AC34-94E59FC0D096}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