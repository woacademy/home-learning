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27EC73-6AAD-4609-AFE2-9A1EC0448774}">
  <a:tblStyle styleId="{7C27EC73-6AAD-4609-AFE2-9A1EC04487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{7C27EC73-6AAD-4609-AFE2-9A1EC0448774}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{7C27EC73-6AAD-4609-AFE2-9A1EC0448774}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