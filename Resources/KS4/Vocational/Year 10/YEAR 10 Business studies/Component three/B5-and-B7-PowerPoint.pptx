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F49794-E006-4360-A46D-ACAC51E50829}">
  <a:tblStyle styleId="{08F49794-E006-4360-A46D-ACAC51E508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{08F49794-E006-4360-A46D-ACAC51E50829}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{08F49794-E006-4360-A46D-ACAC51E50829}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