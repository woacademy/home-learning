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3C17038-B873-41DA-9059-939DBDAE5AB2}">
  <a:tblStyle styleId="{D3C17038-B873-41DA-9059-939DBDAE5A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{D3C17038-B873-41DA-9059-939DBDAE5AB2}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{D3C17038-B873-41DA-9059-939DBDAE5AB2}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