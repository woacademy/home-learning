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ED45C3-FAA3-4CCA-B328-55BFC122EA89}">
  <a:tblStyle styleId="{40ED45C3-FAA3-4CCA-B328-55BFC122EA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{40ED45C3-FAA3-4CCA-B328-55BFC122EA89}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{40ED45C3-FAA3-4CCA-B328-55BFC122EA89}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