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A8AE9-11FF-4F9B-A701-5AD4A83A143E}">
  <a:tblStyle styleId="{466A8AE9-11FF-4F9B-A701-5AD4A83A14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{466A8AE9-11FF-4F9B-A701-5AD4A83A143E}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{466A8AE9-11FF-4F9B-A701-5AD4A83A143E}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