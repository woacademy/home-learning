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3C85C2-3946-4382-AADC-2DDA04C70EFA}">
  <a:tblStyle styleId="{113C85C2-3946-4382-AADC-2DDA04C70E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{113C85C2-3946-4382-AADC-2DDA04C70EFA}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{113C85C2-3946-4382-AADC-2DDA04C70EFA}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