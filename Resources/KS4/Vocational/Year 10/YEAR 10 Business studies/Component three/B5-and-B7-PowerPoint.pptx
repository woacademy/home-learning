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6254DC-9A2F-4196-89D7-D8D6219C2176}">
  <a:tblStyle styleId="{316254DC-9A2F-4196-89D7-D8D6219C21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{316254DC-9A2F-4196-89D7-D8D6219C2176}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{316254DC-9A2F-4196-89D7-D8D6219C2176}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