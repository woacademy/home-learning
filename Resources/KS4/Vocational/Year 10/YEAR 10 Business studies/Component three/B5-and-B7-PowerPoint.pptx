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17EDD-F552-4A8A-A942-54B3A7C61520}">
  <a:tblStyle styleId="{B9D17EDD-F552-4A8A-A942-54B3A7C615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{B9D17EDD-F552-4A8A-A942-54B3A7C61520}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{B9D17EDD-F552-4A8A-A942-54B3A7C61520}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