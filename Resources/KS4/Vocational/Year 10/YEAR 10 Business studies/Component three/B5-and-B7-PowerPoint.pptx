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4070E6-285D-4778-922B-BC8D7F2EE432}">
  <a:tblStyle styleId="{654070E6-285D-4778-922B-BC8D7F2EE4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{654070E6-285D-4778-922B-BC8D7F2EE432}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{654070E6-285D-4778-922B-BC8D7F2EE432}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