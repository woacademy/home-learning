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428CF1-97E7-4323-888F-A4E41CDD6A04}">
  <a:tblStyle styleId="{0F428CF1-97E7-4323-888F-A4E41CDD6A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{0F428CF1-97E7-4323-888F-A4E41CDD6A04}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{0F428CF1-97E7-4323-888F-A4E41CDD6A04}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