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72D915-3406-45CE-807B-293E5DDDC370}">
  <a:tblStyle styleId="{8C72D915-3406-45CE-807B-293E5DDDC3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{8C72D915-3406-45CE-807B-293E5DDDC370}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{8C72D915-3406-45CE-807B-293E5DDDC370}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