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7880EE-552E-4FF8-B905-7BC289C6D153}">
  <a:tblStyle styleId="{C87880EE-552E-4FF8-B905-7BC289C6D1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{C87880EE-552E-4FF8-B905-7BC289C6D153}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{C87880EE-552E-4FF8-B905-7BC289C6D153}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