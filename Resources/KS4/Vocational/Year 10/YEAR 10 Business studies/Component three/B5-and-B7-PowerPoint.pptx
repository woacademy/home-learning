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86ACBC2-4F24-4605-8EFD-372C71163B41}">
  <a:tblStyle styleId="{486ACBC2-4F24-4605-8EFD-372C71163B4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{486ACBC2-4F24-4605-8EFD-372C71163B41}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{486ACBC2-4F24-4605-8EFD-372C71163B41}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