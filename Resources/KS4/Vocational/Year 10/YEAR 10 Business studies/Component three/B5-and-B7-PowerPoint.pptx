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E39EF0-3ABE-4F0C-82F9-67F78137FD4F}">
  <a:tblStyle styleId="{99E39EF0-3ABE-4F0C-82F9-67F78137FD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{99E39EF0-3ABE-4F0C-82F9-67F78137FD4F}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{99E39EF0-3ABE-4F0C-82F9-67F78137FD4F}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