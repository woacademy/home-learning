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2F38DB-2E43-4369-BF6D-3068C1586293}">
  <a:tblStyle styleId="{E82F38DB-2E43-4369-BF6D-3068C158629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{E82F38DB-2E43-4369-BF6D-3068C1586293}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{E82F38DB-2E43-4369-BF6D-3068C1586293}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