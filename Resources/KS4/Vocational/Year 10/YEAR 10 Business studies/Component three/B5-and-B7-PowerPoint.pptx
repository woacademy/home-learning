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FC6E96-3008-4E27-BF04-D34057B5EB39}">
  <a:tblStyle styleId="{D9FC6E96-3008-4E27-BF04-D34057B5EB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{D9FC6E96-3008-4E27-BF04-D34057B5EB39}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{D9FC6E96-3008-4E27-BF04-D34057B5EB39}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