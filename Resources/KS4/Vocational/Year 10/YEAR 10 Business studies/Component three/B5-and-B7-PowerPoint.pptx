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1AB37E-D6A9-4175-8CBA-6D7AE9767E17}">
  <a:tblStyle styleId="{9A1AB37E-D6A9-4175-8CBA-6D7AE9767E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{9A1AB37E-D6A9-4175-8CBA-6D7AE9767E17}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{9A1AB37E-D6A9-4175-8CBA-6D7AE9767E17}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