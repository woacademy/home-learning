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7F3BBE-E06D-40DA-B354-760094BD2549}">
  <a:tblStyle styleId="{1E7F3BBE-E06D-40DA-B354-760094BD254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{1E7F3BBE-E06D-40DA-B354-760094BD2549}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{1E7F3BBE-E06D-40DA-B354-760094BD2549}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