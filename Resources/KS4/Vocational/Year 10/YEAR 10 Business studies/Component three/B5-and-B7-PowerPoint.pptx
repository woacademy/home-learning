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68951F-CDDC-45AD-A615-FECDFC2C2803}">
  <a:tblStyle styleId="{7A68951F-CDDC-45AD-A615-FECDFC2C28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{7A68951F-CDDC-45AD-A615-FECDFC2C2803}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{7A68951F-CDDC-45AD-A615-FECDFC2C2803}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