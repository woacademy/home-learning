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AED69F-DD30-432F-936C-4D19DF8D7EB7}">
  <a:tblStyle styleId="{E9AED69F-DD30-432F-936C-4D19DF8D7E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{E9AED69F-DD30-432F-936C-4D19DF8D7EB7}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{E9AED69F-DD30-432F-936C-4D19DF8D7EB7}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