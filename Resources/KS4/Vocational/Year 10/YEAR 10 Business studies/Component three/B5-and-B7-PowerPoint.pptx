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7E67A2-BDAA-43FF-B272-6AFC9B67300F}">
  <a:tblStyle styleId="{DE7E67A2-BDAA-43FF-B272-6AFC9B6730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{DE7E67A2-BDAA-43FF-B272-6AFC9B67300F}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{DE7E67A2-BDAA-43FF-B272-6AFC9B67300F}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