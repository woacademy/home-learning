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D1C713-EA2F-46D0-8BB7-7CAEC504144D}">
  <a:tblStyle styleId="{E8D1C713-EA2F-46D0-8BB7-7CAEC50414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{E8D1C713-EA2F-46D0-8BB7-7CAEC504144D}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{E8D1C713-EA2F-46D0-8BB7-7CAEC504144D}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