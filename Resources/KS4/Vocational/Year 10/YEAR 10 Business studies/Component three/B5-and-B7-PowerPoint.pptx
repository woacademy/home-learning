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BB3CD9-5B28-4413-97D9-BCE20DABCFC4}">
  <a:tblStyle styleId="{47BB3CD9-5B28-4413-97D9-BCE20DABCF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{47BB3CD9-5B28-4413-97D9-BCE20DABCFC4}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{47BB3CD9-5B28-4413-97D9-BCE20DABCFC4}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