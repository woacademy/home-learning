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2DC79-C3F1-4F50-BFB6-9BFF1758A13C}">
  <a:tblStyle styleId="{0532DC79-C3F1-4F50-BFB6-9BFF1758A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{0532DC79-C3F1-4F50-BFB6-9BFF1758A13C}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{0532DC79-C3F1-4F50-BFB6-9BFF1758A13C}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