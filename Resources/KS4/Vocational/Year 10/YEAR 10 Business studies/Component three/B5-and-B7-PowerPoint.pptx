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E0740-8222-428A-A94B-9317C2F594AA}">
  <a:tblStyle styleId="{ABCE0740-8222-428A-A94B-9317C2F594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{ABCE0740-8222-428A-A94B-9317C2F594AA}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{ABCE0740-8222-428A-A94B-9317C2F594AA}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