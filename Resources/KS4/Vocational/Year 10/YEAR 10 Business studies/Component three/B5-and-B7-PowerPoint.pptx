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89148-91D4-4BC1-A3C9-B7880A2A6CDD}">
  <a:tblStyle styleId="{58789148-91D4-4BC1-A3C9-B7880A2A6C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{58789148-91D4-4BC1-A3C9-B7880A2A6CDD}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{58789148-91D4-4BC1-A3C9-B7880A2A6CDD}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