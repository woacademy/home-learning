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E67E5-F52F-45D5-8221-D643BC0A0CB9}">
  <a:tblStyle styleId="{2D6E67E5-F52F-45D5-8221-D643BC0A0C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{2D6E67E5-F52F-45D5-8221-D643BC0A0CB9}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{2D6E67E5-F52F-45D5-8221-D643BC0A0CB9}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