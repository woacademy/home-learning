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8FD3C3D-AD3B-409A-B01E-065A6477206B}">
  <a:tblStyle styleId="{A8FD3C3D-AD3B-409A-B01E-065A647720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{A8FD3C3D-AD3B-409A-B01E-065A6477206B}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{A8FD3C3D-AD3B-409A-B01E-065A6477206B}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