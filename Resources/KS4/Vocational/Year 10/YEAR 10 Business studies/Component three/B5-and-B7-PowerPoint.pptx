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6B9484-03D0-4FA9-9E55-067118059328}">
  <a:tblStyle styleId="{1E6B9484-03D0-4FA9-9E55-0671180593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{1E6B9484-03D0-4FA9-9E55-067118059328}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{1E6B9484-03D0-4FA9-9E55-067118059328}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