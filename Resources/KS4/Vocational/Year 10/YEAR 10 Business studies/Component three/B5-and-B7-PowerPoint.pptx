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4E0812-CDEE-4134-84F6-15D5B099F182}">
  <a:tblStyle styleId="{B84E0812-CDEE-4134-84F6-15D5B099F1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{B84E0812-CDEE-4134-84F6-15D5B099F182}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{B84E0812-CDEE-4134-84F6-15D5B099F182}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