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D82E47-0ABA-405F-8877-E6DB59A57FD6}">
  <a:tblStyle styleId="{B4D82E47-0ABA-405F-8877-E6DB59A57F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{B4D82E47-0ABA-405F-8877-E6DB59A57FD6}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{B4D82E47-0ABA-405F-8877-E6DB59A57FD6}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