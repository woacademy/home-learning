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D88945-36B6-405F-B855-5C3C74DE723F}">
  <a:tblStyle styleId="{09D88945-36B6-405F-B855-5C3C74DE72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{09D88945-36B6-405F-B855-5C3C74DE723F}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{09D88945-36B6-405F-B855-5C3C74DE723F}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