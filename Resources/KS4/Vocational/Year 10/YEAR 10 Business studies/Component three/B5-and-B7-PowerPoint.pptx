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01BBBD-8C64-45B2-9700-BFD3DF91DF4C}">
  <a:tblStyle styleId="{0201BBBD-8C64-45B2-9700-BFD3DF91DF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{0201BBBD-8C64-45B2-9700-BFD3DF91DF4C}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{0201BBBD-8C64-45B2-9700-BFD3DF91DF4C}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