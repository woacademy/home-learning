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221627C-A9A1-45BA-B357-B198FD99DCA1}">
  <a:tblStyle styleId="{0221627C-A9A1-45BA-B357-B198FD99DCA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6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{0221627C-A9A1-45BA-B357-B198FD99DCA1}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{0221627C-A9A1-45BA-B357-B198FD99DCA1}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