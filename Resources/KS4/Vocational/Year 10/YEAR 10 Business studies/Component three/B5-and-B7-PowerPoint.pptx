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EF8799-BC70-4445-9403-9AE928AA09A6}">
  <a:tblStyle styleId="{7FEF8799-BC70-4445-9403-9AE928AA09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{7FEF8799-BC70-4445-9403-9AE928AA09A6}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{7FEF8799-BC70-4445-9403-9AE928AA09A6}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