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3F4739-2BC6-4C7E-80C2-735883D55014}">
  <a:tblStyle styleId="{693F4739-2BC6-4C7E-80C2-735883D550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{693F4739-2BC6-4C7E-80C2-735883D55014}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{693F4739-2BC6-4C7E-80C2-735883D55014}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