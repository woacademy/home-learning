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D3AFF69-EAB2-4FCC-B3A6-144F74F9B0B5}">
  <a:tblStyle styleId="{DD3AFF69-EAB2-4FCC-B3A6-144F74F9B0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{DD3AFF69-EAB2-4FCC-B3A6-144F74F9B0B5}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{DD3AFF69-EAB2-4FCC-B3A6-144F74F9B0B5}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