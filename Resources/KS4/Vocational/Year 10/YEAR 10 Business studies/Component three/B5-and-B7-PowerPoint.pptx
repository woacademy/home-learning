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8F9145-4035-4216-8268-EA34A3F4E6EE}">
  <a:tblStyle styleId="{528F9145-4035-4216-8268-EA34A3F4E6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{528F9145-4035-4216-8268-EA34A3F4E6EE}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{528F9145-4035-4216-8268-EA34A3F4E6EE}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