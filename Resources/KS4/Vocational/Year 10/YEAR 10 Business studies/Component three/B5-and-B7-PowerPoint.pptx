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E13838-49AB-4B49-9F26-B1F65DE1728B}">
  <a:tblStyle styleId="{80E13838-49AB-4B49-9F26-B1F65DE172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{80E13838-49AB-4B49-9F26-B1F65DE1728B}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{80E13838-49AB-4B49-9F26-B1F65DE1728B}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