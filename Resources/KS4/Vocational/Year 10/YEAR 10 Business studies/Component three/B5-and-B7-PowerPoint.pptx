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F0762F3-F65C-4F65-81DC-189A955CD20B}">
  <a:tblStyle styleId="{EF0762F3-F65C-4F65-81DC-189A955CD20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7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{EF0762F3-F65C-4F65-81DC-189A955CD20B}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{EF0762F3-F65C-4F65-81DC-189A955CD20B}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