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4FE62B-E27A-45F3-8270-3FBF4F264F7E}">
  <a:tblStyle styleId="{D44FE62B-E27A-45F3-8270-3FBF4F264F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{D44FE62B-E27A-45F3-8270-3FBF4F264F7E}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{D44FE62B-E27A-45F3-8270-3FBF4F264F7E}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