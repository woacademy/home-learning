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D8EBE-40F2-4B8E-9865-EF3380EEF731}">
  <a:tblStyle styleId="{8F5D8EBE-40F2-4B8E-9865-EF3380EEF7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{8F5D8EBE-40F2-4B8E-9865-EF3380EEF731}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{8F5D8EBE-40F2-4B8E-9865-EF3380EEF731}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