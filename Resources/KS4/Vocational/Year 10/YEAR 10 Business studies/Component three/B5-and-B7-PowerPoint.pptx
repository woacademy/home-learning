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F93AF5-2C37-46EC-831B-E7891B1A7B0D}">
  <a:tblStyle styleId="{5DF93AF5-2C37-46EC-831B-E7891B1A7B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{5DF93AF5-2C37-46EC-831B-E7891B1A7B0D}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{5DF93AF5-2C37-46EC-831B-E7891B1A7B0D}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