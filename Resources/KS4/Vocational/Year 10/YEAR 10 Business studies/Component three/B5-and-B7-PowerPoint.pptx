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3BFFF-7779-4F50-831C-CDCCF87175D9}">
  <a:tblStyle styleId="{E7D3BFFF-7779-4F50-831C-CDCCF87175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{E7D3BFFF-7779-4F50-831C-CDCCF87175D9}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{E7D3BFFF-7779-4F50-831C-CDCCF87175D9}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