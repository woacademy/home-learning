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879BD3-3BB7-402A-AF06-03C5A7DFB170}">
  <a:tblStyle styleId="{DC879BD3-3BB7-402A-AF06-03C5A7DFB1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{DC879BD3-3BB7-402A-AF06-03C5A7DFB170}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{DC879BD3-3BB7-402A-AF06-03C5A7DFB170}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