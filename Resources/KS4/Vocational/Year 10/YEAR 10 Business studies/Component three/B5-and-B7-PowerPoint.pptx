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BF48D58-ED44-455B-970D-109D09304FA3}">
  <a:tblStyle styleId="{3BF48D58-ED44-455B-970D-109D09304FA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{3BF48D58-ED44-455B-970D-109D09304FA3}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{3BF48D58-ED44-455B-970D-109D09304FA3}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