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93F5AC5-9CDE-4A28-AA39-73A6B508CA4C}">
  <a:tblStyle styleId="{993F5AC5-9CDE-4A28-AA39-73A6B508CA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{993F5AC5-9CDE-4A28-AA39-73A6B508CA4C}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{993F5AC5-9CDE-4A28-AA39-73A6B508CA4C}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