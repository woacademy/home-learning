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50C986-D794-436A-958F-7A41B5C1B15C}">
  <a:tblStyle styleId="{BB50C986-D794-436A-958F-7A41B5C1B1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{BB50C986-D794-436A-958F-7A41B5C1B15C}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{BB50C986-D794-436A-958F-7A41B5C1B15C}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