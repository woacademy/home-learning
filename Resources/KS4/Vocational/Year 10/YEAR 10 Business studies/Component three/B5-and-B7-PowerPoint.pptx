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B695B3-590F-4072-A9B8-9F4E76BCF70B}">
  <a:tblStyle styleId="{AEB695B3-590F-4072-A9B8-9F4E76BCF7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{AEB695B3-590F-4072-A9B8-9F4E76BCF70B}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{AEB695B3-590F-4072-A9B8-9F4E76BCF70B}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