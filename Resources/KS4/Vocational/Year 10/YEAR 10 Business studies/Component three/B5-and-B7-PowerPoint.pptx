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FD0F3D-9379-443E-958F-FE6544E80280}">
  <a:tblStyle styleId="{AEFD0F3D-9379-443E-958F-FE6544E802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{AEFD0F3D-9379-443E-958F-FE6544E80280}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{AEFD0F3D-9379-443E-958F-FE6544E80280}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