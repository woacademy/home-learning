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DBAE84-CAEE-471B-930D-492150D70613}">
  <a:tblStyle styleId="{A4DBAE84-CAEE-471B-930D-492150D706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{A4DBAE84-CAEE-471B-930D-492150D70613}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{A4DBAE84-CAEE-471B-930D-492150D70613}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