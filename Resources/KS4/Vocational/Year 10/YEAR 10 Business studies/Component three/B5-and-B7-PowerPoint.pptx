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08C829-A901-4937-BE23-DD546ADAD2DE}">
  <a:tblStyle styleId="{C008C829-A901-4937-BE23-DD546ADAD2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{C008C829-A901-4937-BE23-DD546ADAD2DE}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{C008C829-A901-4937-BE23-DD546ADAD2DE}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