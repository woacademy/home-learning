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1F07DAC-9880-4CD1-8075-44D277CD86BB}">
  <a:tblStyle styleId="{E1F07DAC-9880-4CD1-8075-44D277CD86B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4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5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6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9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0.png"/><Relationship Id="rId4" Type="http://schemas.openxmlformats.org/officeDocument/2006/relationships/image" Target="../media/image13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2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{E1F07DAC-9880-4CD1-8075-44D277CD86BB}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{E1F07DAC-9880-4CD1-8075-44D277CD86BB}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