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D8E8731-76BB-49B2-B33D-51444BBEFE2F}">
  <a:tblStyle styleId="{BD8E8731-76BB-49B2-B33D-51444BBEFE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{BD8E8731-76BB-49B2-B33D-51444BBEFE2F}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{BD8E8731-76BB-49B2-B33D-51444BBEFE2F}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