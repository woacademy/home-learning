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34A85D-5292-4C55-8CB3-7E822196888C}">
  <a:tblStyle styleId="{C734A85D-5292-4C55-8CB3-7E82219688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{C734A85D-5292-4C55-8CB3-7E822196888C}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{C734A85D-5292-4C55-8CB3-7E822196888C}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