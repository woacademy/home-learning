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685725-F2F1-4D01-97E5-E43FF11D78BB}">
  <a:tblStyle styleId="{17685725-F2F1-4D01-97E5-E43FF11D78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{17685725-F2F1-4D01-97E5-E43FF11D78BB}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{17685725-F2F1-4D01-97E5-E43FF11D78BB}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