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8AF39-0A28-4BB7-A287-A8AB724A0FE7}">
  <a:tblStyle styleId="{D748AF39-0A28-4BB7-A287-A8AB724A0F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{D748AF39-0A28-4BB7-A287-A8AB724A0FE7}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{D748AF39-0A28-4BB7-A287-A8AB724A0FE7}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