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8E9AAE-F7A3-45DE-A7BE-54FAC17EDC46}">
  <a:tblStyle styleId="{A28E9AAE-F7A3-45DE-A7BE-54FAC17EDC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{A28E9AAE-F7A3-45DE-A7BE-54FAC17EDC46}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{A28E9AAE-F7A3-45DE-A7BE-54FAC17EDC46}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