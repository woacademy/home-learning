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2BED4A6-06B5-4068-985E-D0DF479BBEEC}">
  <a:tblStyle styleId="{F2BED4A6-06B5-4068-985E-D0DF479BBEE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{F2BED4A6-06B5-4068-985E-D0DF479BBEEC}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{F2BED4A6-06B5-4068-985E-D0DF479BBEEC}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