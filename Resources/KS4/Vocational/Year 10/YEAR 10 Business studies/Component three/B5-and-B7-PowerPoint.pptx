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76B0DF-3DB7-4186-B1A1-02CC302F0CFC}">
  <a:tblStyle styleId="{4B76B0DF-3DB7-4186-B1A1-02CC302F0C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{4B76B0DF-3DB7-4186-B1A1-02CC302F0CFC}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{4B76B0DF-3DB7-4186-B1A1-02CC302F0CFC}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