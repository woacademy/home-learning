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58FD0-B431-4D20-AE55-C4CFEE1830AC}">
  <a:tblStyle styleId="{12958FD0-B431-4D20-AE55-C4CFEE1830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{12958FD0-B431-4D20-AE55-C4CFEE1830AC}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{12958FD0-B431-4D20-AE55-C4CFEE1830AC}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