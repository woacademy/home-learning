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F22E23-43E0-47FD-BE8E-E460BC096CF2}">
  <a:tblStyle styleId="{3CF22E23-43E0-47FD-BE8E-E460BC096C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{3CF22E23-43E0-47FD-BE8E-E460BC096CF2}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{3CF22E23-43E0-47FD-BE8E-E460BC096CF2}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