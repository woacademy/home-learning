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D8757F-D166-492B-8BFC-2368D584996B}">
  <a:tblStyle styleId="{B0D8757F-D166-492B-8BFC-2368D58499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{B0D8757F-D166-492B-8BFC-2368D584996B}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{B0D8757F-D166-492B-8BFC-2368D584996B}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