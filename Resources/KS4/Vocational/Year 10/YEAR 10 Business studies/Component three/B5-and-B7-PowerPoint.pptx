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0D07A-A73B-4A1D-B50B-5406B7D66C02}">
  <a:tblStyle styleId="{1CF0D07A-A73B-4A1D-B50B-5406B7D66C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{1CF0D07A-A73B-4A1D-B50B-5406B7D66C02}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{1CF0D07A-A73B-4A1D-B50B-5406B7D66C02}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