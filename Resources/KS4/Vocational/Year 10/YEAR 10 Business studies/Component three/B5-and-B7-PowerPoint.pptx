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2AB93-E422-4101-A55B-2FDF1D32D047}">
  <a:tblStyle styleId="{AF02AB93-E422-4101-A55B-2FDF1D32D0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{AF02AB93-E422-4101-A55B-2FDF1D32D047}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{AF02AB93-E422-4101-A55B-2FDF1D32D047}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