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D6EDEC-437B-4C4F-913A-216D7A32D6C5}">
  <a:tblStyle styleId="{16D6EDEC-437B-4C4F-913A-216D7A32D6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{16D6EDEC-437B-4C4F-913A-216D7A32D6C5}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{16D6EDEC-437B-4C4F-913A-216D7A32D6C5}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