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573D89-9B9D-47F2-9DD1-EA12041FF3AB}">
  <a:tblStyle styleId="{B3573D89-9B9D-47F2-9DD1-EA12041FF3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{B3573D89-9B9D-47F2-9DD1-EA12041FF3AB}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{B3573D89-9B9D-47F2-9DD1-EA12041FF3AB}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