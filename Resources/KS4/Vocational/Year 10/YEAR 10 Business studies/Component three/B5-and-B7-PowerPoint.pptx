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433AD5-F247-4260-86F4-47B46AE5734B}">
  <a:tblStyle styleId="{B2433AD5-F247-4260-86F4-47B46AE573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{B2433AD5-F247-4260-86F4-47B46AE5734B}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{B2433AD5-F247-4260-86F4-47B46AE5734B}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