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42A508-B090-4E6E-8DF5-6D53998BC682}">
  <a:tblStyle styleId="{E942A508-B090-4E6E-8DF5-6D53998BC6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{E942A508-B090-4E6E-8DF5-6D53998BC682}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{E942A508-B090-4E6E-8DF5-6D53998BC682}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