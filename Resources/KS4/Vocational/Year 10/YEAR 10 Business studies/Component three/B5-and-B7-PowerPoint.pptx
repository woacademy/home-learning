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0259C6-4343-4B4F-B99A-FD888D2C4100}">
  <a:tblStyle styleId="{500259C6-4343-4B4F-B99A-FD888D2C41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{500259C6-4343-4B4F-B99A-FD888D2C4100}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{500259C6-4343-4B4F-B99A-FD888D2C4100}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