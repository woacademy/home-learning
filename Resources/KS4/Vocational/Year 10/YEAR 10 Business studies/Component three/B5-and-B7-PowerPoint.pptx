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F7551-0A60-4B81-BDB7-B1FD52EE4E27}">
  <a:tblStyle styleId="{64AF7551-0A60-4B81-BDB7-B1FD52EE4E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{64AF7551-0A60-4B81-BDB7-B1FD52EE4E27}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{64AF7551-0A60-4B81-BDB7-B1FD52EE4E27}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