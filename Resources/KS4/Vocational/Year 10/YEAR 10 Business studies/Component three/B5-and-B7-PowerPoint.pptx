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1F7C58-5E76-4C90-AB99-C8FEADD62461}">
  <a:tblStyle styleId="{B11F7C58-5E76-4C90-AB99-C8FEADD624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{B11F7C58-5E76-4C90-AB99-C8FEADD62461}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{B11F7C58-5E76-4C90-AB99-C8FEADD62461}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