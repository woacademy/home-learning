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90A33D-92E7-4FA7-B47A-53039D322F99}">
  <a:tblStyle styleId="{0190A33D-92E7-4FA7-B47A-53039D322F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{0190A33D-92E7-4FA7-B47A-53039D322F99}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{0190A33D-92E7-4FA7-B47A-53039D322F99}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