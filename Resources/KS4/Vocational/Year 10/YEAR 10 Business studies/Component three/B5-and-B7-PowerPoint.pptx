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0051A6-DD8B-4734-8773-7AC1904EEB06}">
  <a:tblStyle styleId="{A40051A6-DD8B-4734-8773-7AC1904EEB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{A40051A6-DD8B-4734-8773-7AC1904EEB06}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{A40051A6-DD8B-4734-8773-7AC1904EEB06}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