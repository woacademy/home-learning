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6D208C-9774-42E6-A7A9-EF91F9DA74C4}">
  <a:tblStyle styleId="{AC6D208C-9774-42E6-A7A9-EF91F9DA74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{AC6D208C-9774-42E6-A7A9-EF91F9DA74C4}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{AC6D208C-9774-42E6-A7A9-EF91F9DA74C4}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