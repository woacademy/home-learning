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745F0-11CC-4038-BCB2-AA3A4E687254}">
  <a:tblStyle styleId="{D2D745F0-11CC-4038-BCB2-AA3A4E6872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{D2D745F0-11CC-4038-BCB2-AA3A4E687254}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{D2D745F0-11CC-4038-BCB2-AA3A4E687254}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