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2D324C-CB15-43B6-BF86-E0A9C65B9D48}">
  <a:tblStyle styleId="{722D324C-CB15-43B6-BF86-E0A9C65B9D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{722D324C-CB15-43B6-BF86-E0A9C65B9D48}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{722D324C-CB15-43B6-BF86-E0A9C65B9D48}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