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2FB10E-2A10-49EC-BD5A-8F9ADB39C877}">
  <a:tblStyle styleId="{0C2FB10E-2A10-49EC-BD5A-8F9ADB39C8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{0C2FB10E-2A10-49EC-BD5A-8F9ADB39C877}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{0C2FB10E-2A10-49EC-BD5A-8F9ADB39C877}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