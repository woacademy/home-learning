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270596-76FF-4F6C-9B6F-A97607270CCD}">
  <a:tblStyle styleId="{23270596-76FF-4F6C-9B6F-A97607270C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{23270596-76FF-4F6C-9B6F-A97607270CCD}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{23270596-76FF-4F6C-9B6F-A97607270CCD}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