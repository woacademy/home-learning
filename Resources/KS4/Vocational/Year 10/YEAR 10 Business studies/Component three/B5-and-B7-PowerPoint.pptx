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73BB83-B3A7-40E3-A46E-BFFE1759FDF1}">
  <a:tblStyle styleId="{3273BB83-B3A7-40E3-A46E-BFFE1759FD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{3273BB83-B3A7-40E3-A46E-BFFE1759FDF1}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{3273BB83-B3A7-40E3-A46E-BFFE1759FDF1}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