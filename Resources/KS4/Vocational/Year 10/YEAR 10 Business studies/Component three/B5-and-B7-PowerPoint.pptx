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FC6BCE-4DAB-4AA7-87F1-D2070E2F8FA7}">
  <a:tblStyle styleId="{0AFC6BCE-4DAB-4AA7-87F1-D2070E2F8F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{0AFC6BCE-4DAB-4AA7-87F1-D2070E2F8FA7}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{0AFC6BCE-4DAB-4AA7-87F1-D2070E2F8FA7}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