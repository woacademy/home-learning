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51BBA4-5896-4CD5-A1F8-EA42FA5B8A66}">
  <a:tblStyle styleId="{2351BBA4-5896-4CD5-A1F8-EA42FA5B8A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{2351BBA4-5896-4CD5-A1F8-EA42FA5B8A66}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{2351BBA4-5896-4CD5-A1F8-EA42FA5B8A66}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