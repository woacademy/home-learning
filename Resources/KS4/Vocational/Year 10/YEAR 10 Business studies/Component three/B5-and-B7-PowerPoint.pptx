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A41CD7-5450-48BE-98EB-2800B386BF6E}">
  <a:tblStyle styleId="{90A41CD7-5450-48BE-98EB-2800B386BF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{90A41CD7-5450-48BE-98EB-2800B386BF6E}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{90A41CD7-5450-48BE-98EB-2800B386BF6E}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