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B2BFD9-7DA0-40E2-862F-79B0C7E18D38}">
  <a:tblStyle styleId="{10B2BFD9-7DA0-40E2-862F-79B0C7E18D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{10B2BFD9-7DA0-40E2-862F-79B0C7E18D38}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{10B2BFD9-7DA0-40E2-862F-79B0C7E18D38}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