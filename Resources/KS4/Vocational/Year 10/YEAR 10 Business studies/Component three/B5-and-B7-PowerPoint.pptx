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34FF5D-4A01-4BDC-942A-AFD49EEF4E80}">
  <a:tblStyle styleId="{7934FF5D-4A01-4BDC-942A-AFD49EEF4E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{7934FF5D-4A01-4BDC-942A-AFD49EEF4E80}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{7934FF5D-4A01-4BDC-942A-AFD49EEF4E80}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