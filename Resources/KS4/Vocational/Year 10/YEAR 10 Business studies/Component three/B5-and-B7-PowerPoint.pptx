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E89CF9-DCEA-4227-B3FD-D9A0D3114BB5}">
  <a:tblStyle styleId="{11E89CF9-DCEA-4227-B3FD-D9A0D3114B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{11E89CF9-DCEA-4227-B3FD-D9A0D3114BB5}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{11E89CF9-DCEA-4227-B3FD-D9A0D3114BB5}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