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2DC471-FE30-41B5-85D5-A0BCC525E674}">
  <a:tblStyle styleId="{DD2DC471-FE30-41B5-85D5-A0BCC525E6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{DD2DC471-FE30-41B5-85D5-A0BCC525E674}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{DD2DC471-FE30-41B5-85D5-A0BCC525E674}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