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E669E-FA43-4672-A44D-6AF789B4B7DC}">
  <a:tblStyle styleId="{546E669E-FA43-4672-A44D-6AF789B4B7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{546E669E-FA43-4672-A44D-6AF789B4B7DC}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{546E669E-FA43-4672-A44D-6AF789B4B7DC}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