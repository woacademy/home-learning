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CF4E96-CD8F-407C-B7FA-E45EA0466238}">
  <a:tblStyle styleId="{2BCF4E96-CD8F-407C-B7FA-E45EA04662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{2BCF4E96-CD8F-407C-B7FA-E45EA0466238}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{2BCF4E96-CD8F-407C-B7FA-E45EA0466238}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