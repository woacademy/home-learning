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D159A3-A670-4EB8-A5F8-9E978E5CF145}">
  <a:tblStyle styleId="{E4D159A3-A670-4EB8-A5F8-9E978E5CF1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{E4D159A3-A670-4EB8-A5F8-9E978E5CF145}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{E4D159A3-A670-4EB8-A5F8-9E978E5CF145}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