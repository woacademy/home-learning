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31E41AD-F7F2-435C-8D16-8A75D7B39D84}">
  <a:tblStyle styleId="{331E41AD-F7F2-435C-8D16-8A75D7B39D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{331E41AD-F7F2-435C-8D16-8A75D7B39D84}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{331E41AD-F7F2-435C-8D16-8A75D7B39D84}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