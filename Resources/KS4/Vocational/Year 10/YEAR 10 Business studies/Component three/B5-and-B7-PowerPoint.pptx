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09793A-B0B6-4A66-B2A3-83ADE0DD3DA5}">
  <a:tblStyle styleId="{7509793A-B0B6-4A66-B2A3-83ADE0DD3D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{7509793A-B0B6-4A66-B2A3-83ADE0DD3DA5}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{7509793A-B0B6-4A66-B2A3-83ADE0DD3DA5}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