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2C46DD-E6F5-4130-9770-0B8FE84FD8A9}">
  <a:tblStyle styleId="{332C46DD-E6F5-4130-9770-0B8FE84FD8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{332C46DD-E6F5-4130-9770-0B8FE84FD8A9}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{332C46DD-E6F5-4130-9770-0B8FE84FD8A9}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