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B26D32-623F-4256-8771-D26BB2AC28CE}">
  <a:tblStyle styleId="{6BB26D32-623F-4256-8771-D26BB2AC28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{6BB26D32-623F-4256-8771-D26BB2AC28CE}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{6BB26D32-623F-4256-8771-D26BB2AC28CE}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