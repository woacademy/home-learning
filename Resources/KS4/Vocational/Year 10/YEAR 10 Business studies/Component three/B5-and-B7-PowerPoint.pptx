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B89C9A-A8C7-4E65-AB0F-0E3D66B555DD}">
  <a:tblStyle styleId="{F3B89C9A-A8C7-4E65-AB0F-0E3D66B55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{F3B89C9A-A8C7-4E65-AB0F-0E3D66B555DD}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{F3B89C9A-A8C7-4E65-AB0F-0E3D66B555DD}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