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4374FE-674D-4B7F-BBCC-C2DE2312D81B}">
  <a:tblStyle styleId="{AB4374FE-674D-4B7F-BBCC-C2DE2312D8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{AB4374FE-674D-4B7F-BBCC-C2DE2312D81B}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{AB4374FE-674D-4B7F-BBCC-C2DE2312D81B}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