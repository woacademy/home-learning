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D31955-6A2D-4EC8-B328-0F8018932F5B}">
  <a:tblStyle styleId="{29D31955-6A2D-4EC8-B328-0F8018932F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{29D31955-6A2D-4EC8-B328-0F8018932F5B}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{29D31955-6A2D-4EC8-B328-0F8018932F5B}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