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7F1462-62A3-41F1-8DFE-3CDE8146BAA1}">
  <a:tblStyle styleId="{E37F1462-62A3-41F1-8DFE-3CDE8146BA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{E37F1462-62A3-41F1-8DFE-3CDE8146BAA1}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{E37F1462-62A3-41F1-8DFE-3CDE8146BAA1}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