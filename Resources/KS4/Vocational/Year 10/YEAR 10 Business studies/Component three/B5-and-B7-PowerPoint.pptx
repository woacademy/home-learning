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3A4B9-8935-475B-B01A-A835629559D4}">
  <a:tblStyle styleId="{AE93A4B9-8935-475B-B01A-A83562955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{AE93A4B9-8935-475B-B01A-A835629559D4}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{AE93A4B9-8935-475B-B01A-A835629559D4}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