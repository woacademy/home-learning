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E43E9D8-CF7F-4E96-B428-014CADFBF604}">
  <a:tblStyle styleId="{9E43E9D8-CF7F-4E96-B428-014CADFBF60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3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6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{9E43E9D8-CF7F-4E96-B428-014CADFBF604}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{9E43E9D8-CF7F-4E96-B428-014CADFBF604}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