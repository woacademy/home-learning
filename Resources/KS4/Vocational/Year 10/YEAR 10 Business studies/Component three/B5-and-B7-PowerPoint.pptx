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90479B-B516-4E46-9EFB-F3F7BA640FE7}">
  <a:tblStyle styleId="{EF90479B-B516-4E46-9EFB-F3F7BA640F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{EF90479B-B516-4E46-9EFB-F3F7BA640FE7}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{EF90479B-B516-4E46-9EFB-F3F7BA640FE7}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