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6F13F1-7619-41DC-93F5-167E693DB90E}">
  <a:tblStyle styleId="{346F13F1-7619-41DC-93F5-167E693DB9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{346F13F1-7619-41DC-93F5-167E693DB90E}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{346F13F1-7619-41DC-93F5-167E693DB90E}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