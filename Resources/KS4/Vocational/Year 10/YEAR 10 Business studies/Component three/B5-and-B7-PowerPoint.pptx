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BDA775-CF38-4E37-8CA4-5E65464E4688}">
  <a:tblStyle styleId="{99BDA775-CF38-4E37-8CA4-5E65464E468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{99BDA775-CF38-4E37-8CA4-5E65464E4688}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{99BDA775-CF38-4E37-8CA4-5E65464E4688}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