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185D5-CA18-411A-AE6C-F7956BE06839}">
  <a:tblStyle styleId="{708185D5-CA18-411A-AE6C-F7956BE06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{708185D5-CA18-411A-AE6C-F7956BE06839}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{708185D5-CA18-411A-AE6C-F7956BE06839}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