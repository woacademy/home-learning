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112649C-BAFA-412C-8824-540ABB149C89}">
  <a:tblStyle styleId="{0112649C-BAFA-412C-8824-540ABB149C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8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{0112649C-BAFA-412C-8824-540ABB149C89}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{0112649C-BAFA-412C-8824-540ABB149C89}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