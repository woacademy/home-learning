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F5BB8-0FAD-4046-86BB-9C7223B4C008}">
  <a:tblStyle styleId="{BEEF5BB8-0FAD-4046-86BB-9C7223B4C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{BEEF5BB8-0FAD-4046-86BB-9C7223B4C008}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{BEEF5BB8-0FAD-4046-86BB-9C7223B4C008}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