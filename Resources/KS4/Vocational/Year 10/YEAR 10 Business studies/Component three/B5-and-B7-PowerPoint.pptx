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0BE5A5-1E1A-46B3-8C34-3C79E1C27776}">
  <a:tblStyle styleId="{AD0BE5A5-1E1A-46B3-8C34-3C79E1C277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{AD0BE5A5-1E1A-46B3-8C34-3C79E1C27776}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{AD0BE5A5-1E1A-46B3-8C34-3C79E1C27776}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