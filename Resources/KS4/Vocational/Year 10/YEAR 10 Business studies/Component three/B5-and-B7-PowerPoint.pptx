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759F6-40C6-48AB-ACF6-BAC0EBBFF370}">
  <a:tblStyle styleId="{F0B759F6-40C6-48AB-ACF6-BAC0EBBFF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{F0B759F6-40C6-48AB-ACF6-BAC0EBBFF370}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{F0B759F6-40C6-48AB-ACF6-BAC0EBBFF370}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