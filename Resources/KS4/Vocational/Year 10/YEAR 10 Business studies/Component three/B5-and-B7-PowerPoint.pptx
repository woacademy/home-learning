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9C1226-CD10-4983-A907-6E66ECED816A}">
  <a:tblStyle styleId="{869C1226-CD10-4983-A907-6E66ECED81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{869C1226-CD10-4983-A907-6E66ECED816A}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{869C1226-CD10-4983-A907-6E66ECED816A}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