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A7C962-D08C-40C2-9EC1-1F0B641D5AD0}">
  <a:tblStyle styleId="{83A7C962-D08C-40C2-9EC1-1F0B641D5A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{83A7C962-D08C-40C2-9EC1-1F0B641D5AD0}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{83A7C962-D08C-40C2-9EC1-1F0B641D5AD0}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