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1C9357-E225-4D02-BA2E-B50154A670DB}">
  <a:tblStyle styleId="{721C9357-E225-4D02-BA2E-B50154A670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{721C9357-E225-4D02-BA2E-B50154A670DB}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{721C9357-E225-4D02-BA2E-B50154A670DB}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