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C10760-4565-4363-BCC0-D677724B82E6}">
  <a:tblStyle styleId="{54C10760-4565-4363-BCC0-D677724B82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{54C10760-4565-4363-BCC0-D677724B82E6}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{54C10760-4565-4363-BCC0-D677724B82E6}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