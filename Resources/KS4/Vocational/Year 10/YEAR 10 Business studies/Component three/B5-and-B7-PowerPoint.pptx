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4AA5F80-C167-4ECB-93D0-0F8E937B0038}">
  <a:tblStyle styleId="{54AA5F80-C167-4ECB-93D0-0F8E937B003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{54AA5F80-C167-4ECB-93D0-0F8E937B0038}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{54AA5F80-C167-4ECB-93D0-0F8E937B0038}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