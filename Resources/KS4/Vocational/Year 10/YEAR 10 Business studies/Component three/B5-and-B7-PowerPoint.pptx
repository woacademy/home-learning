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3FA5CC-C741-4B22-9D62-962883F5AFD6}">
  <a:tblStyle styleId="{8E3FA5CC-C741-4B22-9D62-962883F5AF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{8E3FA5CC-C741-4B22-9D62-962883F5AFD6}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{8E3FA5CC-C741-4B22-9D62-962883F5AFD6}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