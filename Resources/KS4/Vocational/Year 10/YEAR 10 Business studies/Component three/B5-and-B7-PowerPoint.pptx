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C62F6-12E8-4110-BD9B-417050E0E83C}">
  <a:tblStyle styleId="{ACCC62F6-12E8-4110-BD9B-417050E0E8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{ACCC62F6-12E8-4110-BD9B-417050E0E83C}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{ACCC62F6-12E8-4110-BD9B-417050E0E83C}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