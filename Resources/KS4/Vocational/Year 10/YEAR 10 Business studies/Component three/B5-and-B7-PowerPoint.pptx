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10E7C9-29D5-4597-AE42-9B4520A1779B}">
  <a:tblStyle styleId="{F510E7C9-29D5-4597-AE42-9B4520A177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{F510E7C9-29D5-4597-AE42-9B4520A1779B}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{F510E7C9-29D5-4597-AE42-9B4520A1779B}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