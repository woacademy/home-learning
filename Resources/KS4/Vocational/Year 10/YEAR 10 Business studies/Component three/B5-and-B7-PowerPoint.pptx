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67AF76-9047-42CA-AFD1-9123CC85164A}">
  <a:tblStyle styleId="{9767AF76-9047-42CA-AFD1-9123CC8516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{9767AF76-9047-42CA-AFD1-9123CC85164A}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{9767AF76-9047-42CA-AFD1-9123CC85164A}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