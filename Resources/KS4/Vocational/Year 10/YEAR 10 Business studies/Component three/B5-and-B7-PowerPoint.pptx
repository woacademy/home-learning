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D9CC3FC-C1F9-4D94-A1BD-54584325D6D0}">
  <a:tblStyle styleId="{6D9CC3FC-C1F9-4D94-A1BD-54584325D6D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{6D9CC3FC-C1F9-4D94-A1BD-54584325D6D0}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{6D9CC3FC-C1F9-4D94-A1BD-54584325D6D0}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