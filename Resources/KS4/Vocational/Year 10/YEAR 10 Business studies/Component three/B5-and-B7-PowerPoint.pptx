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F08BE0-04CA-4043-AE25-382F9DCAA0F6}">
  <a:tblStyle styleId="{25F08BE0-04CA-4043-AE25-382F9DCAA0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{25F08BE0-04CA-4043-AE25-382F9DCAA0F6}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{25F08BE0-04CA-4043-AE25-382F9DCAA0F6}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