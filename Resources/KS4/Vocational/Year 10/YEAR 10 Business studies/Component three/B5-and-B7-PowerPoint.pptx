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0DA9BB-708F-483F-9C8A-92744C6A623C}">
  <a:tblStyle styleId="{DF0DA9BB-708F-483F-9C8A-92744C6A62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{DF0DA9BB-708F-483F-9C8A-92744C6A623C}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{DF0DA9BB-708F-483F-9C8A-92744C6A623C}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