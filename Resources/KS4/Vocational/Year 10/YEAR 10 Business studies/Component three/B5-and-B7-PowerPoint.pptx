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D7B459-6F26-442E-A688-7E53E6937DEA}">
  <a:tblStyle styleId="{F1D7B459-6F26-442E-A688-7E53E6937D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{F1D7B459-6F26-442E-A688-7E53E6937DEA}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{F1D7B459-6F26-442E-A688-7E53E6937DEA}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