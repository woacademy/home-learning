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3A4CB8-DFB9-4F43-9D52-C2AB054D45BD}">
  <a:tblStyle styleId="{9E3A4CB8-DFB9-4F43-9D52-C2AB054D45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{9E3A4CB8-DFB9-4F43-9D52-C2AB054D45BD}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{9E3A4CB8-DFB9-4F43-9D52-C2AB054D45BD}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