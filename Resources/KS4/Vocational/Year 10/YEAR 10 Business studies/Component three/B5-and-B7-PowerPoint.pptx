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02B97F-4292-4684-B537-FA88352ABAD2}">
  <a:tblStyle styleId="{2C02B97F-4292-4684-B537-FA88352ABA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{2C02B97F-4292-4684-B537-FA88352ABAD2}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{2C02B97F-4292-4684-B537-FA88352ABAD2}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