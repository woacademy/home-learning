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5DAED21-5A87-489D-9FCD-87ABAAE3F794}">
  <a:tblStyle styleId="{B5DAED21-5A87-489D-9FCD-87ABAAE3F79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{B5DAED21-5A87-489D-9FCD-87ABAAE3F794}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{B5DAED21-5A87-489D-9FCD-87ABAAE3F794}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