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978CAE-E659-455E-8871-DF15B09D9941}">
  <a:tblStyle styleId="{B2978CAE-E659-455E-8871-DF15B09D99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{B2978CAE-E659-455E-8871-DF15B09D9941}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{B2978CAE-E659-455E-8871-DF15B09D9941}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