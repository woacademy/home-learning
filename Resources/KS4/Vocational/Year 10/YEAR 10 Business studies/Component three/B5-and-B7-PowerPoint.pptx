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279259-86A8-41BC-A59D-64F1921E6E4B}">
  <a:tblStyle styleId="{8F279259-86A8-41BC-A59D-64F1921E6E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{8F279259-86A8-41BC-A59D-64F1921E6E4B}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{8F279259-86A8-41BC-A59D-64F1921E6E4B}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