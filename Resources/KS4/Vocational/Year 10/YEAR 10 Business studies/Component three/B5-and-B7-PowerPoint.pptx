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8216F6-3370-4268-805B-D8B63BACEB16}">
  <a:tblStyle styleId="{438216F6-3370-4268-805B-D8B63BACEB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{438216F6-3370-4268-805B-D8B63BACEB16}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{438216F6-3370-4268-805B-D8B63BACEB16}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