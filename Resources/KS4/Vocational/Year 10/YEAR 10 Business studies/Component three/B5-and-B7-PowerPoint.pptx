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B5315F-EFA1-4419-A8DF-956992F32D78}">
  <a:tblStyle styleId="{25B5315F-EFA1-4419-A8DF-956992F32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{25B5315F-EFA1-4419-A8DF-956992F32D78}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{25B5315F-EFA1-4419-A8DF-956992F32D78}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