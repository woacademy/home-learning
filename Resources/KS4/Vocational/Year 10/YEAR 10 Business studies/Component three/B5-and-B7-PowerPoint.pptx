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12C402-BAA8-4415-96A4-EAD7FE58C350}">
  <a:tblStyle styleId="{C912C402-BAA8-4415-96A4-EAD7FE58C3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{C912C402-BAA8-4415-96A4-EAD7FE58C350}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{C912C402-BAA8-4415-96A4-EAD7FE58C350}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