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A32508-018D-41F0-B2DA-A8E83D1C32AB}">
  <a:tblStyle styleId="{64A32508-018D-41F0-B2DA-A8E83D1C32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{64A32508-018D-41F0-B2DA-A8E83D1C32AB}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{64A32508-018D-41F0-B2DA-A8E83D1C32AB}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