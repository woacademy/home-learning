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FEE35B-8A84-41DF-9C13-FE6E270512D9}">
  <a:tblStyle styleId="{86FEE35B-8A84-41DF-9C13-FE6E270512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{86FEE35B-8A84-41DF-9C13-FE6E270512D9}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{86FEE35B-8A84-41DF-9C13-FE6E270512D9}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