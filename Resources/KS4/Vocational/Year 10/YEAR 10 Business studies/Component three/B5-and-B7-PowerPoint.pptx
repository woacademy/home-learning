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174441-30D5-4482-B388-EF977E57FC14}">
  <a:tblStyle styleId="{93174441-30D5-4482-B388-EF977E57FC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{93174441-30D5-4482-B388-EF977E57FC14}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{93174441-30D5-4482-B388-EF977E57FC14}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