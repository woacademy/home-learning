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4B69F7-1452-42C6-B8CC-12325BBBAEB4}">
  <a:tblStyle styleId="{A54B69F7-1452-42C6-B8CC-12325BBBAE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{A54B69F7-1452-42C6-B8CC-12325BBBAEB4}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{A54B69F7-1452-42C6-B8CC-12325BBBAEB4}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