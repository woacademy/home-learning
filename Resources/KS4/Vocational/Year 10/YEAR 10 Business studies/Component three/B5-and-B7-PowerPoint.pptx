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45C6F-16FC-40E9-B264-154A16132F1F}">
  <a:tblStyle styleId="{CEC45C6F-16FC-40E9-B264-154A16132F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{CEC45C6F-16FC-40E9-B264-154A16132F1F}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{CEC45C6F-16FC-40E9-B264-154A16132F1F}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