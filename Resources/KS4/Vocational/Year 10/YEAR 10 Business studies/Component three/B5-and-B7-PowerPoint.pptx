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CB68EE-F916-4114-8995-2B6FF96EC51E}">
  <a:tblStyle styleId="{AACB68EE-F916-4114-8995-2B6FF96EC5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{AACB68EE-F916-4114-8995-2B6FF96EC51E}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{AACB68EE-F916-4114-8995-2B6FF96EC51E}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