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4B2E94A-4DCF-4778-933D-B8AA02F015C2}">
  <a:tblStyle styleId="{04B2E94A-4DCF-4778-933D-B8AA02F015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{04B2E94A-4DCF-4778-933D-B8AA02F015C2}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{04B2E94A-4DCF-4778-933D-B8AA02F015C2}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