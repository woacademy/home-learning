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3D60F7-AF62-450A-9E07-45FF3A4BC728}">
  <a:tblStyle styleId="{3B3D60F7-AF62-450A-9E07-45FF3A4BC7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{3B3D60F7-AF62-450A-9E07-45FF3A4BC728}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{3B3D60F7-AF62-450A-9E07-45FF3A4BC728}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