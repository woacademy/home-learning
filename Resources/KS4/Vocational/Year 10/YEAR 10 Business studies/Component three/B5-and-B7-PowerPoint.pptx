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2078E43-C74A-46D6-B999-0BCF1DF7CFDA}">
  <a:tblStyle styleId="{12078E43-C74A-46D6-B999-0BCF1DF7CFD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2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4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6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{12078E43-C74A-46D6-B999-0BCF1DF7CFDA}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{12078E43-C74A-46D6-B999-0BCF1DF7CFDA}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