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C6C73-A813-43BF-9B61-12414B714F2D}">
  <a:tblStyle styleId="{C4CC6C73-A813-43BF-9B61-12414B714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{C4CC6C73-A813-43BF-9B61-12414B714F2D}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{C4CC6C73-A813-43BF-9B61-12414B714F2D}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