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7250C1-8FA5-44FB-84D0-3300F4917934}">
  <a:tblStyle styleId="{477250C1-8FA5-44FB-84D0-3300F49179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{477250C1-8FA5-44FB-84D0-3300F4917934}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{477250C1-8FA5-44FB-84D0-3300F4917934}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