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9E0D8C0-8A1A-49E8-9EA5-786BE906EC37}">
  <a:tblStyle styleId="{39E0D8C0-8A1A-49E8-9EA5-786BE906EC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{39E0D8C0-8A1A-49E8-9EA5-786BE906EC37}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{39E0D8C0-8A1A-49E8-9EA5-786BE906EC37}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