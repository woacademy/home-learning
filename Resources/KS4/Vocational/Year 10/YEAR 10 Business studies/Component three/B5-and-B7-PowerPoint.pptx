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499179-0A3E-4E32-9F23-6A278444A47F}">
  <a:tblStyle styleId="{3E499179-0A3E-4E32-9F23-6A278444A4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{3E499179-0A3E-4E32-9F23-6A278444A47F}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{3E499179-0A3E-4E32-9F23-6A278444A47F}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