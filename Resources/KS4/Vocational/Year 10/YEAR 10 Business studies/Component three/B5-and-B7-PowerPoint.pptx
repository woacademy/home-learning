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4268DCA-FDC6-41E6-A86E-8C658B17F026}">
  <a:tblStyle styleId="{74268DCA-FDC6-41E6-A86E-8C658B17F02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0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4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5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8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9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{74268DCA-FDC6-41E6-A86E-8C658B17F026}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{74268DCA-FDC6-41E6-A86E-8C658B17F026}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