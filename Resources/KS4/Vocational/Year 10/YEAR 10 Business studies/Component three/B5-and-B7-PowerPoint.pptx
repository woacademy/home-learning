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5A4588-1BCD-4413-8FEE-7E6E8A15A50F}">
  <a:tblStyle styleId="{885A4588-1BCD-4413-8FEE-7E6E8A15A5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{885A4588-1BCD-4413-8FEE-7E6E8A15A50F}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{885A4588-1BCD-4413-8FEE-7E6E8A15A50F}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