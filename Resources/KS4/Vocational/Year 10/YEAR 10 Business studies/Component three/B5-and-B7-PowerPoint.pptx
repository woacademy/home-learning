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1F634B-CA94-4CEC-9774-6972B3C7556B}">
  <a:tblStyle styleId="{F71F634B-CA94-4CEC-9774-6972B3C755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{F71F634B-CA94-4CEC-9774-6972B3C7556B}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{F71F634B-CA94-4CEC-9774-6972B3C7556B}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