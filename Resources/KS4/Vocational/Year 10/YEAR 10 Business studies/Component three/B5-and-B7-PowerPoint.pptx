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0E872AA-6DB9-4F22-8A8A-E8859744DF95}">
  <a:tblStyle styleId="{D0E872AA-6DB9-4F22-8A8A-E8859744DF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{D0E872AA-6DB9-4F22-8A8A-E8859744DF95}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{D0E872AA-6DB9-4F22-8A8A-E8859744DF95}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