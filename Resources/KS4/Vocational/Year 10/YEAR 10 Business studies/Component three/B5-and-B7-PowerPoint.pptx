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94B5A9-ECE0-4BC8-A602-34C74A4D7BA9}">
  <a:tblStyle styleId="{5294B5A9-ECE0-4BC8-A602-34C74A4D7B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{5294B5A9-ECE0-4BC8-A602-34C74A4D7BA9}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{5294B5A9-ECE0-4BC8-A602-34C74A4D7BA9}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