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715CE3-589C-430C-AE90-668A4067ADCF}">
  <a:tblStyle styleId="{58715CE3-589C-430C-AE90-668A4067AD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{58715CE3-589C-430C-AE90-668A4067ADCF}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{58715CE3-589C-430C-AE90-668A4067ADCF}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