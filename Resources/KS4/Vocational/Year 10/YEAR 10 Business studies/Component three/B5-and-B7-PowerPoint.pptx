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33EBA2-194C-4710-B529-0514EA1D92C1}">
  <a:tblStyle styleId="{0133EBA2-194C-4710-B529-0514EA1D92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{0133EBA2-194C-4710-B529-0514EA1D92C1}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{0133EBA2-194C-4710-B529-0514EA1D92C1}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