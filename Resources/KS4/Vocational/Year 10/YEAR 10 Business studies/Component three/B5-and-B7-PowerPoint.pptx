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643212-9EAA-4443-9AD7-71F7436F8E37}">
  <a:tblStyle styleId="{19643212-9EAA-4443-9AD7-71F7436F8E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{19643212-9EAA-4443-9AD7-71F7436F8E37}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{19643212-9EAA-4443-9AD7-71F7436F8E37}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