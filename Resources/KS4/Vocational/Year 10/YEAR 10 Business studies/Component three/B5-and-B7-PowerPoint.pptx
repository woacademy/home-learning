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DCC6FD-E151-4E81-9FC5-44838384C531}">
  <a:tblStyle styleId="{0EDCC6FD-E151-4E81-9FC5-44838384C5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{0EDCC6FD-E151-4E81-9FC5-44838384C531}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{0EDCC6FD-E151-4E81-9FC5-44838384C531}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