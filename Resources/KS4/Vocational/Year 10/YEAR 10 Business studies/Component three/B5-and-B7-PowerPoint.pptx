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7FFC2D7-81CF-4742-8789-7936B92E9F77}">
  <a:tblStyle styleId="{77FFC2D7-81CF-4742-8789-7936B92E9F7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{77FFC2D7-81CF-4742-8789-7936B92E9F77}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{77FFC2D7-81CF-4742-8789-7936B92E9F77}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