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C6B9B1-785C-4F4E-BB5F-47F9588D934D}">
  <a:tblStyle styleId="{9BC6B9B1-785C-4F4E-BB5F-47F9588D93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{9BC6B9B1-785C-4F4E-BB5F-47F9588D934D}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{9BC6B9B1-785C-4F4E-BB5F-47F9588D934D}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