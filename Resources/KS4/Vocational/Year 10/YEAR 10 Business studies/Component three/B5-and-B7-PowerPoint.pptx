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FBD822-FBDE-42AA-8295-59FB127A577C}">
  <a:tblStyle styleId="{7CFBD822-FBDE-42AA-8295-59FB127A57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{7CFBD822-FBDE-42AA-8295-59FB127A577C}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{7CFBD822-FBDE-42AA-8295-59FB127A577C}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