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20E36F-A375-439A-9DF1-E9FB5772E309}">
  <a:tblStyle styleId="{F120E36F-A375-439A-9DF1-E9FB5772E3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{F120E36F-A375-439A-9DF1-E9FB5772E309}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{F120E36F-A375-439A-9DF1-E9FB5772E309}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