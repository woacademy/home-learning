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760506-0196-40C8-9F74-FB7E5A966D9A}">
  <a:tblStyle styleId="{26760506-0196-40C8-9F74-FB7E5A966D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{26760506-0196-40C8-9F74-FB7E5A966D9A}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{26760506-0196-40C8-9F74-FB7E5A966D9A}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