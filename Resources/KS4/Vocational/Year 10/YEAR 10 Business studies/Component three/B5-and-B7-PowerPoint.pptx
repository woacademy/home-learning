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2F805C-56E7-4A58-8E62-49C998150FAE}">
  <a:tblStyle styleId="{652F805C-56E7-4A58-8E62-49C998150F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{652F805C-56E7-4A58-8E62-49C998150FAE}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{652F805C-56E7-4A58-8E62-49C998150FAE}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