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42C593-1D00-4F16-93B7-BE26D748324E}">
  <a:tblStyle styleId="{3842C593-1D00-4F16-93B7-BE26D7483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{3842C593-1D00-4F16-93B7-BE26D748324E}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{3842C593-1D00-4F16-93B7-BE26D748324E}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