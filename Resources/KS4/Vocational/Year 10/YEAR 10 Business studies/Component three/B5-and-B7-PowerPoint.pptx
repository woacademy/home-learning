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F6EBC5-F692-4746-A178-6AA9C57A030B}">
  <a:tblStyle styleId="{8EF6EBC5-F692-4746-A178-6AA9C57A03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{8EF6EBC5-F692-4746-A178-6AA9C57A030B}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{8EF6EBC5-F692-4746-A178-6AA9C57A030B}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