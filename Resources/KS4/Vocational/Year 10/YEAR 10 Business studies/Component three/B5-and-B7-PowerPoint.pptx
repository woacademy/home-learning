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4299A-910E-4B03-B61E-7BB5AEBFBE80}">
  <a:tblStyle styleId="{4814299A-910E-4B03-B61E-7BB5AEBFBE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{4814299A-910E-4B03-B61E-7BB5AEBFBE80}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{4814299A-910E-4B03-B61E-7BB5AEBFBE80}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