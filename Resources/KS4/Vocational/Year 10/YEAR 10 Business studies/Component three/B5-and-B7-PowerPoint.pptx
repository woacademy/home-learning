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75BCA8-0B73-43BD-8E8F-E2AD713CF68D}">
  <a:tblStyle styleId="{A175BCA8-0B73-43BD-8E8F-E2AD713CF6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{A175BCA8-0B73-43BD-8E8F-E2AD713CF68D}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{A175BCA8-0B73-43BD-8E8F-E2AD713CF68D}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