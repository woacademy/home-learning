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0E5F32-DA8C-40F4-B3FD-D702E3C96360}">
  <a:tblStyle styleId="{1E0E5F32-DA8C-40F4-B3FD-D702E3C963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{1E0E5F32-DA8C-40F4-B3FD-D702E3C96360}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{1E0E5F32-DA8C-40F4-B3FD-D702E3C96360}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