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04DB7C-8CF7-4EF0-8E57-B63E475B116E}">
  <a:tblStyle styleId="{1A04DB7C-8CF7-4EF0-8E57-B63E475B11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{1A04DB7C-8CF7-4EF0-8E57-B63E475B116E}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{1A04DB7C-8CF7-4EF0-8E57-B63E475B116E}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