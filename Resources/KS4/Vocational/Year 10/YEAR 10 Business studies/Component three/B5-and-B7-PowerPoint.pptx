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1F96EA-811E-49CB-B09D-8370FAC40383}">
  <a:tblStyle styleId="{A91F96EA-811E-49CB-B09D-8370FAC403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{A91F96EA-811E-49CB-B09D-8370FAC40383}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{A91F96EA-811E-49CB-B09D-8370FAC40383}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