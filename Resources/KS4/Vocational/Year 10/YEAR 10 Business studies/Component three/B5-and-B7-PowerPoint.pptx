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42B2F-75D3-4E61-8293-1AB9728F496E}">
  <a:tblStyle styleId="{CB542B2F-75D3-4E61-8293-1AB9728F4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{CB542B2F-75D3-4E61-8293-1AB9728F496E}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{CB542B2F-75D3-4E61-8293-1AB9728F496E}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