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C704DB-84A8-460D-899B-D72D35143F61}">
  <a:tblStyle styleId="{DEC704DB-84A8-460D-899B-D72D35143F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{DEC704DB-84A8-460D-899B-D72D35143F61}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{DEC704DB-84A8-460D-899B-D72D35143F61}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