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29541-BF23-47A1-942A-BE17A803AF4C}">
  <a:tblStyle styleId="{46C29541-BF23-47A1-942A-BE17A803AF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{46C29541-BF23-47A1-942A-BE17A803AF4C}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{46C29541-BF23-47A1-942A-BE17A803AF4C}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