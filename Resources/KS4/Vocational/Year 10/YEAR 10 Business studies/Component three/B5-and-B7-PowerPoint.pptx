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62685F-CC1A-4E6D-B242-61339EA06CE4}">
  <a:tblStyle styleId="{1162685F-CC1A-4E6D-B242-61339EA06C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{1162685F-CC1A-4E6D-B242-61339EA06CE4}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{1162685F-CC1A-4E6D-B242-61339EA06CE4}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