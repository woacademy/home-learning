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D2A169-1A6C-48AD-B8D9-A5A64745DA66}">
  <a:tblStyle styleId="{D6D2A169-1A6C-48AD-B8D9-A5A64745DA6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{D6D2A169-1A6C-48AD-B8D9-A5A64745DA66}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{D6D2A169-1A6C-48AD-B8D9-A5A64745DA66}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