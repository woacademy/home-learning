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7CCBD-24EB-4A79-9025-23E2A476EF5E}">
  <a:tblStyle styleId="{D017CCBD-24EB-4A79-9025-23E2A476EF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{D017CCBD-24EB-4A79-9025-23E2A476EF5E}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{D017CCBD-24EB-4A79-9025-23E2A476EF5E}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