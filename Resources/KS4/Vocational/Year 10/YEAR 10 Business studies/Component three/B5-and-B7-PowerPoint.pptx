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0C038F-914B-4C99-B10D-BE65E18C2D1B}">
  <a:tblStyle styleId="{A60C038F-914B-4C99-B10D-BE65E18C2D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{A60C038F-914B-4C99-B10D-BE65E18C2D1B}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{A60C038F-914B-4C99-B10D-BE65E18C2D1B}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