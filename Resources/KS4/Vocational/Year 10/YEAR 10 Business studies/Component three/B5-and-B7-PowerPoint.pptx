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8EDBC-A7A5-455A-92CB-70FE471DE8D1}">
  <a:tblStyle styleId="{A888EDBC-A7A5-455A-92CB-70FE471DE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{A888EDBC-A7A5-455A-92CB-70FE471DE8D1}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{A888EDBC-A7A5-455A-92CB-70FE471DE8D1}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