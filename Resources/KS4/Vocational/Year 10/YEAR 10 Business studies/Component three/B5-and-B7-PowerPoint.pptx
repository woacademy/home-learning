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0FA31-59B0-46CE-A040-D81B82708B01}">
  <a:tblStyle styleId="{7F50FA31-59B0-46CE-A040-D81B82708B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{7F50FA31-59B0-46CE-A040-D81B82708B01}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{7F50FA31-59B0-46CE-A040-D81B82708B01}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