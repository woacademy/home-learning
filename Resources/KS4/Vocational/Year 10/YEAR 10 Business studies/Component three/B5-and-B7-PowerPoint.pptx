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7D4C4D-5EA6-4794-B229-C7119B3278F6}">
  <a:tblStyle styleId="{2B7D4C4D-5EA6-4794-B229-C7119B3278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{2B7D4C4D-5EA6-4794-B229-C7119B3278F6}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{2B7D4C4D-5EA6-4794-B229-C7119B3278F6}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