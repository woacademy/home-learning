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252205F-A57C-45BA-8BDA-636D39C1E975}">
  <a:tblStyle styleId="{2252205F-A57C-45BA-8BDA-636D39C1E97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{2252205F-A57C-45BA-8BDA-636D39C1E975}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{2252205F-A57C-45BA-8BDA-636D39C1E975}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