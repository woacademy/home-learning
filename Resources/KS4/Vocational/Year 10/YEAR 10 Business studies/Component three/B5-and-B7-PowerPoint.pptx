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08D3D-A6F5-49BD-BE0B-BB1B6430A86D}">
  <a:tblStyle styleId="{41508D3D-A6F5-49BD-BE0B-BB1B6430A8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{41508D3D-A6F5-49BD-BE0B-BB1B6430A86D}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{41508D3D-A6F5-49BD-BE0B-BB1B6430A86D}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