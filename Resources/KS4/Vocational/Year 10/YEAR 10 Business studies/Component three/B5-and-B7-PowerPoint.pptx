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431829-5057-49F1-90AC-3F203F587F19}">
  <a:tblStyle styleId="{8C431829-5057-49F1-90AC-3F203F587F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{8C431829-5057-49F1-90AC-3F203F587F19}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{8C431829-5057-49F1-90AC-3F203F587F19}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