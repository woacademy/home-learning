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10C980-8E8E-4AF9-9E00-1B018C893875}">
  <a:tblStyle styleId="{D010C980-8E8E-4AF9-9E00-1B018C8938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{D010C980-8E8E-4AF9-9E00-1B018C893875}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{D010C980-8E8E-4AF9-9E00-1B018C893875}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