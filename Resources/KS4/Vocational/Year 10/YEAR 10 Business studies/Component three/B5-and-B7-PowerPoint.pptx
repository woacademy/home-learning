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A62EF-F4CD-422D-AAA0-CC37A9E84758}">
  <a:tblStyle styleId="{58AA62EF-F4CD-422D-AAA0-CC37A9E84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{58AA62EF-F4CD-422D-AAA0-CC37A9E84758}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{58AA62EF-F4CD-422D-AAA0-CC37A9E84758}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