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871B8D-B359-4C14-AA31-BE86D62864C2}">
  <a:tblStyle styleId="{BC871B8D-B359-4C14-AA31-BE86D62864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{BC871B8D-B359-4C14-AA31-BE86D62864C2}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{BC871B8D-B359-4C14-AA31-BE86D62864C2}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