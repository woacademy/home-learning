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42DECB-C711-4B1B-8147-8CD3FC3FC78D}">
  <a:tblStyle styleId="{7E42DECB-C711-4B1B-8147-8CD3FC3FC7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{7E42DECB-C711-4B1B-8147-8CD3FC3FC78D}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{7E42DECB-C711-4B1B-8147-8CD3FC3FC78D}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