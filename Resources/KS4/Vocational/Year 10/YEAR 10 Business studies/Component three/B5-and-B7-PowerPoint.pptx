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40FD35-E8E3-45DE-AA55-9D679965A218}">
  <a:tblStyle styleId="{E640FD35-E8E3-45DE-AA55-9D679965A2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{E640FD35-E8E3-45DE-AA55-9D679965A218}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{E640FD35-E8E3-45DE-AA55-9D679965A218}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