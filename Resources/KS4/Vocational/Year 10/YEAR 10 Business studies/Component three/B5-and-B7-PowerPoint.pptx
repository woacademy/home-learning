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3B7D71-1B6C-4E92-BAA0-01FE27D7D8F4}">
  <a:tblStyle styleId="{763B7D71-1B6C-4E92-BAA0-01FE27D7D8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{763B7D71-1B6C-4E92-BAA0-01FE27D7D8F4}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{763B7D71-1B6C-4E92-BAA0-01FE27D7D8F4}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