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FDFB9-9565-44C7-A68C-060254281501}">
  <a:tblStyle styleId="{EE4FDFB9-9565-44C7-A68C-0602542815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{EE4FDFB9-9565-44C7-A68C-060254281501}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{EE4FDFB9-9565-44C7-A68C-060254281501}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