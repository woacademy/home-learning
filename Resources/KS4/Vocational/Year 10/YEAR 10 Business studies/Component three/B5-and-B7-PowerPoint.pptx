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75888C-3662-4A47-A9EB-66C4F1FFF312}">
  <a:tblStyle styleId="{F875888C-3662-4A47-A9EB-66C4F1FFF3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{F875888C-3662-4A47-A9EB-66C4F1FFF312}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{F875888C-3662-4A47-A9EB-66C4F1FFF312}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