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9CD725-FCA6-409A-B190-9CB38D08FD02}">
  <a:tblStyle styleId="{4D9CD725-FCA6-409A-B190-9CB38D08FD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{4D9CD725-FCA6-409A-B190-9CB38D08FD02}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{4D9CD725-FCA6-409A-B190-9CB38D08FD02}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