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8FB9BD-55D0-4E4A-AACA-858DDDC2D1FB}">
  <a:tblStyle styleId="{3B8FB9BD-55D0-4E4A-AACA-858DDDC2D1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{3B8FB9BD-55D0-4E4A-AACA-858DDDC2D1FB}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{3B8FB9BD-55D0-4E4A-AACA-858DDDC2D1FB}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