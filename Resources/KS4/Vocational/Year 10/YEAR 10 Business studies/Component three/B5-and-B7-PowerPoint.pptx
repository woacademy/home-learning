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A9523A-985E-43C8-A0E0-8F0DF33154CF}">
  <a:tblStyle styleId="{EDA9523A-985E-43C8-A0E0-8F0DF33154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{EDA9523A-985E-43C8-A0E0-8F0DF33154CF}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{EDA9523A-985E-43C8-A0E0-8F0DF33154CF}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