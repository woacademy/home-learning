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FE971A-592B-40AD-B3E9-ED9A509469C0}">
  <a:tblStyle styleId="{5BFE971A-592B-40AD-B3E9-ED9A509469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{5BFE971A-592B-40AD-B3E9-ED9A509469C0}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{5BFE971A-592B-40AD-B3E9-ED9A509469C0}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