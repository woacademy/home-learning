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C85B3-E6C1-4D53-9F66-7ADE50086270}">
  <a:tblStyle styleId="{9FFC85B3-E6C1-4D53-9F66-7ADE500862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{9FFC85B3-E6C1-4D53-9F66-7ADE50086270}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{9FFC85B3-E6C1-4D53-9F66-7ADE50086270}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