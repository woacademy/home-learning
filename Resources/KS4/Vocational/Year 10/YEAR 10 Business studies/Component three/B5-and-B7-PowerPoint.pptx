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45B505-5845-4390-A7D1-171EB72AA82A}">
  <a:tblStyle styleId="{3545B505-5845-4390-A7D1-171EB72AA8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{3545B505-5845-4390-A7D1-171EB72AA82A}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{3545B505-5845-4390-A7D1-171EB72AA82A}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