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524C32-F305-451E-850B-33D67A578E61}">
  <a:tblStyle styleId="{CA524C32-F305-451E-850B-33D67A578E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{CA524C32-F305-451E-850B-33D67A578E61}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{CA524C32-F305-451E-850B-33D67A578E61}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