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32BAE30-B2AB-4113-B341-A096584CE72F}">
  <a:tblStyle styleId="{032BAE30-B2AB-4113-B341-A096584CE72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{032BAE30-B2AB-4113-B341-A096584CE72F}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{032BAE30-B2AB-4113-B341-A096584CE72F}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