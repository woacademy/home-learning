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B12197-D0DE-4B70-98BB-E6C396A541BD}">
  <a:tblStyle styleId="{CBB12197-D0DE-4B70-98BB-E6C396A541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{CBB12197-D0DE-4B70-98BB-E6C396A541BD}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{CBB12197-D0DE-4B70-98BB-E6C396A541BD}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