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5EEB08-9C38-44FE-A4B3-BABA05E2C5FE}">
  <a:tblStyle styleId="{D45EEB08-9C38-44FE-A4B3-BABA05E2C5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{D45EEB08-9C38-44FE-A4B3-BABA05E2C5FE}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{D45EEB08-9C38-44FE-A4B3-BABA05E2C5FE}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