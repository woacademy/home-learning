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E6625-A1A2-4CF8-A88A-78FB7E4633A4}">
  <a:tblStyle styleId="{431E6625-A1A2-4CF8-A88A-78FB7E4633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{431E6625-A1A2-4CF8-A88A-78FB7E4633A4}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{431E6625-A1A2-4CF8-A88A-78FB7E4633A4}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