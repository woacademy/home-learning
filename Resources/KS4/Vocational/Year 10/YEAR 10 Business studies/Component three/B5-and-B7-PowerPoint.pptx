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BFA0410-B44A-4910-AEA2-B7354020E957}">
  <a:tblStyle styleId="{5BFA0410-B44A-4910-AEA2-B7354020E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{5BFA0410-B44A-4910-AEA2-B7354020E957}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{5BFA0410-B44A-4910-AEA2-B7354020E957}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