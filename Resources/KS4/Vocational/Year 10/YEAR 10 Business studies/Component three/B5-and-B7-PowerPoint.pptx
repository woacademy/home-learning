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1E1D5-65D7-46D2-8BCF-5B2E43199C95}">
  <a:tblStyle styleId="{E001E1D5-65D7-46D2-8BCF-5B2E43199C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{E001E1D5-65D7-46D2-8BCF-5B2E43199C95}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{E001E1D5-65D7-46D2-8BCF-5B2E43199C95}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