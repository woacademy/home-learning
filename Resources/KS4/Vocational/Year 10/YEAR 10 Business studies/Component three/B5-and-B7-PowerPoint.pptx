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2918E1-76A5-48D2-B658-D25EF601F716}">
  <a:tblStyle styleId="{DA2918E1-76A5-48D2-B658-D25EF601F7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{DA2918E1-76A5-48D2-B658-D25EF601F716}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{DA2918E1-76A5-48D2-B658-D25EF601F716}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