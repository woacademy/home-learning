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23C84B-B6B3-46E5-B1AD-81C5D0C35F15}">
  <a:tblStyle styleId="{6F23C84B-B6B3-46E5-B1AD-81C5D0C35F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{6F23C84B-B6B3-46E5-B1AD-81C5D0C35F15}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{6F23C84B-B6B3-46E5-B1AD-81C5D0C35F15}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