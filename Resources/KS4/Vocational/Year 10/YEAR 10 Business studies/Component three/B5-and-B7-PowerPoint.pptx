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C75416-EAD0-4984-B7E6-E363915E9842}">
  <a:tblStyle styleId="{3AC75416-EAD0-4984-B7E6-E363915E98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{3AC75416-EAD0-4984-B7E6-E363915E9842}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{3AC75416-EAD0-4984-B7E6-E363915E9842}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