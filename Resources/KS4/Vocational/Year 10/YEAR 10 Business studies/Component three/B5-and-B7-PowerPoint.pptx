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8B7CD18-10E5-442D-AA22-197644C36AE1}">
  <a:tblStyle styleId="{58B7CD18-10E5-442D-AA22-197644C36AE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8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7.png"/><Relationship Id="rId4" Type="http://schemas.openxmlformats.org/officeDocument/2006/relationships/image" Target="../media/image1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4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1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2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{58B7CD18-10E5-442D-AA22-197644C36AE1}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{58B7CD18-10E5-442D-AA22-197644C36AE1}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