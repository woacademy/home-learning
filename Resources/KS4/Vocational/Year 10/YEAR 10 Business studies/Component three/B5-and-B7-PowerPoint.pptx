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ED0C45-A14A-4847-BD2A-00257061CDB4}">
  <a:tblStyle styleId="{48ED0C45-A14A-4847-BD2A-00257061CD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{48ED0C45-A14A-4847-BD2A-00257061CDB4}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{48ED0C45-A14A-4847-BD2A-00257061CDB4}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