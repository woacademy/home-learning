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194674-3D5D-4B9D-840A-62D2BF6936BB}">
  <a:tblStyle styleId="{55194674-3D5D-4B9D-840A-62D2BF6936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{55194674-3D5D-4B9D-840A-62D2BF6936BB}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{55194674-3D5D-4B9D-840A-62D2BF6936BB}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