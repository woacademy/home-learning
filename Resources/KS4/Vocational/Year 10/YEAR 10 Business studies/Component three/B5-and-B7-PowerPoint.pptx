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EA0EE1-9BF6-40A5-A92E-FB2D935C014C}">
  <a:tblStyle styleId="{1FEA0EE1-9BF6-40A5-A92E-FB2D935C01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{1FEA0EE1-9BF6-40A5-A92E-FB2D935C014C}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{1FEA0EE1-9BF6-40A5-A92E-FB2D935C014C}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