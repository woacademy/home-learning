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A401D99-69D0-472B-BDE3-DD7241741DBF}">
  <a:tblStyle styleId="{7A401D99-69D0-472B-BDE3-DD7241741DB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{7A401D99-69D0-472B-BDE3-DD7241741DBF}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{7A401D99-69D0-472B-BDE3-DD7241741DBF}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