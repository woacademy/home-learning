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83821B-B075-4C41-9171-75F21481B324}">
  <a:tblStyle styleId="{A283821B-B075-4C41-9171-75F21481B3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{A283821B-B075-4C41-9171-75F21481B324}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{A283821B-B075-4C41-9171-75F21481B324}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