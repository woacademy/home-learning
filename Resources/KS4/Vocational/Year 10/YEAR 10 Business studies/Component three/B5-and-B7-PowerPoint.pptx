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A03DC6-4565-4370-9E23-4C3A739BAC74}">
  <a:tblStyle styleId="{85A03DC6-4565-4370-9E23-4C3A739BAC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{85A03DC6-4565-4370-9E23-4C3A739BAC74}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{85A03DC6-4565-4370-9E23-4C3A739BAC74}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