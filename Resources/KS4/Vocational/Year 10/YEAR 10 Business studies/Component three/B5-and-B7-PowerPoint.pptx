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74E6E2-FC51-4FF4-8A3B-39253B169FAE}">
  <a:tblStyle styleId="{EB74E6E2-FC51-4FF4-8A3B-39253B169F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{EB74E6E2-FC51-4FF4-8A3B-39253B169FAE}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{EB74E6E2-FC51-4FF4-8A3B-39253B169FAE}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