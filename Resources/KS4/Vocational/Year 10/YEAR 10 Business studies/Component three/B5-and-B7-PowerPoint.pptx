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0ADC17-D83A-409C-AD0F-05FF06A8A1C1}">
  <a:tblStyle styleId="{DF0ADC17-D83A-409C-AD0F-05FF06A8A1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{DF0ADC17-D83A-409C-AD0F-05FF06A8A1C1}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{DF0ADC17-D83A-409C-AD0F-05FF06A8A1C1}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