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7ADF00C-C401-48F6-953D-881B1104C5E6}">
  <a:tblStyle styleId="{77ADF00C-C401-48F6-953D-881B1104C5E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3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9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{77ADF00C-C401-48F6-953D-881B1104C5E6}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{77ADF00C-C401-48F6-953D-881B1104C5E6}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