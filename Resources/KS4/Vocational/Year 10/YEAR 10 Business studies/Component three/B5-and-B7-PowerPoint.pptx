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EE67FD-91AA-478A-A946-663CCAE64C8C}">
  <a:tblStyle styleId="{91EE67FD-91AA-478A-A946-663CCAE64C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{91EE67FD-91AA-478A-A946-663CCAE64C8C}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{91EE67FD-91AA-478A-A946-663CCAE64C8C}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