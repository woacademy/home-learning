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823205-8BAD-4D36-B9D1-DFE69E0D529A}">
  <a:tblStyle styleId="{CB823205-8BAD-4D36-B9D1-DFE69E0D52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{CB823205-8BAD-4D36-B9D1-DFE69E0D529A}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{CB823205-8BAD-4D36-B9D1-DFE69E0D529A}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