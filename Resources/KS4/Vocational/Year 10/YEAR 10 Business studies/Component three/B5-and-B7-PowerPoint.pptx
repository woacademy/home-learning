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5B4D92-5D25-488F-AE84-BBE08B9BCF44}">
  <a:tblStyle styleId="{685B4D92-5D25-488F-AE84-BBE08B9BCF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{685B4D92-5D25-488F-AE84-BBE08B9BCF44}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{685B4D92-5D25-488F-AE84-BBE08B9BCF44}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