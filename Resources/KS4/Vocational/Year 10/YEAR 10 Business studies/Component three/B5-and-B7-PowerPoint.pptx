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0143802-2D09-44CF-AEFF-5B4FCFC3F5F0}">
  <a:tblStyle styleId="{C0143802-2D09-44CF-AEFF-5B4FCFC3F5F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{C0143802-2D09-44CF-AEFF-5B4FCFC3F5F0}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{C0143802-2D09-44CF-AEFF-5B4FCFC3F5F0}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