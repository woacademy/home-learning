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0F5C3A-69CF-4238-8079-928A5E31C88A}">
  <a:tblStyle styleId="{090F5C3A-69CF-4238-8079-928A5E31C8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{090F5C3A-69CF-4238-8079-928A5E31C88A}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{090F5C3A-69CF-4238-8079-928A5E31C88A}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