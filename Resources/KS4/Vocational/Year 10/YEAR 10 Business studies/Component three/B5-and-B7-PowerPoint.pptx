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B20DAE-E7A5-4515-BD4B-DC024E972D6E}">
  <a:tblStyle styleId="{5FB20DAE-E7A5-4515-BD4B-DC024E972D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{5FB20DAE-E7A5-4515-BD4B-DC024E972D6E}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{5FB20DAE-E7A5-4515-BD4B-DC024E972D6E}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