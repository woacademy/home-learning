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84533E-F8E4-43E0-A6D5-4EBB7B8EEFA4}">
  <a:tblStyle styleId="{5584533E-F8E4-43E0-A6D5-4EBB7B8EEF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{5584533E-F8E4-43E0-A6D5-4EBB7B8EEFA4}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{5584533E-F8E4-43E0-A6D5-4EBB7B8EEFA4}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