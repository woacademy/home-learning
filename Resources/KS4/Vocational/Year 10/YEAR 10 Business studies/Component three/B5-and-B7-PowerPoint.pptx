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998A4B-B530-421E-9138-0E9C09FDD61C}">
  <a:tblStyle styleId="{96998A4B-B530-421E-9138-0E9C09FDD6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{96998A4B-B530-421E-9138-0E9C09FDD61C}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{96998A4B-B530-421E-9138-0E9C09FDD61C}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