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47C796-8D33-4D36-80E8-F276D48F5BA8}">
  <a:tblStyle styleId="{4C47C796-8D33-4D36-80E8-F276D48F5B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{4C47C796-8D33-4D36-80E8-F276D48F5BA8}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{4C47C796-8D33-4D36-80E8-F276D48F5BA8}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