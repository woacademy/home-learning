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751B2D-A35D-4103-944E-C4822FDDB82F}">
  <a:tblStyle styleId="{12751B2D-A35D-4103-944E-C4822FDDB8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{12751B2D-A35D-4103-944E-C4822FDDB82F}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{12751B2D-A35D-4103-944E-C4822FDDB82F}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