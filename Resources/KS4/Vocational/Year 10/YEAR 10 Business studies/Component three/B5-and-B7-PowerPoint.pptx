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CE687E-1845-4E23-9743-804948FEB074}">
  <a:tblStyle styleId="{DACE687E-1845-4E23-9743-804948FEB0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{DACE687E-1845-4E23-9743-804948FEB074}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{DACE687E-1845-4E23-9743-804948FEB074}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