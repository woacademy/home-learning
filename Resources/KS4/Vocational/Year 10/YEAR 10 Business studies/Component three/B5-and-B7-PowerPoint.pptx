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4F6952-024F-4202-9D41-0F0BEBDB58A9}">
  <a:tblStyle styleId="{984F6952-024F-4202-9D41-0F0BEBDB58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{984F6952-024F-4202-9D41-0F0BEBDB58A9}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{984F6952-024F-4202-9D41-0F0BEBDB58A9}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