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B9E31E-731C-4C19-8C7E-F5BA0D6B513A}">
  <a:tblStyle styleId="{E9B9E31E-731C-4C19-8C7E-F5BA0D6B5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{E9B9E31E-731C-4C19-8C7E-F5BA0D6B513A}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{E9B9E31E-731C-4C19-8C7E-F5BA0D6B513A}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