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F0B45D-3CAF-46C1-AB70-FEB3147B7242}">
  <a:tblStyle styleId="{9FF0B45D-3CAF-46C1-AB70-FEB3147B72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{9FF0B45D-3CAF-46C1-AB70-FEB3147B7242}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{9FF0B45D-3CAF-46C1-AB70-FEB3147B7242}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