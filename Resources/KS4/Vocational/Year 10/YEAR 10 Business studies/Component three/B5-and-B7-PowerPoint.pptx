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7AB196-0889-4F1F-A881-DE364F455DC3}">
  <a:tblStyle styleId="{477AB196-0889-4F1F-A881-DE364F455D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{477AB196-0889-4F1F-A881-DE364F455DC3}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{477AB196-0889-4F1F-A881-DE364F455DC3}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