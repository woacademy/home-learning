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1384F-0727-4276-B21B-D4D1F3CE7CEE}">
  <a:tblStyle styleId="{A881384F-0727-4276-B21B-D4D1F3CE7C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{A881384F-0727-4276-B21B-D4D1F3CE7CEE}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{A881384F-0727-4276-B21B-D4D1F3CE7CEE}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