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505D9C-241E-446B-8AEB-A060D0F93212}">
  <a:tblStyle styleId="{41505D9C-241E-446B-8AEB-A060D0F932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{41505D9C-241E-446B-8AEB-A060D0F93212}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{41505D9C-241E-446B-8AEB-A060D0F93212}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