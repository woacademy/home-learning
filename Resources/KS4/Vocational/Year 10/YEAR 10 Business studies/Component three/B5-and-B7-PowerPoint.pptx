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75C5ED-1680-4DA0-BCD6-DC63EF32839C}">
  <a:tblStyle styleId="{4D75C5ED-1680-4DA0-BCD6-DC63EF3283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{4D75C5ED-1680-4DA0-BCD6-DC63EF32839C}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{4D75C5ED-1680-4DA0-BCD6-DC63EF32839C}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