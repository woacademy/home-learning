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CF1005-7565-4515-9A78-7B6B846060B3}">
  <a:tblStyle styleId="{61CF1005-7565-4515-9A78-7B6B84606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{61CF1005-7565-4515-9A78-7B6B846060B3}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{61CF1005-7565-4515-9A78-7B6B846060B3}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