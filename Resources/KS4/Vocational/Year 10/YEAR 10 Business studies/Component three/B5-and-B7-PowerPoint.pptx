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622B98-DB83-4526-B664-A0B4D8B3BC9B}">
  <a:tblStyle styleId="{F2622B98-DB83-4526-B664-A0B4D8B3BC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{F2622B98-DB83-4526-B664-A0B4D8B3BC9B}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{F2622B98-DB83-4526-B664-A0B4D8B3BC9B}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