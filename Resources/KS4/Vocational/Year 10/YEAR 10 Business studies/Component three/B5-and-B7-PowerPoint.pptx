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A43554-D02C-4DA5-BC04-EF7F246F24D0}">
  <a:tblStyle styleId="{16A43554-D02C-4DA5-BC04-EF7F246F2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{16A43554-D02C-4DA5-BC04-EF7F246F24D0}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{16A43554-D02C-4DA5-BC04-EF7F246F24D0}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