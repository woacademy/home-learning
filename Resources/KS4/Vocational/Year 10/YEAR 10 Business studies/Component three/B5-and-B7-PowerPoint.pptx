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5CDDD5-63C5-4DC2-8CE0-F69EEDF9D5F9}">
  <a:tblStyle styleId="{D45CDDD5-63C5-4DC2-8CE0-F69EEDF9D5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{D45CDDD5-63C5-4DC2-8CE0-F69EEDF9D5F9}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{D45CDDD5-63C5-4DC2-8CE0-F69EEDF9D5F9}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