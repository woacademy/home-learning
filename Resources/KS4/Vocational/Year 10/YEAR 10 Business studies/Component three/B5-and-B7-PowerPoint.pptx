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ECD32F-996E-434D-ADCD-DF9E4DFEC111}">
  <a:tblStyle styleId="{ACECD32F-996E-434D-ADCD-DF9E4DFEC1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{ACECD32F-996E-434D-ADCD-DF9E4DFEC111}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{ACECD32F-996E-434D-ADCD-DF9E4DFEC111}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