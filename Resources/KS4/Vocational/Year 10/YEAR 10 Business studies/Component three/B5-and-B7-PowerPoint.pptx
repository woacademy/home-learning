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DBF8BB-72FA-45C7-AD66-3E27576FBBFC}">
  <a:tblStyle styleId="{97DBF8BB-72FA-45C7-AD66-3E27576FBB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{97DBF8BB-72FA-45C7-AD66-3E27576FBBFC}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{97DBF8BB-72FA-45C7-AD66-3E27576FBBFC}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