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4B9BF-AEE6-49F9-9960-3D860742263C}">
  <a:tblStyle styleId="{6074B9BF-AEE6-49F9-9960-3D86074226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{6074B9BF-AEE6-49F9-9960-3D860742263C}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{6074B9BF-AEE6-49F9-9960-3D860742263C}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