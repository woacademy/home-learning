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1D9FA4-15A0-4015-A3C6-E39EA5584293}">
  <a:tblStyle styleId="{BD1D9FA4-15A0-4015-A3C6-E39EA558429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{BD1D9FA4-15A0-4015-A3C6-E39EA5584293}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{BD1D9FA4-15A0-4015-A3C6-E39EA5584293}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