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CD6A42-FB11-49CB-AC6D-21654A5A1E5D}">
  <a:tblStyle styleId="{70CD6A42-FB11-49CB-AC6D-21654A5A1E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{70CD6A42-FB11-49CB-AC6D-21654A5A1E5D}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{70CD6A42-FB11-49CB-AC6D-21654A5A1E5D}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