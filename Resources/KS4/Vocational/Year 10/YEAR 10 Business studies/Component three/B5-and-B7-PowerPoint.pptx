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3433F8-258D-402F-AF5B-D21E3B90C63A}">
  <a:tblStyle styleId="{EA3433F8-258D-402F-AF5B-D21E3B90C6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{EA3433F8-258D-402F-AF5B-D21E3B90C63A}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{EA3433F8-258D-402F-AF5B-D21E3B90C63A}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