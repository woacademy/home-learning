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5D8AA2-CC6F-468F-8B40-8E0CA2574C3D}">
  <a:tblStyle styleId="{815D8AA2-CC6F-468F-8B40-8E0CA2574C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{815D8AA2-CC6F-468F-8B40-8E0CA2574C3D}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{815D8AA2-CC6F-468F-8B40-8E0CA2574C3D}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