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3FB02A-99F4-428A-8535-E6889E3E4AD8}">
  <a:tblStyle styleId="{3F3FB02A-99F4-428A-8535-E6889E3E4A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{3F3FB02A-99F4-428A-8535-E6889E3E4AD8}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{3F3FB02A-99F4-428A-8535-E6889E3E4AD8}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