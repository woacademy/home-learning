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25F165-677D-436B-849D-3F996335C616}">
  <a:tblStyle styleId="{3425F165-677D-436B-849D-3F996335C6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{3425F165-677D-436B-849D-3F996335C616}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{3425F165-677D-436B-849D-3F996335C616}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