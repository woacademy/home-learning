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2604DB-28B0-48C7-B793-F558A577BAF6}">
  <a:tblStyle styleId="{482604DB-28B0-48C7-B793-F558A577BA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{482604DB-28B0-48C7-B793-F558A577BAF6}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{482604DB-28B0-48C7-B793-F558A577BAF6}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