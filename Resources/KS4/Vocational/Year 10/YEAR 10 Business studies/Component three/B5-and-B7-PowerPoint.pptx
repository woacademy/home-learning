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FA4FCC-1405-4F6F-AFFA-46D9C0479C23}">
  <a:tblStyle styleId="{11FA4FCC-1405-4F6F-AFFA-46D9C0479C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{11FA4FCC-1405-4F6F-AFFA-46D9C0479C23}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{11FA4FCC-1405-4F6F-AFFA-46D9C0479C23}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