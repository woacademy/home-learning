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19E2DF-1BED-4988-8578-91C7E624FB4A}">
  <a:tblStyle styleId="{4819E2DF-1BED-4988-8578-91C7E624FB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{4819E2DF-1BED-4988-8578-91C7E624FB4A}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{4819E2DF-1BED-4988-8578-91C7E624FB4A}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