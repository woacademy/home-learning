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F75759-B11B-4C23-9F1D-BF7D1A8C7D0D}">
  <a:tblStyle styleId="{E9F75759-B11B-4C23-9F1D-BF7D1A8C7D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{E9F75759-B11B-4C23-9F1D-BF7D1A8C7D0D}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{E9F75759-B11B-4C23-9F1D-BF7D1A8C7D0D}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