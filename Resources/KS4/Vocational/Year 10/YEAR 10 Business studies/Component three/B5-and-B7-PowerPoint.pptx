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F4AC9F-B1D9-45FA-8D0F-804A739B363C}">
  <a:tblStyle styleId="{EFF4AC9F-B1D9-45FA-8D0F-804A739B36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{EFF4AC9F-B1D9-45FA-8D0F-804A739B363C}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{EFF4AC9F-B1D9-45FA-8D0F-804A739B363C}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