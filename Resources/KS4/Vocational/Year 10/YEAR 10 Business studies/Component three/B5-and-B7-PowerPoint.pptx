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B19FC0-F051-48F1-BEF5-4D5AA0BB03FD}">
  <a:tblStyle styleId="{39B19FC0-F051-48F1-BEF5-4D5AA0BB03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{39B19FC0-F051-48F1-BEF5-4D5AA0BB03FD}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{39B19FC0-F051-48F1-BEF5-4D5AA0BB03FD}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