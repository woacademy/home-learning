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65559-F5CD-4920-81B3-8B5D1A27421D}">
  <a:tblStyle styleId="{81365559-F5CD-4920-81B3-8B5D1A2742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{81365559-F5CD-4920-81B3-8B5D1A27421D}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{81365559-F5CD-4920-81B3-8B5D1A27421D}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