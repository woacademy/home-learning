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DE3DE4-E937-46E2-840E-B60967189802}">
  <a:tblStyle styleId="{30DE3DE4-E937-46E2-840E-B609671898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{30DE3DE4-E937-46E2-840E-B60967189802}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{30DE3DE4-E937-46E2-840E-B60967189802}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