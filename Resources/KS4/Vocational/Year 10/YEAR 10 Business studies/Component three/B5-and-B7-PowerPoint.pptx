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860FDB-D985-4D03-B385-0A2FF55CFC35}">
  <a:tblStyle styleId="{3B860FDB-D985-4D03-B385-0A2FF55CFC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{3B860FDB-D985-4D03-B385-0A2FF55CFC35}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{3B860FDB-D985-4D03-B385-0A2FF55CFC35}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