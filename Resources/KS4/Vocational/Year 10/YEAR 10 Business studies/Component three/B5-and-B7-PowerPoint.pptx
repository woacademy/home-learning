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8A89FE-4C51-4C21-8D7B-C4C20DBD59FF}">
  <a:tblStyle styleId="{F58A89FE-4C51-4C21-8D7B-C4C20DBD59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{F58A89FE-4C51-4C21-8D7B-C4C20DBD59FF}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{F58A89FE-4C51-4C21-8D7B-C4C20DBD59FF}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