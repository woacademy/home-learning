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0A25D12-451E-408D-9EB2-FE299C0121F2}">
  <a:tblStyle styleId="{80A25D12-451E-408D-9EB2-FE299C0121F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0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4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{80A25D12-451E-408D-9EB2-FE299C0121F2}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{80A25D12-451E-408D-9EB2-FE299C0121F2}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