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FA1E47-A76F-45AB-8539-F1D2E3AD0B08}">
  <a:tblStyle styleId="{F2FA1E47-A76F-45AB-8539-F1D2E3AD0B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{F2FA1E47-A76F-45AB-8539-F1D2E3AD0B08}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{F2FA1E47-A76F-45AB-8539-F1D2E3AD0B08}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