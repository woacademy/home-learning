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BE7435-CA17-4B9B-B161-EBC7CF93770E}">
  <a:tblStyle styleId="{55BE7435-CA17-4B9B-B161-EBC7CF9377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{55BE7435-CA17-4B9B-B161-EBC7CF93770E}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{55BE7435-CA17-4B9B-B161-EBC7CF93770E}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