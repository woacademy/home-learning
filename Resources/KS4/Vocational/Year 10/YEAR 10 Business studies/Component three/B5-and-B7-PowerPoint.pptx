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23D2B8-AE3F-4832-B28F-E8609DF4B6EC}">
  <a:tblStyle styleId="{CE23D2B8-AE3F-4832-B28F-E8609DF4B6E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{CE23D2B8-AE3F-4832-B28F-E8609DF4B6EC}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{CE23D2B8-AE3F-4832-B28F-E8609DF4B6EC}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