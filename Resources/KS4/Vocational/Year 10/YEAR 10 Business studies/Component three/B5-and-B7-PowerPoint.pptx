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DB53E-F771-4C20-AAC1-0709AFB0B534}">
  <a:tblStyle styleId="{B46DB53E-F771-4C20-AAC1-0709AFB0B5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{B46DB53E-F771-4C20-AAC1-0709AFB0B534}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{B46DB53E-F771-4C20-AAC1-0709AFB0B534}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