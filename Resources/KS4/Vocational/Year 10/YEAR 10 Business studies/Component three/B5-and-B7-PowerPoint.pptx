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72FB8-A9EE-47BD-95C5-4A0AD9A4C51A}">
  <a:tblStyle styleId="{09272FB8-A9EE-47BD-95C5-4A0AD9A4C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{09272FB8-A9EE-47BD-95C5-4A0AD9A4C51A}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{09272FB8-A9EE-47BD-95C5-4A0AD9A4C51A}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