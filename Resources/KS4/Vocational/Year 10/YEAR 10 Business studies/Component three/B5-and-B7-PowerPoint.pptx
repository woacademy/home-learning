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EBCE4A-96E6-45B4-933C-CC5EE1683CBD}">
  <a:tblStyle styleId="{FAEBCE4A-96E6-45B4-933C-CC5EE1683C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{FAEBCE4A-96E6-45B4-933C-CC5EE1683CBD}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{FAEBCE4A-96E6-45B4-933C-CC5EE1683CBD}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