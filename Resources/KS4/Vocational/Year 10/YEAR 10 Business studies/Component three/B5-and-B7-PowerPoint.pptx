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AFCF01-B9A7-4784-BA61-F65146A26788}">
  <a:tblStyle styleId="{B2AFCF01-B9A7-4784-BA61-F65146A267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{B2AFCF01-B9A7-4784-BA61-F65146A26788}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{B2AFCF01-B9A7-4784-BA61-F65146A26788}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