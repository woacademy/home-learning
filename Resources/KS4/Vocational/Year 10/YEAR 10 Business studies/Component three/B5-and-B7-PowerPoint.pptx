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B2D1A-5039-4CFA-9752-A48377688556}">
  <a:tblStyle styleId="{9BDB2D1A-5039-4CFA-9752-A483776885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{9BDB2D1A-5039-4CFA-9752-A48377688556}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{9BDB2D1A-5039-4CFA-9752-A48377688556}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