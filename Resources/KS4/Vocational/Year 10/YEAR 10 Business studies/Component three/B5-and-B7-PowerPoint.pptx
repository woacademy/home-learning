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E20DB2-CB20-4A2E-97E5-9B16CBC5F994}">
  <a:tblStyle styleId="{0BE20DB2-CB20-4A2E-97E5-9B16CBC5F9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{0BE20DB2-CB20-4A2E-97E5-9B16CBC5F994}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{0BE20DB2-CB20-4A2E-97E5-9B16CBC5F994}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