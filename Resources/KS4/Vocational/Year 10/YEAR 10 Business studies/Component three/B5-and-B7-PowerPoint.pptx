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CEBDF-5690-4C66-92EC-A9C3B200E664}">
  <a:tblStyle styleId="{371CEBDF-5690-4C66-92EC-A9C3B200E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{371CEBDF-5690-4C66-92EC-A9C3B200E664}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{371CEBDF-5690-4C66-92EC-A9C3B200E664}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