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EA0BF0-A65A-41E4-BE4F-6E4AB3A04351}">
  <a:tblStyle styleId="{0EEA0BF0-A65A-41E4-BE4F-6E4AB3A043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{0EEA0BF0-A65A-41E4-BE4F-6E4AB3A04351}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{0EEA0BF0-A65A-41E4-BE4F-6E4AB3A04351}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