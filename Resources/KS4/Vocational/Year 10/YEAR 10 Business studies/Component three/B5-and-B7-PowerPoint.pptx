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55CCEE-44C3-4780-8221-2ECE2F3128DE}">
  <a:tblStyle styleId="{7C55CCEE-44C3-4780-8221-2ECE2F3128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{7C55CCEE-44C3-4780-8221-2ECE2F3128DE}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{7C55CCEE-44C3-4780-8221-2ECE2F3128DE}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