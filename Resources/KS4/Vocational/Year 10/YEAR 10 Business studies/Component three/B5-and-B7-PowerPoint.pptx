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B7E6F8-03BE-4A78-94F1-EB52DFA9E168}">
  <a:tblStyle styleId="{1AB7E6F8-03BE-4A78-94F1-EB52DFA9E1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{1AB7E6F8-03BE-4A78-94F1-EB52DFA9E168}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{1AB7E6F8-03BE-4A78-94F1-EB52DFA9E168}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