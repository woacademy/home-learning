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15EBBB-6477-4635-BBAB-CBFCC9B06614}">
  <a:tblStyle styleId="{0F15EBBB-6477-4635-BBAB-CBFCC9B066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{0F15EBBB-6477-4635-BBAB-CBFCC9B06614}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{0F15EBBB-6477-4635-BBAB-CBFCC9B06614}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