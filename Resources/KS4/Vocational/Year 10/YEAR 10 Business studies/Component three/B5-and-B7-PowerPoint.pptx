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3C170-DC72-4C45-987C-3B81A3AAF808}">
  <a:tblStyle styleId="{D743C170-DC72-4C45-987C-3B81A3AAF8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{D743C170-DC72-4C45-987C-3B81A3AAF808}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{D743C170-DC72-4C45-987C-3B81A3AAF808}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