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202B97-0444-467C-8726-E8A9F3B5E49B}">
  <a:tblStyle styleId="{E6202B97-0444-467C-8726-E8A9F3B5E4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{E6202B97-0444-467C-8726-E8A9F3B5E49B}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{E6202B97-0444-467C-8726-E8A9F3B5E49B}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