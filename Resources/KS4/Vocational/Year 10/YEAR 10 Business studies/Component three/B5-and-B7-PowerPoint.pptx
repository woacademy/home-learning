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CCBB8-722F-4801-B11B-BCC81FC47744}">
  <a:tblStyle styleId="{9E8CCBB8-722F-4801-B11B-BCC81FC477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{9E8CCBB8-722F-4801-B11B-BCC81FC47744}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{9E8CCBB8-722F-4801-B11B-BCC81FC47744}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