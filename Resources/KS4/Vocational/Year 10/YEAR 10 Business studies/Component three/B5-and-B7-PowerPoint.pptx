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8A1502-3600-404B-9C68-073DB64B7BD8}">
  <a:tblStyle styleId="{DB8A1502-3600-404B-9C68-073DB64B7B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{DB8A1502-3600-404B-9C68-073DB64B7BD8}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{DB8A1502-3600-404B-9C68-073DB64B7BD8}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