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91ABD4-9396-4C4C-8CCE-5C53264389E9}">
  <a:tblStyle styleId="{DE91ABD4-9396-4C4C-8CCE-5C53264389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{DE91ABD4-9396-4C4C-8CCE-5C53264389E9}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{DE91ABD4-9396-4C4C-8CCE-5C53264389E9}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