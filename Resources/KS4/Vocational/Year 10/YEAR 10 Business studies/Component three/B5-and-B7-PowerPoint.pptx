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91CFEB-B4E8-4F12-BD2D-D4C0C6E5874E}">
  <a:tblStyle styleId="{1A91CFEB-B4E8-4F12-BD2D-D4C0C6E587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{1A91CFEB-B4E8-4F12-BD2D-D4C0C6E5874E}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{1A91CFEB-B4E8-4F12-BD2D-D4C0C6E5874E}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