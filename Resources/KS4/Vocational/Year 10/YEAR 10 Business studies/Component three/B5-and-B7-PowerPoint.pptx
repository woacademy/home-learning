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B35BCE-A71E-43A3-B532-72B239991BCB}">
  <a:tblStyle styleId="{C4B35BCE-A71E-43A3-B532-72B239991B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{C4B35BCE-A71E-43A3-B532-72B239991BCB}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{C4B35BCE-A71E-43A3-B532-72B239991BCB}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