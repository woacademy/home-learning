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45BB56-C5E5-4496-9732-5B40B272AB1D}">
  <a:tblStyle styleId="{0645BB56-C5E5-4496-9732-5B40B272AB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{0645BB56-C5E5-4496-9732-5B40B272AB1D}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{0645BB56-C5E5-4496-9732-5B40B272AB1D}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