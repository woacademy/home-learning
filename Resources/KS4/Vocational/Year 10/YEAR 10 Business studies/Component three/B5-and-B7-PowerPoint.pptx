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4D9622-B888-4080-87B5-435C72017A65}">
  <a:tblStyle styleId="{6C4D9622-B888-4080-87B5-435C72017A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{6C4D9622-B888-4080-87B5-435C72017A65}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{6C4D9622-B888-4080-87B5-435C72017A65}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