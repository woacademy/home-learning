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C700103-9121-4ECA-85A0-11B923A4D1D7}">
  <a:tblStyle styleId="{4C700103-9121-4ECA-85A0-11B923A4D1D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5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{4C700103-9121-4ECA-85A0-11B923A4D1D7}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{4C700103-9121-4ECA-85A0-11B923A4D1D7}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