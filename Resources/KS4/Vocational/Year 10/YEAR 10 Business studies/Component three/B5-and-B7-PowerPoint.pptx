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C36968-8002-4DE1-B869-2BDBBFC86989}">
  <a:tblStyle styleId="{D7C36968-8002-4DE1-B869-2BDBBFC869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{D7C36968-8002-4DE1-B869-2BDBBFC86989}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{D7C36968-8002-4DE1-B869-2BDBBFC86989}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