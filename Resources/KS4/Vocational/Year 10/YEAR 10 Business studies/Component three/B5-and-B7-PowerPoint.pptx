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2C1920-3129-4AA0-AA58-62C9F302DEB4}">
  <a:tblStyle styleId="{382C1920-3129-4AA0-AA58-62C9F302D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{382C1920-3129-4AA0-AA58-62C9F302DEB4}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{382C1920-3129-4AA0-AA58-62C9F302DEB4}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