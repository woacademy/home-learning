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E83DBE6-143E-467C-8C8F-20C44AA47275}">
  <a:tblStyle styleId="{2E83DBE6-143E-467C-8C8F-20C44AA4727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7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{2E83DBE6-143E-467C-8C8F-20C44AA47275}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{2E83DBE6-143E-467C-8C8F-20C44AA47275}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