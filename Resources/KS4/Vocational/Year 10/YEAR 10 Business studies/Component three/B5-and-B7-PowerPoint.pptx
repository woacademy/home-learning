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24C8D2-F14D-49E9-9DC0-B5380BF5558D}">
  <a:tblStyle styleId="{0924C8D2-F14D-49E9-9DC0-B5380BF555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{0924C8D2-F14D-49E9-9DC0-B5380BF5558D}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{0924C8D2-F14D-49E9-9DC0-B5380BF5558D}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