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575BF-D342-4976-B59A-985E96500F32}">
  <a:tblStyle styleId="{5D2575BF-D342-4976-B59A-985E96500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{5D2575BF-D342-4976-B59A-985E96500F32}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{5D2575BF-D342-4976-B59A-985E96500F32}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