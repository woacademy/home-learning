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557100-D5FF-4DBE-A300-3D714D5D1E67}">
  <a:tblStyle styleId="{F1557100-D5FF-4DBE-A300-3D714D5D1E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{F1557100-D5FF-4DBE-A300-3D714D5D1E67}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{F1557100-D5FF-4DBE-A300-3D714D5D1E67}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