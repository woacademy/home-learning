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33C7A-91F1-40DB-8E76-0D3CD802618D}">
  <a:tblStyle styleId="{12933C7A-91F1-40DB-8E76-0D3CD80261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{12933C7A-91F1-40DB-8E76-0D3CD802618D}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{12933C7A-91F1-40DB-8E76-0D3CD802618D}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