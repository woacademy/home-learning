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053641-682C-4924-8D90-49AE1922DFB4}">
  <a:tblStyle styleId="{E6053641-682C-4924-8D90-49AE1922DF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{E6053641-682C-4924-8D90-49AE1922DFB4}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{E6053641-682C-4924-8D90-49AE1922DFB4}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