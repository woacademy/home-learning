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EB3099-1C8A-4191-8398-696ED51BBFA4}">
  <a:tblStyle styleId="{36EB3099-1C8A-4191-8398-696ED51BBF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{36EB3099-1C8A-4191-8398-696ED51BBFA4}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{36EB3099-1C8A-4191-8398-696ED51BBFA4}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