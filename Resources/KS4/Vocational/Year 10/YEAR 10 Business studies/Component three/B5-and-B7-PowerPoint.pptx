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75A33A-0DAE-47C4-BFEF-B54D9FA2DC5F}">
  <a:tblStyle styleId="{4375A33A-0DAE-47C4-BFEF-B54D9FA2DC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{4375A33A-0DAE-47C4-BFEF-B54D9FA2DC5F}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{4375A33A-0DAE-47C4-BFEF-B54D9FA2DC5F}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