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027825-213C-4EB3-AD66-80A0E2F3FCFD}">
  <a:tblStyle styleId="{04027825-213C-4EB3-AD66-80A0E2F3FC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{04027825-213C-4EB3-AD66-80A0E2F3FCFD}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{04027825-213C-4EB3-AD66-80A0E2F3FCFD}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