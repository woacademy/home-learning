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01A006-1CFC-4331-A383-18C2F16275DF}">
  <a:tblStyle styleId="{EE01A006-1CFC-4331-A383-18C2F16275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{EE01A006-1CFC-4331-A383-18C2F16275DF}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{EE01A006-1CFC-4331-A383-18C2F16275DF}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