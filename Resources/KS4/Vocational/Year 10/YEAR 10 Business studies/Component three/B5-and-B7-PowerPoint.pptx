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6552DF9-94DA-49B8-A641-C51261D88943}">
  <a:tblStyle styleId="{D6552DF9-94DA-49B8-A641-C51261D8894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4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{D6552DF9-94DA-49B8-A641-C51261D88943}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{D6552DF9-94DA-49B8-A641-C51261D88943}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