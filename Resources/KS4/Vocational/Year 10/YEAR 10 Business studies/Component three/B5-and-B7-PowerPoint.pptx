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42E16-F70D-4692-8491-7D3781E75B45}">
  <a:tblStyle styleId="{3C942E16-F70D-4692-8491-7D3781E75B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{3C942E16-F70D-4692-8491-7D3781E75B45}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{3C942E16-F70D-4692-8491-7D3781E75B45}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