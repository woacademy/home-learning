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0F097D5-BE62-4786-8CAF-C96A1372D2D3}">
  <a:tblStyle styleId="{D0F097D5-BE62-4786-8CAF-C96A1372D2D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{D0F097D5-BE62-4786-8CAF-C96A1372D2D3}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{D0F097D5-BE62-4786-8CAF-C96A1372D2D3}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