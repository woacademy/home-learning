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3CF2E6-2B99-4175-B826-5D720AC012F0}">
  <a:tblStyle styleId="{A33CF2E6-2B99-4175-B826-5D720AC012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{A33CF2E6-2B99-4175-B826-5D720AC012F0}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{A33CF2E6-2B99-4175-B826-5D720AC012F0}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