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77CF8F-A768-4C30-844E-0B61DBD25604}">
  <a:tblStyle styleId="{3377CF8F-A768-4C30-844E-0B61DBD256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{3377CF8F-A768-4C30-844E-0B61DBD25604}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{3377CF8F-A768-4C30-844E-0B61DBD25604}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