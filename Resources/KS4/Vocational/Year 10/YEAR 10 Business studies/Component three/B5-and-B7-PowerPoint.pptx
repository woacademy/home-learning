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C6B9EA-96F4-4D89-B398-53CFF531451B}">
  <a:tblStyle styleId="{A3C6B9EA-96F4-4D89-B398-53CFF53145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{A3C6B9EA-96F4-4D89-B398-53CFF531451B}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{A3C6B9EA-96F4-4D89-B398-53CFF531451B}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