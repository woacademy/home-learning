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929BCC-C816-4F0D-8F4F-FAAFE90FFC01}">
  <a:tblStyle styleId="{B2929BCC-C816-4F0D-8F4F-FAAFE90FFC0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{B2929BCC-C816-4F0D-8F4F-FAAFE90FFC01}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{B2929BCC-C816-4F0D-8F4F-FAAFE90FFC01}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