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2BEE87-29A5-4428-B5B2-B6DF9D51C676}">
  <a:tblStyle styleId="{A72BEE87-29A5-4428-B5B2-B6DF9D51C67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{A72BEE87-29A5-4428-B5B2-B6DF9D51C676}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{A72BEE87-29A5-4428-B5B2-B6DF9D51C676}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