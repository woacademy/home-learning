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18D82-1DB9-44E0-81C8-21EAE6BD58BC}">
  <a:tblStyle styleId="{1D418D82-1DB9-44E0-81C8-21EAE6BD58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{1D418D82-1DB9-44E0-81C8-21EAE6BD58BC}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{1D418D82-1DB9-44E0-81C8-21EAE6BD58BC}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