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0E724C-24C4-4FF8-8255-9F5A556F36F7}">
  <a:tblStyle styleId="{D30E724C-24C4-4FF8-8255-9F5A556F36F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{D30E724C-24C4-4FF8-8255-9F5A556F36F7}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{D30E724C-24C4-4FF8-8255-9F5A556F36F7}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