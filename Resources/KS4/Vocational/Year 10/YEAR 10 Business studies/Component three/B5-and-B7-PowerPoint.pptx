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413DDE-5736-4C0F-8F9A-F0B2E34D4CCD}">
  <a:tblStyle styleId="{C4413DDE-5736-4C0F-8F9A-F0B2E34D4C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{C4413DDE-5736-4C0F-8F9A-F0B2E34D4CCD}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{C4413DDE-5736-4C0F-8F9A-F0B2E34D4CCD}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