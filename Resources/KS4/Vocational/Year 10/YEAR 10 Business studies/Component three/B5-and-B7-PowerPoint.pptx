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D27A8-E7A9-438E-9811-585576457DA8}">
  <a:tblStyle styleId="{AE5D27A8-E7A9-438E-9811-585576457D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{AE5D27A8-E7A9-438E-9811-585576457DA8}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{AE5D27A8-E7A9-438E-9811-585576457DA8}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