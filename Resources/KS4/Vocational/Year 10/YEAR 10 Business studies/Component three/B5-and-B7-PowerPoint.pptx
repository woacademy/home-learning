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1C4280-EEC0-405D-8491-5B69FC2A9941}">
  <a:tblStyle styleId="{CE1C4280-EEC0-405D-8491-5B69FC2A99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{CE1C4280-EEC0-405D-8491-5B69FC2A9941}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{CE1C4280-EEC0-405D-8491-5B69FC2A9941}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