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A4D1D-6488-40BB-B2D0-23428CB2BF06}">
  <a:tblStyle styleId="{CD3A4D1D-6488-40BB-B2D0-23428CB2BF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{CD3A4D1D-6488-40BB-B2D0-23428CB2BF06}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{CD3A4D1D-6488-40BB-B2D0-23428CB2BF06}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