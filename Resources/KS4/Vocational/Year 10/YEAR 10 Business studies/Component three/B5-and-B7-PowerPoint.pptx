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F766F0-F562-4ECF-8B7B-C4542AFF538C}">
  <a:tblStyle styleId="{F9F766F0-F562-4ECF-8B7B-C4542AFF53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{F9F766F0-F562-4ECF-8B7B-C4542AFF538C}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{F9F766F0-F562-4ECF-8B7B-C4542AFF538C}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