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C94F7C5-BE38-42C1-94F0-E2F6A0ACF7EE}">
  <a:tblStyle styleId="{BC94F7C5-BE38-42C1-94F0-E2F6A0ACF7E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8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{BC94F7C5-BE38-42C1-94F0-E2F6A0ACF7EE}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{BC94F7C5-BE38-42C1-94F0-E2F6A0ACF7EE}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