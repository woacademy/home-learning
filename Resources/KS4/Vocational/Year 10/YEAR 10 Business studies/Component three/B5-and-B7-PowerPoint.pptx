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7E4E7-ADC1-49F2-AB75-9D5330A1875C}">
  <a:tblStyle styleId="{EE67E4E7-ADC1-49F2-AB75-9D5330A187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{EE67E4E7-ADC1-49F2-AB75-9D5330A1875C}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{EE67E4E7-ADC1-49F2-AB75-9D5330A1875C}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