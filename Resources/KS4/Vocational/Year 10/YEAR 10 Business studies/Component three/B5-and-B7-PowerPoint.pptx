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2A8761-38D2-432F-981B-F04EEC0405AF}">
  <a:tblStyle styleId="{B92A8761-38D2-432F-981B-F04EEC0405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{B92A8761-38D2-432F-981B-F04EEC0405AF}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{B92A8761-38D2-432F-981B-F04EEC0405AF}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