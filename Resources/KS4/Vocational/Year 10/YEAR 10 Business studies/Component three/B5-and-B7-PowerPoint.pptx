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3DE678-F184-4E20-9560-FDA12F3FFAD0}">
  <a:tblStyle styleId="{953DE678-F184-4E20-9560-FDA12F3FFA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{953DE678-F184-4E20-9560-FDA12F3FFAD0}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{953DE678-F184-4E20-9560-FDA12F3FFAD0}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