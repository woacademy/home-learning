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4CF8FA-5AC2-49B9-8BD7-1C771226E98F}">
  <a:tblStyle styleId="{394CF8FA-5AC2-49B9-8BD7-1C771226E9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{394CF8FA-5AC2-49B9-8BD7-1C771226E98F}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{394CF8FA-5AC2-49B9-8BD7-1C771226E98F}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