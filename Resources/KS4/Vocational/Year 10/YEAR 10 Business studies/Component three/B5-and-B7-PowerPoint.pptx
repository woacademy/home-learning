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392015-6819-4B30-A8CC-A3412BC7E6C0}">
  <a:tblStyle styleId="{8E392015-6819-4B30-A8CC-A3412BC7E6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{8E392015-6819-4B30-A8CC-A3412BC7E6C0}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{8E392015-6819-4B30-A8CC-A3412BC7E6C0}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