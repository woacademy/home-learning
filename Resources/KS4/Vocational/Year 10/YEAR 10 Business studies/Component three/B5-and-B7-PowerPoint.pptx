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379D9C-73FF-4622-A18A-C9F279F8EDCB}">
  <a:tblStyle styleId="{C4379D9C-73FF-4622-A18A-C9F279F8ED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{C4379D9C-73FF-4622-A18A-C9F279F8EDCB}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{C4379D9C-73FF-4622-A18A-C9F279F8EDCB}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