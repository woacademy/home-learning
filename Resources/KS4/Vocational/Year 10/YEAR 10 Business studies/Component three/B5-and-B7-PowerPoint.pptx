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5A8937-FBBB-4FC5-B988-BCD3A7F59681}">
  <a:tblStyle styleId="{255A8937-FBBB-4FC5-B988-BCD3A7F596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{255A8937-FBBB-4FC5-B988-BCD3A7F59681}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{255A8937-FBBB-4FC5-B988-BCD3A7F59681}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