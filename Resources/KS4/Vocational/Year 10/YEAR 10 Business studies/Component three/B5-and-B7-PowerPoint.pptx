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98073F-7610-4857-9ADD-E1F6CFEAE802}">
  <a:tblStyle styleId="{DB98073F-7610-4857-9ADD-E1F6CFEAE8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{DB98073F-7610-4857-9ADD-E1F6CFEAE802}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{DB98073F-7610-4857-9ADD-E1F6CFEAE802}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