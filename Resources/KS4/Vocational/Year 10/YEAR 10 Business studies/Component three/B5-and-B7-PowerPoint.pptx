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31258A-CDD0-412F-A9B1-2EA00BB4D4E7}">
  <a:tblStyle styleId="{4831258A-CDD0-412F-A9B1-2EA00BB4D4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{4831258A-CDD0-412F-A9B1-2EA00BB4D4E7}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{4831258A-CDD0-412F-A9B1-2EA00BB4D4E7}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