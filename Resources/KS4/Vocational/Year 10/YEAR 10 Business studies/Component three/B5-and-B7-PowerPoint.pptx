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EC011-CC24-464F-9236-53C659D56503}">
  <a:tblStyle styleId="{C31EC011-CC24-464F-9236-53C659D565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{C31EC011-CC24-464F-9236-53C659D56503}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{C31EC011-CC24-464F-9236-53C659D56503}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