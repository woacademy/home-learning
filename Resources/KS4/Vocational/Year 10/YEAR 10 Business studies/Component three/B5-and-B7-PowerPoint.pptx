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07388-F7BE-4870-81F4-9DE67766186E}">
  <a:tblStyle styleId="{03907388-F7BE-4870-81F4-9DE6776618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{03907388-F7BE-4870-81F4-9DE67766186E}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{03907388-F7BE-4870-81F4-9DE67766186E}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