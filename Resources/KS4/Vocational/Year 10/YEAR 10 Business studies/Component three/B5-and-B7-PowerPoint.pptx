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CE11CD-C253-4D8F-87E0-24BF57E88843}">
  <a:tblStyle styleId="{00CE11CD-C253-4D8F-87E0-24BF57E888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{00CE11CD-C253-4D8F-87E0-24BF57E88843}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{00CE11CD-C253-4D8F-87E0-24BF57E88843}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