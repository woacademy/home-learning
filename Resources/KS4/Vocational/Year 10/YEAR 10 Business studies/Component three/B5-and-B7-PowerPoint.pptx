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4B0AFA-AA73-4BE6-BB53-9D501E3E03D2}">
  <a:tblStyle styleId="{B64B0AFA-AA73-4BE6-BB53-9D501E3E03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{B64B0AFA-AA73-4BE6-BB53-9D501E3E03D2}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{B64B0AFA-AA73-4BE6-BB53-9D501E3E03D2}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