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64216F-BE6C-43A4-8C85-8ED2F87761C6}">
  <a:tblStyle styleId="{A164216F-BE6C-43A4-8C85-8ED2F87761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{A164216F-BE6C-43A4-8C85-8ED2F87761C6}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{A164216F-BE6C-43A4-8C85-8ED2F87761C6}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