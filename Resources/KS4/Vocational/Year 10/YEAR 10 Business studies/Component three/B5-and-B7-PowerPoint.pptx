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2F17F4-B051-4A4D-910E-40155F1976B6}">
  <a:tblStyle styleId="{2F2F17F4-B051-4A4D-910E-40155F1976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{2F2F17F4-B051-4A4D-910E-40155F1976B6}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{2F2F17F4-B051-4A4D-910E-40155F1976B6}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