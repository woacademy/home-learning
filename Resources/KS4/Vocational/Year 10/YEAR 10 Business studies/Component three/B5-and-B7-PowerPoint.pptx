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6AF46-4703-4D07-8187-F023A81947A4}">
  <a:tblStyle styleId="{1A96AF46-4703-4D07-8187-F023A8194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{1A96AF46-4703-4D07-8187-F023A81947A4}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{1A96AF46-4703-4D07-8187-F023A81947A4}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