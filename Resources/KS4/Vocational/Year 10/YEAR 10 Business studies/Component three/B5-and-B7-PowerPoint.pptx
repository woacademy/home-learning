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9724A1-D27E-4216-AD96-7B2B2DEB6A33}">
  <a:tblStyle styleId="{649724A1-D27E-4216-AD96-7B2B2DEB6A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{649724A1-D27E-4216-AD96-7B2B2DEB6A33}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{649724A1-D27E-4216-AD96-7B2B2DEB6A33}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