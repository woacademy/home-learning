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B337A2-4BC9-428E-B7B6-911AEF6E7B48}">
  <a:tblStyle styleId="{F1B337A2-4BC9-428E-B7B6-911AEF6E7B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{F1B337A2-4BC9-428E-B7B6-911AEF6E7B48}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{F1B337A2-4BC9-428E-B7B6-911AEF6E7B48}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