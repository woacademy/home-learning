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8407636-BF80-481E-B1A9-C7ABE8747E15}">
  <a:tblStyle styleId="{28407636-BF80-481E-B1A9-C7ABE8747E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{28407636-BF80-481E-B1A9-C7ABE8747E15}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{28407636-BF80-481E-B1A9-C7ABE8747E15}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