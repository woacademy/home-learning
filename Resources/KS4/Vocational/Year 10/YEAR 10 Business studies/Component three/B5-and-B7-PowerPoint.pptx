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B69C1E-C479-4000-B1F8-D3DCF300DF47}">
  <a:tblStyle styleId="{3FB69C1E-C479-4000-B1F8-D3DCF300DF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{3FB69C1E-C479-4000-B1F8-D3DCF300DF47}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{3FB69C1E-C479-4000-B1F8-D3DCF300DF47}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