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4B2FDB-1D70-4F40-8D3A-BBAF8B936D8D}">
  <a:tblStyle styleId="{804B2FDB-1D70-4F40-8D3A-BBAF8B936D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{804B2FDB-1D70-4F40-8D3A-BBAF8B936D8D}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{804B2FDB-1D70-4F40-8D3A-BBAF8B936D8D}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