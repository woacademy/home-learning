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B58E74-D282-4102-A527-2F1F25E36F1E}">
  <a:tblStyle styleId="{67B58E74-D282-4102-A527-2F1F25E36F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{67B58E74-D282-4102-A527-2F1F25E36F1E}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{67B58E74-D282-4102-A527-2F1F25E36F1E}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