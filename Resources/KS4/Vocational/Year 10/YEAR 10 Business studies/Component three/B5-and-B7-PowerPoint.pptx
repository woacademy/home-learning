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81DA4F-A95E-4EEE-ACBC-81D00FC462CB}">
  <a:tblStyle styleId="{DB81DA4F-A95E-4EEE-ACBC-81D00FC462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{DB81DA4F-A95E-4EEE-ACBC-81D00FC462CB}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{DB81DA4F-A95E-4EEE-ACBC-81D00FC462CB}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