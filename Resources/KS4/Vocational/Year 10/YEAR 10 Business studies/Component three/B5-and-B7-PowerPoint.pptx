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BB0440-C9A8-4515-89D9-D864351E4369}">
  <a:tblStyle styleId="{EDBB0440-C9A8-4515-89D9-D864351E43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{EDBB0440-C9A8-4515-89D9-D864351E4369}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{EDBB0440-C9A8-4515-89D9-D864351E4369}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