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03D8A6-6CA9-4ED6-B360-570192AF5928}">
  <a:tblStyle styleId="{C803D8A6-6CA9-4ED6-B360-570192AF59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{C803D8A6-6CA9-4ED6-B360-570192AF5928}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{C803D8A6-6CA9-4ED6-B360-570192AF5928}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