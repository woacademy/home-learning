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8C8FF2-2A8A-47C5-904E-BC62F90BC691}">
  <a:tblStyle styleId="{118C8FF2-2A8A-47C5-904E-BC62F90BC6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{118C8FF2-2A8A-47C5-904E-BC62F90BC691}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{118C8FF2-2A8A-47C5-904E-BC62F90BC691}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