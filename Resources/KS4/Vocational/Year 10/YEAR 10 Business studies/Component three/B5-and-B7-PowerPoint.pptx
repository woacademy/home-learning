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93B887-CF71-4FC3-B1E3-DB3D00BE490E}">
  <a:tblStyle styleId="{3193B887-CF71-4FC3-B1E3-DB3D00BE49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{3193B887-CF71-4FC3-B1E3-DB3D00BE490E}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{3193B887-CF71-4FC3-B1E3-DB3D00BE490E}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