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6E01CD1-F060-4170-8535-CD28BD67E9F3}">
  <a:tblStyle styleId="{06E01CD1-F060-4170-8535-CD28BD67E9F3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4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2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8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0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9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{06E01CD1-F060-4170-8535-CD28BD67E9F3}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{06E01CD1-F060-4170-8535-CD28BD67E9F3}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