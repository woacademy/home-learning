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CD8AD6-6020-4D91-A807-EDDE2A5F745F}">
  <a:tblStyle styleId="{33CD8AD6-6020-4D91-A807-EDDE2A5F74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{33CD8AD6-6020-4D91-A807-EDDE2A5F745F}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{33CD8AD6-6020-4D91-A807-EDDE2A5F745F}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