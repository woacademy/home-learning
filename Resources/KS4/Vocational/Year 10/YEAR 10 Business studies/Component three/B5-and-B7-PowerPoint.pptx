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2AC344-97CD-4020-B9B1-F30D43F1E00A}">
  <a:tblStyle styleId="{AE2AC344-97CD-4020-B9B1-F30D43F1E0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{AE2AC344-97CD-4020-B9B1-F30D43F1E00A}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{AE2AC344-97CD-4020-B9B1-F30D43F1E00A}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