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E4FD49-254A-44F0-91CE-AEF00CC87109}">
  <a:tblStyle styleId="{4FE4FD49-254A-44F0-91CE-AEF00CC871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{4FE4FD49-254A-44F0-91CE-AEF00CC87109}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{4FE4FD49-254A-44F0-91CE-AEF00CC87109}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