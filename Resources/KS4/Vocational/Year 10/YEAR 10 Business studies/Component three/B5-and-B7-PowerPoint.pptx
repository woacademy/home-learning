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140020-94DA-4DDC-8B41-1E80FA07701D}">
  <a:tblStyle styleId="{FF140020-94DA-4DDC-8B41-1E80FA0770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{FF140020-94DA-4DDC-8B41-1E80FA07701D}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{FF140020-94DA-4DDC-8B41-1E80FA07701D}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