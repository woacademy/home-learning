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982D5F-B1B4-46E4-9B6B-6765DC7F9C97}">
  <a:tblStyle styleId="{CB982D5F-B1B4-46E4-9B6B-6765DC7F9C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{CB982D5F-B1B4-46E4-9B6B-6765DC7F9C97}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{CB982D5F-B1B4-46E4-9B6B-6765DC7F9C97}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