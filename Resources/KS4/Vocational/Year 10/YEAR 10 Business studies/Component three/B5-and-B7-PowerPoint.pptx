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6A89BF-6490-46E9-9E0E-A95CB40E068A}">
  <a:tblStyle styleId="{A06A89BF-6490-46E9-9E0E-A95CB40E06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{A06A89BF-6490-46E9-9E0E-A95CB40E068A}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{A06A89BF-6490-46E9-9E0E-A95CB40E068A}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