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44A64-6E4B-469C-818A-27D799BC8975}">
  <a:tblStyle styleId="{71844A64-6E4B-469C-818A-27D799BC89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{71844A64-6E4B-469C-818A-27D799BC8975}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{71844A64-6E4B-469C-818A-27D799BC8975}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