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9043C-EE99-47F8-BC31-50B0D93C3036}">
  <a:tblStyle styleId="{D659043C-EE99-47F8-BC31-50B0D93C3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{D659043C-EE99-47F8-BC31-50B0D93C3036}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{D659043C-EE99-47F8-BC31-50B0D93C3036}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