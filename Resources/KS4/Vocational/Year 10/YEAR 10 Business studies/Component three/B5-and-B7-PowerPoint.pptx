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B9876E-F71B-4864-BBA9-9C01AE83BE47}">
  <a:tblStyle styleId="{62B9876E-F71B-4864-BBA9-9C01AE83BE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{62B9876E-F71B-4864-BBA9-9C01AE83BE47}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{62B9876E-F71B-4864-BBA9-9C01AE83BE47}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