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408FDC-EE1C-4960-838F-2C25BBDD7CF2}">
  <a:tblStyle styleId="{FD408FDC-EE1C-4960-838F-2C25BBDD7C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{FD408FDC-EE1C-4960-838F-2C25BBDD7CF2}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{FD408FDC-EE1C-4960-838F-2C25BBDD7CF2}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