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667000-D23B-428A-AD30-2ADB58AABDB7}">
  <a:tblStyle styleId="{69667000-D23B-428A-AD30-2ADB58AAB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{69667000-D23B-428A-AD30-2ADB58AABDB7}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{69667000-D23B-428A-AD30-2ADB58AABDB7}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