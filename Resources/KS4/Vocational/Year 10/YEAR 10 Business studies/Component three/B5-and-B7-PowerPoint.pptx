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112563-1025-41A4-AE70-B20AA53195CE}">
  <a:tblStyle styleId="{54112563-1025-41A4-AE70-B20AA53195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{54112563-1025-41A4-AE70-B20AA53195CE}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{54112563-1025-41A4-AE70-B20AA53195CE}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