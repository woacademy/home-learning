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A854B1-F2F7-404F-B844-C4405B85D549}">
  <a:tblStyle styleId="{6FA854B1-F2F7-404F-B844-C4405B85D5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{6FA854B1-F2F7-404F-B844-C4405B85D549}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{6FA854B1-F2F7-404F-B844-C4405B85D549}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