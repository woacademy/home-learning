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93079-7BC8-48D1-8894-6FAA1F984B4B}">
  <a:tblStyle styleId="{6C393079-7BC8-48D1-8894-6FAA1F984B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{6C393079-7BC8-48D1-8894-6FAA1F984B4B}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{6C393079-7BC8-48D1-8894-6FAA1F984B4B}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