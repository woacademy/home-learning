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2CBE4-7C7B-49C7-B312-C96A7281D17A}">
  <a:tblStyle styleId="{58B2CBE4-7C7B-49C7-B312-C96A7281D1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{58B2CBE4-7C7B-49C7-B312-C96A7281D17A}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{58B2CBE4-7C7B-49C7-B312-C96A7281D17A}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