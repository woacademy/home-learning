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3205C-6DE5-4ED7-9D1E-81BCD202E305}">
  <a:tblStyle styleId="{E693205C-6DE5-4ED7-9D1E-81BCD202E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{E693205C-6DE5-4ED7-9D1E-81BCD202E305}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{E693205C-6DE5-4ED7-9D1E-81BCD202E305}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