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1486CC-351D-43B5-AE1F-0D03D5B30B3F}">
  <a:tblStyle styleId="{4E1486CC-351D-43B5-AE1F-0D03D5B30B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{4E1486CC-351D-43B5-AE1F-0D03D5B30B3F}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{4E1486CC-351D-43B5-AE1F-0D03D5B30B3F}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