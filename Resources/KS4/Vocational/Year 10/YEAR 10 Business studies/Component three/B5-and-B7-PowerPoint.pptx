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B024440-6575-4231-95AD-E62CBCEF840F}">
  <a:tblStyle styleId="{0B024440-6575-4231-95AD-E62CBCEF84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{0B024440-6575-4231-95AD-E62CBCEF840F}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{0B024440-6575-4231-95AD-E62CBCEF840F}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