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F62976-1369-48E5-AC94-922341960DD2}">
  <a:tblStyle styleId="{EFF62976-1369-48E5-AC94-922341960D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{EFF62976-1369-48E5-AC94-922341960DD2}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{EFF62976-1369-48E5-AC94-922341960DD2}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