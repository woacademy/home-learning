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48C945-E24E-4BA0-9B66-2EAB13C4C44D}">
  <a:tblStyle styleId="{FB48C945-E24E-4BA0-9B66-2EAB13C4C4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{FB48C945-E24E-4BA0-9B66-2EAB13C4C44D}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{FB48C945-E24E-4BA0-9B66-2EAB13C4C44D}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