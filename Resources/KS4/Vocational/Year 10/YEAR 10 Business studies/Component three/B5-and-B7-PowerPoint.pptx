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9E984C-47A6-4C1D-9FC7-7418A3ADD0E8}">
  <a:tblStyle styleId="{EB9E984C-47A6-4C1D-9FC7-7418A3ADD0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{EB9E984C-47A6-4C1D-9FC7-7418A3ADD0E8}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{EB9E984C-47A6-4C1D-9FC7-7418A3ADD0E8}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