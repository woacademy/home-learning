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8E8AA4-E695-400D-8532-AF200393D6CD}">
  <a:tblStyle styleId="{8C8E8AA4-E695-400D-8532-AF200393D6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{8C8E8AA4-E695-400D-8532-AF200393D6CD}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{8C8E8AA4-E695-400D-8532-AF200393D6CD}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