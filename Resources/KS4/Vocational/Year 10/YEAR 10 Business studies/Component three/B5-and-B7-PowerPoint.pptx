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9296B1-D2BD-4F3A-9803-68FA7789E6EC}">
  <a:tblStyle styleId="{379296B1-D2BD-4F3A-9803-68FA7789E6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{379296B1-D2BD-4F3A-9803-68FA7789E6EC}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{379296B1-D2BD-4F3A-9803-68FA7789E6EC}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