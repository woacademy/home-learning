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389CCB-B40C-4782-8B78-8E2C462B6E4B}">
  <a:tblStyle styleId="{1E389CCB-B40C-4782-8B78-8E2C462B6E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{1E389CCB-B40C-4782-8B78-8E2C462B6E4B}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{1E389CCB-B40C-4782-8B78-8E2C462B6E4B}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