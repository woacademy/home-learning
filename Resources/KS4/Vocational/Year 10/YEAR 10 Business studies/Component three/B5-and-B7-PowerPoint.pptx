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CDBEB18-D5E6-4B7A-9747-31ADA28ECE44}">
  <a:tblStyle styleId="{BCDBEB18-D5E6-4B7A-9747-31ADA28ECE4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{BCDBEB18-D5E6-4B7A-9747-31ADA28ECE44}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{BCDBEB18-D5E6-4B7A-9747-31ADA28ECE44}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