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35AA39-91F8-4F19-A389-721C0B4247D8}">
  <a:tblStyle styleId="{EB35AA39-91F8-4F19-A389-721C0B4247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{EB35AA39-91F8-4F19-A389-721C0B4247D8}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{EB35AA39-91F8-4F19-A389-721C0B4247D8}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