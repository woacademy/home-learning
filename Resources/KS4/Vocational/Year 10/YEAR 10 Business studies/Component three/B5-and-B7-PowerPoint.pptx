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1865EB-DC04-4097-B3DB-FD194FCEB7DC}">
  <a:tblStyle styleId="{3A1865EB-DC04-4097-B3DB-FD194FCEB7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{3A1865EB-DC04-4097-B3DB-FD194FCEB7DC}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{3A1865EB-DC04-4097-B3DB-FD194FCEB7DC}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