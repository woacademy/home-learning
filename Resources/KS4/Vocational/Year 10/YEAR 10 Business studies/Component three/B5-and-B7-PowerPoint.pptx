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F0DDDB0-A352-46AE-B878-56FC7CF27E52}">
  <a:tblStyle styleId="{9F0DDDB0-A352-46AE-B878-56FC7CF27E5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{9F0DDDB0-A352-46AE-B878-56FC7CF27E52}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{9F0DDDB0-A352-46AE-B878-56FC7CF27E52}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