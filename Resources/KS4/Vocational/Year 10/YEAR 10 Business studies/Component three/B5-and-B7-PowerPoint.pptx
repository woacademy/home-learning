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4C018-47F5-4B7D-9C7C-6EB0F66EF443}">
  <a:tblStyle styleId="{D844C018-47F5-4B7D-9C7C-6EB0F66EF4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{D844C018-47F5-4B7D-9C7C-6EB0F66EF443}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{D844C018-47F5-4B7D-9C7C-6EB0F66EF443}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