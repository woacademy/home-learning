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D1D8BC-370A-4A27-8B39-BA890C3027D2}">
  <a:tblStyle styleId="{3BD1D8BC-370A-4A27-8B39-BA890C3027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{3BD1D8BC-370A-4A27-8B39-BA890C3027D2}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{3BD1D8BC-370A-4A27-8B39-BA890C3027D2}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