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9AD16F-FBE7-40F2-8CC5-8F8F18B1C7B2}">
  <a:tblStyle styleId="{DD9AD16F-FBE7-40F2-8CC5-8F8F18B1C7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{DD9AD16F-FBE7-40F2-8CC5-8F8F18B1C7B2}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{DD9AD16F-FBE7-40F2-8CC5-8F8F18B1C7B2}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