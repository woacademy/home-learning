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B5AE8-578B-45D2-86CB-14159ED980F7}">
  <a:tblStyle styleId="{CA7B5AE8-578B-45D2-86CB-14159ED980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{CA7B5AE8-578B-45D2-86CB-14159ED980F7}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{CA7B5AE8-578B-45D2-86CB-14159ED980F7}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