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9931DB-53EE-4FB6-9B03-CC0739D41131}">
  <a:tblStyle styleId="{F89931DB-53EE-4FB6-9B03-CC0739D411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{F89931DB-53EE-4FB6-9B03-CC0739D41131}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{F89931DB-53EE-4FB6-9B03-CC0739D41131}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