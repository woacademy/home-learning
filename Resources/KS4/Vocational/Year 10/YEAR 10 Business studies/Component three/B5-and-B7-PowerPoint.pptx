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2CF285-62C2-4697-B10C-B309E46B6DA7}">
  <a:tblStyle styleId="{252CF285-62C2-4697-B10C-B309E46B6D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{252CF285-62C2-4697-B10C-B309E46B6DA7}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{252CF285-62C2-4697-B10C-B309E46B6DA7}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