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4BBA26-3AB4-4937-8E47-FC566A214546}">
  <a:tblStyle styleId="{644BBA26-3AB4-4937-8E47-FC566A2145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{644BBA26-3AB4-4937-8E47-FC566A214546}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{644BBA26-3AB4-4937-8E47-FC566A214546}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