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709696-D946-4EFB-A71C-CE46E62EA9BB}">
  <a:tblStyle styleId="{92709696-D946-4EFB-A71C-CE46E62EA9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{92709696-D946-4EFB-A71C-CE46E62EA9BB}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{92709696-D946-4EFB-A71C-CE46E62EA9BB}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