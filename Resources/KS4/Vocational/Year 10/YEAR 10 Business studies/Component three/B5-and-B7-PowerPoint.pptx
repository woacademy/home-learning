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800DC8-8FCA-48D0-8869-96E7F6656BAB}">
  <a:tblStyle styleId="{8D800DC8-8FCA-48D0-8869-96E7F6656B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{8D800DC8-8FCA-48D0-8869-96E7F6656BAB}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{8D800DC8-8FCA-48D0-8869-96E7F6656BAB}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