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5304AC-1C80-4352-947D-E904BDE0441E}">
  <a:tblStyle styleId="{735304AC-1C80-4352-947D-E904BDE044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{735304AC-1C80-4352-947D-E904BDE0441E}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{735304AC-1C80-4352-947D-E904BDE0441E}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