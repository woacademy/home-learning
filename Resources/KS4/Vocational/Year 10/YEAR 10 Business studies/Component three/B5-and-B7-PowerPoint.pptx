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EABE0E-C5F3-454F-8020-64193A86EB92}">
  <a:tblStyle styleId="{7BEABE0E-C5F3-454F-8020-64193A86EB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{7BEABE0E-C5F3-454F-8020-64193A86EB92}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{7BEABE0E-C5F3-454F-8020-64193A86EB92}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