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DD75E46-E2B7-455D-848A-FAD477BEC7C5}">
  <a:tblStyle styleId="{4DD75E46-E2B7-455D-848A-FAD477BEC7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{4DD75E46-E2B7-455D-848A-FAD477BEC7C5}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{4DD75E46-E2B7-455D-848A-FAD477BEC7C5}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