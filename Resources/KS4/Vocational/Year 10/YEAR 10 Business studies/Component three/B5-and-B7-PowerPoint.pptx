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D0D990-3D4D-4DF9-B77C-5BBB72C73A36}">
  <a:tblStyle styleId="{E9D0D990-3D4D-4DF9-B77C-5BBB72C73A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{E9D0D990-3D4D-4DF9-B77C-5BBB72C73A36}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{E9D0D990-3D4D-4DF9-B77C-5BBB72C73A36}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