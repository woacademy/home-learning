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4A595A-6C92-4FA8-80DA-B5F0E07C6949}">
  <a:tblStyle styleId="{0B4A595A-6C92-4FA8-80DA-B5F0E07C69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{0B4A595A-6C92-4FA8-80DA-B5F0E07C6949}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{0B4A595A-6C92-4FA8-80DA-B5F0E07C6949}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