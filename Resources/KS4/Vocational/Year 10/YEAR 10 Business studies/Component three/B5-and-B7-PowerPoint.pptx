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64819-7029-4D6B-9009-358D65D3AF57}">
  <a:tblStyle styleId="{D7664819-7029-4D6B-9009-358D65D3AF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{D7664819-7029-4D6B-9009-358D65D3AF57}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{D7664819-7029-4D6B-9009-358D65D3AF57}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