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294378-4BEF-4BC4-8110-768354955B13}">
  <a:tblStyle styleId="{60294378-4BEF-4BC4-8110-768354955B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{60294378-4BEF-4BC4-8110-768354955B13}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{60294378-4BEF-4BC4-8110-768354955B13}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