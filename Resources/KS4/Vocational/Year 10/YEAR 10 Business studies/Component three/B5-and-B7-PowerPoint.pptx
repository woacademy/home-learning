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E6BCA8-DCC6-4DFC-8C10-F20758291BC3}">
  <a:tblStyle styleId="{81E6BCA8-DCC6-4DFC-8C10-F20758291B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{81E6BCA8-DCC6-4DFC-8C10-F20758291BC3}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{81E6BCA8-DCC6-4DFC-8C10-F20758291BC3}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