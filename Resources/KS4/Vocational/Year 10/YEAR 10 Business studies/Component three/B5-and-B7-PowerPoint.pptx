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EB5AD4-B236-4A32-82BC-95AE2E596D0A}">
  <a:tblStyle styleId="{19EB5AD4-B236-4A32-82BC-95AE2E596D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{19EB5AD4-B236-4A32-82BC-95AE2E596D0A}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{19EB5AD4-B236-4A32-82BC-95AE2E596D0A}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