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59F42-6797-41ED-B23D-9F98F3C5FA7F}">
  <a:tblStyle styleId="{6A859F42-6797-41ED-B23D-9F98F3C5FA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{6A859F42-6797-41ED-B23D-9F98F3C5FA7F}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{6A859F42-6797-41ED-B23D-9F98F3C5FA7F}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