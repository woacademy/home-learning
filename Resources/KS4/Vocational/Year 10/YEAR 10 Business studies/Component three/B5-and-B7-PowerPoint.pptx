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98A5AC-D1B9-4F77-A5C5-F448CD21D2CE}">
  <a:tblStyle styleId="{CC98A5AC-D1B9-4F77-A5C5-F448CD21D2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{CC98A5AC-D1B9-4F77-A5C5-F448CD21D2CE}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{CC98A5AC-D1B9-4F77-A5C5-F448CD21D2CE}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