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068E41-06BA-4568-B94F-08F86C0E8FCB}">
  <a:tblStyle styleId="{95068E41-06BA-4568-B94F-08F86C0E8F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{95068E41-06BA-4568-B94F-08F86C0E8FCB}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{95068E41-06BA-4568-B94F-08F86C0E8FCB}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