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3A1E37-261B-4A92-B7E9-B828D03AD907}">
  <a:tblStyle styleId="{8B3A1E37-261B-4A92-B7E9-B828D03AD9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{8B3A1E37-261B-4A92-B7E9-B828D03AD907}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{8B3A1E37-261B-4A92-B7E9-B828D03AD907}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