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A1034C-A54B-45E3-97BB-1885F60930E8}">
  <a:tblStyle styleId="{F4A1034C-A54B-45E3-97BB-1885F60930E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{F4A1034C-A54B-45E3-97BB-1885F60930E8}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{F4A1034C-A54B-45E3-97BB-1885F60930E8}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