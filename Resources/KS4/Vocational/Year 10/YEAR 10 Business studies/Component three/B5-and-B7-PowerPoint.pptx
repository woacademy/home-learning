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EFF5AE-7600-4DC1-B3E7-61358B852A27}">
  <a:tblStyle styleId="{A3EFF5AE-7600-4DC1-B3E7-61358B852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{A3EFF5AE-7600-4DC1-B3E7-61358B852A27}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{A3EFF5AE-7600-4DC1-B3E7-61358B852A27}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