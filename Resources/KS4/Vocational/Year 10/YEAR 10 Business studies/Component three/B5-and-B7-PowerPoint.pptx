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818360-588C-48DF-B7A8-3A09BC49649B}">
  <a:tblStyle styleId="{26818360-588C-48DF-B7A8-3A09BC4964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{26818360-588C-48DF-B7A8-3A09BC49649B}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{26818360-588C-48DF-B7A8-3A09BC49649B}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