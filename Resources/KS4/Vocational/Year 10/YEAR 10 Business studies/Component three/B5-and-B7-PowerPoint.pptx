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01AF2-EF2C-49E1-A2FD-F1F0B057B4EE}">
  <a:tblStyle styleId="{DE401AF2-EF2C-49E1-A2FD-F1F0B057B4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{DE401AF2-EF2C-49E1-A2FD-F1F0B057B4EE}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{DE401AF2-EF2C-49E1-A2FD-F1F0B057B4EE}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