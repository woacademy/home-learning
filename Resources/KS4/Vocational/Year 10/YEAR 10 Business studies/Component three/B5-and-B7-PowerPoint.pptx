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6912770-4E1E-4012-AC83-AC4A49EF0A72}">
  <a:tblStyle styleId="{16912770-4E1E-4012-AC83-AC4A49EF0A7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{16912770-4E1E-4012-AC83-AC4A49EF0A72}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{16912770-4E1E-4012-AC83-AC4A49EF0A72}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