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16DA59-8AC6-4118-98A7-015F929C38E7}">
  <a:tblStyle styleId="{3916DA59-8AC6-4118-98A7-015F929C38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{3916DA59-8AC6-4118-98A7-015F929C38E7}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{3916DA59-8AC6-4118-98A7-015F929C38E7}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