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26E23B-EECD-4A30-B209-BD64276BB074}">
  <a:tblStyle styleId="{1A26E23B-EECD-4A30-B209-BD64276BB0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{1A26E23B-EECD-4A30-B209-BD64276BB074}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{1A26E23B-EECD-4A30-B209-BD64276BB074}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