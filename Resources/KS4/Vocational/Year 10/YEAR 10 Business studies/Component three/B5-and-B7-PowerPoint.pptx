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5A1574-8AA5-4074-8F01-834585554281}">
  <a:tblStyle styleId="{D85A1574-8AA5-4074-8F01-8345855542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{D85A1574-8AA5-4074-8F01-834585554281}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{D85A1574-8AA5-4074-8F01-834585554281}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