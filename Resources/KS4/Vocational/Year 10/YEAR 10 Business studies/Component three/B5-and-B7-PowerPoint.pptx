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F6EFFB-63D2-434A-8AD6-3C163897DA0C}">
  <a:tblStyle styleId="{45F6EFFB-63D2-434A-8AD6-3C163897DA0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{45F6EFFB-63D2-434A-8AD6-3C163897DA0C}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{45F6EFFB-63D2-434A-8AD6-3C163897DA0C}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