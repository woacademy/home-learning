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BB6C3C-731D-4A8E-9AAA-96E5E4A0F29B}">
  <a:tblStyle styleId="{94BB6C3C-731D-4A8E-9AAA-96E5E4A0F2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{94BB6C3C-731D-4A8E-9AAA-96E5E4A0F29B}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{94BB6C3C-731D-4A8E-9AAA-96E5E4A0F29B}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