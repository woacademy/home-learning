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45F6C26-C7AF-4103-BE77-B9A4B5AD2899}">
  <a:tblStyle styleId="{A45F6C26-C7AF-4103-BE77-B9A4B5AD28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{A45F6C26-C7AF-4103-BE77-B9A4B5AD2899}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{A45F6C26-C7AF-4103-BE77-B9A4B5AD2899}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