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A61A6B-00D1-4D8B-84F7-DE81B55113CF}">
  <a:tblStyle styleId="{14A61A6B-00D1-4D8B-84F7-DE81B55113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{14A61A6B-00D1-4D8B-84F7-DE81B55113CF}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{14A61A6B-00D1-4D8B-84F7-DE81B55113CF}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