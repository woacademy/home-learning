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3CC7F8-7C5F-4007-B5C7-6ED34336FF95}">
  <a:tblStyle styleId="{533CC7F8-7C5F-4007-B5C7-6ED34336FF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{533CC7F8-7C5F-4007-B5C7-6ED34336FF95}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{533CC7F8-7C5F-4007-B5C7-6ED34336FF95}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