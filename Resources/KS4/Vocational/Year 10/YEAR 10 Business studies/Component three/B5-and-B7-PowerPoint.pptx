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08A813-B31E-42EC-8211-DD235BC3AE6B}">
  <a:tblStyle styleId="{1408A813-B31E-42EC-8211-DD235BC3AE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{1408A813-B31E-42EC-8211-DD235BC3AE6B}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{1408A813-B31E-42EC-8211-DD235BC3AE6B}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