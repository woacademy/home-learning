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835AC91-C7D5-43DE-96C2-5F125BC1B968}">
  <a:tblStyle styleId="{6835AC91-C7D5-43DE-96C2-5F125BC1B96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1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4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1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2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{6835AC91-C7D5-43DE-96C2-5F125BC1B968}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{6835AC91-C7D5-43DE-96C2-5F125BC1B968}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