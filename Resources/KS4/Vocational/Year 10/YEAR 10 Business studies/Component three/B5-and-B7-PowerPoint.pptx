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0FB00E-48D4-4E01-BB99-095CBA9D7E4F}">
  <a:tblStyle styleId="{840FB00E-48D4-4E01-BB99-095CBA9D7E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{840FB00E-48D4-4E01-BB99-095CBA9D7E4F}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{840FB00E-48D4-4E01-BB99-095CBA9D7E4F}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