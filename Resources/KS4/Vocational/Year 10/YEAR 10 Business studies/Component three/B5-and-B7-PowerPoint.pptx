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64F7E1-AFB0-4577-832A-274FA47E5D5E}">
  <a:tblStyle styleId="{1964F7E1-AFB0-4577-832A-274FA47E5D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{1964F7E1-AFB0-4577-832A-274FA47E5D5E}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{1964F7E1-AFB0-4577-832A-274FA47E5D5E}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