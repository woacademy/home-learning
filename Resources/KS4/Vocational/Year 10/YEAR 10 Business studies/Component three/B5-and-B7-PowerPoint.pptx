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658E2F-9115-47CD-81C9-68192F2ABEA1}">
  <a:tblStyle styleId="{5F658E2F-9115-47CD-81C9-68192F2ABE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{5F658E2F-9115-47CD-81C9-68192F2ABEA1}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{5F658E2F-9115-47CD-81C9-68192F2ABEA1}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