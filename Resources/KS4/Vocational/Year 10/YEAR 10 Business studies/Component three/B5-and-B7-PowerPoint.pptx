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57688B-73CE-4B1C-886A-69E84FB6B16E}">
  <a:tblStyle styleId="{A257688B-73CE-4B1C-886A-69E84FB6B1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{A257688B-73CE-4B1C-886A-69E84FB6B16E}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{A257688B-73CE-4B1C-886A-69E84FB6B16E}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