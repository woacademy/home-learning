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30D1B15-B22A-4207-A927-0E774FBCBF5E}">
  <a:tblStyle styleId="{330D1B15-B22A-4207-A927-0E774FBCBF5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{330D1B15-B22A-4207-A927-0E774FBCBF5E}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{330D1B15-B22A-4207-A927-0E774FBCBF5E}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