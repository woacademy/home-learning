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6F6D7D-1B0C-4032-A5FB-8FD85BE3EC26}">
  <a:tblStyle styleId="{B76F6D7D-1B0C-4032-A5FB-8FD85BE3EC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{B76F6D7D-1B0C-4032-A5FB-8FD85BE3EC26}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{B76F6D7D-1B0C-4032-A5FB-8FD85BE3EC26}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