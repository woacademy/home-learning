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50AC47-05C3-40D7-9393-7819BB7B6B11}">
  <a:tblStyle styleId="{A250AC47-05C3-40D7-9393-7819BB7B6B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{A250AC47-05C3-40D7-9393-7819BB7B6B11}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{A250AC47-05C3-40D7-9393-7819BB7B6B11}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