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1E61675-9B79-4111-A039-07983885EA98}">
  <a:tblStyle styleId="{21E61675-9B79-4111-A039-07983885EA9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3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7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9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0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{21E61675-9B79-4111-A039-07983885EA98}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{21E61675-9B79-4111-A039-07983885EA98}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