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7EA6E9-0468-44DA-8B7C-867B8422EF0D}">
  <a:tblStyle styleId="{CA7EA6E9-0468-44DA-8B7C-867B8422EF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{CA7EA6E9-0468-44DA-8B7C-867B8422EF0D}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{CA7EA6E9-0468-44DA-8B7C-867B8422EF0D}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