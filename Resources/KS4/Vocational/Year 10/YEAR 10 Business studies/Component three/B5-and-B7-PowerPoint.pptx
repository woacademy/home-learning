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E0275-CBB4-41BF-B51A-10CBA502A3D4}">
  <a:tblStyle styleId="{703E0275-CBB4-41BF-B51A-10CBA502A3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{703E0275-CBB4-41BF-B51A-10CBA502A3D4}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{703E0275-CBB4-41BF-B51A-10CBA502A3D4}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