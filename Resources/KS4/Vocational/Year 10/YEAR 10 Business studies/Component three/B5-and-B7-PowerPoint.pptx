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1EA0EA-BAE7-4702-B100-4C52B2628223}">
  <a:tblStyle styleId="{EB1EA0EA-BAE7-4702-B100-4C52B2628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{EB1EA0EA-BAE7-4702-B100-4C52B2628223}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{EB1EA0EA-BAE7-4702-B100-4C52B2628223}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