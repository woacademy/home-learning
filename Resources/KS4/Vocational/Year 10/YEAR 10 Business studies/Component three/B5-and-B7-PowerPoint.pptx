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5B10BE-0261-462D-A7E7-F6CC623335AD}">
  <a:tblStyle styleId="{5A5B10BE-0261-462D-A7E7-F6CC623335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{5A5B10BE-0261-462D-A7E7-F6CC623335AD}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{5A5B10BE-0261-462D-A7E7-F6CC623335AD}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