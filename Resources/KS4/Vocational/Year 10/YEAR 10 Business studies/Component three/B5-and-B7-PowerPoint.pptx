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6772B6-43F4-4F47-BFFC-1F09FB5FD2E0}">
  <a:tblStyle styleId="{976772B6-43F4-4F47-BFFC-1F09FB5FD2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{976772B6-43F4-4F47-BFFC-1F09FB5FD2E0}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{976772B6-43F4-4F47-BFFC-1F09FB5FD2E0}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