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2B8CA59-1B46-49B5-BFF2-ACA7DFD43D12}">
  <a:tblStyle styleId="{32B8CA59-1B46-49B5-BFF2-ACA7DFD43D1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{32B8CA59-1B46-49B5-BFF2-ACA7DFD43D12}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{32B8CA59-1B46-49B5-BFF2-ACA7DFD43D12}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