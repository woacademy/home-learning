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2A3461-E080-4D34-8AA9-E9FA7A24A7F3}">
  <a:tblStyle styleId="{0A2A3461-E080-4D34-8AA9-E9FA7A24A7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{0A2A3461-E080-4D34-8AA9-E9FA7A24A7F3}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{0A2A3461-E080-4D34-8AA9-E9FA7A24A7F3}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