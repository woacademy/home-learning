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996BEB-7A2D-4D78-8C84-4AF78CE591BF}">
  <a:tblStyle styleId="{11996BEB-7A2D-4D78-8C84-4AF78CE591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{11996BEB-7A2D-4D78-8C84-4AF78CE591BF}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{11996BEB-7A2D-4D78-8C84-4AF78CE591BF}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