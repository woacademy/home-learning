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088ED5-E9FA-4CA7-A050-38803DF055F9}">
  <a:tblStyle styleId="{F9088ED5-E9FA-4CA7-A050-38803DF055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{F9088ED5-E9FA-4CA7-A050-38803DF055F9}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{F9088ED5-E9FA-4CA7-A050-38803DF055F9}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