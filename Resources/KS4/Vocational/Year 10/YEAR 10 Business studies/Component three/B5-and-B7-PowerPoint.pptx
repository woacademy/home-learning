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8B086EC-80ED-4855-99CA-30F40A9DD56F}">
  <a:tblStyle styleId="{28B086EC-80ED-4855-99CA-30F40A9DD56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{28B086EC-80ED-4855-99CA-30F40A9DD56F}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{28B086EC-80ED-4855-99CA-30F40A9DD56F}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