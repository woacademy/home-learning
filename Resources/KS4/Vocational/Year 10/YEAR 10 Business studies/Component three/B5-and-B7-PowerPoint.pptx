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0DC35-80DE-47B7-A5D8-AE235852831A}">
  <a:tblStyle styleId="{7F50DC35-80DE-47B7-A5D8-AE2358528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{7F50DC35-80DE-47B7-A5D8-AE235852831A}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{7F50DC35-80DE-47B7-A5D8-AE235852831A}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