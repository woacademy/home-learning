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8FC412-A863-499A-85CD-1C6307A5E4B5}">
  <a:tblStyle styleId="{F08FC412-A863-499A-85CD-1C6307A5E4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{F08FC412-A863-499A-85CD-1C6307A5E4B5}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{F08FC412-A863-499A-85CD-1C6307A5E4B5}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