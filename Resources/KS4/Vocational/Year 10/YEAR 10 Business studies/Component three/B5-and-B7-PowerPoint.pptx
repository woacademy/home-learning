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212662-F440-4C2C-A3E6-3CA92C3A2DAC}">
  <a:tblStyle styleId="{20212662-F440-4C2C-A3E6-3CA92C3A2D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{20212662-F440-4C2C-A3E6-3CA92C3A2DAC}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{20212662-F440-4C2C-A3E6-3CA92C3A2DAC}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