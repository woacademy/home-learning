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EEBAAB-6236-4C41-BB4F-3E14647AA0D8}">
  <a:tblStyle styleId="{DAEEBAAB-6236-4C41-BB4F-3E14647AA0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{DAEEBAAB-6236-4C41-BB4F-3E14647AA0D8}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{DAEEBAAB-6236-4C41-BB4F-3E14647AA0D8}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