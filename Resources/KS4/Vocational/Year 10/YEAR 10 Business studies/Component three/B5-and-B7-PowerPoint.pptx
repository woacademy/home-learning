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6729E9-457C-4B04-8276-98E71B39194C}">
  <a:tblStyle styleId="{EF6729E9-457C-4B04-8276-98E71B3919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{EF6729E9-457C-4B04-8276-98E71B39194C}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{EF6729E9-457C-4B04-8276-98E71B39194C}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