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11432-6235-435C-8D75-F7B0284274BB}">
  <a:tblStyle styleId="{08611432-6235-435C-8D75-F7B0284274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{08611432-6235-435C-8D75-F7B0284274BB}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{08611432-6235-435C-8D75-F7B0284274BB}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