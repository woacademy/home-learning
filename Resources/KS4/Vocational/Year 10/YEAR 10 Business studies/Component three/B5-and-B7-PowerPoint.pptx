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580D94-0AD6-4D82-B67B-807EDCD5B369}">
  <a:tblStyle styleId="{DE580D94-0AD6-4D82-B67B-807EDCD5B3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{DE580D94-0AD6-4D82-B67B-807EDCD5B369}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{DE580D94-0AD6-4D82-B67B-807EDCD5B369}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