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9EC26E-BC19-4DA2-AF9F-B0593E4FE8E5}">
  <a:tblStyle styleId="{069EC26E-BC19-4DA2-AF9F-B0593E4FE8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{069EC26E-BC19-4DA2-AF9F-B0593E4FE8E5}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{069EC26E-BC19-4DA2-AF9F-B0593E4FE8E5}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