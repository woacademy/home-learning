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1538D9-EAC0-46BD-86C6-B3037BA9F18C}">
  <a:tblStyle styleId="{E81538D9-EAC0-46BD-86C6-B3037BA9F1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{E81538D9-EAC0-46BD-86C6-B3037BA9F18C}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{E81538D9-EAC0-46BD-86C6-B3037BA9F18C}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