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0DBCDE-2607-490E-9E41-24A8B3F0F124}">
  <a:tblStyle styleId="{E20DBCDE-2607-490E-9E41-24A8B3F0F1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{E20DBCDE-2607-490E-9E41-24A8B3F0F124}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{E20DBCDE-2607-490E-9E41-24A8B3F0F124}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