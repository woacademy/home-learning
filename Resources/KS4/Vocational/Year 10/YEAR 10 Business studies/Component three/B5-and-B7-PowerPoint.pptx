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0E7488-4E28-46DB-850F-8D9C86A39764}">
  <a:tblStyle styleId="{4F0E7488-4E28-46DB-850F-8D9C86A397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{4F0E7488-4E28-46DB-850F-8D9C86A39764}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{4F0E7488-4E28-46DB-850F-8D9C86A39764}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