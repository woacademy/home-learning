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73CD62-947C-48C7-92D4-25BB25A54F72}">
  <a:tblStyle styleId="{3573CD62-947C-48C7-92D4-25BB25A54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{3573CD62-947C-48C7-92D4-25BB25A54F72}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{3573CD62-947C-48C7-92D4-25BB25A54F72}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