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19779E-5A31-4968-800B-D1BE2E61387E}">
  <a:tblStyle styleId="{E519779E-5A31-4968-800B-D1BE2E6138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{E519779E-5A31-4968-800B-D1BE2E61387E}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{E519779E-5A31-4968-800B-D1BE2E61387E}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