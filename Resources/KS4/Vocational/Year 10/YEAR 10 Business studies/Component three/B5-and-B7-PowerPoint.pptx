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5765D7-FE5C-49EC-B5FA-873F7B0B2AC7}">
  <a:tblStyle styleId="{3B5765D7-FE5C-49EC-B5FA-873F7B0B2A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{3B5765D7-FE5C-49EC-B5FA-873F7B0B2AC7}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{3B5765D7-FE5C-49EC-B5FA-873F7B0B2AC7}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