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1144F-5367-4AE0-8313-FF17609EEFC4}">
  <a:tblStyle styleId="{DB91144F-5367-4AE0-8313-FF17609EEF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{DB91144F-5367-4AE0-8313-FF17609EEFC4}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{DB91144F-5367-4AE0-8313-FF17609EEFC4}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