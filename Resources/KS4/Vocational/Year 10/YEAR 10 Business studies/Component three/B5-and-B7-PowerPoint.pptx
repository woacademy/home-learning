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499202-522D-40BD-A588-18C526074AB9}">
  <a:tblStyle styleId="{33499202-522D-40BD-A588-18C526074A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{33499202-522D-40BD-A588-18C526074AB9}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{33499202-522D-40BD-A588-18C526074AB9}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