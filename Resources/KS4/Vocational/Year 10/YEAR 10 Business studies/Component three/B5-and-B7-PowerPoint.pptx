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A5932C-9071-4378-BB94-64271F74C197}">
  <a:tblStyle styleId="{BAA5932C-9071-4378-BB94-64271F74C1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{BAA5932C-9071-4378-BB94-64271F74C197}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{BAA5932C-9071-4378-BB94-64271F74C197}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