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494F7F2-83D6-40F4-B0AE-7AFF5C328EC6}">
  <a:tblStyle styleId="{4494F7F2-83D6-40F4-B0AE-7AFF5C328EC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{4494F7F2-83D6-40F4-B0AE-7AFF5C328EC6}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{4494F7F2-83D6-40F4-B0AE-7AFF5C328EC6}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