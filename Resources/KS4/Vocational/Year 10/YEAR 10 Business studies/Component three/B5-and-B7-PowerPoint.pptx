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71FF8B-2B50-46BD-AA5C-51EBE972E8C3}">
  <a:tblStyle styleId="{C771FF8B-2B50-46BD-AA5C-51EBE972E8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{C771FF8B-2B50-46BD-AA5C-51EBE972E8C3}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{C771FF8B-2B50-46BD-AA5C-51EBE972E8C3}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