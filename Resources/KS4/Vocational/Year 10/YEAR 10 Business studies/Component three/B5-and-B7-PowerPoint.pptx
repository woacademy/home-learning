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A2ED22-0DD5-44BB-8F78-0F2B4CE27FED}">
  <a:tblStyle styleId="{56A2ED22-0DD5-44BB-8F78-0F2B4CE27F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{56A2ED22-0DD5-44BB-8F78-0F2B4CE27FED}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{56A2ED22-0DD5-44BB-8F78-0F2B4CE27FED}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