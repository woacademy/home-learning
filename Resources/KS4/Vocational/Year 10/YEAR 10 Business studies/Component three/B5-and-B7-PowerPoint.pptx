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32B71A-6CF6-4250-8AC4-82AA37F2DCB8}">
  <a:tblStyle styleId="{0D32B71A-6CF6-4250-8AC4-82AA37F2D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{0D32B71A-6CF6-4250-8AC4-82AA37F2DCB8}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{0D32B71A-6CF6-4250-8AC4-82AA37F2DCB8}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