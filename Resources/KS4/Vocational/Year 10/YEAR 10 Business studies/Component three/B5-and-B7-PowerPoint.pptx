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44C420-0B69-447A-80FF-93325EF92B1C}">
  <a:tblStyle styleId="{AD44C420-0B69-447A-80FF-93325EF92B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{AD44C420-0B69-447A-80FF-93325EF92B1C}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{AD44C420-0B69-447A-80FF-93325EF92B1C}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