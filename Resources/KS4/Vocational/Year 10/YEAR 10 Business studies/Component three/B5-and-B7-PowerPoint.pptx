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80BC44-C7ED-4ABE-A851-E7BF5BB1DD30}">
  <a:tblStyle styleId="{F680BC44-C7ED-4ABE-A851-E7BF5BB1DD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{F680BC44-C7ED-4ABE-A851-E7BF5BB1DD30}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{F680BC44-C7ED-4ABE-A851-E7BF5BB1DD30}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