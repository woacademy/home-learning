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5B3665-F9A3-4814-825C-F1550126688B}">
  <a:tblStyle styleId="{735B3665-F9A3-4814-825C-F155012668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{735B3665-F9A3-4814-825C-F1550126688B}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{735B3665-F9A3-4814-825C-F1550126688B}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