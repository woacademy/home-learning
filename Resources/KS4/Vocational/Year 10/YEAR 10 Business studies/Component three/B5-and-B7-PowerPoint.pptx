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171B71-7D94-4929-A77C-B0F11F0929FB}">
  <a:tblStyle styleId="{D1171B71-7D94-4929-A77C-B0F11F0929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{D1171B71-7D94-4929-A77C-B0F11F0929FB}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{D1171B71-7D94-4929-A77C-B0F11F0929FB}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