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AFC350-42C7-413E-8C57-7FF447FBCEE6}">
  <a:tblStyle styleId="{6EAFC350-42C7-413E-8C57-7FF447FBCE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{6EAFC350-42C7-413E-8C57-7FF447FBCEE6}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{6EAFC350-42C7-413E-8C57-7FF447FBCEE6}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