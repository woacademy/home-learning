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B3A12B-A40E-454E-BCB9-1D9922121C8D}">
  <a:tblStyle styleId="{4DB3A12B-A40E-454E-BCB9-1D9922121C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{4DB3A12B-A40E-454E-BCB9-1D9922121C8D}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{4DB3A12B-A40E-454E-BCB9-1D9922121C8D}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