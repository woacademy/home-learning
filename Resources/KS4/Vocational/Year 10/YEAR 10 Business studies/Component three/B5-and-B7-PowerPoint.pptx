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F94920-B0C0-4899-AEE9-FC3C030E810E}">
  <a:tblStyle styleId="{4EF94920-B0C0-4899-AEE9-FC3C030E81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{4EF94920-B0C0-4899-AEE9-FC3C030E810E}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{4EF94920-B0C0-4899-AEE9-FC3C030E810E}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