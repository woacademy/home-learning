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FA0FE-7E4B-4050-9208-E81DBCF9BBCE}">
  <a:tblStyle styleId="{986FA0FE-7E4B-4050-9208-E81DBCF9BB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{986FA0FE-7E4B-4050-9208-E81DBCF9BBCE}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{986FA0FE-7E4B-4050-9208-E81DBCF9BBCE}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