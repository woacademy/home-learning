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2FBFB0-50C3-4BF9-89AA-2C6891B5D1D4}">
  <a:tblStyle styleId="{EE2FBFB0-50C3-4BF9-89AA-2C6891B5D1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{EE2FBFB0-50C3-4BF9-89AA-2C6891B5D1D4}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{EE2FBFB0-50C3-4BF9-89AA-2C6891B5D1D4}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