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5F034F-6593-49CC-B140-7B3BF332B59B}">
  <a:tblStyle styleId="{415F034F-6593-49CC-B140-7B3BF332B5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{415F034F-6593-49CC-B140-7B3BF332B59B}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{415F034F-6593-49CC-B140-7B3BF332B59B}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