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D6D07F-90C2-4F9B-9825-45DA285A28D1}">
  <a:tblStyle styleId="{0ED6D07F-90C2-4F9B-9825-45DA285A28D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{0ED6D07F-90C2-4F9B-9825-45DA285A28D1}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{0ED6D07F-90C2-4F9B-9825-45DA285A28D1}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