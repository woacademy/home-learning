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C17843-01D3-4DB9-9584-A7901E433C8D}">
  <a:tblStyle styleId="{5CC17843-01D3-4DB9-9584-A7901E433C8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{5CC17843-01D3-4DB9-9584-A7901E433C8D}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{5CC17843-01D3-4DB9-9584-A7901E433C8D}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