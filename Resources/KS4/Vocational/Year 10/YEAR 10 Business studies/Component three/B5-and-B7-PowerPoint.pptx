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B1948A-94D1-492A-ADE8-614AB584B100}">
  <a:tblStyle styleId="{A7B1948A-94D1-492A-ADE8-614AB584B1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{A7B1948A-94D1-492A-ADE8-614AB584B100}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{A7B1948A-94D1-492A-ADE8-614AB584B100}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