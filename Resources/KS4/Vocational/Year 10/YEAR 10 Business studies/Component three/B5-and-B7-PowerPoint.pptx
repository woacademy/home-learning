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C47CC4-5074-4412-AD2B-BF66B07F96EA}">
  <a:tblStyle styleId="{DEC47CC4-5074-4412-AD2B-BF66B07F96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{DEC47CC4-5074-4412-AD2B-BF66B07F96EA}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{DEC47CC4-5074-4412-AD2B-BF66B07F96EA}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