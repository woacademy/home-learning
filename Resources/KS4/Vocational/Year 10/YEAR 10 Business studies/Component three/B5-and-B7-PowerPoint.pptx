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B80DBD-6983-411A-A6E8-711FB17CF5E2}">
  <a:tblStyle styleId="{9DB80DBD-6983-411A-A6E8-711FB17CF5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{9DB80DBD-6983-411A-A6E8-711FB17CF5E2}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{9DB80DBD-6983-411A-A6E8-711FB17CF5E2}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