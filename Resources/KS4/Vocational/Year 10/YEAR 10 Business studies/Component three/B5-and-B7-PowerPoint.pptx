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71213C-E880-4DD4-A2EB-2B13752D88DD}">
  <a:tblStyle styleId="{4F71213C-E880-4DD4-A2EB-2B13752D88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{4F71213C-E880-4DD4-A2EB-2B13752D88DD}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{4F71213C-E880-4DD4-A2EB-2B13752D88DD}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