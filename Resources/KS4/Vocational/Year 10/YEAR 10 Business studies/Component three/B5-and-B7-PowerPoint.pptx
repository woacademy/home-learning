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F66B0C-986B-44F9-9F15-EFE071FE544A}">
  <a:tblStyle styleId="{D1F66B0C-986B-44F9-9F15-EFE071FE54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{D1F66B0C-986B-44F9-9F15-EFE071FE544A}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{D1F66B0C-986B-44F9-9F15-EFE071FE544A}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