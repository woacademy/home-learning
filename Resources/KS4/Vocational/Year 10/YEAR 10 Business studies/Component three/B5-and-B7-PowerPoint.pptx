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B77DA8-8921-4FE2-9DF6-07D34F691FA8}">
  <a:tblStyle styleId="{C0B77DA8-8921-4FE2-9DF6-07D34F691F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{C0B77DA8-8921-4FE2-9DF6-07D34F691FA8}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{C0B77DA8-8921-4FE2-9DF6-07D34F691FA8}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