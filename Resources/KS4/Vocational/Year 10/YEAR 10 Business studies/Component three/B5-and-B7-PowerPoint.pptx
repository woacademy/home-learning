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8AD196-DF66-45CA-AC4A-B4F12A93A770}">
  <a:tblStyle styleId="{DA8AD196-DF66-45CA-AC4A-B4F12A93A7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{DA8AD196-DF66-45CA-AC4A-B4F12A93A770}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{DA8AD196-DF66-45CA-AC4A-B4F12A93A770}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