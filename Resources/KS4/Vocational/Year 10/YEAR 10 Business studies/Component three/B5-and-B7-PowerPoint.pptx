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1496B-4859-441B-87DF-F98670C243A8}">
  <a:tblStyle styleId="{56B1496B-4859-441B-87DF-F98670C243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{56B1496B-4859-441B-87DF-F98670C243A8}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{56B1496B-4859-441B-87DF-F98670C243A8}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