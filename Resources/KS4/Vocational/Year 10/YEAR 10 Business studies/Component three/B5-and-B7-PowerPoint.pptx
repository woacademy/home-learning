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C05F32-FF93-44D4-966F-79475BF50BE0}">
  <a:tblStyle styleId="{DCC05F32-FF93-44D4-966F-79475BF50B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{DCC05F32-FF93-44D4-966F-79475BF50BE0}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{DCC05F32-FF93-44D4-966F-79475BF50BE0}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