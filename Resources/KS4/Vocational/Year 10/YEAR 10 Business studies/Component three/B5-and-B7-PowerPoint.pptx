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D01EFB-3565-410D-9C09-B69297FD34E1}">
  <a:tblStyle styleId="{26D01EFB-3565-410D-9C09-B69297FD34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{26D01EFB-3565-410D-9C09-B69297FD34E1}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{26D01EFB-3565-410D-9C09-B69297FD34E1}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