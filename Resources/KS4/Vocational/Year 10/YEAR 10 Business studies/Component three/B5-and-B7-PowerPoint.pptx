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8B717A-A585-4C9A-A659-D3F183375E38}">
  <a:tblStyle styleId="{B28B717A-A585-4C9A-A659-D3F183375E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{B28B717A-A585-4C9A-A659-D3F183375E38}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{B28B717A-A585-4C9A-A659-D3F183375E38}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