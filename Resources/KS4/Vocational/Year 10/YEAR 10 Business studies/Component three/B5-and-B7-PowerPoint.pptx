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DB671C-6296-42B5-BF37-46FEA9200249}">
  <a:tblStyle styleId="{57DB671C-6296-42B5-BF37-46FEA92002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{57DB671C-6296-42B5-BF37-46FEA9200249}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{57DB671C-6296-42B5-BF37-46FEA9200249}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