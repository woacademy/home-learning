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3350A0-AB35-4DA7-99B7-0BCBDC6E23E4}">
  <a:tblStyle styleId="{C53350A0-AB35-4DA7-99B7-0BCBDC6E23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{C53350A0-AB35-4DA7-99B7-0BCBDC6E23E4}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{C53350A0-AB35-4DA7-99B7-0BCBDC6E23E4}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