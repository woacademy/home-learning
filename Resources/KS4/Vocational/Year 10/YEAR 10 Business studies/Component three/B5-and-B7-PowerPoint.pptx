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974BE82-FA8F-4D32-A764-87CD3F834E5B}">
  <a:tblStyle styleId="{2974BE82-FA8F-4D32-A764-87CD3F834E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{2974BE82-FA8F-4D32-A764-87CD3F834E5B}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{2974BE82-FA8F-4D32-A764-87CD3F834E5B}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