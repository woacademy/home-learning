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1E2B6C-9125-4E52-9E64-4028E381D583}">
  <a:tblStyle styleId="{211E2B6C-9125-4E52-9E64-4028E381D5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{211E2B6C-9125-4E52-9E64-4028E381D583}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{211E2B6C-9125-4E52-9E64-4028E381D583}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