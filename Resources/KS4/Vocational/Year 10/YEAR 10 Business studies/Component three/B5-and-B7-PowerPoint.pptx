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03D73D-1626-4CFB-AC85-98D8F681810F}">
  <a:tblStyle styleId="{B703D73D-1626-4CFB-AC85-98D8F68181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{B703D73D-1626-4CFB-AC85-98D8F681810F}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{B703D73D-1626-4CFB-AC85-98D8F681810F}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