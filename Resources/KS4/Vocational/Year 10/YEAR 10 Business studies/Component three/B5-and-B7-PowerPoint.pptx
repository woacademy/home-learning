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32B3FC-A166-487F-A3DD-31F3AC3C0641}">
  <a:tblStyle styleId="{8C32B3FC-A166-487F-A3DD-31F3AC3C0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{8C32B3FC-A166-487F-A3DD-31F3AC3C0641}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{8C32B3FC-A166-487F-A3DD-31F3AC3C0641}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