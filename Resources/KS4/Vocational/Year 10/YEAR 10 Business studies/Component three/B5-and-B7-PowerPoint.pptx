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F808020-039E-4C72-A459-8D650F1817F1}">
  <a:tblStyle styleId="{5F808020-039E-4C72-A459-8D650F1817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{5F808020-039E-4C72-A459-8D650F1817F1}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{5F808020-039E-4C72-A459-8D650F1817F1}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