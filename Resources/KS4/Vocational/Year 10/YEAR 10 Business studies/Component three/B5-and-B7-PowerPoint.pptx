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919966-65D0-418E-8690-99E760273339}">
  <a:tblStyle styleId="{5F919966-65D0-418E-8690-99E7602733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{5F919966-65D0-418E-8690-99E760273339}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{5F919966-65D0-418E-8690-99E760273339}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