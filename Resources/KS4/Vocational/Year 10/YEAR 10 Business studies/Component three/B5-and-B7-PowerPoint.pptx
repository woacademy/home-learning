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59CA2-448A-4576-A073-55BC27D091A2}">
  <a:tblStyle styleId="{DC059CA2-448A-4576-A073-55BC27D091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{DC059CA2-448A-4576-A073-55BC27D091A2}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{DC059CA2-448A-4576-A073-55BC27D091A2}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