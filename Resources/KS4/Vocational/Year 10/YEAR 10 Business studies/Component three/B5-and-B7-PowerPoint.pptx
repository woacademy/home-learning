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BE0C3E-B015-4BE6-8073-92704D3E3D6B}">
  <a:tblStyle styleId="{95BE0C3E-B015-4BE6-8073-92704D3E3D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{95BE0C3E-B015-4BE6-8073-92704D3E3D6B}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{95BE0C3E-B015-4BE6-8073-92704D3E3D6B}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