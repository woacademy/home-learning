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2A5E77-603E-40CE-AA25-9EC6DC6AA3DD}">
  <a:tblStyle styleId="{752A5E77-603E-40CE-AA25-9EC6DC6AA3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{752A5E77-603E-40CE-AA25-9EC6DC6AA3DD}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{752A5E77-603E-40CE-AA25-9EC6DC6AA3DD}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