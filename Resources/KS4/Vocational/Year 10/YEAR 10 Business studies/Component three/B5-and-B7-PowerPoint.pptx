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730B789-5638-4822-A32B-55B2D297D922}">
  <a:tblStyle styleId="{4730B789-5638-4822-A32B-55B2D297D92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3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{4730B789-5638-4822-A32B-55B2D297D922}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{4730B789-5638-4822-A32B-55B2D297D922}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