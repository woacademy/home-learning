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529EC8-5957-40F0-9789-ED4271AE19C7}">
  <a:tblStyle styleId="{65529EC8-5957-40F0-9789-ED4271AE19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{65529EC8-5957-40F0-9789-ED4271AE19C7}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{65529EC8-5957-40F0-9789-ED4271AE19C7}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