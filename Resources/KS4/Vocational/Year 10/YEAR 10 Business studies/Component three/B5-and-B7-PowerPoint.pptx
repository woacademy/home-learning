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BAD98A-F952-46A4-8429-FEC7E3F02626}">
  <a:tblStyle styleId="{DFBAD98A-F952-46A4-8429-FEC7E3F026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{DFBAD98A-F952-46A4-8429-FEC7E3F02626}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{DFBAD98A-F952-46A4-8429-FEC7E3F02626}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