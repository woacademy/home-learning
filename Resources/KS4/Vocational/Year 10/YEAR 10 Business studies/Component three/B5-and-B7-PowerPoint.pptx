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3E8C6E-0F44-4D52-BBEB-2C263B66CB29}">
  <a:tblStyle styleId="{CD3E8C6E-0F44-4D52-BBEB-2C263B66CB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{CD3E8C6E-0F44-4D52-BBEB-2C263B66CB29}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{CD3E8C6E-0F44-4D52-BBEB-2C263B66CB29}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