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956886-F5D4-453D-9FC9-70F353CDFA2E}">
  <a:tblStyle styleId="{6F956886-F5D4-453D-9FC9-70F353CDFA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{6F956886-F5D4-453D-9FC9-70F353CDFA2E}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{6F956886-F5D4-453D-9FC9-70F353CDFA2E}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