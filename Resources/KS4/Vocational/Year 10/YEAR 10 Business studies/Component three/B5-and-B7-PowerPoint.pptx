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EC13B6-C656-4232-85B8-6082B93D491D}">
  <a:tblStyle styleId="{76EC13B6-C656-4232-85B8-6082B93D491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{76EC13B6-C656-4232-85B8-6082B93D491D}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{76EC13B6-C656-4232-85B8-6082B93D491D}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