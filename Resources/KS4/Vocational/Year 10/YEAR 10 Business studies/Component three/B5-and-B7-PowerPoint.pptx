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0DA858-E14A-4D62-A4A9-25739060692A}">
  <a:tblStyle styleId="{580DA858-E14A-4D62-A4A9-2573906069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{580DA858-E14A-4D62-A4A9-25739060692A}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{580DA858-E14A-4D62-A4A9-25739060692A}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