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531BF3-DA5A-4D6D-BC0A-648A4E7309B7}">
  <a:tblStyle styleId="{3B531BF3-DA5A-4D6D-BC0A-648A4E7309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{3B531BF3-DA5A-4D6D-BC0A-648A4E7309B7}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{3B531BF3-DA5A-4D6D-BC0A-648A4E7309B7}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