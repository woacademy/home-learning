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E52F27-24D5-4673-8F97-F0F0D6699080}">
  <a:tblStyle styleId="{2DE52F27-24D5-4673-8F97-F0F0D66990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{2DE52F27-24D5-4673-8F97-F0F0D6699080}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{2DE52F27-24D5-4673-8F97-F0F0D6699080}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