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2358EE-4FE5-49F2-B823-024D22D44799}">
  <a:tblStyle styleId="{892358EE-4FE5-49F2-B823-024D22D4479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{892358EE-4FE5-49F2-B823-024D22D44799}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{892358EE-4FE5-49F2-B823-024D22D44799}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