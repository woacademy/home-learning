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307B9F-D12A-4CF7-8E7E-5E26F74358CA}">
  <a:tblStyle styleId="{56307B9F-D12A-4CF7-8E7E-5E26F74358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{56307B9F-D12A-4CF7-8E7E-5E26F74358CA}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{56307B9F-D12A-4CF7-8E7E-5E26F74358CA}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