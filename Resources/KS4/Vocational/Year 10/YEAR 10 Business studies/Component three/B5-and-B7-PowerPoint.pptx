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3F4A13-1C1F-4FEC-A3E1-7E7FC85A319A}">
  <a:tblStyle styleId="{D63F4A13-1C1F-4FEC-A3E1-7E7FC85A31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{D63F4A13-1C1F-4FEC-A3E1-7E7FC85A319A}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{D63F4A13-1C1F-4FEC-A3E1-7E7FC85A319A}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