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99137D-CFEB-4402-BAF6-AC4DDB2E510B}">
  <a:tblStyle styleId="{B099137D-CFEB-4402-BAF6-AC4DDB2E51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{B099137D-CFEB-4402-BAF6-AC4DDB2E510B}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{B099137D-CFEB-4402-BAF6-AC4DDB2E510B}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