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EF0088-C2C2-4981-BC41-EFCB03223D79}">
  <a:tblStyle styleId="{05EF0088-C2C2-4981-BC41-EFCB03223D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{05EF0088-C2C2-4981-BC41-EFCB03223D79}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{05EF0088-C2C2-4981-BC41-EFCB03223D79}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