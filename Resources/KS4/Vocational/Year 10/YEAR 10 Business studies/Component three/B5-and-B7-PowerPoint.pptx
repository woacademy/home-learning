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C72B382-9CDF-4361-A7C2-245C12DBC31D}">
  <a:tblStyle styleId="{0C72B382-9CDF-4361-A7C2-245C12DBC31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9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{0C72B382-9CDF-4361-A7C2-245C12DBC31D}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{0C72B382-9CDF-4361-A7C2-245C12DBC31D}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