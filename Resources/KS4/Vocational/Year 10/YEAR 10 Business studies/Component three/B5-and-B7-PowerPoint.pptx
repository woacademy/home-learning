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99D2A53-DAFC-49D0-91BF-0F1724FFCEA4}">
  <a:tblStyle styleId="{A99D2A53-DAFC-49D0-91BF-0F1724FFCEA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1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2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3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8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{A99D2A53-DAFC-49D0-91BF-0F1724FFCEA4}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{A99D2A53-DAFC-49D0-91BF-0F1724FFCEA4}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