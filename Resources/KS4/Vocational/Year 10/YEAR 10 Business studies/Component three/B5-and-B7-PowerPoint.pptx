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B7BF1F-C1ED-41F2-BFAF-4CD90910C878}">
  <a:tblStyle styleId="{B0B7BF1F-C1ED-41F2-BFAF-4CD90910C8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{B0B7BF1F-C1ED-41F2-BFAF-4CD90910C878}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{B0B7BF1F-C1ED-41F2-BFAF-4CD90910C878}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