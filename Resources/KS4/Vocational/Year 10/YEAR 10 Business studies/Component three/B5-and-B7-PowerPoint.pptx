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14E181-A173-444B-8890-7B49AEB80ECC}">
  <a:tblStyle styleId="{ED14E181-A173-444B-8890-7B49AEB80E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{ED14E181-A173-444B-8890-7B49AEB80ECC}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{ED14E181-A173-444B-8890-7B49AEB80ECC}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