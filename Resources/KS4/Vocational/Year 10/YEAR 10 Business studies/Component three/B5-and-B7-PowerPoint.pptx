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3F7E9C-1E56-4027-AC54-474F976519E0}">
  <a:tblStyle styleId="{2F3F7E9C-1E56-4027-AC54-474F976519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{2F3F7E9C-1E56-4027-AC54-474F976519E0}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{2F3F7E9C-1E56-4027-AC54-474F976519E0}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