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F1BB284-C24C-4AF5-9207-A467B11DF263}">
  <a:tblStyle styleId="{3F1BB284-C24C-4AF5-9207-A467B11DF2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{3F1BB284-C24C-4AF5-9207-A467B11DF263}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{3F1BB284-C24C-4AF5-9207-A467B11DF263}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