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73A7D3-78B5-4D26-98C7-D76E09D5A733}">
  <a:tblStyle styleId="{9473A7D3-78B5-4D26-98C7-D76E09D5A7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{9473A7D3-78B5-4D26-98C7-D76E09D5A733}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{9473A7D3-78B5-4D26-98C7-D76E09D5A733}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