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1D252A-A3C2-4D0A-992D-3149D36022B8}">
  <a:tblStyle styleId="{F31D252A-A3C2-4D0A-992D-3149D36022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{F31D252A-A3C2-4D0A-992D-3149D36022B8}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{F31D252A-A3C2-4D0A-992D-3149D36022B8}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