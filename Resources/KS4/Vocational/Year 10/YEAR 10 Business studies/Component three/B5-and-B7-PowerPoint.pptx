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843ACF-4D0C-4E9B-9B56-B63DE89B10E3}">
  <a:tblStyle styleId="{7A843ACF-4D0C-4E9B-9B56-B63DE89B10E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{7A843ACF-4D0C-4E9B-9B56-B63DE89B10E3}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{7A843ACF-4D0C-4E9B-9B56-B63DE89B10E3}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