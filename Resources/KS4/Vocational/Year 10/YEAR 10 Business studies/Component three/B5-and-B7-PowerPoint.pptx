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BE41D9-9F46-455A-A9A2-F460A0E39B9B}">
  <a:tblStyle styleId="{BABE41D9-9F46-455A-A9A2-F460A0E39B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{BABE41D9-9F46-455A-A9A2-F460A0E39B9B}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{BABE41D9-9F46-455A-A9A2-F460A0E39B9B}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