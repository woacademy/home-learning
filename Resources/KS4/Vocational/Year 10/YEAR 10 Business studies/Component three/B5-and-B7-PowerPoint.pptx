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906C5F-D4BE-4ECD-A2AF-FFD02C2097B2}">
  <a:tblStyle styleId="{12906C5F-D4BE-4ECD-A2AF-FFD02C2097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{12906C5F-D4BE-4ECD-A2AF-FFD02C2097B2}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{12906C5F-D4BE-4ECD-A2AF-FFD02C2097B2}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