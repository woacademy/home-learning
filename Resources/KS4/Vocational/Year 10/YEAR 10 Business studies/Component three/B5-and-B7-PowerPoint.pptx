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D9A56A-4E36-4C9F-AD11-E4F005DE1DB7}">
  <a:tblStyle styleId="{A5D9A56A-4E36-4C9F-AD11-E4F005DE1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{A5D9A56A-4E36-4C9F-AD11-E4F005DE1DB7}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{A5D9A56A-4E36-4C9F-AD11-E4F005DE1DB7}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