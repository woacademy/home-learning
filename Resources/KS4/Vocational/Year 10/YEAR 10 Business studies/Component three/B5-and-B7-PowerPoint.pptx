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D4F73F-1EEB-4E63-A55F-80918FD3B4D5}">
  <a:tblStyle styleId="{68D4F73F-1EEB-4E63-A55F-80918FD3B4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{68D4F73F-1EEB-4E63-A55F-80918FD3B4D5}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{68D4F73F-1EEB-4E63-A55F-80918FD3B4D5}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