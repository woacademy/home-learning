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8370A9-887C-4935-9343-01B858583BC3}">
  <a:tblStyle styleId="{0B8370A9-887C-4935-9343-01B858583BC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{0B8370A9-887C-4935-9343-01B858583BC3}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{0B8370A9-887C-4935-9343-01B858583BC3}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