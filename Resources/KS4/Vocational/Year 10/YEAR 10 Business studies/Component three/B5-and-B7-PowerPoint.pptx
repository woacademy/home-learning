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785A0A-13CA-4CA9-A4DD-F941A8F8D76A}">
  <a:tblStyle styleId="{C4785A0A-13CA-4CA9-A4DD-F941A8F8D7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{C4785A0A-13CA-4CA9-A4DD-F941A8F8D76A}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{C4785A0A-13CA-4CA9-A4DD-F941A8F8D76A}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