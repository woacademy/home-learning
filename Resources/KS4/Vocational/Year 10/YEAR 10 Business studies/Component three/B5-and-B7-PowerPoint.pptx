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9CB3EE-AE98-458D-ABA8-291193BC02B1}">
  <a:tblStyle styleId="{2E9CB3EE-AE98-458D-ABA8-291193BC02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{2E9CB3EE-AE98-458D-ABA8-291193BC02B1}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{2E9CB3EE-AE98-458D-ABA8-291193BC02B1}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