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A74ACD-A3FD-4E75-B656-6A4E6152F7ED}">
  <a:tblStyle styleId="{92A74ACD-A3FD-4E75-B656-6A4E6152F7E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{92A74ACD-A3FD-4E75-B656-6A4E6152F7ED}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{92A74ACD-A3FD-4E75-B656-6A4E6152F7ED}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