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37881C-EED9-43BF-BE27-924620313FC1}">
  <a:tblStyle styleId="{9437881C-EED9-43BF-BE27-924620313F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{9437881C-EED9-43BF-BE27-924620313FC1}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{9437881C-EED9-43BF-BE27-924620313FC1}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