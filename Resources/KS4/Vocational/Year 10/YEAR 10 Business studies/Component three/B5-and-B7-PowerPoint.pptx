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E312D9-F81E-497B-8E07-1B29A7AFABAD}">
  <a:tblStyle styleId="{6EE312D9-F81E-497B-8E07-1B29A7AFABA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{6EE312D9-F81E-497B-8E07-1B29A7AFABAD}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{6EE312D9-F81E-497B-8E07-1B29A7AFABAD}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