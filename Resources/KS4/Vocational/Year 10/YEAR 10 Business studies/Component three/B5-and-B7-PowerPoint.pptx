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85025A-16FF-42A5-AC2A-1AE31DF295EE}">
  <a:tblStyle styleId="{D685025A-16FF-42A5-AC2A-1AE31DF295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{D685025A-16FF-42A5-AC2A-1AE31DF295EE}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{D685025A-16FF-42A5-AC2A-1AE31DF295EE}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