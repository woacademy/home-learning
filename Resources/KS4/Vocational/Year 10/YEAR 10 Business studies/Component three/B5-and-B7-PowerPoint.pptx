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36336A-027A-46A7-A127-A1713E6298B0}">
  <a:tblStyle styleId="{2C36336A-027A-46A7-A127-A1713E6298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{2C36336A-027A-46A7-A127-A1713E6298B0}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{2C36336A-027A-46A7-A127-A1713E6298B0}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