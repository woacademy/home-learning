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F1BBAC-9D04-4B2A-AFAE-30FFC6BDAD76}">
  <a:tblStyle styleId="{A6F1BBAC-9D04-4B2A-AFAE-30FFC6BDAD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{A6F1BBAC-9D04-4B2A-AFAE-30FFC6BDAD76}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{A6F1BBAC-9D04-4B2A-AFAE-30FFC6BDAD76}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