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1DC856-D67D-4C47-80DD-B0515E6CDF4E}">
  <a:tblStyle styleId="{3F1DC856-D67D-4C47-80DD-B0515E6CDF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{3F1DC856-D67D-4C47-80DD-B0515E6CDF4E}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{3F1DC856-D67D-4C47-80DD-B0515E6CDF4E}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