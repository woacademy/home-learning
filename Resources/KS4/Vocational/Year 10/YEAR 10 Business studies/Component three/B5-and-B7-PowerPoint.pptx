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010C0FF-ADCB-4A39-B05B-C08BD2F660EF}">
  <a:tblStyle styleId="{4010C0FF-ADCB-4A39-B05B-C08BD2F660E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8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{4010C0FF-ADCB-4A39-B05B-C08BD2F660EF}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{4010C0FF-ADCB-4A39-B05B-C08BD2F660EF}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