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EC298-9193-48AF-8CB3-E24F4FAD0D36}">
  <a:tblStyle styleId="{D84EC298-9193-48AF-8CB3-E24F4FAD0D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{D84EC298-9193-48AF-8CB3-E24F4FAD0D36}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{D84EC298-9193-48AF-8CB3-E24F4FAD0D36}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