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AC4375-A9A1-43E5-AA1B-DBBB7A794A94}">
  <a:tblStyle styleId="{FCAC4375-A9A1-43E5-AA1B-DBBB7A794A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{FCAC4375-A9A1-43E5-AA1B-DBBB7A794A94}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{FCAC4375-A9A1-43E5-AA1B-DBBB7A794A94}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