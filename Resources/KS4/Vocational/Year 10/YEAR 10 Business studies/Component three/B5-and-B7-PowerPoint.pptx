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D5DB35-56FF-46AA-AC2D-150A12ECB3AF}">
  <a:tblStyle styleId="{24D5DB35-56FF-46AA-AC2D-150A12ECB3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{24D5DB35-56FF-46AA-AC2D-150A12ECB3AF}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{24D5DB35-56FF-46AA-AC2D-150A12ECB3AF}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