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C24C26-0260-45F1-A1BD-8CE7D593198B}">
  <a:tblStyle styleId="{DCC24C26-0260-45F1-A1BD-8CE7D59319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{DCC24C26-0260-45F1-A1BD-8CE7D593198B}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{DCC24C26-0260-45F1-A1BD-8CE7D593198B}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