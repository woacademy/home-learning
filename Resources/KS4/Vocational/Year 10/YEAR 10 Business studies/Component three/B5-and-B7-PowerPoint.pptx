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1C94F-7006-4FD6-BC52-2E73B75A68FE}">
  <a:tblStyle styleId="{B0E1C94F-7006-4FD6-BC52-2E73B75A68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{B0E1C94F-7006-4FD6-BC52-2E73B75A68FE}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{B0E1C94F-7006-4FD6-BC52-2E73B75A68FE}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