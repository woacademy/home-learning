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1BF6DF-B352-41B7-B461-6BFA6F2542B2}">
  <a:tblStyle styleId="{D71BF6DF-B352-41B7-B461-6BFA6F2542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{D71BF6DF-B352-41B7-B461-6BFA6F2542B2}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{D71BF6DF-B352-41B7-B461-6BFA6F2542B2}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