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018798-74E5-4167-BFC5-F9BC7AFD056C}">
  <a:tblStyle styleId="{3B018798-74E5-4167-BFC5-F9BC7AFD05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{3B018798-74E5-4167-BFC5-F9BC7AFD056C}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{3B018798-74E5-4167-BFC5-F9BC7AFD056C}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