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DD72B2-F58D-40D9-82E8-6D72AB2A04EA}">
  <a:tblStyle styleId="{47DD72B2-F58D-40D9-82E8-6D72AB2A04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{47DD72B2-F58D-40D9-82E8-6D72AB2A04EA}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{47DD72B2-F58D-40D9-82E8-6D72AB2A04EA}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