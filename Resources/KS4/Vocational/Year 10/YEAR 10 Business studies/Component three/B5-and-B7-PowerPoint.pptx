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6DDF37C-33E5-4C91-A5F1-8978EFA7279F}">
  <a:tblStyle styleId="{E6DDF37C-33E5-4C91-A5F1-8978EFA727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{E6DDF37C-33E5-4C91-A5F1-8978EFA7279F}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{E6DDF37C-33E5-4C91-A5F1-8978EFA7279F}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