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8FD650-737D-4E63-B8A0-14DD4A26B74A}">
  <a:tblStyle styleId="{D38FD650-737D-4E63-B8A0-14DD4A26B7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{D38FD650-737D-4E63-B8A0-14DD4A26B74A}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{D38FD650-737D-4E63-B8A0-14DD4A26B74A}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