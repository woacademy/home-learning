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1E8454-7ACA-4071-8DE7-692C1A195961}">
  <a:tblStyle styleId="{381E8454-7ACA-4071-8DE7-692C1A19596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{381E8454-7ACA-4071-8DE7-692C1A195961}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{381E8454-7ACA-4071-8DE7-692C1A195961}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