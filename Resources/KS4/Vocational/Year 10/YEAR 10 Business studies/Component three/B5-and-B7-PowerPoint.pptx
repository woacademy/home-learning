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6299A9BD-4D68-4234-987E-EE4FBA1CC901}">
  <a:tblStyle styleId="{6299A9BD-4D68-4234-987E-EE4FBA1CC90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8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2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3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7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9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{6299A9BD-4D68-4234-987E-EE4FBA1CC901}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{6299A9BD-4D68-4234-987E-EE4FBA1CC901}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