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E7D690-5FE9-430E-9B59-C4DDF377E1E4}">
  <a:tblStyle styleId="{DBE7D690-5FE9-430E-9B59-C4DDF377E1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{DBE7D690-5FE9-430E-9B59-C4DDF377E1E4}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{DBE7D690-5FE9-430E-9B59-C4DDF377E1E4}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