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A45759-9272-4A78-831B-432E9EBECFDC}">
  <a:tblStyle styleId="{B8A45759-9272-4A78-831B-432E9EBECF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{B8A45759-9272-4A78-831B-432E9EBECFDC}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{B8A45759-9272-4A78-831B-432E9EBECFDC}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