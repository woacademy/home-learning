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5D7B8D5-7B73-4E41-ABA5-BEAD777AD4BA}">
  <a:tblStyle styleId="{D5D7B8D5-7B73-4E41-ABA5-BEAD777AD4B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{D5D7B8D5-7B73-4E41-ABA5-BEAD777AD4BA}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{D5D7B8D5-7B73-4E41-ABA5-BEAD777AD4BA}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