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D48A87-CB61-43A8-9A56-F76E91730389}">
  <a:tblStyle styleId="{C0D48A87-CB61-43A8-9A56-F76E917303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{C0D48A87-CB61-43A8-9A56-F76E91730389}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{C0D48A87-CB61-43A8-9A56-F76E91730389}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