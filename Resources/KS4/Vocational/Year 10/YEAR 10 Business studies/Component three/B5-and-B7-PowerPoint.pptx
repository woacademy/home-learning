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88C721-51D1-4402-A451-F93C397B59F0}">
  <a:tblStyle styleId="{1188C721-51D1-4402-A451-F93C397B59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{1188C721-51D1-4402-A451-F93C397B59F0}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{1188C721-51D1-4402-A451-F93C397B59F0}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