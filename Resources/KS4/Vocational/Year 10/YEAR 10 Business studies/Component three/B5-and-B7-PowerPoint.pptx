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7E0826-0A7C-46BE-8EAA-A3E14F2629BB}">
  <a:tblStyle styleId="{AE7E0826-0A7C-46BE-8EAA-A3E14F2629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{AE7E0826-0A7C-46BE-8EAA-A3E14F2629BB}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{AE7E0826-0A7C-46BE-8EAA-A3E14F2629BB}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