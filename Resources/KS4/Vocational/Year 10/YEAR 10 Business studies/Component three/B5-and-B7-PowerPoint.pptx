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A8AAE0-AB13-403F-831F-06C61CBE9B35}">
  <a:tblStyle styleId="{9DA8AAE0-AB13-403F-831F-06C61CBE9B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{9DA8AAE0-AB13-403F-831F-06C61CBE9B35}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{9DA8AAE0-AB13-403F-831F-06C61CBE9B35}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