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680754-8FF7-4580-85AE-2BDA8EB08542}">
  <a:tblStyle styleId="{3D680754-8FF7-4580-85AE-2BDA8EB085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{3D680754-8FF7-4580-85AE-2BDA8EB08542}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{3D680754-8FF7-4580-85AE-2BDA8EB08542}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