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6A2A36-6DDC-4031-A90E-1AB1FBB4D0D5}">
  <a:tblStyle styleId="{D06A2A36-6DDC-4031-A90E-1AB1FBB4D0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{D06A2A36-6DDC-4031-A90E-1AB1FBB4D0D5}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{D06A2A36-6DDC-4031-A90E-1AB1FBB4D0D5}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