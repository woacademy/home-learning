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384183-681A-4437-926C-D7534E77AB6F}">
  <a:tblStyle styleId="{69384183-681A-4437-926C-D7534E77AB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{69384183-681A-4437-926C-D7534E77AB6F}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{69384183-681A-4437-926C-D7534E77AB6F}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