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02D956-B83D-45CD-AF28-AAA505A5F021}">
  <a:tblStyle styleId="{FF02D956-B83D-45CD-AF28-AAA505A5F02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{FF02D956-B83D-45CD-AF28-AAA505A5F021}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{FF02D956-B83D-45CD-AF28-AAA505A5F021}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