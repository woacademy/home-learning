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B0E94-60EE-49BF-A9CF-0F9FB3C7A8E4}">
  <a:tblStyle styleId="{062B0E94-60EE-49BF-A9CF-0F9FB3C7A8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{062B0E94-60EE-49BF-A9CF-0F9FB3C7A8E4}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{062B0E94-60EE-49BF-A9CF-0F9FB3C7A8E4}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