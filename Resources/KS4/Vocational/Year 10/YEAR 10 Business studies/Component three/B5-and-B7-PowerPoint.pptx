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710602-0A4E-48CC-9203-EA4D6D991DB6}">
  <a:tblStyle styleId="{00710602-0A4E-48CC-9203-EA4D6D991D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{00710602-0A4E-48CC-9203-EA4D6D991DB6}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{00710602-0A4E-48CC-9203-EA4D6D991DB6}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