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C9AFF3-6627-4ABF-80B4-D6BD10D098A7}">
  <a:tblStyle styleId="{EDC9AFF3-6627-4ABF-80B4-D6BD10D098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{EDC9AFF3-6627-4ABF-80B4-D6BD10D098A7}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{EDC9AFF3-6627-4ABF-80B4-D6BD10D098A7}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