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8C11C2-4E96-4428-94C7-702E205BF6BB}">
  <a:tblStyle styleId="{CB8C11C2-4E96-4428-94C7-702E205BF6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{CB8C11C2-4E96-4428-94C7-702E205BF6BB}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{CB8C11C2-4E96-4428-94C7-702E205BF6BB}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