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671330-0D0E-41FB-9580-C44968EF52AE}">
  <a:tblStyle styleId="{52671330-0D0E-41FB-9580-C44968EF52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{52671330-0D0E-41FB-9580-C44968EF52AE}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{52671330-0D0E-41FB-9580-C44968EF52AE}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