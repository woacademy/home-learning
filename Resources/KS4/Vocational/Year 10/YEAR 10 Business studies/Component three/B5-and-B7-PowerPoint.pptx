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E75C288-DA93-407F-8407-BC14E9E590E4}">
  <a:tblStyle styleId="{2E75C288-DA93-407F-8407-BC14E9E590E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7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{2E75C288-DA93-407F-8407-BC14E9E590E4}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{2E75C288-DA93-407F-8407-BC14E9E590E4}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