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45DFB4-C286-4749-ADFC-A085A4FE11C4}">
  <a:tblStyle styleId="{7B45DFB4-C286-4749-ADFC-A085A4FE11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{7B45DFB4-C286-4749-ADFC-A085A4FE11C4}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{7B45DFB4-C286-4749-ADFC-A085A4FE11C4}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