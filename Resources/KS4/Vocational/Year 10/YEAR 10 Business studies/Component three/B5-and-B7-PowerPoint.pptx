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F544AB-9E03-4C62-A4E3-D0EC5A7B19EA}">
  <a:tblStyle styleId="{F7F544AB-9E03-4C62-A4E3-D0EC5A7B19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{F7F544AB-9E03-4C62-A4E3-D0EC5A7B19EA}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{F7F544AB-9E03-4C62-A4E3-D0EC5A7B19EA}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