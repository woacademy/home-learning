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0FF8E8-9DD0-47FE-825A-6DAD60D65FD0}">
  <a:tblStyle styleId="{480FF8E8-9DD0-47FE-825A-6DAD60D65F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{480FF8E8-9DD0-47FE-825A-6DAD60D65FD0}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{480FF8E8-9DD0-47FE-825A-6DAD60D65FD0}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