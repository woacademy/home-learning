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C31C5C-46F9-4150-B5AC-F6F06515A9F5}">
  <a:tblStyle styleId="{00C31C5C-46F9-4150-B5AC-F6F06515A9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{00C31C5C-46F9-4150-B5AC-F6F06515A9F5}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{00C31C5C-46F9-4150-B5AC-F6F06515A9F5}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