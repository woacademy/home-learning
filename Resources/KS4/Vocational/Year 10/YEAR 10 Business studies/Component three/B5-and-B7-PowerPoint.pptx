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085309-F5EE-4107-860A-8BBC2B3547D5}">
  <a:tblStyle styleId="{DD085309-F5EE-4107-860A-8BBC2B3547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{DD085309-F5EE-4107-860A-8BBC2B3547D5}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{DD085309-F5EE-4107-860A-8BBC2B3547D5}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