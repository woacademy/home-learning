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36C4C7-D4A4-4360-8F88-62852BBC913B}">
  <a:tblStyle styleId="{F636C4C7-D4A4-4360-8F88-62852BBC91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{F636C4C7-D4A4-4360-8F88-62852BBC913B}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{F636C4C7-D4A4-4360-8F88-62852BBC913B}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