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FD5BF1-94FA-4B72-AD26-08706E8D3049}">
  <a:tblStyle styleId="{47FD5BF1-94FA-4B72-AD26-08706E8D30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{47FD5BF1-94FA-4B72-AD26-08706E8D3049}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{47FD5BF1-94FA-4B72-AD26-08706E8D3049}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