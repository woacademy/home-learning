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A3C7C-EEFC-4E4E-9FE1-2DA0F5D7B945}">
  <a:tblStyle styleId="{802A3C7C-EEFC-4E4E-9FE1-2DA0F5D7B9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{802A3C7C-EEFC-4E4E-9FE1-2DA0F5D7B945}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{802A3C7C-EEFC-4E4E-9FE1-2DA0F5D7B945}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