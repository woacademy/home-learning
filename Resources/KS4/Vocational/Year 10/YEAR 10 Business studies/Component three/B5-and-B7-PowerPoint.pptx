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F131FF-4A2A-41B3-A46F-D7D46556A566}">
  <a:tblStyle styleId="{2EF131FF-4A2A-41B3-A46F-D7D46556A5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{2EF131FF-4A2A-41B3-A46F-D7D46556A566}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{2EF131FF-4A2A-41B3-A46F-D7D46556A566}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