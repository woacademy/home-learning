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75E393-1CD6-47CF-A501-97FB56615BA7}">
  <a:tblStyle styleId="{0875E393-1CD6-47CF-A501-97FB56615B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{0875E393-1CD6-47CF-A501-97FB56615BA7}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{0875E393-1CD6-47CF-A501-97FB56615BA7}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