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0FB8A2-1255-43FB-B3E6-F4731682E395}">
  <a:tblStyle styleId="{CF0FB8A2-1255-43FB-B3E6-F4731682E3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{CF0FB8A2-1255-43FB-B3E6-F4731682E395}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{CF0FB8A2-1255-43FB-B3E6-F4731682E395}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