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3C2AF3-7B9E-4D75-8B2B-575A58F8CFDF}">
  <a:tblStyle styleId="{313C2AF3-7B9E-4D75-8B2B-575A58F8CF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{313C2AF3-7B9E-4D75-8B2B-575A58F8CFDF}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{313C2AF3-7B9E-4D75-8B2B-575A58F8CFDF}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