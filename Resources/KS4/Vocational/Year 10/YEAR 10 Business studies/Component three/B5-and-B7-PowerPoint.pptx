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764B71-C6CF-4974-A7D5-192ADB1A2AE0}">
  <a:tblStyle styleId="{D0764B71-C6CF-4974-A7D5-192ADB1A2A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{D0764B71-C6CF-4974-A7D5-192ADB1A2AE0}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{D0764B71-C6CF-4974-A7D5-192ADB1A2AE0}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