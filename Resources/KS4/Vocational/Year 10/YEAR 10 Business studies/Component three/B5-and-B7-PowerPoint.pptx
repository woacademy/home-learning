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C9EFFA-28A7-4D57-AB48-21E78A36D6D1}">
  <a:tblStyle styleId="{3DC9EFFA-28A7-4D57-AB48-21E78A36D6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{3DC9EFFA-28A7-4D57-AB48-21E78A36D6D1}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{3DC9EFFA-28A7-4D57-AB48-21E78A36D6D1}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