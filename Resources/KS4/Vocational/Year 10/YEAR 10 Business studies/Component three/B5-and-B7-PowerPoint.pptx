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65179A-1614-4EDC-A17D-1C2BCCD6BF67}">
  <a:tblStyle styleId="{C065179A-1614-4EDC-A17D-1C2BCCD6BF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{C065179A-1614-4EDC-A17D-1C2BCCD6BF67}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{C065179A-1614-4EDC-A17D-1C2BCCD6BF67}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