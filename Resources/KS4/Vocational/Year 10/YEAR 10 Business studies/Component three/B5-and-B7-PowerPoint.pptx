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A029B7-0C80-4CB5-B9CD-DDF9A4B70DC4}">
  <a:tblStyle styleId="{3EA029B7-0C80-4CB5-B9CD-DDF9A4B70D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{3EA029B7-0C80-4CB5-B9CD-DDF9A4B70DC4}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{3EA029B7-0C80-4CB5-B9CD-DDF9A4B70DC4}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