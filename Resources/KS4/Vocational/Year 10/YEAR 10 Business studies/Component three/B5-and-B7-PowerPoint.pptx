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78F1A1-13B7-4962-80F6-C45E904904FA}">
  <a:tblStyle styleId="{5078F1A1-13B7-4962-80F6-C45E904904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{5078F1A1-13B7-4962-80F6-C45E904904FA}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{5078F1A1-13B7-4962-80F6-C45E904904FA}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