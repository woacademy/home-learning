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559C09B-DC94-45A8-80BB-4EB1EF168B84}">
  <a:tblStyle styleId="{6559C09B-DC94-45A8-80BB-4EB1EF168B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9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6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0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{6559C09B-DC94-45A8-80BB-4EB1EF168B84}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{6559C09B-DC94-45A8-80BB-4EB1EF168B84}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