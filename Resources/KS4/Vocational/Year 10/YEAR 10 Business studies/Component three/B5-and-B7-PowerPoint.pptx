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A397BC-84D6-45EE-8E63-647C4758C150}">
  <a:tblStyle styleId="{09A397BC-84D6-45EE-8E63-647C4758C1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{09A397BC-84D6-45EE-8E63-647C4758C150}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{09A397BC-84D6-45EE-8E63-647C4758C150}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