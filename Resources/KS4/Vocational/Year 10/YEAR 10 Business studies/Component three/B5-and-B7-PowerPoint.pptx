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F4413D-83A8-49AF-9ADA-B8814BFCEDCB}">
  <a:tblStyle styleId="{79F4413D-83A8-49AF-9ADA-B8814BFCED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{79F4413D-83A8-49AF-9ADA-B8814BFCEDCB}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{79F4413D-83A8-49AF-9ADA-B8814BFCEDCB}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