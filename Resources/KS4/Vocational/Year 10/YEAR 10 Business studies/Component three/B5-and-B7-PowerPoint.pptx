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F7D7CF-398F-4A3D-8E43-96904C85C890}">
  <a:tblStyle styleId="{8FF7D7CF-398F-4A3D-8E43-96904C85C8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{8FF7D7CF-398F-4A3D-8E43-96904C85C890}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{8FF7D7CF-398F-4A3D-8E43-96904C85C890}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