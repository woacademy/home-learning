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7C4ACC-62FD-45CC-9F15-E3092D791793}">
  <a:tblStyle styleId="{897C4ACC-62FD-45CC-9F15-E3092D7917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{897C4ACC-62FD-45CC-9F15-E3092D791793}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{897C4ACC-62FD-45CC-9F15-E3092D791793}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