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E033C1-706B-45A3-89AE-A682B6576B3A}">
  <a:tblStyle styleId="{EAE033C1-706B-45A3-89AE-A682B6576B3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{EAE033C1-706B-45A3-89AE-A682B6576B3A}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{EAE033C1-706B-45A3-89AE-A682B6576B3A}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