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EF9433-E1D2-4EE4-AB79-5E3C65B1DCD8}">
  <a:tblStyle styleId="{4CEF9433-E1D2-4EE4-AB79-5E3C65B1DC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{4CEF9433-E1D2-4EE4-AB79-5E3C65B1DCD8}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{4CEF9433-E1D2-4EE4-AB79-5E3C65B1DCD8}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