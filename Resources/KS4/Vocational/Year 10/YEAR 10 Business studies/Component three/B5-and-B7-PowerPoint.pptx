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C6A3578-2376-40E1-9DA2-A4FB69A701D6}">
  <a:tblStyle styleId="{7C6A3578-2376-40E1-9DA2-A4FB69A701D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3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6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4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1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{7C6A3578-2376-40E1-9DA2-A4FB69A701D6}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{7C6A3578-2376-40E1-9DA2-A4FB69A701D6}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