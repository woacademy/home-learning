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9FD89D-F653-42EB-A7D6-DB8E36B5C5AA}">
  <a:tblStyle styleId="{959FD89D-F653-42EB-A7D6-DB8E36B5C5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{959FD89D-F653-42EB-A7D6-DB8E36B5C5AA}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{959FD89D-F653-42EB-A7D6-DB8E36B5C5AA}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