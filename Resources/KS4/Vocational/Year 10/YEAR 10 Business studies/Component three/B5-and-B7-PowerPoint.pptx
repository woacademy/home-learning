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07B73-4752-45F7-8EC8-0C8CB3AC6C03}">
  <a:tblStyle styleId="{F5407B73-4752-45F7-8EC8-0C8CB3AC6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{F5407B73-4752-45F7-8EC8-0C8CB3AC6C03}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{F5407B73-4752-45F7-8EC8-0C8CB3AC6C03}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