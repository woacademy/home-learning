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43412-2CA1-4D71-B29F-8DD702B4B8DD}">
  <a:tblStyle styleId="{26743412-2CA1-4D71-B29F-8DD702B4B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{26743412-2CA1-4D71-B29F-8DD702B4B8DD}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{26743412-2CA1-4D71-B29F-8DD702B4B8DD}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