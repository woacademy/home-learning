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AE449E-5968-425B-925B-4B68937F225B}">
  <a:tblStyle styleId="{0FAE449E-5968-425B-925B-4B68937F22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{0FAE449E-5968-425B-925B-4B68937F225B}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{0FAE449E-5968-425B-925B-4B68937F225B}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