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66B66F-DC70-49C1-BAC0-A3BEBE8178EF}">
  <a:tblStyle styleId="{7166B66F-DC70-49C1-BAC0-A3BEBE8178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{7166B66F-DC70-49C1-BAC0-A3BEBE8178EF}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{7166B66F-DC70-49C1-BAC0-A3BEBE8178EF}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