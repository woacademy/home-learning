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1B615-7942-4552-A2C6-74F718ED4CAE}">
  <a:tblStyle styleId="{A181B615-7942-4552-A2C6-74F718ED4C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{A181B615-7942-4552-A2C6-74F718ED4CAE}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{A181B615-7942-4552-A2C6-74F718ED4CAE}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