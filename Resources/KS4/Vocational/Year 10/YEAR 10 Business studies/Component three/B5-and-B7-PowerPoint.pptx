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21A6E4-CE02-41F1-B6AB-4E6951658E34}">
  <a:tblStyle styleId="{6F21A6E4-CE02-41F1-B6AB-4E6951658E3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{6F21A6E4-CE02-41F1-B6AB-4E6951658E34}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{6F21A6E4-CE02-41F1-B6AB-4E6951658E34}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