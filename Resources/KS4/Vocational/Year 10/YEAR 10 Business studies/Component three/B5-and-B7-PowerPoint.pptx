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6737EA-AFE9-43E4-95DA-3B048E2D267D}">
  <a:tblStyle styleId="{676737EA-AFE9-43E4-95DA-3B048E2D26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{676737EA-AFE9-43E4-95DA-3B048E2D267D}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{676737EA-AFE9-43E4-95DA-3B048E2D267D}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