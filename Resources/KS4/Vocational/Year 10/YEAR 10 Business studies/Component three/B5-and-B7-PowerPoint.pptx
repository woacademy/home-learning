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B900D-7158-4FAA-B06B-B4479A6E6000}">
  <a:tblStyle styleId="{614B900D-7158-4FAA-B06B-B4479A6E60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{614B900D-7158-4FAA-B06B-B4479A6E6000}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{614B900D-7158-4FAA-B06B-B4479A6E6000}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