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3C7BEE-2FA3-45D8-8BBA-4EC0762E8595}">
  <a:tblStyle styleId="{203C7BEE-2FA3-45D8-8BBA-4EC0762E85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{203C7BEE-2FA3-45D8-8BBA-4EC0762E8595}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{203C7BEE-2FA3-45D8-8BBA-4EC0762E8595}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