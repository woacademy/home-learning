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1208BDA-1460-4743-91BC-AAFA10B19997}">
  <a:tblStyle styleId="{01208BDA-1460-4743-91BC-AAFA10B1999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{01208BDA-1460-4743-91BC-AAFA10B19997}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{01208BDA-1460-4743-91BC-AAFA10B19997}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