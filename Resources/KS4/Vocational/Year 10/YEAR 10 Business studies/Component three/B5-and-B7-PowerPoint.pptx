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8DB4F8-B65F-4489-8778-B9D65011D526}">
  <a:tblStyle styleId="{9D8DB4F8-B65F-4489-8778-B9D65011D5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{9D8DB4F8-B65F-4489-8778-B9D65011D526}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{9D8DB4F8-B65F-4489-8778-B9D65011D526}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