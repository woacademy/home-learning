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B2E47E-24C0-4626-88CC-D037157A68DC}">
  <a:tblStyle styleId="{80B2E47E-24C0-4626-88CC-D037157A68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{80B2E47E-24C0-4626-88CC-D037157A68DC}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{80B2E47E-24C0-4626-88CC-D037157A68DC}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