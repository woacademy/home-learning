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C29B55E-E4DD-4B05-909B-7779B4664879}">
  <a:tblStyle styleId="{8C29B55E-E4DD-4B05-909B-7779B466487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9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8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{8C29B55E-E4DD-4B05-909B-7779B4664879}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{8C29B55E-E4DD-4B05-909B-7779B4664879}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