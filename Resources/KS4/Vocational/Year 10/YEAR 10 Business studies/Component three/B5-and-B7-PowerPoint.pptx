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87783-278F-44FC-AC29-A92ECEA44F93}">
  <a:tblStyle styleId="{61587783-278F-44FC-AC29-A92ECEA44F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{61587783-278F-44FC-AC29-A92ECEA44F93}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{61587783-278F-44FC-AC29-A92ECEA44F93}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