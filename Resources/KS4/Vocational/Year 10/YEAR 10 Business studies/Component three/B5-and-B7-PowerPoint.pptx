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C4FC94-0238-4D37-AD2F-CBFAE345D583}">
  <a:tblStyle styleId="{43C4FC94-0238-4D37-AD2F-CBFAE345D5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{43C4FC94-0238-4D37-AD2F-CBFAE345D583}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{43C4FC94-0238-4D37-AD2F-CBFAE345D583}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