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69CF5A-AE77-47B6-B471-A9526EEC1001}">
  <a:tblStyle styleId="{4A69CF5A-AE77-47B6-B471-A9526EEC10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{4A69CF5A-AE77-47B6-B471-A9526EEC1001}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{4A69CF5A-AE77-47B6-B471-A9526EEC1001}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