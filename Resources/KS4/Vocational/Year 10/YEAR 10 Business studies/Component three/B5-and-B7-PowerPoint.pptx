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145D6A-4A9C-4A68-AE27-B90E9F1F137D}">
  <a:tblStyle styleId="{97145D6A-4A9C-4A68-AE27-B90E9F1F13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{97145D6A-4A9C-4A68-AE27-B90E9F1F137D}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{97145D6A-4A9C-4A68-AE27-B90E9F1F137D}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