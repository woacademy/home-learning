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480DC9-5A68-4AA0-8B7D-11D12BA086E3}">
  <a:tblStyle styleId="{50480DC9-5A68-4AA0-8B7D-11D12BA086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{50480DC9-5A68-4AA0-8B7D-11D12BA086E3}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{50480DC9-5A68-4AA0-8B7D-11D12BA086E3}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