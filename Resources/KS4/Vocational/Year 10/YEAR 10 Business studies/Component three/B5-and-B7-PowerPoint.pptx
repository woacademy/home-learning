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942AB6-C623-4917-B730-E8BEB381E790}">
  <a:tblStyle styleId="{A3942AB6-C623-4917-B730-E8BEB381E7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{A3942AB6-C623-4917-B730-E8BEB381E790}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{A3942AB6-C623-4917-B730-E8BEB381E790}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