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0F2E25-CF13-415D-89A7-92CFF9B73EFB}">
  <a:tblStyle styleId="{0D0F2E25-CF13-415D-89A7-92CFF9B73E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{0D0F2E25-CF13-415D-89A7-92CFF9B73EFB}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{0D0F2E25-CF13-415D-89A7-92CFF9B73EFB}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