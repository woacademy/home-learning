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3CEC9A-C189-41E5-9199-CCB4ED779EE1}">
  <a:tblStyle styleId="{B03CEC9A-C189-41E5-9199-CCB4ED779E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{B03CEC9A-C189-41E5-9199-CCB4ED779EE1}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{B03CEC9A-C189-41E5-9199-CCB4ED779EE1}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