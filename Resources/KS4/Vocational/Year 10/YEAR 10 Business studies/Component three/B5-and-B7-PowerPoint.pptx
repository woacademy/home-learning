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76811-935C-47D2-A055-A56FDB7D3E89}">
  <a:tblStyle styleId="{CE576811-935C-47D2-A055-A56FDB7D3E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{CE576811-935C-47D2-A055-A56FDB7D3E89}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{CE576811-935C-47D2-A055-A56FDB7D3E89}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