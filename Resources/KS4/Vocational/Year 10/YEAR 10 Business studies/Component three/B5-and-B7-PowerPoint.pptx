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85CE0E-9430-43B0-9535-3996A916822D}">
  <a:tblStyle styleId="{5085CE0E-9430-43B0-9535-3996A91682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{5085CE0E-9430-43B0-9535-3996A916822D}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{5085CE0E-9430-43B0-9535-3996A916822D}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