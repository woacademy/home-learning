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A997AD-4C76-4324-964E-AAAA9BC41274}">
  <a:tblStyle styleId="{33A997AD-4C76-4324-964E-AAAA9BC412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{33A997AD-4C76-4324-964E-AAAA9BC41274}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{33A997AD-4C76-4324-964E-AAAA9BC41274}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