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CA3BDB-FFD4-413F-85E5-501DBE8929CE}">
  <a:tblStyle styleId="{21CA3BDB-FFD4-413F-85E5-501DBE8929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{21CA3BDB-FFD4-413F-85E5-501DBE8929CE}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{21CA3BDB-FFD4-413F-85E5-501DBE8929CE}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