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FD1E49-364A-40F3-BC80-74196ADC2093}">
  <a:tblStyle styleId="{2CFD1E49-364A-40F3-BC80-74196ADC20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{2CFD1E49-364A-40F3-BC80-74196ADC2093}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{2CFD1E49-364A-40F3-BC80-74196ADC2093}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