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346D05-F74F-435B-8948-A9FD9F023ACB}">
  <a:tblStyle styleId="{78346D05-F74F-435B-8948-A9FD9F023A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{78346D05-F74F-435B-8948-A9FD9F023ACB}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{78346D05-F74F-435B-8948-A9FD9F023ACB}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