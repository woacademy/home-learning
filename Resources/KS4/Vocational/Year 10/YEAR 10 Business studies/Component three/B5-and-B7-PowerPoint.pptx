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68841E-5C90-4FD4-9197-0DB243F4EAB8}">
  <a:tblStyle styleId="{8268841E-5C90-4FD4-9197-0DB243F4EA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{8268841E-5C90-4FD4-9197-0DB243F4EAB8}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{8268841E-5C90-4FD4-9197-0DB243F4EAB8}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