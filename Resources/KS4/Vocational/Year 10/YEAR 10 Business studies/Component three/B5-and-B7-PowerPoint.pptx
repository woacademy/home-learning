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60C418C-0793-4A2E-96FE-9A66FC068F91}">
  <a:tblStyle styleId="{D60C418C-0793-4A2E-96FE-9A66FC068F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{D60C418C-0793-4A2E-96FE-9A66FC068F91}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{D60C418C-0793-4A2E-96FE-9A66FC068F91}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