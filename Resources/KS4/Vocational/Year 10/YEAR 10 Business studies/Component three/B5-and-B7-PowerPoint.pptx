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70EF50-4507-4DE5-983F-0AFA9CBB5F21}">
  <a:tblStyle styleId="{7170EF50-4507-4DE5-983F-0AFA9CBB5F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{7170EF50-4507-4DE5-983F-0AFA9CBB5F21}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{7170EF50-4507-4DE5-983F-0AFA9CBB5F21}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