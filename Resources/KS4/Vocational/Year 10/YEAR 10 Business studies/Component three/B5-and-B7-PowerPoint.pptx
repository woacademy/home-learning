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F8FC00-6510-46B8-A52F-58F085A0DAD7}">
  <a:tblStyle styleId="{ABF8FC00-6510-46B8-A52F-58F085A0DA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{ABF8FC00-6510-46B8-A52F-58F085A0DAD7}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{ABF8FC00-6510-46B8-A52F-58F085A0DAD7}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