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C56BC7-23BB-4A40-9A3E-9FB3EE6D343B}">
  <a:tblStyle styleId="{CFC56BC7-23BB-4A40-9A3E-9FB3EE6D34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{CFC56BC7-23BB-4A40-9A3E-9FB3EE6D343B}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{CFC56BC7-23BB-4A40-9A3E-9FB3EE6D343B}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