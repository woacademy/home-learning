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52D169-8BC6-4AB5-8C04-4C06FD7D2E7A}">
  <a:tblStyle styleId="{0352D169-8BC6-4AB5-8C04-4C06FD7D2E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{0352D169-8BC6-4AB5-8C04-4C06FD7D2E7A}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{0352D169-8BC6-4AB5-8C04-4C06FD7D2E7A}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