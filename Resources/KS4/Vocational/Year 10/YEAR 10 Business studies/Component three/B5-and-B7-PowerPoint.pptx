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09ED05-FADD-45A0-A1B6-B3C5A3436F3C}">
  <a:tblStyle styleId="{EE09ED05-FADD-45A0-A1B6-B3C5A3436F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{EE09ED05-FADD-45A0-A1B6-B3C5A3436F3C}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{EE09ED05-FADD-45A0-A1B6-B3C5A3436F3C}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