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EC6513-B2DB-4473-9134-2DC864E28F95}">
  <a:tblStyle styleId="{70EC6513-B2DB-4473-9134-2DC864E28F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{70EC6513-B2DB-4473-9134-2DC864E28F95}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{70EC6513-B2DB-4473-9134-2DC864E28F95}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