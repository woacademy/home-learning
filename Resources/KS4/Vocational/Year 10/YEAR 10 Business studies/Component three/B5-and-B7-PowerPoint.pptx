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A8D4E-A2A1-48DB-911A-574F55E4E2A2}">
  <a:tblStyle styleId="{E1EA8D4E-A2A1-48DB-911A-574F55E4E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{E1EA8D4E-A2A1-48DB-911A-574F55E4E2A2}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{E1EA8D4E-A2A1-48DB-911A-574F55E4E2A2}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