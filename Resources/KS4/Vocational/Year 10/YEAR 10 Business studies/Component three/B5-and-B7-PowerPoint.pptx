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2BBE50-A278-470A-A77E-4226350F7263}">
  <a:tblStyle styleId="{3B2BBE50-A278-470A-A77E-4226350F72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{3B2BBE50-A278-470A-A77E-4226350F7263}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{3B2BBE50-A278-470A-A77E-4226350F7263}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