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71C485-CD20-4A9E-B42B-32D4A08A1695}">
  <a:tblStyle styleId="{2571C485-CD20-4A9E-B42B-32D4A08A16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{2571C485-CD20-4A9E-B42B-32D4A08A1695}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{2571C485-CD20-4A9E-B42B-32D4A08A1695}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