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762B8B-DA0E-4204-85B1-4CF0A537E2DD}">
  <a:tblStyle styleId="{85762B8B-DA0E-4204-85B1-4CF0A537E2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{85762B8B-DA0E-4204-85B1-4CF0A537E2DD}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{85762B8B-DA0E-4204-85B1-4CF0A537E2DD}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