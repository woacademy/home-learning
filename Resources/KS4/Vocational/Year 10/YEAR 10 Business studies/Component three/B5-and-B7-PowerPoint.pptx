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70905E-0C0B-4E68-A455-574A8EB43CAF}">
  <a:tblStyle styleId="{5670905E-0C0B-4E68-A455-574A8EB43C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{5670905E-0C0B-4E68-A455-574A8EB43CAF}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{5670905E-0C0B-4E68-A455-574A8EB43CAF}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