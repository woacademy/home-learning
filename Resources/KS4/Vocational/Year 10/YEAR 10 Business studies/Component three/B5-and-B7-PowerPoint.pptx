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81C2A-DDBB-4116-B094-03D7BDEBFD2E}">
  <a:tblStyle styleId="{BED81C2A-DDBB-4116-B094-03D7BDEBFD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{BED81C2A-DDBB-4116-B094-03D7BDEBFD2E}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{BED81C2A-DDBB-4116-B094-03D7BDEBFD2E}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