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E43A0-32DB-4CB8-BD36-EDE4E661C728}">
  <a:tblStyle styleId="{E8AE43A0-32DB-4CB8-BD36-EDE4E661C7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{E8AE43A0-32DB-4CB8-BD36-EDE4E661C728}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{E8AE43A0-32DB-4CB8-BD36-EDE4E661C728}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