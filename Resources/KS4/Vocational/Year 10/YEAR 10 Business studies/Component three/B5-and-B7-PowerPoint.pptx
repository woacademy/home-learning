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5DF2C9-FD30-4F53-BBB4-09E4A7EAF9D2}">
  <a:tblStyle styleId="{795DF2C9-FD30-4F53-BBB4-09E4A7EAF9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{795DF2C9-FD30-4F53-BBB4-09E4A7EAF9D2}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{795DF2C9-FD30-4F53-BBB4-09E4A7EAF9D2}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