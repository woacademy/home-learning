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96DD62-A0B5-4382-B4C1-BAB2F15C1B62}">
  <a:tblStyle styleId="{1796DD62-A0B5-4382-B4C1-BAB2F15C1B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{1796DD62-A0B5-4382-B4C1-BAB2F15C1B62}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{1796DD62-A0B5-4382-B4C1-BAB2F15C1B62}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