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D52023-9EFF-4E25-9952-9B722A98368A}">
  <a:tblStyle styleId="{72D52023-9EFF-4E25-9952-9B722A9836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{72D52023-9EFF-4E25-9952-9B722A98368A}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{72D52023-9EFF-4E25-9952-9B722A98368A}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