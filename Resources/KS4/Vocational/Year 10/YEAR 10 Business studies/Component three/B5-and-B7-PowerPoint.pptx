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F76F2-95AF-42FA-8EE7-37C010DA38F0}">
  <a:tblStyle styleId="{CE3F76F2-95AF-42FA-8EE7-37C010DA38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{CE3F76F2-95AF-42FA-8EE7-37C010DA38F0}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{CE3F76F2-95AF-42FA-8EE7-37C010DA38F0}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