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11025B9-7CD5-46B1-9E72-85AAD2382F2E}">
  <a:tblStyle styleId="{F11025B9-7CD5-46B1-9E72-85AAD2382F2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{F11025B9-7CD5-46B1-9E72-85AAD2382F2E}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{F11025B9-7CD5-46B1-9E72-85AAD2382F2E}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