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74E401-7AC3-4D10-BBFA-466980875131}">
  <a:tblStyle styleId="{8474E401-7AC3-4D10-BBFA-4669808751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{8474E401-7AC3-4D10-BBFA-466980875131}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{8474E401-7AC3-4D10-BBFA-466980875131}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