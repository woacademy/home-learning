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F5BDF7-226A-4BC7-A737-EB8CA2247D06}">
  <a:tblStyle styleId="{E4F5BDF7-226A-4BC7-A737-EB8CA2247D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{E4F5BDF7-226A-4BC7-A737-EB8CA2247D06}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{E4F5BDF7-226A-4BC7-A737-EB8CA2247D06}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