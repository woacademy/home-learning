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38B726-F4AB-4D04-AC12-A09A2E114756}">
  <a:tblStyle styleId="{B238B726-F4AB-4D04-AC12-A09A2E1147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{B238B726-F4AB-4D04-AC12-A09A2E114756}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{B238B726-F4AB-4D04-AC12-A09A2E114756}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