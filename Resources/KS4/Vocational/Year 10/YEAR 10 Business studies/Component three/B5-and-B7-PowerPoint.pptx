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FE57A7-EDFA-42D7-883B-194DD0C913E2}">
  <a:tblStyle styleId="{36FE57A7-EDFA-42D7-883B-194DD0C913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{36FE57A7-EDFA-42D7-883B-194DD0C913E2}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{36FE57A7-EDFA-42D7-883B-194DD0C913E2}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