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3599E8-D546-4965-A6DA-C00F83B4322D}">
  <a:tblStyle styleId="{FB3599E8-D546-4965-A6DA-C00F83B432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{FB3599E8-D546-4965-A6DA-C00F83B4322D}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{FB3599E8-D546-4965-A6DA-C00F83B4322D}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