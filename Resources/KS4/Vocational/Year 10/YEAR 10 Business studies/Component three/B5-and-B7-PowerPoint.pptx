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FE96EE-AFFB-4B13-BE43-B3E8E1E9D036}">
  <a:tblStyle styleId="{E6FE96EE-AFFB-4B13-BE43-B3E8E1E9D0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{E6FE96EE-AFFB-4B13-BE43-B3E8E1E9D036}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{E6FE96EE-AFFB-4B13-BE43-B3E8E1E9D036}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