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95A81B-0BD3-414E-9E4C-B6F3FE7B9BBC}">
  <a:tblStyle styleId="{9E95A81B-0BD3-414E-9E4C-B6F3FE7B9B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{9E95A81B-0BD3-414E-9E4C-B6F3FE7B9BBC}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{9E95A81B-0BD3-414E-9E4C-B6F3FE7B9BBC}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