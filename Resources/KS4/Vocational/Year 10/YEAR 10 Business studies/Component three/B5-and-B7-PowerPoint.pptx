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B04998-06FD-4A99-9590-C8791631BC55}">
  <a:tblStyle styleId="{36B04998-06FD-4A99-9590-C8791631BC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{36B04998-06FD-4A99-9590-C8791631BC55}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{36B04998-06FD-4A99-9590-C8791631BC55}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