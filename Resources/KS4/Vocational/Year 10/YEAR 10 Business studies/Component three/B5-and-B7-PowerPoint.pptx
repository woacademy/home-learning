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CA562D-5F8E-48FB-97C3-840E6CC9F520}">
  <a:tblStyle styleId="{17CA562D-5F8E-48FB-97C3-840E6CC9F5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{17CA562D-5F8E-48FB-97C3-840E6CC9F520}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{17CA562D-5F8E-48FB-97C3-840E6CC9F520}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