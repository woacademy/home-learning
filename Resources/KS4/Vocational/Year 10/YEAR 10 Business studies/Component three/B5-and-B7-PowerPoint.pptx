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2FBA5-4345-4007-B25E-68FB0AECA1D4}">
  <a:tblStyle styleId="{6902FBA5-4345-4007-B25E-68FB0AECA1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{6902FBA5-4345-4007-B25E-68FB0AECA1D4}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{6902FBA5-4345-4007-B25E-68FB0AECA1D4}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