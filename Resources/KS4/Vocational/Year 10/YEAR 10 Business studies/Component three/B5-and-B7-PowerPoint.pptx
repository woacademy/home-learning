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08E628-103E-47E2-8349-270E57D0EF79}">
  <a:tblStyle styleId="{E008E628-103E-47E2-8349-270E57D0EF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{E008E628-103E-47E2-8349-270E57D0EF79}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{E008E628-103E-47E2-8349-270E57D0EF79}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