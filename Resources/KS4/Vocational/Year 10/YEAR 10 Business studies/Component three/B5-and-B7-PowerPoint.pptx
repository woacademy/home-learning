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13024F-B795-4CA8-BDD5-A3664D97D7F4}">
  <a:tblStyle styleId="{3013024F-B795-4CA8-BDD5-A3664D97D7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{3013024F-B795-4CA8-BDD5-A3664D97D7F4}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{3013024F-B795-4CA8-BDD5-A3664D97D7F4}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