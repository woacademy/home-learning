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6CE78B-DEEF-4C7B-B6D5-DF6DC4899FFD}">
  <a:tblStyle styleId="{276CE78B-DEEF-4C7B-B6D5-DF6DC4899F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{276CE78B-DEEF-4C7B-B6D5-DF6DC4899FFD}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{276CE78B-DEEF-4C7B-B6D5-DF6DC4899FFD}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