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2558346-F961-4692-B40B-F8E311ADCC4A}">
  <a:tblStyle styleId="{C2558346-F961-4692-B40B-F8E311ADCC4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{C2558346-F961-4692-B40B-F8E311ADCC4A}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{C2558346-F961-4692-B40B-F8E311ADCC4A}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