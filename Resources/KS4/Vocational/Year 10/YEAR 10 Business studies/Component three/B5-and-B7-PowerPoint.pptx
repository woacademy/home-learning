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8D13C2C-3927-4C72-A714-86C7A9C8987C}">
  <a:tblStyle styleId="{08D13C2C-3927-4C72-A714-86C7A9C898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{08D13C2C-3927-4C72-A714-86C7A9C8987C}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{08D13C2C-3927-4C72-A714-86C7A9C8987C}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