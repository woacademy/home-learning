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CE9476-10B9-4D66-A30D-E7AADF075AAC}">
  <a:tblStyle styleId="{F2CE9476-10B9-4D66-A30D-E7AADF075A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{F2CE9476-10B9-4D66-A30D-E7AADF075AAC}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{F2CE9476-10B9-4D66-A30D-E7AADF075AAC}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