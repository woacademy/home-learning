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C828EC1-8B2A-44B1-A53C-7E23C2F6029F}">
  <a:tblStyle styleId="{2C828EC1-8B2A-44B1-A53C-7E23C2F6029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{2C828EC1-8B2A-44B1-A53C-7E23C2F6029F}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{2C828EC1-8B2A-44B1-A53C-7E23C2F6029F}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