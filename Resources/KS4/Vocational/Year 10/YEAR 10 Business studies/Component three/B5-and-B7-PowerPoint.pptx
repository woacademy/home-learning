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72814CE-F1CB-4417-A577-A04B11A15762}">
  <a:tblStyle styleId="{372814CE-F1CB-4417-A577-A04B11A157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{372814CE-F1CB-4417-A577-A04B11A15762}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{372814CE-F1CB-4417-A577-A04B11A15762}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