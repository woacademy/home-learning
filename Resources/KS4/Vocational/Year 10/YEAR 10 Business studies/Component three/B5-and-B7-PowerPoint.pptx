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A35F27-96F5-401A-BFBB-3BA3FFFF1B8E}">
  <a:tblStyle styleId="{58A35F27-96F5-401A-BFBB-3BA3FFFF1B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{58A35F27-96F5-401A-BFBB-3BA3FFFF1B8E}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{58A35F27-96F5-401A-BFBB-3BA3FFFF1B8E}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