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E6326C-DFCE-4BDE-8E25-3C3DA7802FDE}">
  <a:tblStyle styleId="{3DE6326C-DFCE-4BDE-8E25-3C3DA7802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{3DE6326C-DFCE-4BDE-8E25-3C3DA7802FDE}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{3DE6326C-DFCE-4BDE-8E25-3C3DA7802FDE}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