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F0EAD07-5276-4290-8686-B55AB1317C97}">
  <a:tblStyle styleId="{3F0EAD07-5276-4290-8686-B55AB1317C9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1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7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2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4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3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{3F0EAD07-5276-4290-8686-B55AB1317C97}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{3F0EAD07-5276-4290-8686-B55AB1317C97}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