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BBF1D8E-5E47-4F0B-BB99-20A4CD746796}">
  <a:tblStyle styleId="{5BBF1D8E-5E47-4F0B-BB99-20A4CD74679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png"/><Relationship Id="rId4" Type="http://schemas.openxmlformats.org/officeDocument/2006/relationships/image" Target="../media/image9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{5BBF1D8E-5E47-4F0B-BB99-20A4CD746796}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{5BBF1D8E-5E47-4F0B-BB99-20A4CD746796}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