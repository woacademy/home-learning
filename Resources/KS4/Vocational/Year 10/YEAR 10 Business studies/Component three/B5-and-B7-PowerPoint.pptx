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1246A-36AB-4EE6-B5B8-618DAF5621C9}">
  <a:tblStyle styleId="{1121246A-36AB-4EE6-B5B8-618DAF5621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{1121246A-36AB-4EE6-B5B8-618DAF5621C9}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{1121246A-36AB-4EE6-B5B8-618DAF5621C9}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