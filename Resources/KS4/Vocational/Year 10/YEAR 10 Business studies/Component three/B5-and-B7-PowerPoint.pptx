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2A1F8E-F99B-464A-B8FC-BD6482E61676}">
  <a:tblStyle styleId="{9E2A1F8E-F99B-464A-B8FC-BD6482E616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{9E2A1F8E-F99B-464A-B8FC-BD6482E61676}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{9E2A1F8E-F99B-464A-B8FC-BD6482E61676}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