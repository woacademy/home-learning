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94DBFB-9792-4DF4-AB3E-689472A39623}">
  <a:tblStyle styleId="{9E94DBFB-9792-4DF4-AB3E-689472A396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{9E94DBFB-9792-4DF4-AB3E-689472A39623}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{9E94DBFB-9792-4DF4-AB3E-689472A39623}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