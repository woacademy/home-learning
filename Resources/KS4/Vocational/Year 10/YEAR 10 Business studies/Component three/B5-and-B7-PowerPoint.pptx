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72EB9E4-2D26-4B17-BCD1-C8A8004206A5}">
  <a:tblStyle styleId="{772EB9E4-2D26-4B17-BCD1-C8A8004206A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{772EB9E4-2D26-4B17-BCD1-C8A8004206A5}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{772EB9E4-2D26-4B17-BCD1-C8A8004206A5}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