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07ADFE-A33E-4E42-97DA-1DFC36295723}">
  <a:tblStyle styleId="{9B07ADFE-A33E-4E42-97DA-1DFC362957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{9B07ADFE-A33E-4E42-97DA-1DFC36295723}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{9B07ADFE-A33E-4E42-97DA-1DFC36295723}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