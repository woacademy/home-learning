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432F811-DC4F-419D-A93A-5983E812DCBF}">
  <a:tblStyle styleId="{5432F811-DC4F-419D-A93A-5983E812DC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{5432F811-DC4F-419D-A93A-5983E812DCBF}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{5432F811-DC4F-419D-A93A-5983E812DCBF}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