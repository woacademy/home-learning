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985AEA-38EF-4F37-8956-CFA7E77E7AFC}">
  <a:tblStyle styleId="{C5985AEA-38EF-4F37-8956-CFA7E77E7A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{C5985AEA-38EF-4F37-8956-CFA7E77E7AFC}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{C5985AEA-38EF-4F37-8956-CFA7E77E7AFC}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