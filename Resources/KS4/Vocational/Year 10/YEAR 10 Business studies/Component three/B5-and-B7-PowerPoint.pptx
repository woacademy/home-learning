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5F2623-9804-46C1-BE15-AA9241DDCB19}">
  <a:tblStyle styleId="{E85F2623-9804-46C1-BE15-AA9241DDCB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{E85F2623-9804-46C1-BE15-AA9241DDCB19}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{E85F2623-9804-46C1-BE15-AA9241DDCB19}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