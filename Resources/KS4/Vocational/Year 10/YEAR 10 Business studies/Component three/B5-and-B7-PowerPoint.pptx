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3748F4-856A-4091-A361-CB0249953F9B}">
  <a:tblStyle styleId="{193748F4-856A-4091-A361-CB0249953F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{193748F4-856A-4091-A361-CB0249953F9B}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{193748F4-856A-4091-A361-CB0249953F9B}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