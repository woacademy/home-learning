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96B49-15AE-4A69-A9CE-733E71CEF4A7}">
  <a:tblStyle styleId="{F6296B49-15AE-4A69-A9CE-733E71CEF4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{F6296B49-15AE-4A69-A9CE-733E71CEF4A7}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{F6296B49-15AE-4A69-A9CE-733E71CEF4A7}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