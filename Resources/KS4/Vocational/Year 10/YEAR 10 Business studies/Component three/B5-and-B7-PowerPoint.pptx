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BCEF1F-BECF-47F3-BA73-0B922505B8D4}">
  <a:tblStyle styleId="{77BCEF1F-BECF-47F3-BA73-0B922505B8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{77BCEF1F-BECF-47F3-BA73-0B922505B8D4}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{77BCEF1F-BECF-47F3-BA73-0B922505B8D4}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