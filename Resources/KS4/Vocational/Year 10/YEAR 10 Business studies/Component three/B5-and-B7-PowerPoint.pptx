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EAF1D5-82BA-486A-A755-717C29DA4008}">
  <a:tblStyle styleId="{42EAF1D5-82BA-486A-A755-717C29DA40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{42EAF1D5-82BA-486A-A755-717C29DA4008}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{42EAF1D5-82BA-486A-A755-717C29DA4008}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