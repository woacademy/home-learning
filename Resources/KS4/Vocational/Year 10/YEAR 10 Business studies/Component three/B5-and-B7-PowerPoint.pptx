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DB1C9B-EF73-45F0-85AD-A6B083AE4FE7}">
  <a:tblStyle styleId="{89DB1C9B-EF73-45F0-85AD-A6B083AE4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{89DB1C9B-EF73-45F0-85AD-A6B083AE4FE7}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{89DB1C9B-EF73-45F0-85AD-A6B083AE4FE7}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