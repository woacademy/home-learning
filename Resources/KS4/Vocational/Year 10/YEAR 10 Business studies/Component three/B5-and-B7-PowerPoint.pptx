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C073CE-B991-495B-9F6A-B2E2C4B543B3}">
  <a:tblStyle styleId="{62C073CE-B991-495B-9F6A-B2E2C4B543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{62C073CE-B991-495B-9F6A-B2E2C4B543B3}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{62C073CE-B991-495B-9F6A-B2E2C4B543B3}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