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B2D167-183A-4028-BD08-1A61D9859DC7}">
  <a:tblStyle styleId="{BDB2D167-183A-4028-BD08-1A61D9859D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{BDB2D167-183A-4028-BD08-1A61D9859DC7}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{BDB2D167-183A-4028-BD08-1A61D9859DC7}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