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19F722-B61E-49C6-924B-6CAFD49BA27B}">
  <a:tblStyle styleId="{9919F722-B61E-49C6-924B-6CAFD49BA2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{9919F722-B61E-49C6-924B-6CAFD49BA27B}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{9919F722-B61E-49C6-924B-6CAFD49BA27B}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