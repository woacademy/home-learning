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379BBFD-AB65-4968-93E3-AB602E68A3E0}">
  <a:tblStyle styleId="{3379BBFD-AB65-4968-93E3-AB602E68A3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{3379BBFD-AB65-4968-93E3-AB602E68A3E0}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{3379BBFD-AB65-4968-93E3-AB602E68A3E0}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