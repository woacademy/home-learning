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026A45-3F1A-4B14-A2B9-F9FF2DECD5B5}">
  <a:tblStyle styleId="{84026A45-3F1A-4B14-A2B9-F9FF2DECD5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{84026A45-3F1A-4B14-A2B9-F9FF2DECD5B5}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{84026A45-3F1A-4B14-A2B9-F9FF2DECD5B5}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