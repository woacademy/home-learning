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1F87FE8-A411-404E-B04E-F0E3FD179A55}">
  <a:tblStyle styleId="{71F87FE8-A411-404E-B04E-F0E3FD179A5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{71F87FE8-A411-404E-B04E-F0E3FD179A55}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{71F87FE8-A411-404E-B04E-F0E3FD179A55}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