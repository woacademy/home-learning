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CC5A3-9AC7-4C6E-8777-C0FED5FF349E}">
  <a:tblStyle styleId="{371CC5A3-9AC7-4C6E-8777-C0FED5FF34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{371CC5A3-9AC7-4C6E-8777-C0FED5FF349E}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{371CC5A3-9AC7-4C6E-8777-C0FED5FF349E}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