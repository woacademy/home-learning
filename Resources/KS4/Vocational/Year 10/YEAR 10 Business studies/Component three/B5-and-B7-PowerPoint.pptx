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DE18F45-26C0-4A8B-B091-6DAD7F1013BC}">
  <a:tblStyle styleId="{CDE18F45-26C0-4A8B-B091-6DAD7F1013B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{CDE18F45-26C0-4A8B-B091-6DAD7F1013BC}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{CDE18F45-26C0-4A8B-B091-6DAD7F1013BC}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