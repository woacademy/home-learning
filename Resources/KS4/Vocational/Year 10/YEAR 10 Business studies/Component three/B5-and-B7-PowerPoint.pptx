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2504218-31CF-484B-894C-5112E7241B15}">
  <a:tblStyle styleId="{32504218-31CF-484B-894C-5112E7241B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{32504218-31CF-484B-894C-5112E7241B15}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{32504218-31CF-484B-894C-5112E7241B15}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