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5207D0-3091-4188-9559-39FA8C5CC7E8}">
  <a:tblStyle styleId="{105207D0-3091-4188-9559-39FA8C5CC7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{105207D0-3091-4188-9559-39FA8C5CC7E8}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{105207D0-3091-4188-9559-39FA8C5CC7E8}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