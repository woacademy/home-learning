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9F97D8-8698-4D66-87C9-1E852B902753}">
  <a:tblStyle styleId="{6D9F97D8-8698-4D66-87C9-1E852B9027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{6D9F97D8-8698-4D66-87C9-1E852B902753}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{6D9F97D8-8698-4D66-87C9-1E852B902753}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