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4CAE26-8E3A-4285-AC80-1E27EEE3DA32}">
  <a:tblStyle styleId="{6A4CAE26-8E3A-4285-AC80-1E27EEE3DA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{6A4CAE26-8E3A-4285-AC80-1E27EEE3DA32}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{6A4CAE26-8E3A-4285-AC80-1E27EEE3DA32}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