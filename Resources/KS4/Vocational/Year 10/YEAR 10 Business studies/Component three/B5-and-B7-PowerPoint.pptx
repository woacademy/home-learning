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29A699-A3CB-4886-8F25-A81DB7846CF2}">
  <a:tblStyle styleId="{8529A699-A3CB-4886-8F25-A81DB7846C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{8529A699-A3CB-4886-8F25-A81DB7846CF2}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{8529A699-A3CB-4886-8F25-A81DB7846CF2}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