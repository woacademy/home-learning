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5DC57A-0A9A-40CA-A5B6-1AE5DFE76B98}">
  <a:tblStyle styleId="{1D5DC57A-0A9A-40CA-A5B6-1AE5DFE76B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{1D5DC57A-0A9A-40CA-A5B6-1AE5DFE76B98}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{1D5DC57A-0A9A-40CA-A5B6-1AE5DFE76B98}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