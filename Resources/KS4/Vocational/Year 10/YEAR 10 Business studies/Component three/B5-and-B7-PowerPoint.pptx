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1A90D1-5CFD-4BF1-8148-DA6CF5CAB4DE}">
  <a:tblStyle styleId="{E11A90D1-5CFD-4BF1-8148-DA6CF5CAB4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{E11A90D1-5CFD-4BF1-8148-DA6CF5CAB4DE}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{E11A90D1-5CFD-4BF1-8148-DA6CF5CAB4DE}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