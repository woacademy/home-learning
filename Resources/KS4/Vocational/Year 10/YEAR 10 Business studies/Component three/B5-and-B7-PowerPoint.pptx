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867BA1-3793-4291-8307-BD220101171A}">
  <a:tblStyle styleId="{50867BA1-3793-4291-8307-BD22010117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{50867BA1-3793-4291-8307-BD220101171A}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{50867BA1-3793-4291-8307-BD220101171A}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