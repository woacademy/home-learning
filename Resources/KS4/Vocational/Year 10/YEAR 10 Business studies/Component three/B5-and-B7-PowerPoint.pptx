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1B308E-8D9D-4B55-9239-F2283E230C8E}">
  <a:tblStyle styleId="{311B308E-8D9D-4B55-9239-F2283E230C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{311B308E-8D9D-4B55-9239-F2283E230C8E}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{311B308E-8D9D-4B55-9239-F2283E230C8E}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