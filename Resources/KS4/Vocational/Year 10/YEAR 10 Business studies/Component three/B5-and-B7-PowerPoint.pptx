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53805-D467-4595-8DC4-A7A715B61C97}">
  <a:tblStyle styleId="{ACF53805-D467-4595-8DC4-A7A715B61C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{ACF53805-D467-4595-8DC4-A7A715B61C97}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{ACF53805-D467-4595-8DC4-A7A715B61C97}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