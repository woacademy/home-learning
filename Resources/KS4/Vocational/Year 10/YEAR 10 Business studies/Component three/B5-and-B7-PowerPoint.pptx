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EF2BD8-D165-470C-80A3-55E5743638D1}">
  <a:tblStyle styleId="{9AEF2BD8-D165-470C-80A3-55E574363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{9AEF2BD8-D165-470C-80A3-55E5743638D1}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{9AEF2BD8-D165-470C-80A3-55E5743638D1}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