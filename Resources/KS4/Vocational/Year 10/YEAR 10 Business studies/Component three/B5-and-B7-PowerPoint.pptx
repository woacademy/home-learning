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CBD77A-6704-44DB-85C0-C3F1F53FFB36}">
  <a:tblStyle styleId="{64CBD77A-6704-44DB-85C0-C3F1F53FFB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{64CBD77A-6704-44DB-85C0-C3F1F53FFB36}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{64CBD77A-6704-44DB-85C0-C3F1F53FFB36}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