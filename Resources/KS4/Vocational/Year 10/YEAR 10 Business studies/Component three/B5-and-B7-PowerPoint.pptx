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FF1E74-75E5-4C86-B53B-9A4CABBD0D38}">
  <a:tblStyle styleId="{6CFF1E74-75E5-4C86-B53B-9A4CABBD0D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{6CFF1E74-75E5-4C86-B53B-9A4CABBD0D38}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{6CFF1E74-75E5-4C86-B53B-9A4CABBD0D38}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