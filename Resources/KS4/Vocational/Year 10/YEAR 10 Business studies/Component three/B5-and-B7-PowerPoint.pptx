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C3F93-92BC-4648-895A-14BAE32795C2}">
  <a:tblStyle styleId="{642C3F93-92BC-4648-895A-14BAE32795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{642C3F93-92BC-4648-895A-14BAE32795C2}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{642C3F93-92BC-4648-895A-14BAE32795C2}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