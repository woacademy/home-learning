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9E567B-3BCD-4878-A442-890305B668C7}">
  <a:tblStyle styleId="{319E567B-3BCD-4878-A442-890305B668C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{319E567B-3BCD-4878-A442-890305B668C7}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{319E567B-3BCD-4878-A442-890305B668C7}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