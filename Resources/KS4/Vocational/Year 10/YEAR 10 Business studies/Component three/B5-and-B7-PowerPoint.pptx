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3B1D6D-B844-42CB-9508-E53C60F97272}">
  <a:tblStyle styleId="{9C3B1D6D-B844-42CB-9508-E53C60F972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{9C3B1D6D-B844-42CB-9508-E53C60F97272}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{9C3B1D6D-B844-42CB-9508-E53C60F97272}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