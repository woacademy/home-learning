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EA36A9-DA46-4698-B691-C666901F576B}">
  <a:tblStyle styleId="{0DEA36A9-DA46-4698-B691-C666901F57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{0DEA36A9-DA46-4698-B691-C666901F576B}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{0DEA36A9-DA46-4698-B691-C666901F576B}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