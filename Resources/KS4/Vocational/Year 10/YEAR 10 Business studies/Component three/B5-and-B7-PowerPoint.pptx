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9B1873-5F15-48CA-8688-8EBD830C675C}">
  <a:tblStyle styleId="{4F9B1873-5F15-48CA-8688-8EBD830C67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{4F9B1873-5F15-48CA-8688-8EBD830C675C}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{4F9B1873-5F15-48CA-8688-8EBD830C675C}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