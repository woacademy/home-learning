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7C101A-DA2E-4995-89F7-48F1111AECA6}">
  <a:tblStyle styleId="{F47C101A-DA2E-4995-89F7-48F1111AEC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{F47C101A-DA2E-4995-89F7-48F1111AECA6}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{F47C101A-DA2E-4995-89F7-48F1111AECA6}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