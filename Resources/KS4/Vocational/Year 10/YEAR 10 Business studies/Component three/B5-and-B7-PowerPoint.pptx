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80BE61-7979-44EE-91EE-CBEE55E24805}">
  <a:tblStyle styleId="{BD80BE61-7979-44EE-91EE-CBEE55E248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{BD80BE61-7979-44EE-91EE-CBEE55E24805}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{BD80BE61-7979-44EE-91EE-CBEE55E24805}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