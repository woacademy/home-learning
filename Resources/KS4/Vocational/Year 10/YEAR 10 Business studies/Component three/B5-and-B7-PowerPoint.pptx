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DB5631-F0C8-4D30-BE3F-082D01EFC1A2}">
  <a:tblStyle styleId="{0DDB5631-F0C8-4D30-BE3F-082D01EFC1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{0DDB5631-F0C8-4D30-BE3F-082D01EFC1A2}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{0DDB5631-F0C8-4D30-BE3F-082D01EFC1A2}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