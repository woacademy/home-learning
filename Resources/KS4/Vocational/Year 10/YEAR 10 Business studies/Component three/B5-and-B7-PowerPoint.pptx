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7DE0C1-3360-4B41-B47B-8623982F800E}">
  <a:tblStyle styleId="{DC7DE0C1-3360-4B41-B47B-8623982F80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{DC7DE0C1-3360-4B41-B47B-8623982F800E}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{DC7DE0C1-3360-4B41-B47B-8623982F800E}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