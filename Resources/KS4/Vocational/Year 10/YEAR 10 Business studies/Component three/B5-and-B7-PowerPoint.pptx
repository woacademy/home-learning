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67D940-729F-4026-90CD-BFAEEF1BD45E}">
  <a:tblStyle styleId="{8167D940-729F-4026-90CD-BFAEEF1BD4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{8167D940-729F-4026-90CD-BFAEEF1BD45E}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{8167D940-729F-4026-90CD-BFAEEF1BD45E}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