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175BB9-3370-43CB-A4B8-CAC74F21E698}">
  <a:tblStyle styleId="{E6175BB9-3370-43CB-A4B8-CAC74F21E6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{E6175BB9-3370-43CB-A4B8-CAC74F21E698}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{E6175BB9-3370-43CB-A4B8-CAC74F21E698}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