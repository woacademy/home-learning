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F420CE-56AB-48D0-AE4F-3ACCB2B22F99}">
  <a:tblStyle styleId="{19F420CE-56AB-48D0-AE4F-3ACCB2B22F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{19F420CE-56AB-48D0-AE4F-3ACCB2B22F99}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{19F420CE-56AB-48D0-AE4F-3ACCB2B22F99}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