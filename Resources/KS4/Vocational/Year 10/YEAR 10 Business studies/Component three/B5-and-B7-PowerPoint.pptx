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3D9C97-1B06-42C7-91EC-B5D70746E3C3}">
  <a:tblStyle styleId="{003D9C97-1B06-42C7-91EC-B5D70746E3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{003D9C97-1B06-42C7-91EC-B5D70746E3C3}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{003D9C97-1B06-42C7-91EC-B5D70746E3C3}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