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8BE07-379E-4F66-892E-90523BB18348}">
  <a:tblStyle styleId="{9448BE07-379E-4F66-892E-90523BB183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{9448BE07-379E-4F66-892E-90523BB18348}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{9448BE07-379E-4F66-892E-90523BB18348}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