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6E1052-784C-4656-9D71-ED6505A61F71}">
  <a:tblStyle styleId="{476E1052-784C-4656-9D71-ED6505A61F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{476E1052-784C-4656-9D71-ED6505A61F71}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{476E1052-784C-4656-9D71-ED6505A61F71}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