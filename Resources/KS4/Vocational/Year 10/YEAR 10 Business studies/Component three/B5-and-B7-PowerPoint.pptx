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BBF6C4-E58C-465C-A331-EC4161C491A7}">
  <a:tblStyle styleId="{29BBF6C4-E58C-465C-A331-EC4161C491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{29BBF6C4-E58C-465C-A331-EC4161C491A7}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{29BBF6C4-E58C-465C-A331-EC4161C491A7}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