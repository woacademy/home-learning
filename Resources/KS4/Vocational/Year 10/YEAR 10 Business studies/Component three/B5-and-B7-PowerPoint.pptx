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A29C46-2C73-408E-AB8A-51EDEC20B3D0}">
  <a:tblStyle styleId="{36A29C46-2C73-408E-AB8A-51EDEC20B3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{36A29C46-2C73-408E-AB8A-51EDEC20B3D0}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{36A29C46-2C73-408E-AB8A-51EDEC20B3D0}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