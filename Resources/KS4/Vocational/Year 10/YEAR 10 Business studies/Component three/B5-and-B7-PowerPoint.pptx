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C5633C-3D4A-4749-9099-9C04C4230CA0}">
  <a:tblStyle styleId="{19C5633C-3D4A-4749-9099-9C04C4230C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{19C5633C-3D4A-4749-9099-9C04C4230CA0}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{19C5633C-3D4A-4749-9099-9C04C4230CA0}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