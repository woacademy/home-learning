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FDAA29-BD2B-4DB5-AA9A-C45032C81EF8}">
  <a:tblStyle styleId="{5AFDAA29-BD2B-4DB5-AA9A-C45032C81E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{5AFDAA29-BD2B-4DB5-AA9A-C45032C81EF8}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{5AFDAA29-BD2B-4DB5-AA9A-C45032C81EF8}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