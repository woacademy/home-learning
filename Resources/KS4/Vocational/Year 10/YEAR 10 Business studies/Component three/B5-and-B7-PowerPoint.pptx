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F457FD-1325-4A3B-B674-00CC59300FE1}">
  <a:tblStyle styleId="{6BF457FD-1325-4A3B-B674-00CC59300F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{6BF457FD-1325-4A3B-B674-00CC59300FE1}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{6BF457FD-1325-4A3B-B674-00CC59300FE1}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