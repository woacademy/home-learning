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461ACAF-7652-4958-BCAD-454F3E15B43E}">
  <a:tblStyle styleId="{0461ACAF-7652-4958-BCAD-454F3E15B43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{0461ACAF-7652-4958-BCAD-454F3E15B43E}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{0461ACAF-7652-4958-BCAD-454F3E15B43E}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