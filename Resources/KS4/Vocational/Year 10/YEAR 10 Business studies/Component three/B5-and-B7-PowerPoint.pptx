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79EB10-5C24-4E4F-BAE2-4EF577B7072A}">
  <a:tblStyle styleId="{EF79EB10-5C24-4E4F-BAE2-4EF577B707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{EF79EB10-5C24-4E4F-BAE2-4EF577B7072A}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{EF79EB10-5C24-4E4F-BAE2-4EF577B7072A}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