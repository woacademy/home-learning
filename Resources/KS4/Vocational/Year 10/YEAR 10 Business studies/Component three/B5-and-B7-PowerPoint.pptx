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173FFB-B6B2-41C8-8DAE-E1EA52D82F22}">
  <a:tblStyle styleId="{D5173FFB-B6B2-41C8-8DAE-E1EA52D82F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{D5173FFB-B6B2-41C8-8DAE-E1EA52D82F22}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{D5173FFB-B6B2-41C8-8DAE-E1EA52D82F22}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