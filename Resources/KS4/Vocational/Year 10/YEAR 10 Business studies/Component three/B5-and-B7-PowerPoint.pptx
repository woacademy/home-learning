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023F0D-2A53-4DFB-AB6D-C2493BF30AC0}">
  <a:tblStyle styleId="{DB023F0D-2A53-4DFB-AB6D-C2493BF30A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{DB023F0D-2A53-4DFB-AB6D-C2493BF30AC0}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{DB023F0D-2A53-4DFB-AB6D-C2493BF30AC0}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