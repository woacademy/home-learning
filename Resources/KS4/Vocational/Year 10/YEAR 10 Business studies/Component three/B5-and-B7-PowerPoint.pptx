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3F2483-FA77-4417-BBAF-8A0A2D1F5BFC}">
  <a:tblStyle styleId="{4A3F2483-FA77-4417-BBAF-8A0A2D1F5B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{4A3F2483-FA77-4417-BBAF-8A0A2D1F5BFC}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{4A3F2483-FA77-4417-BBAF-8A0A2D1F5BFC}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