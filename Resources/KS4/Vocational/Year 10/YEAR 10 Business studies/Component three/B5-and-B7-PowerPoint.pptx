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9B5393-FE69-4A4A-9675-6C84BF43448E}">
  <a:tblStyle styleId="{A19B5393-FE69-4A4A-9675-6C84BF43448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{A19B5393-FE69-4A4A-9675-6C84BF43448E}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{A19B5393-FE69-4A4A-9675-6C84BF43448E}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