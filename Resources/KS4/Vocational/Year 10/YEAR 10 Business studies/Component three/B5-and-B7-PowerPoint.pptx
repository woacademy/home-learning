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42A219-9EF0-4013-9F31-461593B7DB58}">
  <a:tblStyle styleId="{5642A219-9EF0-4013-9F31-461593B7DB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{5642A219-9EF0-4013-9F31-461593B7DB58}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{5642A219-9EF0-4013-9F31-461593B7DB58}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