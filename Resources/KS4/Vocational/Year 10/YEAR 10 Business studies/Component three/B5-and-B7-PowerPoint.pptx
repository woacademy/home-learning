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82FAAF-0A22-451C-8681-9274B0155D69}">
  <a:tblStyle styleId="{FB82FAAF-0A22-451C-8681-9274B0155D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{FB82FAAF-0A22-451C-8681-9274B0155D69}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{FB82FAAF-0A22-451C-8681-9274B0155D69}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