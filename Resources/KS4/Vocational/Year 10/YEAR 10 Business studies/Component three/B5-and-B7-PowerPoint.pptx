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EB7E8F-ED1E-4416-BCC8-4BA3A18EA939}">
  <a:tblStyle styleId="{24EB7E8F-ED1E-4416-BCC8-4BA3A18EA9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{24EB7E8F-ED1E-4416-BCC8-4BA3A18EA939}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{24EB7E8F-ED1E-4416-BCC8-4BA3A18EA939}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