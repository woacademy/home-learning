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17F8458-E355-4B9D-BE04-B0425DE68752}">
  <a:tblStyle styleId="{B17F8458-E355-4B9D-BE04-B0425DE687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{B17F8458-E355-4B9D-BE04-B0425DE68752}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{B17F8458-E355-4B9D-BE04-B0425DE68752}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