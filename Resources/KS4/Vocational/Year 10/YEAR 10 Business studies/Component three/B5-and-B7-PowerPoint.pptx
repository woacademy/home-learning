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FE3C90-6514-4718-9814-4F77EF0FCE2B}">
  <a:tblStyle styleId="{5AFE3C90-6514-4718-9814-4F77EF0FCE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{5AFE3C90-6514-4718-9814-4F77EF0FCE2B}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{5AFE3C90-6514-4718-9814-4F77EF0FCE2B}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