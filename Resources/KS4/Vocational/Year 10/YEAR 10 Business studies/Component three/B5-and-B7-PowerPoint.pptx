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30ACF5-97FF-4323-A62B-E0FD2DD286AA}">
  <a:tblStyle styleId="{8730ACF5-97FF-4323-A62B-E0FD2DD286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{8730ACF5-97FF-4323-A62B-E0FD2DD286AA}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{8730ACF5-97FF-4323-A62B-E0FD2DD286AA}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