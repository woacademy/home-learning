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311F876-4185-4B31-9EFA-45F375C4A23A}">
  <a:tblStyle styleId="{4311F876-4185-4B31-9EFA-45F375C4A23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{4311F876-4185-4B31-9EFA-45F375C4A23A}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{4311F876-4185-4B31-9EFA-45F375C4A23A}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