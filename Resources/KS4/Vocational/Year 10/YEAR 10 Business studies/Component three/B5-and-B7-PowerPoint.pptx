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B06AB5-9F0C-45F8-9584-2622494BA872}">
  <a:tblStyle styleId="{91B06AB5-9F0C-45F8-9584-2622494BA8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{91B06AB5-9F0C-45F8-9584-2622494BA872}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{91B06AB5-9F0C-45F8-9584-2622494BA872}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