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994A59-567B-43C9-A756-8E56F224D7B4}">
  <a:tblStyle styleId="{70994A59-567B-43C9-A756-8E56F224D7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{70994A59-567B-43C9-A756-8E56F224D7B4}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{70994A59-567B-43C9-A756-8E56F224D7B4}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