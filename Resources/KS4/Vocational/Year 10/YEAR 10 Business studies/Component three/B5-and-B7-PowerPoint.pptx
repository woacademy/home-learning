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B997FA1-31F9-4D84-BC9D-786F5B5A5BFA}">
  <a:tblStyle styleId="{8B997FA1-31F9-4D84-BC9D-786F5B5A5B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{8B997FA1-31F9-4D84-BC9D-786F5B5A5BFA}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{8B997FA1-31F9-4D84-BC9D-786F5B5A5BFA}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