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8475DB-F7DC-4F7B-9544-BEFA2B292D79}">
  <a:tblStyle styleId="{AC8475DB-F7DC-4F7B-9544-BEFA2B292D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{AC8475DB-F7DC-4F7B-9544-BEFA2B292D79}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{AC8475DB-F7DC-4F7B-9544-BEFA2B292D79}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