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DA22C0-92CF-4D9B-AD09-8D0ECEA30D9E}">
  <a:tblStyle styleId="{7DDA22C0-92CF-4D9B-AD09-8D0ECEA30D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{7DDA22C0-92CF-4D9B-AD09-8D0ECEA30D9E}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{7DDA22C0-92CF-4D9B-AD09-8D0ECEA30D9E}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