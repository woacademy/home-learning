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2B344-C77D-4A27-BCBD-7E44AE6002E3}">
  <a:tblStyle styleId="{25A2B344-C77D-4A27-BCBD-7E44AE6002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{25A2B344-C77D-4A27-BCBD-7E44AE6002E3}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{25A2B344-C77D-4A27-BCBD-7E44AE6002E3}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