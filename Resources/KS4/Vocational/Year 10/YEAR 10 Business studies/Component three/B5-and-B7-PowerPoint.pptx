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3758CD-2EB0-4F42-8492-C588F88F037D}">
  <a:tblStyle styleId="{133758CD-2EB0-4F42-8492-C588F88F03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{133758CD-2EB0-4F42-8492-C588F88F037D}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{133758CD-2EB0-4F42-8492-C588F88F037D}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