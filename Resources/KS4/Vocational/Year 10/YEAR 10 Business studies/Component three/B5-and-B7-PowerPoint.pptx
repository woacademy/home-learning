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9A709B-8CDF-40B8-83FB-6A12BD7012EC}">
  <a:tblStyle styleId="{679A709B-8CDF-40B8-83FB-6A12BD7012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{679A709B-8CDF-40B8-83FB-6A12BD7012EC}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{679A709B-8CDF-40B8-83FB-6A12BD7012EC}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