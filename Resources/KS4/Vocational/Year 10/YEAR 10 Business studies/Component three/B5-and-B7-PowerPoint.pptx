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77C45D-1C18-44D1-8190-D84883A020EF}">
  <a:tblStyle styleId="{C177C45D-1C18-44D1-8190-D84883A020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{C177C45D-1C18-44D1-8190-D84883A020EF}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{C177C45D-1C18-44D1-8190-D84883A020EF}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