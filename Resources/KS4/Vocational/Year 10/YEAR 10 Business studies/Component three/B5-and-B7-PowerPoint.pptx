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F7E6C4-D063-4AA4-BD8B-B7A53003BDE1}">
  <a:tblStyle styleId="{A9F7E6C4-D063-4AA4-BD8B-B7A53003BD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{A9F7E6C4-D063-4AA4-BD8B-B7A53003BDE1}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{A9F7E6C4-D063-4AA4-BD8B-B7A53003BDE1}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