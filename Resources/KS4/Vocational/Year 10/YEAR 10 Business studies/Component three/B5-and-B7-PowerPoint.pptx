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D8F267-56A1-43E6-ABA0-B9C87AF4A421}">
  <a:tblStyle styleId="{1FD8F267-56A1-43E6-ABA0-B9C87AF4A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{1FD8F267-56A1-43E6-ABA0-B9C87AF4A421}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{1FD8F267-56A1-43E6-ABA0-B9C87AF4A421}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