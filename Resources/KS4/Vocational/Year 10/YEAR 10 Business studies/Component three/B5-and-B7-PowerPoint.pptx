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DDF45D-BFCF-416C-ABFF-6B177AAFA142}">
  <a:tblStyle styleId="{A0DDF45D-BFCF-416C-ABFF-6B177AAFA1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{A0DDF45D-BFCF-416C-ABFF-6B177AAFA142}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{A0DDF45D-BFCF-416C-ABFF-6B177AAFA142}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