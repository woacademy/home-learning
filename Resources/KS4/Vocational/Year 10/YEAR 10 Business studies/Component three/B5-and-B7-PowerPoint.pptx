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6863BB-A2C1-4BA8-B09E-686FF0114072}">
  <a:tblStyle styleId="{4E6863BB-A2C1-4BA8-B09E-686FF01140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{4E6863BB-A2C1-4BA8-B09E-686FF0114072}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{4E6863BB-A2C1-4BA8-B09E-686FF0114072}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