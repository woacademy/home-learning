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B14A1C-71EB-4707-A177-F351260B9D95}">
  <a:tblStyle styleId="{F6B14A1C-71EB-4707-A177-F351260B9D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{F6B14A1C-71EB-4707-A177-F351260B9D95}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{F6B14A1C-71EB-4707-A177-F351260B9D95}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