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FC094F-2A85-46BE-A429-1DFB5BA54346}">
  <a:tblStyle styleId="{E8FC094F-2A85-46BE-A429-1DFB5BA543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{E8FC094F-2A85-46BE-A429-1DFB5BA54346}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{E8FC094F-2A85-46BE-A429-1DFB5BA54346}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