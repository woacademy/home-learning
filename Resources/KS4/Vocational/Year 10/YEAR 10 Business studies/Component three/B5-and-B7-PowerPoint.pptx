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6662D-5413-49EC-A1A4-DB034BD87EA8}">
  <a:tblStyle styleId="{D6D6662D-5413-49EC-A1A4-DB034BD87E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{D6D6662D-5413-49EC-A1A4-DB034BD87EA8}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{D6D6662D-5413-49EC-A1A4-DB034BD87EA8}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