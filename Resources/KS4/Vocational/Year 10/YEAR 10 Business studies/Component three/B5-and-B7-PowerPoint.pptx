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B6A346-CAB8-4637-806C-5DCEA05CFA20}">
  <a:tblStyle styleId="{47B6A346-CAB8-4637-806C-5DCEA05CFA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{47B6A346-CAB8-4637-806C-5DCEA05CFA20}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{47B6A346-CAB8-4637-806C-5DCEA05CFA20}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