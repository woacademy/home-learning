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C7EA81-56DE-44CE-B021-C41357751CA9}">
  <a:tblStyle styleId="{79C7EA81-56DE-44CE-B021-C41357751C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{79C7EA81-56DE-44CE-B021-C41357751CA9}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{79C7EA81-56DE-44CE-B021-C41357751CA9}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