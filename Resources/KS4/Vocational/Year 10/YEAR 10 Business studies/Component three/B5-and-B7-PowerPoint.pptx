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1540888-48ED-44E4-AEA4-D644A447AD46}">
  <a:tblStyle styleId="{91540888-48ED-44E4-AEA4-D644A447AD4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{91540888-48ED-44E4-AEA4-D644A447AD46}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{91540888-48ED-44E4-AEA4-D644A447AD46}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