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E7535A-CD52-4C04-AD62-8B45F5698867}">
  <a:tblStyle styleId="{99E7535A-CD52-4C04-AD62-8B45F56988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{99E7535A-CD52-4C04-AD62-8B45F5698867}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{99E7535A-CD52-4C04-AD62-8B45F5698867}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