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3B567B-8206-4BB6-8B8E-6A5008F2082C}">
  <a:tblStyle styleId="{0C3B567B-8206-4BB6-8B8E-6A5008F208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{0C3B567B-8206-4BB6-8B8E-6A5008F2082C}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{0C3B567B-8206-4BB6-8B8E-6A5008F2082C}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