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CA845-A433-4511-9E85-C8503A47FBD1}">
  <a:tblStyle styleId="{C44CA845-A433-4511-9E85-C8503A47FB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{C44CA845-A433-4511-9E85-C8503A47FBD1}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{C44CA845-A433-4511-9E85-C8503A47FBD1}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