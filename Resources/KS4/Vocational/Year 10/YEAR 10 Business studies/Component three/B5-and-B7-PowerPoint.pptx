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2A99A1-680B-42CB-B7B2-81847E7B5C91}">
  <a:tblStyle styleId="{4D2A99A1-680B-42CB-B7B2-81847E7B5C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{4D2A99A1-680B-42CB-B7B2-81847E7B5C91}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{4D2A99A1-680B-42CB-B7B2-81847E7B5C91}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