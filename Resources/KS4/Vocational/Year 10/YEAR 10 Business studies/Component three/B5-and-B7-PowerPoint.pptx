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1BD784-90A1-4ADF-9F8D-560AB7C88453}">
  <a:tblStyle styleId="{7D1BD784-90A1-4ADF-9F8D-560AB7C884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{7D1BD784-90A1-4ADF-9F8D-560AB7C88453}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{7D1BD784-90A1-4ADF-9F8D-560AB7C88453}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