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FE9620-9FF4-4158-9147-4F63E1C3E9D4}">
  <a:tblStyle styleId="{73FE9620-9FF4-4158-9147-4F63E1C3E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{73FE9620-9FF4-4158-9147-4F63E1C3E9D4}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{73FE9620-9FF4-4158-9147-4F63E1C3E9D4}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