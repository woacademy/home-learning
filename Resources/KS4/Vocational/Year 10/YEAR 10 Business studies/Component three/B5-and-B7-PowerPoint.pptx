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6BCF32-CCA5-4630-AF1B-6C1C87A74F19}">
  <a:tblStyle styleId="{546BCF32-CCA5-4630-AF1B-6C1C87A74F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{546BCF32-CCA5-4630-AF1B-6C1C87A74F19}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{546BCF32-CCA5-4630-AF1B-6C1C87A74F19}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