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89E7F-A9BE-47BC-BDA0-C7F85A401F5C}">
  <a:tblStyle styleId="{A6889E7F-A9BE-47BC-BDA0-C7F85A401F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{A6889E7F-A9BE-47BC-BDA0-C7F85A401F5C}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{A6889E7F-A9BE-47BC-BDA0-C7F85A401F5C}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