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C9FC0D-3B2F-4E0D-B6DC-6BF3BB9EA716}">
  <a:tblStyle styleId="{3FC9FC0D-3B2F-4E0D-B6DC-6BF3BB9EA7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{3FC9FC0D-3B2F-4E0D-B6DC-6BF3BB9EA716}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{3FC9FC0D-3B2F-4E0D-B6DC-6BF3BB9EA716}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