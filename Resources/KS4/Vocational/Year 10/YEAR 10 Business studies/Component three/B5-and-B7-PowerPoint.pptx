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05304B-1FC9-4876-84ED-26B8A37AEEDE}">
  <a:tblStyle styleId="{0B05304B-1FC9-4876-84ED-26B8A37AEE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{0B05304B-1FC9-4876-84ED-26B8A37AEEDE}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{0B05304B-1FC9-4876-84ED-26B8A37AEEDE}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