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1D27D5-FE44-4786-92DF-1CAE2979517D}">
  <a:tblStyle styleId="{161D27D5-FE44-4786-92DF-1CAE297951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{161D27D5-FE44-4786-92DF-1CAE2979517D}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{161D27D5-FE44-4786-92DF-1CAE2979517D}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