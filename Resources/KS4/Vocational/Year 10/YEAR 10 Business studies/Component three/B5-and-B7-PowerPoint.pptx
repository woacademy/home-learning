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4460AD-DC77-4CA5-BAF1-47E579ED6A43}">
  <a:tblStyle styleId="{364460AD-DC77-4CA5-BAF1-47E579ED6A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{364460AD-DC77-4CA5-BAF1-47E579ED6A43}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{364460AD-DC77-4CA5-BAF1-47E579ED6A43}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