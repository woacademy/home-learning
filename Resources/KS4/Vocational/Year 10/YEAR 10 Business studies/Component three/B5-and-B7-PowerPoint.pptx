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A0B426-6A80-4326-8B18-8A74F665F36D}">
  <a:tblStyle styleId="{15A0B426-6A80-4326-8B18-8A74F665F3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{15A0B426-6A80-4326-8B18-8A74F665F36D}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{15A0B426-6A80-4326-8B18-8A74F665F36D}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