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3EAE4E-FE8C-42C4-AAF9-B64818D25278}">
  <a:tblStyle styleId="{603EAE4E-FE8C-42C4-AAF9-B64818D252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{603EAE4E-FE8C-42C4-AAF9-B64818D25278}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{603EAE4E-FE8C-42C4-AAF9-B64818D25278}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