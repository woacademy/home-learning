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428897-4721-44BD-920E-ACAD0432483C}">
  <a:tblStyle styleId="{76428897-4721-44BD-920E-ACAD043248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{76428897-4721-44BD-920E-ACAD0432483C}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{76428897-4721-44BD-920E-ACAD0432483C}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