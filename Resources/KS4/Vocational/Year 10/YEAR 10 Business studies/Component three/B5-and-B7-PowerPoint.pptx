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7C897A-E8B4-4FAA-BEB5-795EE90D5421}">
  <a:tblStyle styleId="{667C897A-E8B4-4FAA-BEB5-795EE90D54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{667C897A-E8B4-4FAA-BEB5-795EE90D5421}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{667C897A-E8B4-4FAA-BEB5-795EE90D5421}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