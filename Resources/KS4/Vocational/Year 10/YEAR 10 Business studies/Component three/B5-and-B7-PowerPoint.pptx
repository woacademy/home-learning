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8CAAE6-C780-492E-9BCF-DEE37E9AB0E1}">
  <a:tblStyle styleId="{B78CAAE6-C780-492E-9BCF-DEE37E9AB0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{B78CAAE6-C780-492E-9BCF-DEE37E9AB0E1}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{B78CAAE6-C780-492E-9BCF-DEE37E9AB0E1}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