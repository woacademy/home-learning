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6CB642-03BB-47AD-8F82-5729EFFA58DA}">
  <a:tblStyle styleId="{616CB642-03BB-47AD-8F82-5729EFFA58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{616CB642-03BB-47AD-8F82-5729EFFA58DA}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{616CB642-03BB-47AD-8F82-5729EFFA58DA}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