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81B437-4C57-41A4-A438-1FF3603CEC58}">
  <a:tblStyle styleId="{B581B437-4C57-41A4-A438-1FF3603CEC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{B581B437-4C57-41A4-A438-1FF3603CEC58}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{B581B437-4C57-41A4-A438-1FF3603CEC58}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