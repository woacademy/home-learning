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0D8C6-A674-4102-8A30-A6C0D94CE5A3}">
  <a:tblStyle styleId="{C210D8C6-A674-4102-8A30-A6C0D94CE5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{C210D8C6-A674-4102-8A30-A6C0D94CE5A3}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{C210D8C6-A674-4102-8A30-A6C0D94CE5A3}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