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032D22-19DF-4C32-B15D-F53146BBB2FB}">
  <a:tblStyle styleId="{2D032D22-19DF-4C32-B15D-F53146BBB2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{2D032D22-19DF-4C32-B15D-F53146BBB2FB}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{2D032D22-19DF-4C32-B15D-F53146BBB2FB}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