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440316-6E36-4E08-A042-C0B36E93562D}">
  <a:tblStyle styleId="{C5440316-6E36-4E08-A042-C0B36E9356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{C5440316-6E36-4E08-A042-C0B36E93562D}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{C5440316-6E36-4E08-A042-C0B36E93562D}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