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2C0776-AE7D-4D22-BFC1-0C3F52AE4C16}">
  <a:tblStyle styleId="{4E2C0776-AE7D-4D22-BFC1-0C3F52AE4C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{4E2C0776-AE7D-4D22-BFC1-0C3F52AE4C16}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{4E2C0776-AE7D-4D22-BFC1-0C3F52AE4C16}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