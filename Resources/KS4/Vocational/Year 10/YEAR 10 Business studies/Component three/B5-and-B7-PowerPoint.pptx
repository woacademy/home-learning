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21C39B2-D791-4AEE-9E1A-0044F20EFC4C}">
  <a:tblStyle styleId="{C21C39B2-D791-4AEE-9E1A-0044F20EFC4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{C21C39B2-D791-4AEE-9E1A-0044F20EFC4C}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{C21C39B2-D791-4AEE-9E1A-0044F20EFC4C}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