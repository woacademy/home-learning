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4DB142-9A08-4872-BBAA-700B1FD26585}">
  <a:tblStyle styleId="{014DB142-9A08-4872-BBAA-700B1FD265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{014DB142-9A08-4872-BBAA-700B1FD26585}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{014DB142-9A08-4872-BBAA-700B1FD26585}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