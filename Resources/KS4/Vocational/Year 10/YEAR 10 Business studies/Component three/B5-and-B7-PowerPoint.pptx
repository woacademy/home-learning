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5A31B0-0728-4EC4-8F90-E14D6628F137}">
  <a:tblStyle styleId="{FB5A31B0-0728-4EC4-8F90-E14D6628F1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{FB5A31B0-0728-4EC4-8F90-E14D6628F137}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{FB5A31B0-0728-4EC4-8F90-E14D6628F137}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