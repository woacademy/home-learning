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151A90-9EAE-4C0F-9773-FDAE13B62232}">
  <a:tblStyle styleId="{FD151A90-9EAE-4C0F-9773-FDAE13B6223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{FD151A90-9EAE-4C0F-9773-FDAE13B62232}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{FD151A90-9EAE-4C0F-9773-FDAE13B62232}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