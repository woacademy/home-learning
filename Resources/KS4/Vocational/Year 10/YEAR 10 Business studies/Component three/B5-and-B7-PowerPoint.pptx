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FC941F-892F-4D64-B841-89768A87AAA5}">
  <a:tblStyle styleId="{CDFC941F-892F-4D64-B841-89768A87AA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{CDFC941F-892F-4D64-B841-89768A87AAA5}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{CDFC941F-892F-4D64-B841-89768A87AAA5}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