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4102C6-2058-4FC8-B0A4-2A00A0C384BC}">
  <a:tblStyle styleId="{704102C6-2058-4FC8-B0A4-2A00A0C384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{704102C6-2058-4FC8-B0A4-2A00A0C384BC}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{704102C6-2058-4FC8-B0A4-2A00A0C384BC}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