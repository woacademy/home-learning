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0E0441-B04A-445E-9697-CDF43243A9B3}">
  <a:tblStyle styleId="{880E0441-B04A-445E-9697-CDF43243A9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{880E0441-B04A-445E-9697-CDF43243A9B3}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{880E0441-B04A-445E-9697-CDF43243A9B3}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