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F5C76-11E6-4488-8927-E72C04FEF0CE}">
  <a:tblStyle styleId="{D01F5C76-11E6-4488-8927-E72C04FEF0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{D01F5C76-11E6-4488-8927-E72C04FEF0CE}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{D01F5C76-11E6-4488-8927-E72C04FEF0CE}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