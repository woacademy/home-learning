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2E1018-D46E-4F3F-BCC1-B2685F6A4593}">
  <a:tblStyle styleId="{7E2E1018-D46E-4F3F-BCC1-B2685F6A45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{7E2E1018-D46E-4F3F-BCC1-B2685F6A4593}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{7E2E1018-D46E-4F3F-BCC1-B2685F6A4593}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