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1860EA-9C89-46A2-976D-EE392BB0053C}">
  <a:tblStyle styleId="{191860EA-9C89-46A2-976D-EE392BB005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{191860EA-9C89-46A2-976D-EE392BB0053C}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{191860EA-9C89-46A2-976D-EE392BB0053C}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