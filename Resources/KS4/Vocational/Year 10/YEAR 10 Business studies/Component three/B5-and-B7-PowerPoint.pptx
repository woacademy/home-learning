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EE14F-D951-4C29-A290-CD90E418B750}">
  <a:tblStyle styleId="{125EE14F-D951-4C29-A290-CD90E418B7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{125EE14F-D951-4C29-A290-CD90E418B750}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{125EE14F-D951-4C29-A290-CD90E418B750}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