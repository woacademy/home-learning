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4C8303-A4A5-4DE4-91AB-A09AB81D4361}">
  <a:tblStyle styleId="{C04C8303-A4A5-4DE4-91AB-A09AB81D43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{C04C8303-A4A5-4DE4-91AB-A09AB81D4361}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{C04C8303-A4A5-4DE4-91AB-A09AB81D4361}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