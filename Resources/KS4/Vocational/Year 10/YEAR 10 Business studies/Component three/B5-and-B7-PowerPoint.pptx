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B48BBF-57FE-4CA6-BE6E-D268A5FBD3BB}">
  <a:tblStyle styleId="{FEB48BBF-57FE-4CA6-BE6E-D268A5FBD3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{FEB48BBF-57FE-4CA6-BE6E-D268A5FBD3BB}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{FEB48BBF-57FE-4CA6-BE6E-D268A5FBD3BB}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