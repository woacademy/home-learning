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EA51BD-7E5C-4795-A380-A1D2F266DEF0}">
  <a:tblStyle styleId="{73EA51BD-7E5C-4795-A380-A1D2F266DE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{73EA51BD-7E5C-4795-A380-A1D2F266DEF0}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{73EA51BD-7E5C-4795-A380-A1D2F266DEF0}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