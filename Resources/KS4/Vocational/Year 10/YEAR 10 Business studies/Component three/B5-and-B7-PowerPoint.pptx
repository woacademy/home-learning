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9318F-AC29-4630-974C-D5D757FBC3B9}">
  <a:tblStyle styleId="{6FE9318F-AC29-4630-974C-D5D757FBC3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{6FE9318F-AC29-4630-974C-D5D757FBC3B9}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{6FE9318F-AC29-4630-974C-D5D757FBC3B9}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