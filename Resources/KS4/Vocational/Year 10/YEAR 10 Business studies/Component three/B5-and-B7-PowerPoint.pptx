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6B3D16-4469-45B5-926C-6AC6403D2411}">
  <a:tblStyle styleId="{E86B3D16-4469-45B5-926C-6AC6403D24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{E86B3D16-4469-45B5-926C-6AC6403D2411}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{E86B3D16-4469-45B5-926C-6AC6403D2411}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