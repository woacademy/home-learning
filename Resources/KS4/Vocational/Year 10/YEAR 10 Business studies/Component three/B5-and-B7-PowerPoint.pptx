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133360-2DF3-4B39-8C9D-A14F0241B278}">
  <a:tblStyle styleId="{A4133360-2DF3-4B39-8C9D-A14F0241B2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{A4133360-2DF3-4B39-8C9D-A14F0241B278}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{A4133360-2DF3-4B39-8C9D-A14F0241B278}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