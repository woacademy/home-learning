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1F525-CAE5-4E43-92E8-C24F43ADC129}">
  <a:tblStyle styleId="{5D51F525-CAE5-4E43-92E8-C24F43ADC1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{5D51F525-CAE5-4E43-92E8-C24F43ADC129}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{5D51F525-CAE5-4E43-92E8-C24F43ADC129}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