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333B3D-DDFE-42D1-AE16-B004B818BD92}">
  <a:tblStyle styleId="{F2333B3D-DDFE-42D1-AE16-B004B818BD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{F2333B3D-DDFE-42D1-AE16-B004B818BD92}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{F2333B3D-DDFE-42D1-AE16-B004B818BD92}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