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DA2815-F1C3-40C2-84FD-D467FD106F8E}">
  <a:tblStyle styleId="{0FDA2815-F1C3-40C2-84FD-D467FD106F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{0FDA2815-F1C3-40C2-84FD-D467FD106F8E}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{0FDA2815-F1C3-40C2-84FD-D467FD106F8E}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