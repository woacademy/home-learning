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E99990-E3D5-40EF-A41F-60071586DB67}">
  <a:tblStyle styleId="{FDE99990-E3D5-40EF-A41F-60071586DB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{FDE99990-E3D5-40EF-A41F-60071586DB67}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{FDE99990-E3D5-40EF-A41F-60071586DB67}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