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DB23603-5F87-4C94-AEA1-8359D6636CF6}">
  <a:tblStyle styleId="{9DB23603-5F87-4C94-AEA1-8359D6636CF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6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{9DB23603-5F87-4C94-AEA1-8359D6636CF6}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{9DB23603-5F87-4C94-AEA1-8359D6636CF6}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