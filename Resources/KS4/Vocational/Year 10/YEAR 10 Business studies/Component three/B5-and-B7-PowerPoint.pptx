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FE76E5-1359-41BB-8036-CF563B4FA67B}">
  <a:tblStyle styleId="{58FE76E5-1359-41BB-8036-CF563B4FA67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{58FE76E5-1359-41BB-8036-CF563B4FA67B}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{58FE76E5-1359-41BB-8036-CF563B4FA67B}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