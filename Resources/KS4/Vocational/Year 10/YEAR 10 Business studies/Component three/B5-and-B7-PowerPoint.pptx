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72D160-F5F8-43CA-8942-320233425F5B}">
  <a:tblStyle styleId="{3472D160-F5F8-43CA-8942-320233425F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{3472D160-F5F8-43CA-8942-320233425F5B}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{3472D160-F5F8-43CA-8942-320233425F5B}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