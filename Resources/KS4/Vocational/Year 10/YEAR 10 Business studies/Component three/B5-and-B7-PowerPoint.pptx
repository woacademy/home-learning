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F0F6A-444E-4CA0-B5CD-2CE44646782A}">
  <a:tblStyle styleId="{F02F0F6A-444E-4CA0-B5CD-2CE4464678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{F02F0F6A-444E-4CA0-B5CD-2CE44646782A}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{F02F0F6A-444E-4CA0-B5CD-2CE44646782A}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