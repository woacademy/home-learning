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B317AE-9744-4958-9E59-FCCEF089191A}">
  <a:tblStyle styleId="{37B317AE-9744-4958-9E59-FCCEF08919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{37B317AE-9744-4958-9E59-FCCEF089191A}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{37B317AE-9744-4958-9E59-FCCEF089191A}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