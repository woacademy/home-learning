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AD7022-2B82-4957-8E47-57CAF518C4C4}">
  <a:tblStyle styleId="{2BAD7022-2B82-4957-8E47-57CAF518C4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{2BAD7022-2B82-4957-8E47-57CAF518C4C4}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{2BAD7022-2B82-4957-8E47-57CAF518C4C4}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