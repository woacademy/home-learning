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96EACF-93B9-4B66-9714-B586DC177D63}">
  <a:tblStyle styleId="{B096EACF-93B9-4B66-9714-B586DC177D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{B096EACF-93B9-4B66-9714-B586DC177D63}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{B096EACF-93B9-4B66-9714-B586DC177D63}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