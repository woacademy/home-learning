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FC8D7D-77AD-404F-9634-349D3B287DBE}">
  <a:tblStyle styleId="{88FC8D7D-77AD-404F-9634-349D3B287D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{88FC8D7D-77AD-404F-9634-349D3B287DBE}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{88FC8D7D-77AD-404F-9634-349D3B287DBE}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