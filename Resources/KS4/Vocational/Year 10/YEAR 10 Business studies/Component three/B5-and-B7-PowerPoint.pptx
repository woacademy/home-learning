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419D60-2A7C-4DC6-97F7-1E548D46C219}">
  <a:tblStyle styleId="{51419D60-2A7C-4DC6-97F7-1E548D46C2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{51419D60-2A7C-4DC6-97F7-1E548D46C219}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{51419D60-2A7C-4DC6-97F7-1E548D46C219}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