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0EE18-B4F8-4856-825B-5FE045AE7FCE}">
  <a:tblStyle styleId="{93B0EE18-B4F8-4856-825B-5FE045AE7F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{93B0EE18-B4F8-4856-825B-5FE045AE7FCE}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{93B0EE18-B4F8-4856-825B-5FE045AE7FCE}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