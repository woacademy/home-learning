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EED351-B75C-4A8F-B518-907923130D8E}">
  <a:tblStyle styleId="{91EED351-B75C-4A8F-B518-907923130D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{91EED351-B75C-4A8F-B518-907923130D8E}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{91EED351-B75C-4A8F-B518-907923130D8E}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