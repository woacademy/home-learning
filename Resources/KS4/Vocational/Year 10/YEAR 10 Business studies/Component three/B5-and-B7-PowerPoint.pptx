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419ADC-146A-4D53-A056-A19EEF0222CD}">
  <a:tblStyle styleId="{B2419ADC-146A-4D53-A056-A19EEF0222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{B2419ADC-146A-4D53-A056-A19EEF0222CD}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{B2419ADC-146A-4D53-A056-A19EEF0222CD}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