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BD5932-DA99-4DC5-A361-8E944778E091}">
  <a:tblStyle styleId="{C4BD5932-DA99-4DC5-A361-8E944778E0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{C4BD5932-DA99-4DC5-A361-8E944778E091}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{C4BD5932-DA99-4DC5-A361-8E944778E091}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