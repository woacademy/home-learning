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E516EC-F0BB-4028-8F52-35157F57ACF1}">
  <a:tblStyle styleId="{C6E516EC-F0BB-4028-8F52-35157F57ACF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{C6E516EC-F0BB-4028-8F52-35157F57ACF1}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{C6E516EC-F0BB-4028-8F52-35157F57ACF1}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