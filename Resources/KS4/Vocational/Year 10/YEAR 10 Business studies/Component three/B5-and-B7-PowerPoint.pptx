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EF150F-E401-4E98-B097-055EF7771948}">
  <a:tblStyle styleId="{87EF150F-E401-4E98-B097-055EF77719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{87EF150F-E401-4E98-B097-055EF7771948}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{87EF150F-E401-4E98-B097-055EF7771948}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