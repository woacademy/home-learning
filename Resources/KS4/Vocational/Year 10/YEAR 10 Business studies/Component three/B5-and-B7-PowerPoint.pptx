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5F414F-FF6D-4ED1-8C56-89F2B8E2A47A}">
  <a:tblStyle styleId="{F95F414F-FF6D-4ED1-8C56-89F2B8E2A4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{F95F414F-FF6D-4ED1-8C56-89F2B8E2A47A}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{F95F414F-FF6D-4ED1-8C56-89F2B8E2A47A}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