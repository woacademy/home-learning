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B357D-AD26-42AD-8277-A517E2A0414F}">
  <a:tblStyle styleId="{8B8B357D-AD26-42AD-8277-A517E2A041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{8B8B357D-AD26-42AD-8277-A517E2A0414F}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{8B8B357D-AD26-42AD-8277-A517E2A0414F}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