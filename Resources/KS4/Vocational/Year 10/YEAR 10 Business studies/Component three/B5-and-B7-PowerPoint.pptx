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8054F2-D42E-4FC1-91AB-998D33B5C2C0}">
  <a:tblStyle styleId="{A68054F2-D42E-4FC1-91AB-998D33B5C2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{A68054F2-D42E-4FC1-91AB-998D33B5C2C0}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{A68054F2-D42E-4FC1-91AB-998D33B5C2C0}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