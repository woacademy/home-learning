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4F4ADE-65F9-49CF-A49A-C9EBA5BEA367}">
  <a:tblStyle styleId="{214F4ADE-65F9-49CF-A49A-C9EBA5BEA3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{214F4ADE-65F9-49CF-A49A-C9EBA5BEA367}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{214F4ADE-65F9-49CF-A49A-C9EBA5BEA367}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