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518B25-BE2F-41B6-B640-448FF3F90DE4}">
  <a:tblStyle styleId="{94518B25-BE2F-41B6-B640-448FF3F90D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{94518B25-BE2F-41B6-B640-448FF3F90DE4}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{94518B25-BE2F-41B6-B640-448FF3F90DE4}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