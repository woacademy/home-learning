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E7DE3F-D7BB-4E5B-9AFE-FA2A40DB91A3}">
  <a:tblStyle styleId="{34E7DE3F-D7BB-4E5B-9AFE-FA2A40DB91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{34E7DE3F-D7BB-4E5B-9AFE-FA2A40DB91A3}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{34E7DE3F-D7BB-4E5B-9AFE-FA2A40DB91A3}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