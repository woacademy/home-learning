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E604C6-1172-40FA-9079-F96BF853F2A4}">
  <a:tblStyle styleId="{1CE604C6-1172-40FA-9079-F96BF853F2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{1CE604C6-1172-40FA-9079-F96BF853F2A4}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{1CE604C6-1172-40FA-9079-F96BF853F2A4}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