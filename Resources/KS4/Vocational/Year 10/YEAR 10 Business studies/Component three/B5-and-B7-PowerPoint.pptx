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059DB8-4911-4BBE-826F-FEC88CABBAB3}">
  <a:tblStyle styleId="{E8059DB8-4911-4BBE-826F-FEC88CABBA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{E8059DB8-4911-4BBE-826F-FEC88CABBAB3}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{E8059DB8-4911-4BBE-826F-FEC88CABBAB3}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