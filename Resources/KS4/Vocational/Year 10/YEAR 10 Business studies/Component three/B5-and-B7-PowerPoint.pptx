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58585E-6E86-4683-B263-6D57D85B08C7}">
  <a:tblStyle styleId="{EE58585E-6E86-4683-B263-6D57D85B08C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{EE58585E-6E86-4683-B263-6D57D85B08C7}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{EE58585E-6E86-4683-B263-6D57D85B08C7}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