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557928-727C-4371-A5D1-6C3496C6417B}">
  <a:tblStyle styleId="{26557928-727C-4371-A5D1-6C3496C641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{26557928-727C-4371-A5D1-6C3496C6417B}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{26557928-727C-4371-A5D1-6C3496C6417B}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