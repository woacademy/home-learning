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0FC367-BC05-4948-82BE-ECB4E0AF7FFA}">
  <a:tblStyle styleId="{000FC367-BC05-4948-82BE-ECB4E0AF7FF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{000FC367-BC05-4948-82BE-ECB4E0AF7FFA}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{000FC367-BC05-4948-82BE-ECB4E0AF7FFA}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