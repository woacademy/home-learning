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0FBE31-B0A3-4FFB-94D0-E112E4DC3574}">
  <a:tblStyle styleId="{A40FBE31-B0A3-4FFB-94D0-E112E4DC35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{A40FBE31-B0A3-4FFB-94D0-E112E4DC3574}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{A40FBE31-B0A3-4FFB-94D0-E112E4DC3574}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