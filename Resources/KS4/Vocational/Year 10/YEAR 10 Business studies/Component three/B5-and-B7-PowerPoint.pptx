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0403B9-76A3-4598-B7C6-06FC42205215}">
  <a:tblStyle styleId="{760403B9-76A3-4598-B7C6-06FC422052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{760403B9-76A3-4598-B7C6-06FC42205215}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{760403B9-76A3-4598-B7C6-06FC42205215}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