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4EB6E1-857F-412D-A768-F7785FB59F9E}">
  <a:tblStyle styleId="{394EB6E1-857F-412D-A768-F7785FB59F9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{394EB6E1-857F-412D-A768-F7785FB59F9E}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{394EB6E1-857F-412D-A768-F7785FB59F9E}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