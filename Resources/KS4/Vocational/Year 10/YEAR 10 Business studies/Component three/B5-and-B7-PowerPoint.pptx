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6AF7B3-3D80-438B-854F-7347F7EAC42F}">
  <a:tblStyle styleId="{CA6AF7B3-3D80-438B-854F-7347F7EAC4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{CA6AF7B3-3D80-438B-854F-7347F7EAC42F}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{CA6AF7B3-3D80-438B-854F-7347F7EAC42F}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