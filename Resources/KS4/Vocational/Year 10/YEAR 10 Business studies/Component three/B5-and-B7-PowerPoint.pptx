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777CB2-707A-4A33-852D-BE2BEA82C38B}">
  <a:tblStyle styleId="{AB777CB2-707A-4A33-852D-BE2BEA82C3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{AB777CB2-707A-4A33-852D-BE2BEA82C38B}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{AB777CB2-707A-4A33-852D-BE2BEA82C38B}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