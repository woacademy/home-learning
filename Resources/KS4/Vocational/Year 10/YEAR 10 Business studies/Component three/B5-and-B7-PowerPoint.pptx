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A79BAE-F084-43D5-9C89-9C5DA93CEBE4}">
  <a:tblStyle styleId="{ECA79BAE-F084-43D5-9C89-9C5DA93CE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{ECA79BAE-F084-43D5-9C89-9C5DA93CEBE4}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{ECA79BAE-F084-43D5-9C89-9C5DA93CEBE4}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