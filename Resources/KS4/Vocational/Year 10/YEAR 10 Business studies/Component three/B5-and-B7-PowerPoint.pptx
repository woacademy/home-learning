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51FDA9-66AD-40FD-AE36-788DDF392C2E}">
  <a:tblStyle styleId="{2551FDA9-66AD-40FD-AE36-788DDF392C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{2551FDA9-66AD-40FD-AE36-788DDF392C2E}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{2551FDA9-66AD-40FD-AE36-788DDF392C2E}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