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B2D3AC-99AC-4267-95FF-F05E04EEF635}">
  <a:tblStyle styleId="{F1B2D3AC-99AC-4267-95FF-F05E04EEF6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{F1B2D3AC-99AC-4267-95FF-F05E04EEF635}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{F1B2D3AC-99AC-4267-95FF-F05E04EEF635}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