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9CF014-AE4E-4AA9-91D2-74878254AC87}">
  <a:tblStyle styleId="{3B9CF014-AE4E-4AA9-91D2-74878254AC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{3B9CF014-AE4E-4AA9-91D2-74878254AC87}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{3B9CF014-AE4E-4AA9-91D2-74878254AC87}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