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51821D-6F11-4B35-8CA6-4F1BB0FBCBE4}">
  <a:tblStyle styleId="{1E51821D-6F11-4B35-8CA6-4F1BB0FBCB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{1E51821D-6F11-4B35-8CA6-4F1BB0FBCBE4}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{1E51821D-6F11-4B35-8CA6-4F1BB0FBCBE4}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