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49B258-C505-410E-90D2-25739C8026A0}">
  <a:tblStyle styleId="{BC49B258-C505-410E-90D2-25739C8026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{BC49B258-C505-410E-90D2-25739C8026A0}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{BC49B258-C505-410E-90D2-25739C8026A0}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