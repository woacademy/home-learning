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4475E7-7C52-4F2F-8BFD-9DBFD16C551D}">
  <a:tblStyle styleId="{7B4475E7-7C52-4F2F-8BFD-9DBFD16C55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{7B4475E7-7C52-4F2F-8BFD-9DBFD16C551D}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{7B4475E7-7C52-4F2F-8BFD-9DBFD16C551D}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