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43E89F-9C7E-4D65-921C-6ABA14B5A68C}">
  <a:tblStyle styleId="{EA43E89F-9C7E-4D65-921C-6ABA14B5A6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{EA43E89F-9C7E-4D65-921C-6ABA14B5A68C}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{EA43E89F-9C7E-4D65-921C-6ABA14B5A68C}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