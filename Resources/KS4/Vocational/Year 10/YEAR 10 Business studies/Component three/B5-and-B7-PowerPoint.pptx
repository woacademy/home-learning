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2B992BB-0DD2-4145-9EB7-97F4CE4AE943}">
  <a:tblStyle styleId="{62B992BB-0DD2-4145-9EB7-97F4CE4AE94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7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{62B992BB-0DD2-4145-9EB7-97F4CE4AE943}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{62B992BB-0DD2-4145-9EB7-97F4CE4AE943}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