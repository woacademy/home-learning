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E73EA5-754A-4D85-8857-C3D84F4ECD6B}">
  <a:tblStyle styleId="{4DE73EA5-754A-4D85-8857-C3D84F4ECD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{4DE73EA5-754A-4D85-8857-C3D84F4ECD6B}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{4DE73EA5-754A-4D85-8857-C3D84F4ECD6B}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