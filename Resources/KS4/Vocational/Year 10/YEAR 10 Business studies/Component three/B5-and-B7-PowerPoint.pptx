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DFFDE-5894-4D31-849B-D77E551399D0}">
  <a:tblStyle styleId="{CB4DFFDE-5894-4D31-849B-D77E55139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{CB4DFFDE-5894-4D31-849B-D77E551399D0}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{CB4DFFDE-5894-4D31-849B-D77E551399D0}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