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349D30-AD3D-4A7D-B29F-3518AAD9617F}">
  <a:tblStyle styleId="{C1349D30-AD3D-4A7D-B29F-3518AAD961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{C1349D30-AD3D-4A7D-B29F-3518AAD9617F}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{C1349D30-AD3D-4A7D-B29F-3518AAD9617F}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