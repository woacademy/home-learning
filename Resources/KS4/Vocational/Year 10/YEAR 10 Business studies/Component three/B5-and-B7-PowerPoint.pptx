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586EFA5-07A8-401B-9034-BEF54672B62B}">
  <a:tblStyle styleId="{8586EFA5-07A8-401B-9034-BEF54672B62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{8586EFA5-07A8-401B-9034-BEF54672B62B}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{8586EFA5-07A8-401B-9034-BEF54672B62B}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