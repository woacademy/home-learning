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41B77E-40AD-4F51-A15F-5EEE680BCBCF}">
  <a:tblStyle styleId="{AC41B77E-40AD-4F51-A15F-5EEE680BCB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{AC41B77E-40AD-4F51-A15F-5EEE680BCBCF}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{AC41B77E-40AD-4F51-A15F-5EEE680BCBCF}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