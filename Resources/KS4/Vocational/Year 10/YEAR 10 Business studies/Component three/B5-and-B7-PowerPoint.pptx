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1F9A3E-D391-4415-8A09-496E717CF184}">
  <a:tblStyle styleId="{611F9A3E-D391-4415-8A09-496E717CF1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{611F9A3E-D391-4415-8A09-496E717CF184}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{611F9A3E-D391-4415-8A09-496E717CF184}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