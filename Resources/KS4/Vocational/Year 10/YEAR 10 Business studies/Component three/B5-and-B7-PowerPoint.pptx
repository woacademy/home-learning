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3162AE-D337-4FA4-AC8A-E08461BB113C}">
  <a:tblStyle styleId="{E23162AE-D337-4FA4-AC8A-E08461BB11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{E23162AE-D337-4FA4-AC8A-E08461BB113C}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{E23162AE-D337-4FA4-AC8A-E08461BB113C}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