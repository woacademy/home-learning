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1008E-7161-474A-8461-9640B25802DE}">
  <a:tblStyle styleId="{BF81008E-7161-474A-8461-9640B25802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{BF81008E-7161-474A-8461-9640B25802DE}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{BF81008E-7161-474A-8461-9640B25802DE}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