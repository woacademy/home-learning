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939D43F-D5F8-4F23-9D12-0A3D3107FEFF}">
  <a:tblStyle styleId="{D939D43F-D5F8-4F23-9D12-0A3D3107FEF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3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4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4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9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6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2.png"/><Relationship Id="rId4" Type="http://schemas.openxmlformats.org/officeDocument/2006/relationships/image" Target="../media/image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{D939D43F-D5F8-4F23-9D12-0A3D3107FEFF}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{D939D43F-D5F8-4F23-9D12-0A3D3107FEFF}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