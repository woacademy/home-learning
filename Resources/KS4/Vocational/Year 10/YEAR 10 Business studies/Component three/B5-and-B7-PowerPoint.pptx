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E1A317-978C-41CD-879E-643B34761BA8}">
  <a:tblStyle styleId="{B6E1A317-978C-41CD-879E-643B34761B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{B6E1A317-978C-41CD-879E-643B34761BA8}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{B6E1A317-978C-41CD-879E-643B34761BA8}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