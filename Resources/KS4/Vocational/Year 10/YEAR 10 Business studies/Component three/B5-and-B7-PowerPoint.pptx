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CE6804-FC09-4F1C-9746-F39462411B9C}">
  <a:tblStyle styleId="{AFCE6804-FC09-4F1C-9746-F39462411B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{AFCE6804-FC09-4F1C-9746-F39462411B9C}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{AFCE6804-FC09-4F1C-9746-F39462411B9C}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