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11138-9948-4675-ADDD-405538379405}">
  <a:tblStyle styleId="{5E611138-9948-4675-ADDD-405538379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{5E611138-9948-4675-ADDD-405538379405}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{5E611138-9948-4675-ADDD-405538379405}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