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4EBD38-78DB-45F2-A7EE-D3F7B11418C1}">
  <a:tblStyle styleId="{204EBD38-78DB-45F2-A7EE-D3F7B11418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{204EBD38-78DB-45F2-A7EE-D3F7B11418C1}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{204EBD38-78DB-45F2-A7EE-D3F7B11418C1}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