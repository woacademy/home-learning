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21DB3A-BD0F-432D-9E1F-983AA92C78C2}">
  <a:tblStyle styleId="{5B21DB3A-BD0F-432D-9E1F-983AA92C78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{5B21DB3A-BD0F-432D-9E1F-983AA92C78C2}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{5B21DB3A-BD0F-432D-9E1F-983AA92C78C2}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