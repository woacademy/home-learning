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5D58CC-7928-4264-A460-8F593E4A556D}">
  <a:tblStyle styleId="{B25D58CC-7928-4264-A460-8F593E4A55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{B25D58CC-7928-4264-A460-8F593E4A556D}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{B25D58CC-7928-4264-A460-8F593E4A556D}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