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428762-E790-49BD-8971-D3A174625E46}">
  <a:tblStyle styleId="{5F428762-E790-49BD-8971-D3A174625E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{5F428762-E790-49BD-8971-D3A174625E46}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{5F428762-E790-49BD-8971-D3A174625E46}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