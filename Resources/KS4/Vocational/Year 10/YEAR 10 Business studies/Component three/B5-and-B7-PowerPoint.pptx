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0812E2-2D2C-413D-A630-3FE047CDBF5C}">
  <a:tblStyle styleId="{6D0812E2-2D2C-413D-A630-3FE047CDBF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{6D0812E2-2D2C-413D-A630-3FE047CDBF5C}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{6D0812E2-2D2C-413D-A630-3FE047CDBF5C}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