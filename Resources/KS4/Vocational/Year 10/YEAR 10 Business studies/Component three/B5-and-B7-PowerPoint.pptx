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3D868E-AA44-46EF-B6DA-BACDBE5D3BF3}">
  <a:tblStyle styleId="{173D868E-AA44-46EF-B6DA-BACDBE5D3B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{173D868E-AA44-46EF-B6DA-BACDBE5D3BF3}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{173D868E-AA44-46EF-B6DA-BACDBE5D3BF3}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