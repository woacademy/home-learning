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262B99-4243-4958-A8C2-435F4550D8A9}">
  <a:tblStyle styleId="{C8262B99-4243-4958-A8C2-435F4550D8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{C8262B99-4243-4958-A8C2-435F4550D8A9}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{C8262B99-4243-4958-A8C2-435F4550D8A9}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