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52BFC4-7853-4D9F-B9BB-90DF3549C1D9}">
  <a:tblStyle styleId="{3652BFC4-7853-4D9F-B9BB-90DF3549C1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{3652BFC4-7853-4D9F-B9BB-90DF3549C1D9}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{3652BFC4-7853-4D9F-B9BB-90DF3549C1D9}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