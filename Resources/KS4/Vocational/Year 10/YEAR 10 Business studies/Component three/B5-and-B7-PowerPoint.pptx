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F77236-6F11-46A1-BD89-D2D5F1210AAB}">
  <a:tblStyle styleId="{A9F77236-6F11-46A1-BD89-D2D5F1210A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{A9F77236-6F11-46A1-BD89-D2D5F1210AAB}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{A9F77236-6F11-46A1-BD89-D2D5F1210AAB}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