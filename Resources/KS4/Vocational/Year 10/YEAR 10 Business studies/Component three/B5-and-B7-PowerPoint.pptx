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2452A6-51FA-491B-9C78-BF60E845D704}">
  <a:tblStyle styleId="{862452A6-51FA-491B-9C78-BF60E845D7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{862452A6-51FA-491B-9C78-BF60E845D704}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{862452A6-51FA-491B-9C78-BF60E845D704}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