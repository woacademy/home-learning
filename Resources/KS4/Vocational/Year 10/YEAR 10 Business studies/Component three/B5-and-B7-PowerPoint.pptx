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30CCC0C-FA44-4FA8-BEAA-5B2C668FBE1F}">
  <a:tblStyle styleId="{030CCC0C-FA44-4FA8-BEAA-5B2C668FBE1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{030CCC0C-FA44-4FA8-BEAA-5B2C668FBE1F}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{030CCC0C-FA44-4FA8-BEAA-5B2C668FBE1F}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