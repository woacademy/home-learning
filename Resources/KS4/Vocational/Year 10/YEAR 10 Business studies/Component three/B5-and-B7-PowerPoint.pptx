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42210A3-F5A4-4C88-A347-3DC987E10D9F}">
  <a:tblStyle styleId="{142210A3-F5A4-4C88-A347-3DC987E10D9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{142210A3-F5A4-4C88-A347-3DC987E10D9F}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{142210A3-F5A4-4C88-A347-3DC987E10D9F}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