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F11DDF-A0AC-40F0-933F-8C646434CF0B}">
  <a:tblStyle styleId="{07F11DDF-A0AC-40F0-933F-8C646434CF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{07F11DDF-A0AC-40F0-933F-8C646434CF0B}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{07F11DDF-A0AC-40F0-933F-8C646434CF0B}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