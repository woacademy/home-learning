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9B3C98-DF7F-4F95-ABB9-30EE45F86997}">
  <a:tblStyle styleId="{129B3C98-DF7F-4F95-ABB9-30EE45F869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{129B3C98-DF7F-4F95-ABB9-30EE45F86997}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{129B3C98-DF7F-4F95-ABB9-30EE45F86997}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