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2D2FA7-9DE2-4CA2-B761-E709E2697964}">
  <a:tblStyle styleId="{4D2D2FA7-9DE2-4CA2-B761-E709E26979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{4D2D2FA7-9DE2-4CA2-B761-E709E2697964}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{4D2D2FA7-9DE2-4CA2-B761-E709E2697964}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