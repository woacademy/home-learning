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3EF722-4CB8-4FD1-8AB3-020736B54704}">
  <a:tblStyle styleId="{343EF722-4CB8-4FD1-8AB3-020736B547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{343EF722-4CB8-4FD1-8AB3-020736B54704}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{343EF722-4CB8-4FD1-8AB3-020736B54704}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