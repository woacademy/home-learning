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7C49496-F647-453F-960A-F79A91720AF7}">
  <a:tblStyle styleId="{17C49496-F647-453F-960A-F79A91720A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{17C49496-F647-453F-960A-F79A91720AF7}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{17C49496-F647-453F-960A-F79A91720AF7}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