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6FDD92-F663-4A2C-A461-E693D6114029}">
  <a:tblStyle styleId="{256FDD92-F663-4A2C-A461-E693D61140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{256FDD92-F663-4A2C-A461-E693D6114029}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{256FDD92-F663-4A2C-A461-E693D6114029}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