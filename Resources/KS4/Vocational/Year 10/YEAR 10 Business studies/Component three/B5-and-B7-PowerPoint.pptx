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BFD8CA0-87FC-4A94-801D-325368AFFA7F}">
  <a:tblStyle styleId="{6BFD8CA0-87FC-4A94-801D-325368AFFA7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{6BFD8CA0-87FC-4A94-801D-325368AFFA7F}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{6BFD8CA0-87FC-4A94-801D-325368AFFA7F}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