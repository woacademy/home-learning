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E1E506-E058-4B97-884A-6A9A79ECBB2E}">
  <a:tblStyle styleId="{A5E1E506-E058-4B97-884A-6A9A79ECBB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{A5E1E506-E058-4B97-884A-6A9A79ECBB2E}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{A5E1E506-E058-4B97-884A-6A9A79ECBB2E}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