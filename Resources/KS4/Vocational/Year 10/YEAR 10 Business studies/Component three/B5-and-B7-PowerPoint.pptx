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DD98AA-481F-43C8-9A54-74AFFEE01995}">
  <a:tblStyle styleId="{E0DD98AA-481F-43C8-9A54-74AFFEE019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{E0DD98AA-481F-43C8-9A54-74AFFEE01995}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{E0DD98AA-481F-43C8-9A54-74AFFEE01995}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