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D6CCDE-BB26-4B0D-8C62-4F30E3033178}">
  <a:tblStyle styleId="{0BD6CCDE-BB26-4B0D-8C62-4F30E30331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{0BD6CCDE-BB26-4B0D-8C62-4F30E3033178}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{0BD6CCDE-BB26-4B0D-8C62-4F30E3033178}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