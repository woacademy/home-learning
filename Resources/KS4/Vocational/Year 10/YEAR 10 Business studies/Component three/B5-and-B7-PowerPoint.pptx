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E67595-E37D-4394-9EF8-AC1996AD2307}">
  <a:tblStyle styleId="{B3E67595-E37D-4394-9EF8-AC1996AD230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{B3E67595-E37D-4394-9EF8-AC1996AD2307}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{B3E67595-E37D-4394-9EF8-AC1996AD2307}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