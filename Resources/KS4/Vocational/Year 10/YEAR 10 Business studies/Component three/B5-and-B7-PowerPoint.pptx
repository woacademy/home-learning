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50ABD3-7B5A-49F2-AF66-49E878F2897F}">
  <a:tblStyle styleId="{3250ABD3-7B5A-49F2-AF66-49E878F289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{3250ABD3-7B5A-49F2-AF66-49E878F2897F}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{3250ABD3-7B5A-49F2-AF66-49E878F2897F}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