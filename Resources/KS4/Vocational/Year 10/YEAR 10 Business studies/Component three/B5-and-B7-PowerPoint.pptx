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4EF18B-DD76-4BAE-9243-C8EFA293C3B0}">
  <a:tblStyle styleId="{3F4EF18B-DD76-4BAE-9243-C8EFA293C3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{3F4EF18B-DD76-4BAE-9243-C8EFA293C3B0}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{3F4EF18B-DD76-4BAE-9243-C8EFA293C3B0}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