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9D98B2-AB5F-45C5-9A4E-7B755D326E99}">
  <a:tblStyle styleId="{F79D98B2-AB5F-45C5-9A4E-7B755D326E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{F79D98B2-AB5F-45C5-9A4E-7B755D326E99}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{F79D98B2-AB5F-45C5-9A4E-7B755D326E99}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