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4B94B6-D994-42AF-9A45-832A36E52C77}">
  <a:tblStyle styleId="{8F4B94B6-D994-42AF-9A45-832A36E52C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{8F4B94B6-D994-42AF-9A45-832A36E52C77}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{8F4B94B6-D994-42AF-9A45-832A36E52C77}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