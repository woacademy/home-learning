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CC0FB-D22E-4296-A357-DE2EFF99F566}">
  <a:tblStyle styleId="{E36CC0FB-D22E-4296-A357-DE2EFF99F5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{E36CC0FB-D22E-4296-A357-DE2EFF99F566}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{E36CC0FB-D22E-4296-A357-DE2EFF99F566}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