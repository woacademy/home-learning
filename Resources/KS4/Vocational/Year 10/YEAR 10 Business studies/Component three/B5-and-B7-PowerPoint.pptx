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AE9C1E-327A-40E0-8A63-9D98C74F6D6D}">
  <a:tblStyle styleId="{B9AE9C1E-327A-40E0-8A63-9D98C74F6D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{B9AE9C1E-327A-40E0-8A63-9D98C74F6D6D}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{B9AE9C1E-327A-40E0-8A63-9D98C74F6D6D}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