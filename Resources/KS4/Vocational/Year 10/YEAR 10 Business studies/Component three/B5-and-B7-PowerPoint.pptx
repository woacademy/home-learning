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DEDD881-D769-4503-BFBE-501FFD5423F4}">
  <a:tblStyle styleId="{7DEDD881-D769-4503-BFBE-501FFD5423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{7DEDD881-D769-4503-BFBE-501FFD5423F4}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{7DEDD881-D769-4503-BFBE-501FFD5423F4}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