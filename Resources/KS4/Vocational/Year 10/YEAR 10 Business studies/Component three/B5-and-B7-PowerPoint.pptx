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BCE8E8-0566-47F7-B85A-9DFB8B70A343}">
  <a:tblStyle styleId="{64BCE8E8-0566-47F7-B85A-9DFB8B70A3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{64BCE8E8-0566-47F7-B85A-9DFB8B70A343}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{64BCE8E8-0566-47F7-B85A-9DFB8B70A343}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