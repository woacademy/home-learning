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53C35-B168-4594-90E7-8E745C48CA95}">
  <a:tblStyle styleId="{77253C35-B168-4594-90E7-8E745C48CA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{77253C35-B168-4594-90E7-8E745C48CA95}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{77253C35-B168-4594-90E7-8E745C48CA95}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