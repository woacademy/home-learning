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731CFC-AB65-498C-968A-84CF1EABFD77}">
  <a:tblStyle styleId="{0C731CFC-AB65-498C-968A-84CF1EABFD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{0C731CFC-AB65-498C-968A-84CF1EABFD77}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{0C731CFC-AB65-498C-968A-84CF1EABFD77}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