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7D4688-0F48-4807-8656-8EF71EBD8430}">
  <a:tblStyle styleId="{C97D4688-0F48-4807-8656-8EF71EBD84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{C97D4688-0F48-4807-8656-8EF71EBD8430}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{C97D4688-0F48-4807-8656-8EF71EBD8430}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