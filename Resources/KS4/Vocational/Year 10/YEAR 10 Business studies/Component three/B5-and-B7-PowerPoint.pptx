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E4B06C-D737-4CF3-AC54-1FD804510FB8}">
  <a:tblStyle styleId="{C0E4B06C-D737-4CF3-AC54-1FD804510F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{C0E4B06C-D737-4CF3-AC54-1FD804510FB8}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{C0E4B06C-D737-4CF3-AC54-1FD804510FB8}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