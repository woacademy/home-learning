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AAF70A-0D62-46DF-812B-98C2CDAD8083}">
  <a:tblStyle styleId="{3AAAF70A-0D62-46DF-812B-98C2CDAD80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{3AAAF70A-0D62-46DF-812B-98C2CDAD8083}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{3AAAF70A-0D62-46DF-812B-98C2CDAD8083}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