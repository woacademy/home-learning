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A986E3-9708-457D-8F31-97FBED5FC019}">
  <a:tblStyle styleId="{21A986E3-9708-457D-8F31-97FBED5FC0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{21A986E3-9708-457D-8F31-97FBED5FC019}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{21A986E3-9708-457D-8F31-97FBED5FC019}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