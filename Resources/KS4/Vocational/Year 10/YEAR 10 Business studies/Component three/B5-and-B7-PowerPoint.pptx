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B28054-29EA-47A2-99D5-B271F2CA96FE}">
  <a:tblStyle styleId="{E4B28054-29EA-47A2-99D5-B271F2CA96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{E4B28054-29EA-47A2-99D5-B271F2CA96FE}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{E4B28054-29EA-47A2-99D5-B271F2CA96FE}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