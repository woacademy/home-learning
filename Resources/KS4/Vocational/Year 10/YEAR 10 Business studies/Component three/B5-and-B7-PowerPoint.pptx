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75717AE-C053-4BF3-83EE-DD32FE931222}">
  <a:tblStyle styleId="{075717AE-C053-4BF3-83EE-DD32FE9312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{075717AE-C053-4BF3-83EE-DD32FE931222}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{075717AE-C053-4BF3-83EE-DD32FE931222}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