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577F3B-D0EC-4564-B53C-7EFEE9CBA40F}">
  <a:tblStyle styleId="{90577F3B-D0EC-4564-B53C-7EFEE9CBA4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{90577F3B-D0EC-4564-B53C-7EFEE9CBA40F}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{90577F3B-D0EC-4564-B53C-7EFEE9CBA40F}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