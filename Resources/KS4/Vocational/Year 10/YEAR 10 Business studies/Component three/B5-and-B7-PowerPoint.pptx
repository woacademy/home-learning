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4B37B-0CE1-42C4-A35F-9A7809C2ADD0}">
  <a:tblStyle styleId="{6B34B37B-0CE1-42C4-A35F-9A7809C2AD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{6B34B37B-0CE1-42C4-A35F-9A7809C2ADD0}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{6B34B37B-0CE1-42C4-A35F-9A7809C2ADD0}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