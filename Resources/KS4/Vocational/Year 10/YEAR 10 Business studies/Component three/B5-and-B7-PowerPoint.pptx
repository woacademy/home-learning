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4674204-4987-4775-AFAC-DC32C729357B}">
  <a:tblStyle styleId="{84674204-4987-4775-AFAC-DC32C729357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{84674204-4987-4775-AFAC-DC32C729357B}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{84674204-4987-4775-AFAC-DC32C729357B}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