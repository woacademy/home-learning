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0F0BCC-239B-4B8D-BFF5-44FCCDB0AB56}">
  <a:tblStyle styleId="{E70F0BCC-239B-4B8D-BFF5-44FCCDB0AB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{E70F0BCC-239B-4B8D-BFF5-44FCCDB0AB56}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{E70F0BCC-239B-4B8D-BFF5-44FCCDB0AB56}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