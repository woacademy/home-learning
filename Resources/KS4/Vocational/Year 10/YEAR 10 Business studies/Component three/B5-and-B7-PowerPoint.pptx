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1F941-3CDE-41E6-A064-063A3898B863}">
  <a:tblStyle styleId="{1121F941-3CDE-41E6-A064-063A3898B8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{1121F941-3CDE-41E6-A064-063A3898B863}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{1121F941-3CDE-41E6-A064-063A3898B863}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