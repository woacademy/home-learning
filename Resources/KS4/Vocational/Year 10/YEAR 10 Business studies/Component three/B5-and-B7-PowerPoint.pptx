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C0687F-4EEE-4876-8649-47216F0D9DB7}">
  <a:tblStyle styleId="{17C0687F-4EEE-4876-8649-47216F0D9D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{17C0687F-4EEE-4876-8649-47216F0D9DB7}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{17C0687F-4EEE-4876-8649-47216F0D9DB7}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