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1AC350-0EAE-437C-A401-E46D0F41BB35}">
  <a:tblStyle styleId="{0F1AC350-0EAE-437C-A401-E46D0F41B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{0F1AC350-0EAE-437C-A401-E46D0F41BB35}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{0F1AC350-0EAE-437C-A401-E46D0F41BB35}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