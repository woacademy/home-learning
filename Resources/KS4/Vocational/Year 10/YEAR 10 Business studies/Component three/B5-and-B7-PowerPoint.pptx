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08722-388A-438A-826A-648382995A3D}">
  <a:tblStyle styleId="{C7608722-388A-438A-826A-648382995A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{C7608722-388A-438A-826A-648382995A3D}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{C7608722-388A-438A-826A-648382995A3D}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