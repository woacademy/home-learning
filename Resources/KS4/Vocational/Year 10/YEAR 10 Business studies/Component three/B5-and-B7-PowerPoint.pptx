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3D2B9-4483-4066-AB9A-80772BAEE31D}">
  <a:tblStyle styleId="{BAC3D2B9-4483-4066-AB9A-80772BAEE3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{BAC3D2B9-4483-4066-AB9A-80772BAEE31D}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{BAC3D2B9-4483-4066-AB9A-80772BAEE31D}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