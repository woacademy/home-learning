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0A00DD-A81E-4051-8F04-2CFD49093986}">
  <a:tblStyle styleId="{640A00DD-A81E-4051-8F04-2CFD490939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{640A00DD-A81E-4051-8F04-2CFD49093986}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{640A00DD-A81E-4051-8F04-2CFD49093986}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