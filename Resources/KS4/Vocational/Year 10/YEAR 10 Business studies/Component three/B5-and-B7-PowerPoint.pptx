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8BD026-AEA4-4D0F-997F-27D9518C7278}">
  <a:tblStyle styleId="{1B8BD026-AEA4-4D0F-997F-27D9518C72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{1B8BD026-AEA4-4D0F-997F-27D9518C7278}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{1B8BD026-AEA4-4D0F-997F-27D9518C7278}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