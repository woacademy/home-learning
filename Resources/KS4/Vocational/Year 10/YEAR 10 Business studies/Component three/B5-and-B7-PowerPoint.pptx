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B32E2D-C6FB-4050-BC29-E55A4F2A4F0B}">
  <a:tblStyle styleId="{60B32E2D-C6FB-4050-BC29-E55A4F2A4F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{60B32E2D-C6FB-4050-BC29-E55A4F2A4F0B}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{60B32E2D-C6FB-4050-BC29-E55A4F2A4F0B}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