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B52124-A325-49FC-A6BB-483CF8E1E327}">
  <a:tblStyle styleId="{94B52124-A325-49FC-A6BB-483CF8E1E3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{94B52124-A325-49FC-A6BB-483CF8E1E327}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{94B52124-A325-49FC-A6BB-483CF8E1E327}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