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BFA93B-67D0-4573-9346-EC990CC72848}">
  <a:tblStyle styleId="{98BFA93B-67D0-4573-9346-EC990CC728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{98BFA93B-67D0-4573-9346-EC990CC72848}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{98BFA93B-67D0-4573-9346-EC990CC72848}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