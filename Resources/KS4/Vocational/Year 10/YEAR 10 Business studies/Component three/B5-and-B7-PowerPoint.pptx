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24A24D-5FAF-448B-AF2B-3544D9C9C54C}">
  <a:tblStyle styleId="{1624A24D-5FAF-448B-AF2B-3544D9C9C5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8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{1624A24D-5FAF-448B-AF2B-3544D9C9C54C}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{1624A24D-5FAF-448B-AF2B-3544D9C9C54C}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