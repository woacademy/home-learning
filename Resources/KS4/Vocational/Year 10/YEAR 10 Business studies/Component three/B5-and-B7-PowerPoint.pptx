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AF50BB-AB87-4026-83B6-1D4BBFAF1A6E}">
  <a:tblStyle styleId="{45AF50BB-AB87-4026-83B6-1D4BBFAF1A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{45AF50BB-AB87-4026-83B6-1D4BBFAF1A6E}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{45AF50BB-AB87-4026-83B6-1D4BBFAF1A6E}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