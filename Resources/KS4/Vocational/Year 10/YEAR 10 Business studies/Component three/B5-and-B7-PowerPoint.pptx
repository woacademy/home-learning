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FEC492-17B4-4182-8989-E4CAB652F1B8}">
  <a:tblStyle styleId="{1EFEC492-17B4-4182-8989-E4CAB652F1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{1EFEC492-17B4-4182-8989-E4CAB652F1B8}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{1EFEC492-17B4-4182-8989-E4CAB652F1B8}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