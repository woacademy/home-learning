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AE0CBA-8812-4FEA-B010-165D43885FCA}">
  <a:tblStyle styleId="{4CAE0CBA-8812-4FEA-B010-165D43885F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{4CAE0CBA-8812-4FEA-B010-165D43885FCA}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{4CAE0CBA-8812-4FEA-B010-165D43885FCA}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