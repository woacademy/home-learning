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BC1B089-1E97-40B4-ABC3-CBF5BD525908}">
  <a:tblStyle styleId="{4BC1B089-1E97-40B4-ABC3-CBF5BD52590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{4BC1B089-1E97-40B4-ABC3-CBF5BD525908}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{4BC1B089-1E97-40B4-ABC3-CBF5BD525908}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