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FB2ABB-28BA-4D94-B1B4-0109599ADB17}">
  <a:tblStyle styleId="{A1FB2ABB-28BA-4D94-B1B4-0109599ADB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{A1FB2ABB-28BA-4D94-B1B4-0109599ADB17}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{A1FB2ABB-28BA-4D94-B1B4-0109599ADB17}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