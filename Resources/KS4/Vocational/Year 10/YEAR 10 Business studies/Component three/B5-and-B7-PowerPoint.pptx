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AA310-DE75-4A98-85D8-E1FCF827A137}">
  <a:tblStyle styleId="{308AA310-DE75-4A98-85D8-E1FCF827A1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{308AA310-DE75-4A98-85D8-E1FCF827A137}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{308AA310-DE75-4A98-85D8-E1FCF827A137}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