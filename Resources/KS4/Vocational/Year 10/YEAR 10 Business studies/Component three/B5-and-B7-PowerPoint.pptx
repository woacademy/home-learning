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71743A-685C-4671-A99C-78840B7175A6}">
  <a:tblStyle styleId="{1C71743A-685C-4671-A99C-78840B7175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{1C71743A-685C-4671-A99C-78840B7175A6}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{1C71743A-685C-4671-A99C-78840B7175A6}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