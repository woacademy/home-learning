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E75B77-EE3B-4776-837C-0396FDFDC1CE}">
  <a:tblStyle styleId="{45E75B77-EE3B-4776-837C-0396FDFDC1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{45E75B77-EE3B-4776-837C-0396FDFDC1CE}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{45E75B77-EE3B-4776-837C-0396FDFDC1CE}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