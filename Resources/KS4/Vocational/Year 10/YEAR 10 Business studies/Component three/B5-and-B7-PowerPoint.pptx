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F1185D-61E3-4935-9622-E96B65825212}">
  <a:tblStyle styleId="{7DF1185D-61E3-4935-9622-E96B658252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{7DF1185D-61E3-4935-9622-E96B65825212}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{7DF1185D-61E3-4935-9622-E96B65825212}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