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E60EFF-F3CA-4742-B6D8-47638794BB70}">
  <a:tblStyle styleId="{2AE60EFF-F3CA-4742-B6D8-47638794B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{2AE60EFF-F3CA-4742-B6D8-47638794BB70}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{2AE60EFF-F3CA-4742-B6D8-47638794BB70}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