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F7A46-3A72-4004-9E32-A3CA4D1DA5D8}">
  <a:tblStyle styleId="{D01F7A46-3A72-4004-9E32-A3CA4D1DA5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{D01F7A46-3A72-4004-9E32-A3CA4D1DA5D8}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{D01F7A46-3A72-4004-9E32-A3CA4D1DA5D8}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