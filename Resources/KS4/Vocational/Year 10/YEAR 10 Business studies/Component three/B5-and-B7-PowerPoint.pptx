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1D354A-FBD8-4371-BD16-8517B64A42F4}">
  <a:tblStyle styleId="{751D354A-FBD8-4371-BD16-8517B64A42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{751D354A-FBD8-4371-BD16-8517B64A42F4}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{751D354A-FBD8-4371-BD16-8517B64A42F4}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