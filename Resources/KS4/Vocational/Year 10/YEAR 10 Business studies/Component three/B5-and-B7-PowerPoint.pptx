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0CD2337-509A-43E0-9422-BC3CC7173459}">
  <a:tblStyle styleId="{10CD2337-509A-43E0-9422-BC3CC71734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{10CD2337-509A-43E0-9422-BC3CC7173459}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{10CD2337-509A-43E0-9422-BC3CC7173459}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