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FDFA2E-854B-4322-B265-12E3E18E4903}">
  <a:tblStyle styleId="{41FDFA2E-854B-4322-B265-12E3E18E49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{41FDFA2E-854B-4322-B265-12E3E18E4903}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{41FDFA2E-854B-4322-B265-12E3E18E4903}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