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A233259-EDBF-4314-821F-532B43082D2C}">
  <a:tblStyle styleId="{AA233259-EDBF-4314-821F-532B43082D2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{AA233259-EDBF-4314-821F-532B43082D2C}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{AA233259-EDBF-4314-821F-532B43082D2C}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