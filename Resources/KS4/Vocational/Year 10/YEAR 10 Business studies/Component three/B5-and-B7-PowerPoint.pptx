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7D219-6A8F-4328-9A14-EA9A72569711}">
  <a:tblStyle styleId="{4CF7D219-6A8F-4328-9A14-EA9A72569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{4CF7D219-6A8F-4328-9A14-EA9A72569711}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{4CF7D219-6A8F-4328-9A14-EA9A72569711}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