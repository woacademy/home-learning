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8E6E26-0FA2-4C81-B083-19BE623919C2}">
  <a:tblStyle styleId="{E38E6E26-0FA2-4C81-B083-19BE623919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{E38E6E26-0FA2-4C81-B083-19BE623919C2}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{E38E6E26-0FA2-4C81-B083-19BE623919C2}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