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AAE25C-6FAC-4221-A070-48C6255C5FB8}">
  <a:tblStyle styleId="{DDAAE25C-6FAC-4221-A070-48C6255C5F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{DDAAE25C-6FAC-4221-A070-48C6255C5FB8}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{DDAAE25C-6FAC-4221-A070-48C6255C5FB8}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