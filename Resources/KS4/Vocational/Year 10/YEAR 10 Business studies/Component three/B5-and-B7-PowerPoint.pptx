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6F163B-C1D8-4EB9-8B5D-CC27E0238009}">
  <a:tblStyle styleId="{3E6F163B-C1D8-4EB9-8B5D-CC27E02380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{3E6F163B-C1D8-4EB9-8B5D-CC27E0238009}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{3E6F163B-C1D8-4EB9-8B5D-CC27E0238009}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