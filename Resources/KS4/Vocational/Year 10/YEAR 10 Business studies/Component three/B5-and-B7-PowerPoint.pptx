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E0A32C-98D3-4AFF-ABBC-D11857DC2DA5}">
  <a:tblStyle styleId="{16E0A32C-98D3-4AFF-ABBC-D11857DC2D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{16E0A32C-98D3-4AFF-ABBC-D11857DC2DA5}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{16E0A32C-98D3-4AFF-ABBC-D11857DC2DA5}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