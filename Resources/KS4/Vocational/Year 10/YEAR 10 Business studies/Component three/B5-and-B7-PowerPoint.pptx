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C5E9E7-FC9A-47E3-9DA6-EDC6F9077224}">
  <a:tblStyle styleId="{ECC5E9E7-FC9A-47E3-9DA6-EDC6F90772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{ECC5E9E7-FC9A-47E3-9DA6-EDC6F9077224}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{ECC5E9E7-FC9A-47E3-9DA6-EDC6F9077224}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