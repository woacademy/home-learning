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2F9A34-CDA4-427E-82EF-0F2F1576293E}">
  <a:tblStyle styleId="{F72F9A34-CDA4-427E-82EF-0F2F157629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{F72F9A34-CDA4-427E-82EF-0F2F1576293E}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{F72F9A34-CDA4-427E-82EF-0F2F1576293E}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