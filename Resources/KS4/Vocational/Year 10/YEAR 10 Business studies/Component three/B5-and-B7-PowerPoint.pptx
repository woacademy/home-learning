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0AE46-5348-4310-8E67-42B42DAB63C5}">
  <a:tblStyle styleId="{ECC0AE46-5348-4310-8E67-42B42DAB63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{ECC0AE46-5348-4310-8E67-42B42DAB63C5}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{ECC0AE46-5348-4310-8E67-42B42DAB63C5}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