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E7A0622-42DC-4C9D-9712-D381C2881EF4}">
  <a:tblStyle styleId="{9E7A0622-42DC-4C9D-9712-D381C2881E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{9E7A0622-42DC-4C9D-9712-D381C2881EF4}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{9E7A0622-42DC-4C9D-9712-D381C2881EF4}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