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B05C5-5703-4441-8D60-D7C3104393DC}">
  <a:tblStyle styleId="{C33B05C5-5703-4441-8D60-D7C3104393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{C33B05C5-5703-4441-8D60-D7C3104393DC}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{C33B05C5-5703-4441-8D60-D7C3104393DC}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