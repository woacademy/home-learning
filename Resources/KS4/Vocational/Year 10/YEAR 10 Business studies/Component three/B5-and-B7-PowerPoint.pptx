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508EA9-0AF6-4BB9-9BA2-8DBA3F73C477}">
  <a:tblStyle styleId="{02508EA9-0AF6-4BB9-9BA2-8DBA3F73C4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{02508EA9-0AF6-4BB9-9BA2-8DBA3F73C477}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{02508EA9-0AF6-4BB9-9BA2-8DBA3F73C477}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