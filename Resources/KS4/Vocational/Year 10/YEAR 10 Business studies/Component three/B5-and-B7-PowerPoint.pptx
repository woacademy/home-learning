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7267F4-1103-4AC7-8C3D-2DE00F559084}">
  <a:tblStyle styleId="{9D7267F4-1103-4AC7-8C3D-2DE00F5590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{9D7267F4-1103-4AC7-8C3D-2DE00F559084}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{9D7267F4-1103-4AC7-8C3D-2DE00F559084}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