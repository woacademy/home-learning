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78E3F1-FEBD-47E0-8AE7-766DDAC3C96A}">
  <a:tblStyle styleId="{C178E3F1-FEBD-47E0-8AE7-766DDAC3C9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{C178E3F1-FEBD-47E0-8AE7-766DDAC3C96A}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{C178E3F1-FEBD-47E0-8AE7-766DDAC3C96A}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