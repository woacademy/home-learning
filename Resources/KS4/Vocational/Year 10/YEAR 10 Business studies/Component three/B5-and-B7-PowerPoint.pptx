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853169-0702-4A2E-BAA2-DA82D7539105}">
  <a:tblStyle styleId="{25853169-0702-4A2E-BAA2-DA82D753910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{25853169-0702-4A2E-BAA2-DA82D7539105}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{25853169-0702-4A2E-BAA2-DA82D7539105}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