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C85EEE-F89E-4F4A-BC67-406B01CDD735}">
  <a:tblStyle styleId="{D7C85EEE-F89E-4F4A-BC67-406B01CDD7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{D7C85EEE-F89E-4F4A-BC67-406B01CDD735}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{D7C85EEE-F89E-4F4A-BC67-406B01CDD735}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