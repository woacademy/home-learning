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D46264F-0B71-4944-AF6D-F9AFF2F0B33C}">
  <a:tblStyle styleId="{AD46264F-0B71-4944-AF6D-F9AFF2F0B33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6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{AD46264F-0B71-4944-AF6D-F9AFF2F0B33C}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{AD46264F-0B71-4944-AF6D-F9AFF2F0B33C}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