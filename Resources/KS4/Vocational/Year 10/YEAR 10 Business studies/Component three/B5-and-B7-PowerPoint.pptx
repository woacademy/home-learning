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53CD3C-3402-4A58-A283-724A2A70D1A6}">
  <a:tblStyle styleId="{DA53CD3C-3402-4A58-A283-724A2A70D1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{DA53CD3C-3402-4A58-A283-724A2A70D1A6}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{DA53CD3C-3402-4A58-A283-724A2A70D1A6}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