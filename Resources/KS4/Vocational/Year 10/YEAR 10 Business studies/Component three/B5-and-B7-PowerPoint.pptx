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F86F8-9DEC-470A-A74B-27E87E763D4D}">
  <a:tblStyle styleId="{F5AF86F8-9DEC-470A-A74B-27E87E763D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{F5AF86F8-9DEC-470A-A74B-27E87E763D4D}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{F5AF86F8-9DEC-470A-A74B-27E87E763D4D}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