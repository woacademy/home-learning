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206EDF-4A3C-4D7B-BD1D-4F530350F9A6}">
  <a:tblStyle styleId="{22206EDF-4A3C-4D7B-BD1D-4F530350F9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{22206EDF-4A3C-4D7B-BD1D-4F530350F9A6}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{22206EDF-4A3C-4D7B-BD1D-4F530350F9A6}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