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C5FC1-F566-4E5C-B07B-F7F9D1C1578B}">
  <a:tblStyle styleId="{806C5FC1-F566-4E5C-B07B-F7F9D1C15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{806C5FC1-F566-4E5C-B07B-F7F9D1C1578B}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{806C5FC1-F566-4E5C-B07B-F7F9D1C1578B}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