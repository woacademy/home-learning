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1471DD-0796-4544-BDB4-3F49A1077209}">
  <a:tblStyle styleId="{C41471DD-0796-4544-BDB4-3F49A10772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{C41471DD-0796-4544-BDB4-3F49A1077209}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{C41471DD-0796-4544-BDB4-3F49A1077209}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