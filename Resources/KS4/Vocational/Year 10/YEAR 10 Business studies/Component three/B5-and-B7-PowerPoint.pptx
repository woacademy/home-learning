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3BCCE9-F0B8-4DCD-AEEE-A46A8FEE9E6F}">
  <a:tblStyle styleId="{C53BCCE9-F0B8-4DCD-AEEE-A46A8FEE9E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{C53BCCE9-F0B8-4DCD-AEEE-A46A8FEE9E6F}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{C53BCCE9-F0B8-4DCD-AEEE-A46A8FEE9E6F}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