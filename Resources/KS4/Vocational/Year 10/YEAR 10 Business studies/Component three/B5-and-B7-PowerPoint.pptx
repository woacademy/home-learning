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3D8CF5-4FF1-41F7-985F-15ADF8206640}">
  <a:tblStyle styleId="{A33D8CF5-4FF1-41F7-985F-15ADF82066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{A33D8CF5-4FF1-41F7-985F-15ADF8206640}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{A33D8CF5-4FF1-41F7-985F-15ADF8206640}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