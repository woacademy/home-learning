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8714C64-01DD-48AF-BD5C-500266F25421}">
  <a:tblStyle styleId="{38714C64-01DD-48AF-BD5C-500266F2542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{38714C64-01DD-48AF-BD5C-500266F25421}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{38714C64-01DD-48AF-BD5C-500266F25421}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