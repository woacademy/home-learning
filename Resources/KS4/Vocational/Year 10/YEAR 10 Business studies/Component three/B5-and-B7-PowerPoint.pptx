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9DE0FB-674C-4349-9503-1CAE0B690A83}">
  <a:tblStyle styleId="{699DE0FB-674C-4349-9503-1CAE0B690A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{699DE0FB-674C-4349-9503-1CAE0B690A83}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{699DE0FB-674C-4349-9503-1CAE0B690A83}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