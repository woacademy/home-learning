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90F15C-DE36-4F88-8F70-DB85D30323C4}">
  <a:tblStyle styleId="{5490F15C-DE36-4F88-8F70-DB85D30323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{5490F15C-DE36-4F88-8F70-DB85D30323C4}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{5490F15C-DE36-4F88-8F70-DB85D30323C4}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