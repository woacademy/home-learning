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3B9B64-5537-4A94-9429-4F5929437B6E}">
  <a:tblStyle styleId="{F33B9B64-5537-4A94-9429-4F5929437B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{F33B9B64-5537-4A94-9429-4F5929437B6E}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{F33B9B64-5537-4A94-9429-4F5929437B6E}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