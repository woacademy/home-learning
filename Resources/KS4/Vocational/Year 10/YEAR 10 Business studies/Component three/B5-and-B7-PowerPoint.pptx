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8D4FE6-D269-45CE-9BCE-DA840044B92A}">
  <a:tblStyle styleId="{9B8D4FE6-D269-45CE-9BCE-DA840044B9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{9B8D4FE6-D269-45CE-9BCE-DA840044B92A}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{9B8D4FE6-D269-45CE-9BCE-DA840044B92A}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