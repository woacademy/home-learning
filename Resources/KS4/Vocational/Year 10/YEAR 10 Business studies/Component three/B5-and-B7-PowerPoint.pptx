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2B0620-0E8E-4F83-AE0E-6DD3D980E842}">
  <a:tblStyle styleId="{7E2B0620-0E8E-4F83-AE0E-6DD3D980E8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{7E2B0620-0E8E-4F83-AE0E-6DD3D980E842}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{7E2B0620-0E8E-4F83-AE0E-6DD3D980E842}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