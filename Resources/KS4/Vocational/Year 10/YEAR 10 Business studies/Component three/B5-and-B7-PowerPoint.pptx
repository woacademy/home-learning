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612DA8-456F-4C2D-84AF-6191C547F352}">
  <a:tblStyle styleId="{FC612DA8-456F-4C2D-84AF-6191C547F3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{FC612DA8-456F-4C2D-84AF-6191C547F352}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{FC612DA8-456F-4C2D-84AF-6191C547F352}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