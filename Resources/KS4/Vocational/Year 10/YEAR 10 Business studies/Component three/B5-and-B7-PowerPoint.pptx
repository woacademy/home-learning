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806C41-A865-475D-AEEC-1A6420079385}">
  <a:tblStyle styleId="{FE806C41-A865-475D-AEEC-1A64200793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{FE806C41-A865-475D-AEEC-1A6420079385}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{FE806C41-A865-475D-AEEC-1A6420079385}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