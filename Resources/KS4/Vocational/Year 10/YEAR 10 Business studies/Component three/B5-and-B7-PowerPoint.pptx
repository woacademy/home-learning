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489F08-9622-455B-BC9A-C1445895179C}">
  <a:tblStyle styleId="{80489F08-9622-455B-BC9A-C144589517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{80489F08-9622-455B-BC9A-C1445895179C}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{80489F08-9622-455B-BC9A-C1445895179C}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