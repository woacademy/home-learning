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5CCEBA-A6C7-4345-B1BB-EE2AC07497A8}">
  <a:tblStyle styleId="{355CCEBA-A6C7-4345-B1BB-EE2AC07497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{355CCEBA-A6C7-4345-B1BB-EE2AC07497A8}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{355CCEBA-A6C7-4345-B1BB-EE2AC07497A8}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