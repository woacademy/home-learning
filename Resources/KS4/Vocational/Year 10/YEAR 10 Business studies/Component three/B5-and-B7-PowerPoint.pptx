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C534C6-104B-4293-947A-37BF8469D053}">
  <a:tblStyle styleId="{CAC534C6-104B-4293-947A-37BF8469D0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{CAC534C6-104B-4293-947A-37BF8469D053}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{CAC534C6-104B-4293-947A-37BF8469D053}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