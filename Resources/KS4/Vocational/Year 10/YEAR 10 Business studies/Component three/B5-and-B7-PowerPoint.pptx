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592689-31F6-4A3E-A38E-8DB0A7ABF0B6}">
  <a:tblStyle styleId="{AA592689-31F6-4A3E-A38E-8DB0A7ABF0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{AA592689-31F6-4A3E-A38E-8DB0A7ABF0B6}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{AA592689-31F6-4A3E-A38E-8DB0A7ABF0B6}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