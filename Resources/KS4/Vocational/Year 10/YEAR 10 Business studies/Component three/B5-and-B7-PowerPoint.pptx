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B66866-D692-49EC-A509-3E2B041625DD}">
  <a:tblStyle styleId="{67B66866-D692-49EC-A509-3E2B041625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{67B66866-D692-49EC-A509-3E2B041625DD}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{67B66866-D692-49EC-A509-3E2B041625DD}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