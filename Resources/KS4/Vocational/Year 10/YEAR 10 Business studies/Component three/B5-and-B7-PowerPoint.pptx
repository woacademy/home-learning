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20E9AC-0CA9-488A-A847-1F018991C3A0}">
  <a:tblStyle styleId="{FA20E9AC-0CA9-488A-A847-1F018991C3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{FA20E9AC-0CA9-488A-A847-1F018991C3A0}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{FA20E9AC-0CA9-488A-A847-1F018991C3A0}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