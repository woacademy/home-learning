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A5E9B4-517E-4EEF-A5A4-672E475870E4}">
  <a:tblStyle styleId="{4AA5E9B4-517E-4EEF-A5A4-672E475870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{4AA5E9B4-517E-4EEF-A5A4-672E475870E4}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{4AA5E9B4-517E-4EEF-A5A4-672E475870E4}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