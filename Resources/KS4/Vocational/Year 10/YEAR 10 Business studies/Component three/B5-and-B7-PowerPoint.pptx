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5A416-B8DF-436B-906C-A65711B8D876}">
  <a:tblStyle styleId="{EFF5A416-B8DF-436B-906C-A65711B8D8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{EFF5A416-B8DF-436B-906C-A65711B8D876}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{EFF5A416-B8DF-436B-906C-A65711B8D876}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