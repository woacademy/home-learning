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4D0F25-CFB5-4185-ACFB-FD0C4B969901}">
  <a:tblStyle styleId="{664D0F25-CFB5-4185-ACFB-FD0C4B9699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{664D0F25-CFB5-4185-ACFB-FD0C4B969901}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{664D0F25-CFB5-4185-ACFB-FD0C4B969901}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