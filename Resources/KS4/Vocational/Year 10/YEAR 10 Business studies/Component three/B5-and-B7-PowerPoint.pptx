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0ABD8F-6792-4120-9166-14445382C988}">
  <a:tblStyle styleId="{510ABD8F-6792-4120-9166-14445382C9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{510ABD8F-6792-4120-9166-14445382C988}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{510ABD8F-6792-4120-9166-14445382C988}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