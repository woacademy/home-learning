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56181E-66F2-4219-9963-540150E73CB8}">
  <a:tblStyle styleId="{7F56181E-66F2-4219-9963-540150E73C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{7F56181E-66F2-4219-9963-540150E73CB8}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{7F56181E-66F2-4219-9963-540150E73CB8}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