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91D9D4-D8A8-4230-91F8-2E5579079AC1}">
  <a:tblStyle styleId="{7191D9D4-D8A8-4230-91F8-2E5579079AC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{7191D9D4-D8A8-4230-91F8-2E5579079AC1}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{7191D9D4-D8A8-4230-91F8-2E5579079AC1}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