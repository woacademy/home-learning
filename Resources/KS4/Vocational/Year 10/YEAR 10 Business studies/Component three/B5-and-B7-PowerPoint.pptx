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D9FEA-3DB2-4CB1-BF8F-5262D3BEEB08}">
  <a:tblStyle styleId="{DDFD9FEA-3DB2-4CB1-BF8F-5262D3BEEB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{DDFD9FEA-3DB2-4CB1-BF8F-5262D3BEEB08}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{DDFD9FEA-3DB2-4CB1-BF8F-5262D3BEEB08}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