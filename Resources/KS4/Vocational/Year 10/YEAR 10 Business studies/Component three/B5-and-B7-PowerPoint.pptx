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8C589B-6CA5-4D2D-9074-265C18DC98A3}">
  <a:tblStyle styleId="{8D8C589B-6CA5-4D2D-9074-265C18DC98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{8D8C589B-6CA5-4D2D-9074-265C18DC98A3}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{8D8C589B-6CA5-4D2D-9074-265C18DC98A3}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