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33544CD-16EF-47F7-8A1C-6A334181DB09}">
  <a:tblStyle styleId="{133544CD-16EF-47F7-8A1C-6A334181DB0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9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{133544CD-16EF-47F7-8A1C-6A334181DB09}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{133544CD-16EF-47F7-8A1C-6A334181DB09}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