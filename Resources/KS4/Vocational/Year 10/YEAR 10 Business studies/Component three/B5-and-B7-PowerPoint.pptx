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C41C05-1434-42DB-B509-029C50A9CC5B}">
  <a:tblStyle styleId="{0CC41C05-1434-42DB-B509-029C50A9CC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{0CC41C05-1434-42DB-B509-029C50A9CC5B}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{0CC41C05-1434-42DB-B509-029C50A9CC5B}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