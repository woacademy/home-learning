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0629E-CE32-444A-B635-BCC0FDE0513C}">
  <a:tblStyle styleId="{E870629E-CE32-444A-B635-BCC0FDE05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{E870629E-CE32-444A-B635-BCC0FDE0513C}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{E870629E-CE32-444A-B635-BCC0FDE0513C}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