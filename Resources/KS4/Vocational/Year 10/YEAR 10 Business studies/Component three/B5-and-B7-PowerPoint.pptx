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00FBF6-57A3-4735-9538-84C483AE0D9E}">
  <a:tblStyle styleId="{0F00FBF6-57A3-4735-9538-84C483AE0D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{0F00FBF6-57A3-4735-9538-84C483AE0D9E}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{0F00FBF6-57A3-4735-9538-84C483AE0D9E}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