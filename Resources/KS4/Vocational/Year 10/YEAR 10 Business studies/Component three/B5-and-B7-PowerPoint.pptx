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1F368B-D417-4FDB-9715-24142DD88710}">
  <a:tblStyle styleId="{A41F368B-D417-4FDB-9715-24142DD887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{A41F368B-D417-4FDB-9715-24142DD88710}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{A41F368B-D417-4FDB-9715-24142DD88710}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