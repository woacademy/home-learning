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AF42DED-B048-4CCC-93B9-8935C12929C0}">
  <a:tblStyle styleId="{3AF42DED-B048-4CCC-93B9-8935C12929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{3AF42DED-B048-4CCC-93B9-8935C12929C0}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{3AF42DED-B048-4CCC-93B9-8935C12929C0}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