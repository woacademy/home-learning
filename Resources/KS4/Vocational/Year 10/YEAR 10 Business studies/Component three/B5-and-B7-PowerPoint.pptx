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74240-EB28-40C7-93BA-551839E3A5E3}">
  <a:tblStyle styleId="{53674240-EB28-40C7-93BA-551839E3A5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{53674240-EB28-40C7-93BA-551839E3A5E3}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{53674240-EB28-40C7-93BA-551839E3A5E3}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