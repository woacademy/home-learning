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E1405-3AF8-4EFE-89D1-5D12D7816DF4}">
  <a:tblStyle styleId="{009E1405-3AF8-4EFE-89D1-5D12D7816D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{009E1405-3AF8-4EFE-89D1-5D12D7816DF4}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{009E1405-3AF8-4EFE-89D1-5D12D7816DF4}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