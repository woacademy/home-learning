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6A6B73-3ADE-4435-B8F9-16A0DC7AF179}">
  <a:tblStyle styleId="{A76A6B73-3ADE-4435-B8F9-16A0DC7AF1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{A76A6B73-3ADE-4435-B8F9-16A0DC7AF179}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{A76A6B73-3ADE-4435-B8F9-16A0DC7AF179}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