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B9A40C-6056-45CD-A1B3-7E1560375B9B}">
  <a:tblStyle styleId="{8BB9A40C-6056-45CD-A1B3-7E1560375B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{8BB9A40C-6056-45CD-A1B3-7E1560375B9B}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{8BB9A40C-6056-45CD-A1B3-7E1560375B9B}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