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59BED0-BD11-4665-B0EE-78B398CBBB5F}">
  <a:tblStyle styleId="{5159BED0-BD11-4665-B0EE-78B398CBBB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{5159BED0-BD11-4665-B0EE-78B398CBBB5F}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{5159BED0-BD11-4665-B0EE-78B398CBBB5F}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