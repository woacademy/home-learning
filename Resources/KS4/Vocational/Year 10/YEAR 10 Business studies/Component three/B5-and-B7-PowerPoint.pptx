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A4A5F6-474E-4891-BD36-AE9CF027824D}">
  <a:tblStyle styleId="{BEA4A5F6-474E-4891-BD36-AE9CF0278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{BEA4A5F6-474E-4891-BD36-AE9CF027824D}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{BEA4A5F6-474E-4891-BD36-AE9CF027824D}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