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D475AB-5DD7-45A7-9587-1628350F79B4}">
  <a:tblStyle styleId="{80D475AB-5DD7-45A7-9587-1628350F79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{80D475AB-5DD7-45A7-9587-1628350F79B4}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{80D475AB-5DD7-45A7-9587-1628350F79B4}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