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F5D27C-FAAB-47FA-BC67-7D1D34B7FB09}">
  <a:tblStyle styleId="{2FF5D27C-FAAB-47FA-BC67-7D1D34B7FB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{2FF5D27C-FAAB-47FA-BC67-7D1D34B7FB09}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{2FF5D27C-FAAB-47FA-BC67-7D1D34B7FB09}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