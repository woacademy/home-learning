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8A395B-03CB-4234-A8AA-0BE1A26F0209}">
  <a:tblStyle styleId="{BE8A395B-03CB-4234-A8AA-0BE1A26F02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{BE8A395B-03CB-4234-A8AA-0BE1A26F0209}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{BE8A395B-03CB-4234-A8AA-0BE1A26F0209}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