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D24C6D-BFD2-4CDE-9CD4-3EEF3703B011}">
  <a:tblStyle styleId="{A9D24C6D-BFD2-4CDE-9CD4-3EEF3703B0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{A9D24C6D-BFD2-4CDE-9CD4-3EEF3703B011}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{A9D24C6D-BFD2-4CDE-9CD4-3EEF3703B011}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