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E23C27-90FC-426E-9BB1-6A2151ED368C}">
  <a:tblStyle styleId="{97E23C27-90FC-426E-9BB1-6A2151ED36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{97E23C27-90FC-426E-9BB1-6A2151ED368C}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{97E23C27-90FC-426E-9BB1-6A2151ED368C}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