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2275A9-900F-4347-A453-C68C97C49B1B}">
  <a:tblStyle styleId="{A42275A9-900F-4347-A453-C68C97C49B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{A42275A9-900F-4347-A453-C68C97C49B1B}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{A42275A9-900F-4347-A453-C68C97C49B1B}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