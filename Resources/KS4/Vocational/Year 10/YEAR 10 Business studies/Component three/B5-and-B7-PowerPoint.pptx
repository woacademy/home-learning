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D35674-4C08-4A91-AEBE-246768FF9AF0}">
  <a:tblStyle styleId="{41D35674-4C08-4A91-AEBE-246768FF9A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{41D35674-4C08-4A91-AEBE-246768FF9AF0}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{41D35674-4C08-4A91-AEBE-246768FF9AF0}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