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A08B4E-0BB9-47CC-A089-3799EC03CFA1}">
  <a:tblStyle styleId="{3EA08B4E-0BB9-47CC-A089-3799EC03CF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{3EA08B4E-0BB9-47CC-A089-3799EC03CFA1}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{3EA08B4E-0BB9-47CC-A089-3799EC03CFA1}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