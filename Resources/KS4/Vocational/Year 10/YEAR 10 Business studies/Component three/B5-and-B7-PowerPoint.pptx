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69AA56-E467-491D-A048-A1807B347BD3}">
  <a:tblStyle styleId="{5169AA56-E467-491D-A048-A1807B347B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{5169AA56-E467-491D-A048-A1807B347BD3}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{5169AA56-E467-491D-A048-A1807B347BD3}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