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030802-2044-4C51-A297-0DFCCC4AB628}">
  <a:tblStyle styleId="{29030802-2044-4C51-A297-0DFCCC4AB6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{29030802-2044-4C51-A297-0DFCCC4AB628}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{29030802-2044-4C51-A297-0DFCCC4AB628}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