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BE2CFB8-19FE-4CC7-8CA6-6C6030C0B3B7}">
  <a:tblStyle styleId="{4BE2CFB8-19FE-4CC7-8CA6-6C6030C0B3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{4BE2CFB8-19FE-4CC7-8CA6-6C6030C0B3B7}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{4BE2CFB8-19FE-4CC7-8CA6-6C6030C0B3B7}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