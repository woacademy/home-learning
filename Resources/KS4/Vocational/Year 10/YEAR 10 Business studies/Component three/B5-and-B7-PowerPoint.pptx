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4B8651C-E4C7-4B32-B0E5-A89E8BE763A5}">
  <a:tblStyle styleId="{F4B8651C-E4C7-4B32-B0E5-A89E8BE763A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{F4B8651C-E4C7-4B32-B0E5-A89E8BE763A5}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{F4B8651C-E4C7-4B32-B0E5-A89E8BE763A5}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