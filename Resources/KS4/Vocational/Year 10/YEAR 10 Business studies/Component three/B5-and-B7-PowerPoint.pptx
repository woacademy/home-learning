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033BC0A-6C93-4A40-A034-32CD0C6B6F75}">
  <a:tblStyle styleId="{5033BC0A-6C93-4A40-A034-32CD0C6B6F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{5033BC0A-6C93-4A40-A034-32CD0C6B6F75}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{5033BC0A-6C93-4A40-A034-32CD0C6B6F75}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