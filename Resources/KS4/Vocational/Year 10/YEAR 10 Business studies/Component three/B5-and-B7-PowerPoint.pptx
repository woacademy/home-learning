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243AB90-A358-42E5-B0CE-F971A2A30356}">
  <a:tblStyle styleId="{1243AB90-A358-42E5-B0CE-F971A2A3035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{1243AB90-A358-42E5-B0CE-F971A2A30356}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{1243AB90-A358-42E5-B0CE-F971A2A30356}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