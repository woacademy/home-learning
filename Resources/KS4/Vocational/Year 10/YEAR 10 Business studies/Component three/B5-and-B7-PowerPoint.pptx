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FD66335-6D70-45A3-9972-5DA1C107DBCE}">
  <a:tblStyle styleId="{5FD66335-6D70-45A3-9972-5DA1C107DB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{5FD66335-6D70-45A3-9972-5DA1C107DBCE}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{5FD66335-6D70-45A3-9972-5DA1C107DBCE}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