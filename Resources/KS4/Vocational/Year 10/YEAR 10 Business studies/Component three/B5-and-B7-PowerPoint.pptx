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6EB610-1706-4206-B452-2C56F3C376C3}">
  <a:tblStyle styleId="{0F6EB610-1706-4206-B452-2C56F3C376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{0F6EB610-1706-4206-B452-2C56F3C376C3}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{0F6EB610-1706-4206-B452-2C56F3C376C3}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