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6AC9A6-2CE7-4306-A192-F7002CF855F9}">
  <a:tblStyle styleId="{006AC9A6-2CE7-4306-A192-F7002CF855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{006AC9A6-2CE7-4306-A192-F7002CF855F9}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{006AC9A6-2CE7-4306-A192-F7002CF855F9}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