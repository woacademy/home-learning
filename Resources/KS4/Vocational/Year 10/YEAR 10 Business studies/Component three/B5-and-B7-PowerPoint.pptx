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6D18E-19AA-411D-8E36-71B9E154B073}">
  <a:tblStyle styleId="{C636D18E-19AA-411D-8E36-71B9E154B0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{C636D18E-19AA-411D-8E36-71B9E154B073}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{C636D18E-19AA-411D-8E36-71B9E154B073}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