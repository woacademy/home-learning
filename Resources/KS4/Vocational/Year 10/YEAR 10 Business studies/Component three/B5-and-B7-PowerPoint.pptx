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9DB7D7-C5BC-4370-A5FA-5CAC76CAECCB}">
  <a:tblStyle styleId="{DD9DB7D7-C5BC-4370-A5FA-5CAC76CAEC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{DD9DB7D7-C5BC-4370-A5FA-5CAC76CAECCB}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{DD9DB7D7-C5BC-4370-A5FA-5CAC76CAECCB}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