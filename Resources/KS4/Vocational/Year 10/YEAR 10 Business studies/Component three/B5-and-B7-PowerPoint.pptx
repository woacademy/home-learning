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CC41D1-AA8D-437C-9A56-4F964146B42D}">
  <a:tblStyle styleId="{6ECC41D1-AA8D-437C-9A56-4F964146B4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{6ECC41D1-AA8D-437C-9A56-4F964146B42D}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{6ECC41D1-AA8D-437C-9A56-4F964146B42D}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