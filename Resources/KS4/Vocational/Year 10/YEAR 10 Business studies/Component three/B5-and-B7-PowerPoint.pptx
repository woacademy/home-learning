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F1F774-0709-4CF7-8BB5-EC785A17CA86}">
  <a:tblStyle styleId="{30F1F774-0709-4CF7-8BB5-EC785A17CA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{30F1F774-0709-4CF7-8BB5-EC785A17CA86}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{30F1F774-0709-4CF7-8BB5-EC785A17CA86}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