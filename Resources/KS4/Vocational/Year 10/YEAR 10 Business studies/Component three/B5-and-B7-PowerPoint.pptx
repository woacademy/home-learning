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D461B0-072B-4969-97FD-5DAFD33832A6}">
  <a:tblStyle styleId="{78D461B0-072B-4969-97FD-5DAFD33832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{78D461B0-072B-4969-97FD-5DAFD33832A6}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{78D461B0-072B-4969-97FD-5DAFD33832A6}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