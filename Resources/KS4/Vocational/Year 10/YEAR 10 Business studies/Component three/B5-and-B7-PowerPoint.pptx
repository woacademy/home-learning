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CEDE4D-FD0D-4D62-9777-4384265246E4}">
  <a:tblStyle styleId="{02CEDE4D-FD0D-4D62-9777-4384265246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{02CEDE4D-FD0D-4D62-9777-4384265246E4}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{02CEDE4D-FD0D-4D62-9777-4384265246E4}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