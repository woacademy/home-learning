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4A7633-E3DD-4B25-A4C6-77AD5138EA98}">
  <a:tblStyle styleId="{9D4A7633-E3DD-4B25-A4C6-77AD5138EA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{9D4A7633-E3DD-4B25-A4C6-77AD5138EA98}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{9D4A7633-E3DD-4B25-A4C6-77AD5138EA98}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