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43B4A5-438F-47B1-9561-8646205BCC90}">
  <a:tblStyle styleId="{5143B4A5-438F-47B1-9561-8646205BCC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{5143B4A5-438F-47B1-9561-8646205BCC90}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{5143B4A5-438F-47B1-9561-8646205BCC90}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