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078AEA-5708-4C35-A46D-CEFD5868028D}">
  <a:tblStyle styleId="{4F078AEA-5708-4C35-A46D-CEFD586802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{4F078AEA-5708-4C35-A46D-CEFD5868028D}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{4F078AEA-5708-4C35-A46D-CEFD5868028D}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