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C13666-0E73-4114-8E37-3715D43D4176}">
  <a:tblStyle styleId="{D2C13666-0E73-4114-8E37-3715D43D41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{D2C13666-0E73-4114-8E37-3715D43D4176}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{D2C13666-0E73-4114-8E37-3715D43D4176}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