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2EBFE6C-8AF8-4836-98F5-CE846DBBE427}">
  <a:tblStyle styleId="{D2EBFE6C-8AF8-4836-98F5-CE846DBBE4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{D2EBFE6C-8AF8-4836-98F5-CE846DBBE427}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{D2EBFE6C-8AF8-4836-98F5-CE846DBBE427}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