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C9700C-C687-4A2A-B465-FCE8151ABBD9}">
  <a:tblStyle styleId="{F7C9700C-C687-4A2A-B465-FCE8151ABB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{F7C9700C-C687-4A2A-B465-FCE8151ABBD9}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{F7C9700C-C687-4A2A-B465-FCE8151ABBD9}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