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A82123-9749-43CF-9432-ED40E76A151B}">
  <a:tblStyle styleId="{24A82123-9749-43CF-9432-ED40E76A15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{24A82123-9749-43CF-9432-ED40E76A151B}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{24A82123-9749-43CF-9432-ED40E76A151B}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