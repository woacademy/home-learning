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7A1A26C-2FE7-4323-9773-CE761309A50C}">
  <a:tblStyle styleId="{A7A1A26C-2FE7-4323-9773-CE761309A50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{A7A1A26C-2FE7-4323-9773-CE761309A50C}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{A7A1A26C-2FE7-4323-9773-CE761309A50C}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