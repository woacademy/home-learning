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A6F47A-BEE7-4F61-81BC-6925D35381E7}">
  <a:tblStyle styleId="{F3A6F47A-BEE7-4F61-81BC-6925D35381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{F3A6F47A-BEE7-4F61-81BC-6925D35381E7}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{F3A6F47A-BEE7-4F61-81BC-6925D35381E7}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