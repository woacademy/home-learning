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BFA7F-CD11-4D3C-84A8-CBA2C6FC0E88}">
  <a:tblStyle styleId="{F7FBFA7F-CD11-4D3C-84A8-CBA2C6FC0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{F7FBFA7F-CD11-4D3C-84A8-CBA2C6FC0E88}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{F7FBFA7F-CD11-4D3C-84A8-CBA2C6FC0E88}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