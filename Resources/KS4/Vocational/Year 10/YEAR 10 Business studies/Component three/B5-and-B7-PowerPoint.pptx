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209432-DE98-4A54-B0F5-0D419A836B47}">
  <a:tblStyle styleId="{E8209432-DE98-4A54-B0F5-0D419A836B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{E8209432-DE98-4A54-B0F5-0D419A836B47}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{E8209432-DE98-4A54-B0F5-0D419A836B47}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