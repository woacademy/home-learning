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E3B103-40A2-45C4-B8D7-A2373D2C8D90}">
  <a:tblStyle styleId="{08E3B103-40A2-45C4-B8D7-A2373D2C8D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{08E3B103-40A2-45C4-B8D7-A2373D2C8D90}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{08E3B103-40A2-45C4-B8D7-A2373D2C8D90}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