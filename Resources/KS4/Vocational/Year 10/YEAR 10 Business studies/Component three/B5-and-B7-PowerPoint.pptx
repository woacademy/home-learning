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E80270-E0A9-42C2-AEAD-7D88C1CB81B8}">
  <a:tblStyle styleId="{2EE80270-E0A9-42C2-AEAD-7D88C1CB81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{2EE80270-E0A9-42C2-AEAD-7D88C1CB81B8}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{2EE80270-E0A9-42C2-AEAD-7D88C1CB81B8}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