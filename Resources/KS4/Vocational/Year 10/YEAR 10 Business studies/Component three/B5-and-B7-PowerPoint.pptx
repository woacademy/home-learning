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A7088E-6B30-46D0-900B-F1120FE8D41C}">
  <a:tblStyle styleId="{D4A7088E-6B30-46D0-900B-F1120FE8D4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{D4A7088E-6B30-46D0-900B-F1120FE8D41C}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{D4A7088E-6B30-46D0-900B-F1120FE8D41C}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