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A212D2-EB9A-4F4E-84BD-29A9A3246A45}">
  <a:tblStyle styleId="{0CA212D2-EB9A-4F4E-84BD-29A9A3246A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{0CA212D2-EB9A-4F4E-84BD-29A9A3246A45}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{0CA212D2-EB9A-4F4E-84BD-29A9A3246A45}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