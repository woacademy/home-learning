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BA8741-30B1-4243-9A7D-C49AD2711A46}">
  <a:tblStyle styleId="{07BA8741-30B1-4243-9A7D-C49AD2711A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{07BA8741-30B1-4243-9A7D-C49AD2711A46}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{07BA8741-30B1-4243-9A7D-C49AD2711A46}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