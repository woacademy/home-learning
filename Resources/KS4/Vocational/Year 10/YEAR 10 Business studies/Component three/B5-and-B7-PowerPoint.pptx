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A60712-8B74-4197-9A2B-1CD6117E87AC}">
  <a:tblStyle styleId="{C1A60712-8B74-4197-9A2B-1CD6117E87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{C1A60712-8B74-4197-9A2B-1CD6117E87AC}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{C1A60712-8B74-4197-9A2B-1CD6117E87AC}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