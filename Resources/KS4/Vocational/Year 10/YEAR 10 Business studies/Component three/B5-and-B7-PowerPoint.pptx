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74BAE4-8664-42E4-A8CB-0C057F129C89}">
  <a:tblStyle styleId="{7274BAE4-8664-42E4-A8CB-0C057F129C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{7274BAE4-8664-42E4-A8CB-0C057F129C89}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{7274BAE4-8664-42E4-A8CB-0C057F129C89}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