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17C214-C740-4969-A46C-2388BC606A80}">
  <a:tblStyle styleId="{7917C214-C740-4969-A46C-2388BC606A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{7917C214-C740-4969-A46C-2388BC606A80}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{7917C214-C740-4969-A46C-2388BC606A80}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