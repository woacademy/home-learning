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704E87-A706-47D0-B88C-75852DABDA95}">
  <a:tblStyle styleId="{7A704E87-A706-47D0-B88C-75852DABDA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{7A704E87-A706-47D0-B88C-75852DABDA95}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{7A704E87-A706-47D0-B88C-75852DABDA95}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