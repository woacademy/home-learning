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57E11C-9540-4511-9576-1D4D84F4285D}">
  <a:tblStyle styleId="{C557E11C-9540-4511-9576-1D4D84F428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{C557E11C-9540-4511-9576-1D4D84F4285D}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{C557E11C-9540-4511-9576-1D4D84F4285D}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