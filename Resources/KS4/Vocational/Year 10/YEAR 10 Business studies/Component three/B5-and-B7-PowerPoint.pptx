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B16EC7-753D-4196-A15E-8CFEB7F718F0}">
  <a:tblStyle styleId="{AEB16EC7-753D-4196-A15E-8CFEB7F718F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{AEB16EC7-753D-4196-A15E-8CFEB7F718F0}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{AEB16EC7-753D-4196-A15E-8CFEB7F718F0}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