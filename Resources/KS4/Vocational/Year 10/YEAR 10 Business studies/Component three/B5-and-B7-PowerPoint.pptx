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98E8B9-C795-47F3-9F70-FACA0AF233EB}">
  <a:tblStyle styleId="{3798E8B9-C795-47F3-9F70-FACA0AF233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{3798E8B9-C795-47F3-9F70-FACA0AF233EB}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{3798E8B9-C795-47F3-9F70-FACA0AF233EB}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