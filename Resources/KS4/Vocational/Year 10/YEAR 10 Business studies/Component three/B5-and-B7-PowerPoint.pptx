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19E1C9-1943-4015-8396-AF3C94AB1216}">
  <a:tblStyle styleId="{1C19E1C9-1943-4015-8396-AF3C94AB12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{1C19E1C9-1943-4015-8396-AF3C94AB1216}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{1C19E1C9-1943-4015-8396-AF3C94AB1216}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