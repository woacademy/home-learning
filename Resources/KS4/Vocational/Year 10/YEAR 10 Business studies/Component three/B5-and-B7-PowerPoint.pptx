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A3013F-6648-4C42-B4A7-C43EF04F5700}">
  <a:tblStyle styleId="{FCA3013F-6648-4C42-B4A7-C43EF04F57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{FCA3013F-6648-4C42-B4A7-C43EF04F5700}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{FCA3013F-6648-4C42-B4A7-C43EF04F5700}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