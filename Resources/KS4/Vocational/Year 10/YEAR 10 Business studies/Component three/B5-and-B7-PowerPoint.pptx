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6BF403-D22B-4C40-8498-B41EDDE21765}">
  <a:tblStyle styleId="{D76BF403-D22B-4C40-8498-B41EDDE2176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{D76BF403-D22B-4C40-8498-B41EDDE21765}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{D76BF403-D22B-4C40-8498-B41EDDE21765}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