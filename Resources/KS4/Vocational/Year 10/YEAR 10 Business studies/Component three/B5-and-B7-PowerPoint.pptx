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666D1B-8CC5-42FA-B2F7-6A3F2F63FDA6}">
  <a:tblStyle styleId="{75666D1B-8CC5-42FA-B2F7-6A3F2F63FD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{75666D1B-8CC5-42FA-B2F7-6A3F2F63FDA6}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{75666D1B-8CC5-42FA-B2F7-6A3F2F63FDA6}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