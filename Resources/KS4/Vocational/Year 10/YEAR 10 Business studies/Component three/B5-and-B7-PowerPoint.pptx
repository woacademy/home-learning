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B8EB17-25A0-4B83-909F-0EA70398D298}">
  <a:tblStyle styleId="{F5B8EB17-25A0-4B83-909F-0EA70398D2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{F5B8EB17-25A0-4B83-909F-0EA70398D298}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{F5B8EB17-25A0-4B83-909F-0EA70398D298}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