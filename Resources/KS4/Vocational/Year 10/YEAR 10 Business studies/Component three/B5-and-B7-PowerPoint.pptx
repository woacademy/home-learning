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301FA4-8024-4FC2-9F3F-085A42F87643}">
  <a:tblStyle styleId="{6E301FA4-8024-4FC2-9F3F-085A42F876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{6E301FA4-8024-4FC2-9F3F-085A42F87643}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{6E301FA4-8024-4FC2-9F3F-085A42F87643}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