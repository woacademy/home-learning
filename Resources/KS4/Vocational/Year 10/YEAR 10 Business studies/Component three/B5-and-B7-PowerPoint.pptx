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657D39-95E6-4BCE-B4CC-5F578B5F36D7}">
  <a:tblStyle styleId="{12657D39-95E6-4BCE-B4CC-5F578B5F36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{12657D39-95E6-4BCE-B4CC-5F578B5F36D7}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{12657D39-95E6-4BCE-B4CC-5F578B5F36D7}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