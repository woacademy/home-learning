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6022EC-CBF7-40C4-830B-AA7076281B25}">
  <a:tblStyle styleId="{0A6022EC-CBF7-40C4-830B-AA7076281B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{0A6022EC-CBF7-40C4-830B-AA7076281B25}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{0A6022EC-CBF7-40C4-830B-AA7076281B25}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