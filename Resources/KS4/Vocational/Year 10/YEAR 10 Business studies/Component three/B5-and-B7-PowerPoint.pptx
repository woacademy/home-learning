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9727289-EB36-4F6A-8C39-51CBE72795F4}">
  <a:tblStyle styleId="{D9727289-EB36-4F6A-8C39-51CBE72795F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3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2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{D9727289-EB36-4F6A-8C39-51CBE72795F4}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{D9727289-EB36-4F6A-8C39-51CBE72795F4}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