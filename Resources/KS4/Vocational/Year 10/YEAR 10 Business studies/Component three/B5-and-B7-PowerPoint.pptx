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CDA49B-18F2-4556-8C73-1D67C6C4292C}">
  <a:tblStyle styleId="{CCCDA49B-18F2-4556-8C73-1D67C6C429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{CCCDA49B-18F2-4556-8C73-1D67C6C4292C}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{CCCDA49B-18F2-4556-8C73-1D67C6C4292C}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