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A41C5F-CC16-451C-810D-A9EBE92410A9}">
  <a:tblStyle styleId="{42A41C5F-CC16-451C-810D-A9EBE92410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{42A41C5F-CC16-451C-810D-A9EBE92410A9}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{42A41C5F-CC16-451C-810D-A9EBE92410A9}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