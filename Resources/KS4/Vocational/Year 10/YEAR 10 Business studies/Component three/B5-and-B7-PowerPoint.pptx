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339388-4819-4B55-AA5A-F2CE1F2FE0A3}">
  <a:tblStyle styleId="{12339388-4819-4B55-AA5A-F2CE1F2FE0A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{12339388-4819-4B55-AA5A-F2CE1F2FE0A3}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{12339388-4819-4B55-AA5A-F2CE1F2FE0A3}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