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C002C1-CC35-4A03-882B-0129BBA2EB8F}">
  <a:tblStyle styleId="{BEC002C1-CC35-4A03-882B-0129BBA2EB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{BEC002C1-CC35-4A03-882B-0129BBA2EB8F}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{BEC002C1-CC35-4A03-882B-0129BBA2EB8F}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