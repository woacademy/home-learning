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EB53C3-543D-4A99-A591-E08F2F241E72}">
  <a:tblStyle styleId="{93EB53C3-543D-4A99-A591-E08F2F241E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{93EB53C3-543D-4A99-A591-E08F2F241E72}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{93EB53C3-543D-4A99-A591-E08F2F241E72}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