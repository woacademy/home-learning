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13BC6B-19E8-477B-A916-C203450156BA}">
  <a:tblStyle styleId="{AC13BC6B-19E8-477B-A916-C203450156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{AC13BC6B-19E8-477B-A916-C203450156BA}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{AC13BC6B-19E8-477B-A916-C203450156BA}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