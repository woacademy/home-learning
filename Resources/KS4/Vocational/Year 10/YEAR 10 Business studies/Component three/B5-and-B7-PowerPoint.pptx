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CA6C62-8CA8-4BED-AE5C-0539DF6BA6D7}">
  <a:tblStyle styleId="{95CA6C62-8CA8-4BED-AE5C-0539DF6BA6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{95CA6C62-8CA8-4BED-AE5C-0539DF6BA6D7}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{95CA6C62-8CA8-4BED-AE5C-0539DF6BA6D7}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