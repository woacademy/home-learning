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F077F5-9B0B-405E-ADF8-6A7893BC7EB9}">
  <a:tblStyle styleId="{E5F077F5-9B0B-405E-ADF8-6A7893BC7E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{E5F077F5-9B0B-405E-ADF8-6A7893BC7EB9}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{E5F077F5-9B0B-405E-ADF8-6A7893BC7EB9}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