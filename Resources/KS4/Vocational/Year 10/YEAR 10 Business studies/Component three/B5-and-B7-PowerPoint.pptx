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324DB5-8124-48BE-B1DA-2D24D2E3DDC4}">
  <a:tblStyle styleId="{E7324DB5-8124-48BE-B1DA-2D24D2E3DD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{E7324DB5-8124-48BE-B1DA-2D24D2E3DDC4}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{E7324DB5-8124-48BE-B1DA-2D24D2E3DDC4}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