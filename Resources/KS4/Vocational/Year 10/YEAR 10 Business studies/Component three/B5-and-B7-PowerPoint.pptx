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AF4B15-110A-4768-80AA-A11351FBA6E0}">
  <a:tblStyle styleId="{06AF4B15-110A-4768-80AA-A11351FBA6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{06AF4B15-110A-4768-80AA-A11351FBA6E0}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{06AF4B15-110A-4768-80AA-A11351FBA6E0}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