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FC8E1A-2D3B-462B-AEF0-78D1102723C9}">
  <a:tblStyle styleId="{6EFC8E1A-2D3B-462B-AEF0-78D1102723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{6EFC8E1A-2D3B-462B-AEF0-78D1102723C9}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{6EFC8E1A-2D3B-462B-AEF0-78D1102723C9}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