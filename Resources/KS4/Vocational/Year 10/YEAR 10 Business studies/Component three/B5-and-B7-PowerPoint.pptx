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201579-6E45-4AEF-846C-ECC4D5D5D4E2}">
  <a:tblStyle styleId="{62201579-6E45-4AEF-846C-ECC4D5D5D4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{62201579-6E45-4AEF-846C-ECC4D5D5D4E2}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{62201579-6E45-4AEF-846C-ECC4D5D5D4E2}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