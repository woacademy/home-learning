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95B15B-C569-4CB5-A224-B0B1782E2CE3}">
  <a:tblStyle styleId="{DB95B15B-C569-4CB5-A224-B0B1782E2C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{DB95B15B-C569-4CB5-A224-B0B1782E2CE3}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{DB95B15B-C569-4CB5-A224-B0B1782E2CE3}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