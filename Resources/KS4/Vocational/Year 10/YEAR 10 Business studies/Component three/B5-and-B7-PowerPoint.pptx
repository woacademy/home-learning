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5B2B09-0938-412F-87B9-C972CEBEB593}">
  <a:tblStyle styleId="{F25B2B09-0938-412F-87B9-C972CEBEB5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{F25B2B09-0938-412F-87B9-C972CEBEB593}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{F25B2B09-0938-412F-87B9-C972CEBEB593}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