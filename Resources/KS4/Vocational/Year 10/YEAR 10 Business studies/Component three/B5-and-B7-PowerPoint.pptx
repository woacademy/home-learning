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6505B8-ECE4-42EF-9786-0A8EA5D4C36A}">
  <a:tblStyle styleId="{AB6505B8-ECE4-42EF-9786-0A8EA5D4C3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{AB6505B8-ECE4-42EF-9786-0A8EA5D4C36A}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{AB6505B8-ECE4-42EF-9786-0A8EA5D4C36A}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