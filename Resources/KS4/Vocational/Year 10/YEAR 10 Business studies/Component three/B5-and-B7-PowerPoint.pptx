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977FE7-3A74-444C-B094-3FB698D7FF6E}">
  <a:tblStyle styleId="{99977FE7-3A74-444C-B094-3FB698D7FF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{99977FE7-3A74-444C-B094-3FB698D7FF6E}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{99977FE7-3A74-444C-B094-3FB698D7FF6E}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