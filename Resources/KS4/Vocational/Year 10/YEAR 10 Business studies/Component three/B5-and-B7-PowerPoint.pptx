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508DCA-DA41-418F-89DA-64E273B18B30}">
  <a:tblStyle styleId="{94508DCA-DA41-418F-89DA-64E273B18B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{94508DCA-DA41-418F-89DA-64E273B18B30}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{94508DCA-DA41-418F-89DA-64E273B18B30}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