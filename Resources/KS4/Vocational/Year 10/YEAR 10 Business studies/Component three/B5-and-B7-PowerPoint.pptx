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8FD0DD-87FE-4D2C-A40C-F9D3EE91B1E9}">
  <a:tblStyle styleId="{DB8FD0DD-87FE-4D2C-A40C-F9D3EE91B1E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{DB8FD0DD-87FE-4D2C-A40C-F9D3EE91B1E9}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{DB8FD0DD-87FE-4D2C-A40C-F9D3EE91B1E9}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