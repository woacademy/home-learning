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7DF88-75E6-495B-9B20-3E4A0CC56DE9}">
  <a:tblStyle styleId="{DB97DF88-75E6-495B-9B20-3E4A0CC56D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{DB97DF88-75E6-495B-9B20-3E4A0CC56DE9}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{DB97DF88-75E6-495B-9B20-3E4A0CC56DE9}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