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1E8591-7F00-4D1D-AB88-02F0AC318090}">
  <a:tblStyle styleId="{E71E8591-7F00-4D1D-AB88-02F0AC3180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{E71E8591-7F00-4D1D-AB88-02F0AC318090}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{E71E8591-7F00-4D1D-AB88-02F0AC318090}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