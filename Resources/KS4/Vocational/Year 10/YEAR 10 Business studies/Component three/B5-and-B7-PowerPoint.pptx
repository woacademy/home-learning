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A5A4B9-640D-4414-9890-5FB3F97D6ED6}">
  <a:tblStyle styleId="{91A5A4B9-640D-4414-9890-5FB3F97D6E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{91A5A4B9-640D-4414-9890-5FB3F97D6ED6}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{91A5A4B9-640D-4414-9890-5FB3F97D6ED6}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