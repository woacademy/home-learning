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2F4B61-085C-43BC-A51D-4475E71E969B}">
  <a:tblStyle styleId="{CD2F4B61-085C-43BC-A51D-4475E71E96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{CD2F4B61-085C-43BC-A51D-4475E71E969B}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{CD2F4B61-085C-43BC-A51D-4475E71E969B}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