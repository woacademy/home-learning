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6B138D-CEFF-4FC0-962D-11402A194063}">
  <a:tblStyle styleId="{2C6B138D-CEFF-4FC0-962D-11402A1940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{2C6B138D-CEFF-4FC0-962D-11402A194063}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{2C6B138D-CEFF-4FC0-962D-11402A194063}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