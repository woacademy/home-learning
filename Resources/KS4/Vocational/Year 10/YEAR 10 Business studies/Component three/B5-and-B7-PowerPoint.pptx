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E6E2EE-B419-4B03-B0C6-92D1EB8BAF29}">
  <a:tblStyle styleId="{55E6E2EE-B419-4B03-B0C6-92D1EB8BAF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{55E6E2EE-B419-4B03-B0C6-92D1EB8BAF29}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{55E6E2EE-B419-4B03-B0C6-92D1EB8BAF29}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