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8F0FE2-946B-4256-AABD-5D4744F5FFA0}">
  <a:tblStyle styleId="{EB8F0FE2-946B-4256-AABD-5D4744F5FF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{EB8F0FE2-946B-4256-AABD-5D4744F5FFA0}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{EB8F0FE2-946B-4256-AABD-5D4744F5FFA0}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