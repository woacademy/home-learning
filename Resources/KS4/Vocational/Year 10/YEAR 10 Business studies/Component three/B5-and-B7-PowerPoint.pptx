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BBCAA8-CD1D-4A5A-97E8-5BF5E6FD5D6C}">
  <a:tblStyle styleId="{A7BBCAA8-CD1D-4A5A-97E8-5BF5E6FD5D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{A7BBCAA8-CD1D-4A5A-97E8-5BF5E6FD5D6C}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{A7BBCAA8-CD1D-4A5A-97E8-5BF5E6FD5D6C}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