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4AFF87-32DE-475E-B7AA-69DCF5BD143A}">
  <a:tblStyle styleId="{084AFF87-32DE-475E-B7AA-69DCF5BD14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{084AFF87-32DE-475E-B7AA-69DCF5BD143A}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{084AFF87-32DE-475E-B7AA-69DCF5BD143A}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