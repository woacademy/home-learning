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C4EC3F-5608-45C2-ADB7-05AFB7DE01B2}">
  <a:tblStyle styleId="{51C4EC3F-5608-45C2-ADB7-05AFB7DE01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{51C4EC3F-5608-45C2-ADB7-05AFB7DE01B2}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{51C4EC3F-5608-45C2-ADB7-05AFB7DE01B2}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