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6CE258-04DB-4266-B835-77613E71F065}">
  <a:tblStyle styleId="{8C6CE258-04DB-4266-B835-77613E71F0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{8C6CE258-04DB-4266-B835-77613E71F065}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{8C6CE258-04DB-4266-B835-77613E71F065}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