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70A7AC4-548A-4C8F-8554-E089400F25F9}">
  <a:tblStyle styleId="{570A7AC4-548A-4C8F-8554-E089400F25F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{570A7AC4-548A-4C8F-8554-E089400F25F9}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{570A7AC4-548A-4C8F-8554-E089400F25F9}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