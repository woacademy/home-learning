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EFC3C6-F420-4787-B184-13A7BA3E286D}">
  <a:tblStyle styleId="{E7EFC3C6-F420-4787-B184-13A7BA3E28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{E7EFC3C6-F420-4787-B184-13A7BA3E286D}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{E7EFC3C6-F420-4787-B184-13A7BA3E286D}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