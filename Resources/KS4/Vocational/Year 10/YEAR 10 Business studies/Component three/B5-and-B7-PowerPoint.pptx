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C07341-D188-4798-B87A-0A9488E86CD0}">
  <a:tblStyle styleId="{B6C07341-D188-4798-B87A-0A9488E86C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{B6C07341-D188-4798-B87A-0A9488E86CD0}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{B6C07341-D188-4798-B87A-0A9488E86CD0}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