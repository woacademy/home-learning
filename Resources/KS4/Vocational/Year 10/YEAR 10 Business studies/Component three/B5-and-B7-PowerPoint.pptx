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8194BB-23A9-42CE-9EB7-8FFD801F2266}">
  <a:tblStyle styleId="{3E8194BB-23A9-42CE-9EB7-8FFD801F226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{3E8194BB-23A9-42CE-9EB7-8FFD801F2266}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{3E8194BB-23A9-42CE-9EB7-8FFD801F2266}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