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45E1DB-EC57-4314-97EB-CB43DAA181E1}">
  <a:tblStyle styleId="{E545E1DB-EC57-4314-97EB-CB43DAA181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{E545E1DB-EC57-4314-97EB-CB43DAA181E1}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{E545E1DB-EC57-4314-97EB-CB43DAA181E1}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