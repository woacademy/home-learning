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F578C-EBF5-489E-B2CC-B77CF07F602A}">
  <a:tblStyle styleId="{D9DF578C-EBF5-489E-B2CC-B77CF07F60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{D9DF578C-EBF5-489E-B2CC-B77CF07F602A}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{D9DF578C-EBF5-489E-B2CC-B77CF07F602A}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