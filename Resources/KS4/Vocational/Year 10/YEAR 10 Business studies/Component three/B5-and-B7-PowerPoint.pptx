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19BEE-8C98-4CC5-9446-0B3690212756}">
  <a:tblStyle styleId="{80E19BEE-8C98-4CC5-9446-0B36902127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{80E19BEE-8C98-4CC5-9446-0B3690212756}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{80E19BEE-8C98-4CC5-9446-0B3690212756}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