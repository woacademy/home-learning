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4A71DAB-6118-4A6D-A259-D7FC7BE2D3F8}">
  <a:tblStyle styleId="{84A71DAB-6118-4A6D-A259-D7FC7BE2D3F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7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{84A71DAB-6118-4A6D-A259-D7FC7BE2D3F8}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{84A71DAB-6118-4A6D-A259-D7FC7BE2D3F8}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