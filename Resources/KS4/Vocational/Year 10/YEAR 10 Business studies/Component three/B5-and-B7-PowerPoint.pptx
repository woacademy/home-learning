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7CABAF5-1F9F-480D-81A0-53DC4AEEE38D}">
  <a:tblStyle styleId="{07CABAF5-1F9F-480D-81A0-53DC4AEEE3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{07CABAF5-1F9F-480D-81A0-53DC4AEEE38D}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{07CABAF5-1F9F-480D-81A0-53DC4AEEE38D}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