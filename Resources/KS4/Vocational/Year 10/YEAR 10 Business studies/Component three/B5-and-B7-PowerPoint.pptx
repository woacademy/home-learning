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B623A2-77EF-49E8-BF56-A473F32FB8B2}">
  <a:tblStyle styleId="{96B623A2-77EF-49E8-BF56-A473F32FB8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{96B623A2-77EF-49E8-BF56-A473F32FB8B2}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{96B623A2-77EF-49E8-BF56-A473F32FB8B2}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