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88A89B-FCC5-48F2-9BEA-DC9BC70A82C9}">
  <a:tblStyle styleId="{A488A89B-FCC5-48F2-9BEA-DC9BC70A82C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{A488A89B-FCC5-48F2-9BEA-DC9BC70A82C9}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{A488A89B-FCC5-48F2-9BEA-DC9BC70A82C9}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