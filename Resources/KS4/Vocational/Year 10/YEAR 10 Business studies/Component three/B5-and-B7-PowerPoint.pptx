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9CC009-7416-4516-A379-D9CC6CEDEFBF}">
  <a:tblStyle styleId="{679CC009-7416-4516-A379-D9CC6CEDEF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{679CC009-7416-4516-A379-D9CC6CEDEFBF}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{679CC009-7416-4516-A379-D9CC6CEDEFBF}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