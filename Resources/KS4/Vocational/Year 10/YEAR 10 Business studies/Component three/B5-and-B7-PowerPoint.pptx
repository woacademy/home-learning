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958A89-0793-4E3C-8B51-160A5DEB1FCC}">
  <a:tblStyle styleId="{3A958A89-0793-4E3C-8B51-160A5DEB1F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{3A958A89-0793-4E3C-8B51-160A5DEB1FCC}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{3A958A89-0793-4E3C-8B51-160A5DEB1FCC}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