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F5518-B042-4068-B430-F36E814293A9}">
  <a:tblStyle styleId="{79BF5518-B042-4068-B430-F36E814293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{79BF5518-B042-4068-B430-F36E814293A9}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{79BF5518-B042-4068-B430-F36E814293A9}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