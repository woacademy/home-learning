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23AAF8-F07E-4991-A814-54D9C8C24B4A}">
  <a:tblStyle styleId="{4623AAF8-F07E-4991-A814-54D9C8C24B4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{4623AAF8-F07E-4991-A814-54D9C8C24B4A}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{4623AAF8-F07E-4991-A814-54D9C8C24B4A}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