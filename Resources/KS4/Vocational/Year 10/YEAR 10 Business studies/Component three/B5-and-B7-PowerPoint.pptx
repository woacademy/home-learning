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941CBB-3603-493B-BF6D-8E7D69B95EB4}">
  <a:tblStyle styleId="{2D941CBB-3603-493B-BF6D-8E7D69B95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{2D941CBB-3603-493B-BF6D-8E7D69B95EB4}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{2D941CBB-3603-493B-BF6D-8E7D69B95EB4}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