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914B50-88EC-4652-9505-B19C21650588}">
  <a:tblStyle styleId="{F8914B50-88EC-4652-9505-B19C216505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{F8914B50-88EC-4652-9505-B19C21650588}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{F8914B50-88EC-4652-9505-B19C21650588}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