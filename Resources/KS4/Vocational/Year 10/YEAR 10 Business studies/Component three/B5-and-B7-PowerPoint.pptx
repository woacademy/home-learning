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F7BF53-281B-4369-A838-D6F5D53C8A5A}">
  <a:tblStyle styleId="{13F7BF53-281B-4369-A838-D6F5D53C8A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{13F7BF53-281B-4369-A838-D6F5D53C8A5A}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{13F7BF53-281B-4369-A838-D6F5D53C8A5A}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