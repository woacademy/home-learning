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3AEE69-2D93-4564-AC56-1629E2ADD1CE}">
  <a:tblStyle styleId="{A43AEE69-2D93-4564-AC56-1629E2ADD1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{A43AEE69-2D93-4564-AC56-1629E2ADD1CE}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{A43AEE69-2D93-4564-AC56-1629E2ADD1CE}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