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161DD8-5CE1-4966-88D6-1ACB57E48843}">
  <a:tblStyle styleId="{D8161DD8-5CE1-4966-88D6-1ACB57E488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{D8161DD8-5CE1-4966-88D6-1ACB57E48843}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{D8161DD8-5CE1-4966-88D6-1ACB57E48843}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