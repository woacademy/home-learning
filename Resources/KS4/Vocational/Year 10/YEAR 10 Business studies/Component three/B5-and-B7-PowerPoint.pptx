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A3CA40-1313-42F6-9F89-512F45EF3E9D}">
  <a:tblStyle styleId="{49A3CA40-1313-42F6-9F89-512F45EF3E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{49A3CA40-1313-42F6-9F89-512F45EF3E9D}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{49A3CA40-1313-42F6-9F89-512F45EF3E9D}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