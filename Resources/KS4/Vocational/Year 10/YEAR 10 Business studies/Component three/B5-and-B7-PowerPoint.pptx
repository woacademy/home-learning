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B13F4C-18B8-47AC-867D-C377C67B75EE}">
  <a:tblStyle styleId="{96B13F4C-18B8-47AC-867D-C377C67B75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{96B13F4C-18B8-47AC-867D-C377C67B75EE}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{96B13F4C-18B8-47AC-867D-C377C67B75EE}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