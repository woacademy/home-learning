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3F1D84-4EC6-48E2-B63C-CF899FA1BBBC}">
  <a:tblStyle styleId="{D63F1D84-4EC6-48E2-B63C-CF899FA1BB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{D63F1D84-4EC6-48E2-B63C-CF899FA1BBBC}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{D63F1D84-4EC6-48E2-B63C-CF899FA1BBBC}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