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2230B3-78F2-46A4-8868-D674BDB9A58D}">
  <a:tblStyle styleId="{DB2230B3-78F2-46A4-8868-D674BDB9A5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{DB2230B3-78F2-46A4-8868-D674BDB9A58D}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{DB2230B3-78F2-46A4-8868-D674BDB9A58D}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