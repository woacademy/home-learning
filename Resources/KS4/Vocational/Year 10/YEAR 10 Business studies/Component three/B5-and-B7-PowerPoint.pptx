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23CB18-24A5-4007-95C9-59A3D95D4A7D}">
  <a:tblStyle styleId="{C323CB18-24A5-4007-95C9-59A3D95D4A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{C323CB18-24A5-4007-95C9-59A3D95D4A7D}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{C323CB18-24A5-4007-95C9-59A3D95D4A7D}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