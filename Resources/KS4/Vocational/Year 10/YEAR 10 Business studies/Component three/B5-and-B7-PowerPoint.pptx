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C5F19E-FDE7-40F4-9871-CAC210731F81}">
  <a:tblStyle styleId="{7BC5F19E-FDE7-40F4-9871-CAC210731F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{7BC5F19E-FDE7-40F4-9871-CAC210731F81}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{7BC5F19E-FDE7-40F4-9871-CAC210731F81}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