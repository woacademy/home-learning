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69465A-CE31-4893-AAA7-EF8DFC960785}">
  <a:tblStyle styleId="{B069465A-CE31-4893-AAA7-EF8DFC96078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{B069465A-CE31-4893-AAA7-EF8DFC960785}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{B069465A-CE31-4893-AAA7-EF8DFC960785}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