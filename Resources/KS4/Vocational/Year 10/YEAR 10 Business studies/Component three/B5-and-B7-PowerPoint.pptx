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0E94BB-7622-4423-A21D-66DC20112BDC}">
  <a:tblStyle styleId="{7A0E94BB-7622-4423-A21D-66DC20112B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{7A0E94BB-7622-4423-A21D-66DC20112BDC}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{7A0E94BB-7622-4423-A21D-66DC20112BDC}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