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F7FD6A-C60B-416D-B7B9-634FA50EA012}">
  <a:tblStyle styleId="{11F7FD6A-C60B-416D-B7B9-634FA50EA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{11F7FD6A-C60B-416D-B7B9-634FA50EA012}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{11F7FD6A-C60B-416D-B7B9-634FA50EA012}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