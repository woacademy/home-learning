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FA3E36-B7ED-408C-9860-71667BF62F90}">
  <a:tblStyle styleId="{12FA3E36-B7ED-408C-9860-71667BF62F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{12FA3E36-B7ED-408C-9860-71667BF62F90}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{12FA3E36-B7ED-408C-9860-71667BF62F90}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