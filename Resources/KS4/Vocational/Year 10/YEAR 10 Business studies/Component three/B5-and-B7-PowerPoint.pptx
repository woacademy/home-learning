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B61DE0-A854-4FED-89D5-3C4B7D087917}">
  <a:tblStyle styleId="{6DB61DE0-A854-4FED-89D5-3C4B7D0879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{6DB61DE0-A854-4FED-89D5-3C4B7D087917}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{6DB61DE0-A854-4FED-89D5-3C4B7D087917}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