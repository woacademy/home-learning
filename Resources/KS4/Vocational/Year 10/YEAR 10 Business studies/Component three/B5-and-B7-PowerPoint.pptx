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BBD607-87A4-4045-9657-FBB87F1FD7A6}">
  <a:tblStyle styleId="{E8BBD607-87A4-4045-9657-FBB87F1FD7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{E8BBD607-87A4-4045-9657-FBB87F1FD7A6}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{E8BBD607-87A4-4045-9657-FBB87F1FD7A6}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