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97EFC2-F1BF-4787-A50D-8F85F6DC9B92}">
  <a:tblStyle styleId="{5797EFC2-F1BF-4787-A50D-8F85F6DC9B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{5797EFC2-F1BF-4787-A50D-8F85F6DC9B92}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{5797EFC2-F1BF-4787-A50D-8F85F6DC9B92}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