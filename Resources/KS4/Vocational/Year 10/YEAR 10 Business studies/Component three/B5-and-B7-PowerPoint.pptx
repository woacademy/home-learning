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695EC6-6496-4D35-B469-1A35BDCF3CA3}">
  <a:tblStyle styleId="{8A695EC6-6496-4D35-B469-1A35BDCF3C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{8A695EC6-6496-4D35-B469-1A35BDCF3CA3}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{8A695EC6-6496-4D35-B469-1A35BDCF3CA3}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