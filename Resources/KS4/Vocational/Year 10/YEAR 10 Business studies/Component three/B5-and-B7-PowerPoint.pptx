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9DFE1-5A3F-47F1-8B39-8E0D0E95D5CF}">
  <a:tblStyle styleId="{D139DFE1-5A3F-47F1-8B39-8E0D0E95D5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{D139DFE1-5A3F-47F1-8B39-8E0D0E95D5CF}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{D139DFE1-5A3F-47F1-8B39-8E0D0E95D5CF}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