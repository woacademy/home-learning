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F73E4E-D565-45A1-9B6C-AB463367686D}">
  <a:tblStyle styleId="{F3F73E4E-D565-45A1-9B6C-AB46336768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{F3F73E4E-D565-45A1-9B6C-AB463367686D}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{F3F73E4E-D565-45A1-9B6C-AB463367686D}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