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432E89-5F02-4A04-B770-E33F8823EDA4}">
  <a:tblStyle styleId="{92432E89-5F02-4A04-B770-E33F8823EDA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{92432E89-5F02-4A04-B770-E33F8823EDA4}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{92432E89-5F02-4A04-B770-E33F8823EDA4}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