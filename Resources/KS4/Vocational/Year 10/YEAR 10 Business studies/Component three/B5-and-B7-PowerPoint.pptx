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61B6B4-8141-4819-9122-589003CDBBD6}">
  <a:tblStyle styleId="{AB61B6B4-8141-4819-9122-589003CDBBD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{AB61B6B4-8141-4819-9122-589003CDBBD6}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{AB61B6B4-8141-4819-9122-589003CDBBD6}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