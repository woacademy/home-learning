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A5E649D-F529-47E9-A97E-9EA07D3FDBAD}">
  <a:tblStyle styleId="{5A5E649D-F529-47E9-A97E-9EA07D3FDBAD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2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7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6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3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6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8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14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4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0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9.png"/><Relationship Id="rId4" Type="http://schemas.openxmlformats.org/officeDocument/2006/relationships/image" Target="../media/image13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5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{5A5E649D-F529-47E9-A97E-9EA07D3FDBAD}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{5A5E649D-F529-47E9-A97E-9EA07D3FDBAD}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