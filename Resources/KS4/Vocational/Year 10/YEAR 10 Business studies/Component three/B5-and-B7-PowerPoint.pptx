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40BC2-4127-4989-9123-03B7D9E1C228}">
  <a:tblStyle styleId="{88D40BC2-4127-4989-9123-03B7D9E1C2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{88D40BC2-4127-4989-9123-03B7D9E1C228}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{88D40BC2-4127-4989-9123-03B7D9E1C228}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