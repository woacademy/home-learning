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F1ADEE-25DC-4E93-A2A9-DD37F87DE424}">
  <a:tblStyle styleId="{28F1ADEE-25DC-4E93-A2A9-DD37F87DE4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{28F1ADEE-25DC-4E93-A2A9-DD37F87DE424}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{28F1ADEE-25DC-4E93-A2A9-DD37F87DE424}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