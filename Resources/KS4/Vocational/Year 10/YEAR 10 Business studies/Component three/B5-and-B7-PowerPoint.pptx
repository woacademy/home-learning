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B8D185-2BEA-45E0-8D94-5B222338F0A8}">
  <a:tblStyle styleId="{87B8D185-2BEA-45E0-8D94-5B222338F0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{87B8D185-2BEA-45E0-8D94-5B222338F0A8}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{87B8D185-2BEA-45E0-8D94-5B222338F0A8}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