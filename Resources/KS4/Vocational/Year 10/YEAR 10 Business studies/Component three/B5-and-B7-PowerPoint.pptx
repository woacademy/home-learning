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11362-7A1B-4830-A56B-8FA5209AB617}">
  <a:tblStyle styleId="{FAB11362-7A1B-4830-A56B-8FA5209AB6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{FAB11362-7A1B-4830-A56B-8FA5209AB617}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{FAB11362-7A1B-4830-A56B-8FA5209AB617}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