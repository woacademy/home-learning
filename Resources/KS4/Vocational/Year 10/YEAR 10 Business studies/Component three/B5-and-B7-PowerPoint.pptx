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0580CF-EF82-4372-9CE4-FC236714B83C}">
  <a:tblStyle styleId="{0C0580CF-EF82-4372-9CE4-FC236714B8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{0C0580CF-EF82-4372-9CE4-FC236714B83C}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{0C0580CF-EF82-4372-9CE4-FC236714B83C}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