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FF40D-58EC-413A-B841-DBB0C4EF4B59}">
  <a:tblStyle styleId="{BB5FF40D-58EC-413A-B841-DBB0C4EF4B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{BB5FF40D-58EC-413A-B841-DBB0C4EF4B59}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{BB5FF40D-58EC-413A-B841-DBB0C4EF4B59}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