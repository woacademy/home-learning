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ABE170-CFD8-448A-B41C-2C177FDE250E}">
  <a:tblStyle styleId="{C0ABE170-CFD8-448A-B41C-2C177FDE25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{C0ABE170-CFD8-448A-B41C-2C177FDE250E}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{C0ABE170-CFD8-448A-B41C-2C177FDE250E}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