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E328FF1-3CA9-4A2A-98DC-61184E1507BC}">
  <a:tblStyle styleId="{3E328FF1-3CA9-4A2A-98DC-61184E1507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{3E328FF1-3CA9-4A2A-98DC-61184E1507BC}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{3E328FF1-3CA9-4A2A-98DC-61184E1507BC}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