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84C501-8A7F-414E-B518-F95929B6C66D}">
  <a:tblStyle styleId="{EF84C501-8A7F-414E-B518-F95929B6C6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{EF84C501-8A7F-414E-B518-F95929B6C66D}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{EF84C501-8A7F-414E-B518-F95929B6C66D}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