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16EBBB-1D65-471F-8B80-7CB0D1830AF6}">
  <a:tblStyle styleId="{7916EBBB-1D65-471F-8B80-7CB0D1830A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{7916EBBB-1D65-471F-8B80-7CB0D1830AF6}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{7916EBBB-1D65-471F-8B80-7CB0D1830AF6}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