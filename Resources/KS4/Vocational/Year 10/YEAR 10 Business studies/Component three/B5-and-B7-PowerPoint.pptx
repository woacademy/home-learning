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B70F7-477F-47A2-B994-B96317A5ABF9}">
  <a:tblStyle styleId="{A82B70F7-477F-47A2-B994-B96317A5AB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{A82B70F7-477F-47A2-B994-B96317A5ABF9}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{A82B70F7-477F-47A2-B994-B96317A5ABF9}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