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5002DB-9ECA-40F7-BE24-4D94915E0EEF}">
  <a:tblStyle styleId="{135002DB-9ECA-40F7-BE24-4D94915E0E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{135002DB-9ECA-40F7-BE24-4D94915E0EEF}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{135002DB-9ECA-40F7-BE24-4D94915E0EEF}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