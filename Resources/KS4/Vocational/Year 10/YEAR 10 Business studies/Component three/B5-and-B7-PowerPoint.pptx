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09666E-E726-4D98-ACA5-2F97A6FF6DB3}">
  <a:tblStyle styleId="{7E09666E-E726-4D98-ACA5-2F97A6FF6D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{7E09666E-E726-4D98-ACA5-2F97A6FF6DB3}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{7E09666E-E726-4D98-ACA5-2F97A6FF6DB3}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