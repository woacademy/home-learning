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F167FE-835F-4957-90B5-909D16C06AA5}">
  <a:tblStyle styleId="{C3F167FE-835F-4957-90B5-909D16C06A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{C3F167FE-835F-4957-90B5-909D16C06AA5}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{C3F167FE-835F-4957-90B5-909D16C06AA5}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