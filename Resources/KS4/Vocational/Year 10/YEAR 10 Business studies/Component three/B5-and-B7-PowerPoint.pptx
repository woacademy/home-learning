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6875A1-3ACE-4E62-BFC4-B92EF42729AF}">
  <a:tblStyle styleId="{366875A1-3ACE-4E62-BFC4-B92EF42729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{366875A1-3ACE-4E62-BFC4-B92EF42729AF}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{366875A1-3ACE-4E62-BFC4-B92EF42729AF}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