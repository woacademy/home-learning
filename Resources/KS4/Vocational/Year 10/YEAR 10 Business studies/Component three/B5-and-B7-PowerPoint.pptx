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7DA37D-9CBA-4FCD-9C6E-1C12122E6B66}">
  <a:tblStyle styleId="{9F7DA37D-9CBA-4FCD-9C6E-1C12122E6B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{9F7DA37D-9CBA-4FCD-9C6E-1C12122E6B66}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{9F7DA37D-9CBA-4FCD-9C6E-1C12122E6B66}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