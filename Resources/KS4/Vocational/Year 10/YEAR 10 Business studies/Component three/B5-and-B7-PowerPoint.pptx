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F27610-E038-4205-8BBE-963A736562A2}">
  <a:tblStyle styleId="{FAF27610-E038-4205-8BBE-963A736562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{FAF27610-E038-4205-8BBE-963A736562A2}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{FAF27610-E038-4205-8BBE-963A736562A2}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