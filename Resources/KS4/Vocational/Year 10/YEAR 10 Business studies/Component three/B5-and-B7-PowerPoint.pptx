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423254-474F-43A8-A34F-DD99C146D922}">
  <a:tblStyle styleId="{11423254-474F-43A8-A34F-DD99C146D9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{11423254-474F-43A8-A34F-DD99C146D922}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{11423254-474F-43A8-A34F-DD99C146D922}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