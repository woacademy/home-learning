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EFFD1B-AA22-40DF-8B6B-B4696790485F}">
  <a:tblStyle styleId="{CAEFFD1B-AA22-40DF-8B6B-B469679048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{CAEFFD1B-AA22-40DF-8B6B-B4696790485F}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{CAEFFD1B-AA22-40DF-8B6B-B4696790485F}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