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8EDD7B-0695-45EC-B6F9-95A30CB6767F}">
  <a:tblStyle styleId="{898EDD7B-0695-45EC-B6F9-95A30CB676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{898EDD7B-0695-45EC-B6F9-95A30CB6767F}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{898EDD7B-0695-45EC-B6F9-95A30CB6767F}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