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5642A7-6BF1-4315-B1E0-C16248C347D3}">
  <a:tblStyle styleId="{945642A7-6BF1-4315-B1E0-C16248C347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{945642A7-6BF1-4315-B1E0-C16248C347D3}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{945642A7-6BF1-4315-B1E0-C16248C347D3}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