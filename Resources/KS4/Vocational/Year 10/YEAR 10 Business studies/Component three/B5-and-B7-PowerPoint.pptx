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303E31-75A1-4308-888A-B6D26695D5BA}">
  <a:tblStyle styleId="{01303E31-75A1-4308-888A-B6D26695D5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{01303E31-75A1-4308-888A-B6D26695D5BA}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{01303E31-75A1-4308-888A-B6D26695D5BA}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