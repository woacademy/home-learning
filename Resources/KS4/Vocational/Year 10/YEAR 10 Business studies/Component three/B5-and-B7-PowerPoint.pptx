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650C49-99FD-4D79-A00C-E953337D7273}">
  <a:tblStyle styleId="{F6650C49-99FD-4D79-A00C-E953337D72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{F6650C49-99FD-4D79-A00C-E953337D7273}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{F6650C49-99FD-4D79-A00C-E953337D7273}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