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044EAFE-EE84-40BB-A339-C565D48D911B}">
  <a:tblStyle styleId="{A044EAFE-EE84-40BB-A339-C565D48D911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6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2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3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3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4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5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4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7.png"/><Relationship Id="rId4" Type="http://schemas.openxmlformats.org/officeDocument/2006/relationships/image" Target="../media/image15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6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8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9.png"/><Relationship Id="rId4" Type="http://schemas.openxmlformats.org/officeDocument/2006/relationships/image" Target="../media/image10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1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{A044EAFE-EE84-40BB-A339-C565D48D911B}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{A044EAFE-EE84-40BB-A339-C565D48D911B}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