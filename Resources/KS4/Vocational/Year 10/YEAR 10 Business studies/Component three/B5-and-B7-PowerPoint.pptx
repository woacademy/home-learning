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D1874E-72EB-404A-A907-588B1EBAAB13}">
  <a:tblStyle styleId="{1ED1874E-72EB-404A-A907-588B1EBAAB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{1ED1874E-72EB-404A-A907-588B1EBAAB13}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{1ED1874E-72EB-404A-A907-588B1EBAAB13}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