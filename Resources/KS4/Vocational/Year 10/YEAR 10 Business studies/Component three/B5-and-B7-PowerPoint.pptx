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3E14B2-51D1-4D27-84D9-67804485673F}">
  <a:tblStyle styleId="{F03E14B2-51D1-4D27-84D9-6780448567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{F03E14B2-51D1-4D27-84D9-67804485673F}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{F03E14B2-51D1-4D27-84D9-67804485673F}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