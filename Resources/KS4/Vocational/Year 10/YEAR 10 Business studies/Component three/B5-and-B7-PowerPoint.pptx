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110741-176A-4A6A-9E89-A10C3C68BB6F}">
  <a:tblStyle styleId="{44110741-176A-4A6A-9E89-A10C3C68BB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{44110741-176A-4A6A-9E89-A10C3C68BB6F}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{44110741-176A-4A6A-9E89-A10C3C68BB6F}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