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0988DC-983E-47AE-BDFE-06FD64335131}">
  <a:tblStyle styleId="{EA0988DC-983E-47AE-BDFE-06FD6433513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{EA0988DC-983E-47AE-BDFE-06FD64335131}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{EA0988DC-983E-47AE-BDFE-06FD64335131}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