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969A8F-22D6-4B08-9556-1B8F5E1830E8}">
  <a:tblStyle styleId="{B1969A8F-22D6-4B08-9556-1B8F5E1830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{B1969A8F-22D6-4B08-9556-1B8F5E1830E8}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{B1969A8F-22D6-4B08-9556-1B8F5E1830E8}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