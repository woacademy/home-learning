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20782-BCB0-4E71-9CF5-57C1BEC6A9B7}">
  <a:tblStyle styleId="{FF820782-BCB0-4E71-9CF5-57C1BEC6A9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{FF820782-BCB0-4E71-9CF5-57C1BEC6A9B7}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{FF820782-BCB0-4E71-9CF5-57C1BEC6A9B7}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