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CA60A7-C7D2-4A31-A06C-1BAB564C8F70}">
  <a:tblStyle styleId="{C5CA60A7-C7D2-4A31-A06C-1BAB564C8F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{C5CA60A7-C7D2-4A31-A06C-1BAB564C8F70}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{C5CA60A7-C7D2-4A31-A06C-1BAB564C8F70}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