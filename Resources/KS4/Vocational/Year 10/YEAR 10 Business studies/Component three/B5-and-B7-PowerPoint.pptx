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56BF20-D0D8-4B37-9016-7817D800C9DE}">
  <a:tblStyle styleId="{F556BF20-D0D8-4B37-9016-7817D800C9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{F556BF20-D0D8-4B37-9016-7817D800C9DE}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{F556BF20-D0D8-4B37-9016-7817D800C9DE}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