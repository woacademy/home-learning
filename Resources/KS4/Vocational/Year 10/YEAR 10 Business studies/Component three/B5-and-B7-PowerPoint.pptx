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371E4-486C-4DA2-8870-2BE9EC37FBD9}">
  <a:tblStyle styleId="{685371E4-486C-4DA2-8870-2BE9EC37F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{685371E4-486C-4DA2-8870-2BE9EC37FBD9}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{685371E4-486C-4DA2-8870-2BE9EC37FBD9}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