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8B8200-5E5C-4556-8EAB-6BCE31FA1F76}">
  <a:tblStyle styleId="{418B8200-5E5C-4556-8EAB-6BCE31FA1F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{418B8200-5E5C-4556-8EAB-6BCE31FA1F76}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{418B8200-5E5C-4556-8EAB-6BCE31FA1F76}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