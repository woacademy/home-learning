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DB0DDF-DDA6-4ECB-9004-383BD4801623}">
  <a:tblStyle styleId="{4BDB0DDF-DDA6-4ECB-9004-383BD48016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{4BDB0DDF-DDA6-4ECB-9004-383BD4801623}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{4BDB0DDF-DDA6-4ECB-9004-383BD4801623}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