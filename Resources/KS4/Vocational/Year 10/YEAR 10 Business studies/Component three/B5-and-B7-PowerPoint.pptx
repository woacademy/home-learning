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896DE4-D29C-44FA-B14A-7350E3F40B6C}">
  <a:tblStyle styleId="{C9896DE4-D29C-44FA-B14A-7350E3F40B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{C9896DE4-D29C-44FA-B14A-7350E3F40B6C}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{C9896DE4-D29C-44FA-B14A-7350E3F40B6C}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