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588AF3F-2318-4AD2-9B81-711507A5FCB8}">
  <a:tblStyle styleId="{2588AF3F-2318-4AD2-9B81-711507A5FC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{2588AF3F-2318-4AD2-9B81-711507A5FCB8}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{2588AF3F-2318-4AD2-9B81-711507A5FCB8}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