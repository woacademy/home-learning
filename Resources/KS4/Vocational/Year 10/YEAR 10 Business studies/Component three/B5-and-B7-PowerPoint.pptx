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55A5F5-2D23-45DE-8EC8-2767A661AAFB}">
  <a:tblStyle styleId="{5955A5F5-2D23-45DE-8EC8-2767A661AA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{5955A5F5-2D23-45DE-8EC8-2767A661AAFB}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{5955A5F5-2D23-45DE-8EC8-2767A661AAFB}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