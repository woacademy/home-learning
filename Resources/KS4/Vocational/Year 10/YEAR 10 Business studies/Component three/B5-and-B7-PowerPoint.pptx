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E9387-A1F4-445F-AE8C-D01587A362C0}">
  <a:tblStyle styleId="{E31E9387-A1F4-445F-AE8C-D01587A36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{E31E9387-A1F4-445F-AE8C-D01587A362C0}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{E31E9387-A1F4-445F-AE8C-D01587A362C0}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