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70488D-310B-4C1D-ABD2-8F0676FCDFE1}">
  <a:tblStyle styleId="{7470488D-310B-4C1D-ABD2-8F0676FCDF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{7470488D-310B-4C1D-ABD2-8F0676FCDFE1}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{7470488D-310B-4C1D-ABD2-8F0676FCDFE1}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