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EED599-9A2E-497E-9EDD-614B889CCACD}">
  <a:tblStyle styleId="{04EED599-9A2E-497E-9EDD-614B889CCAC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{04EED599-9A2E-497E-9EDD-614B889CCACD}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{04EED599-9A2E-497E-9EDD-614B889CCACD}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