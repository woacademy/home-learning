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8F581F-D73F-4BA3-8EF8-E2B7572D42FD}">
  <a:tblStyle styleId="{478F581F-D73F-4BA3-8EF8-E2B7572D42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{478F581F-D73F-4BA3-8EF8-E2B7572D42FD}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{478F581F-D73F-4BA3-8EF8-E2B7572D42FD}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