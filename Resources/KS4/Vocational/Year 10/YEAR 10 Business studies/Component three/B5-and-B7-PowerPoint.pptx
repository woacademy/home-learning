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7F44B-4C2D-46E6-9BB8-29AA7CDD7E59}">
  <a:tblStyle styleId="{7377F44B-4C2D-46E6-9BB8-29AA7CDD7E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{7377F44B-4C2D-46E6-9BB8-29AA7CDD7E59}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{7377F44B-4C2D-46E6-9BB8-29AA7CDD7E59}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