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9A696A-CE9C-4829-947E-45C52C835124}">
  <a:tblStyle styleId="{E79A696A-CE9C-4829-947E-45C52C8351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{E79A696A-CE9C-4829-947E-45C52C835124}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{E79A696A-CE9C-4829-947E-45C52C835124}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