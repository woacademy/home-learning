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7C37352D-0A44-4C59-B440-4E43C38425F2}">
  <a:tblStyle styleId="{7C37352D-0A44-4C59-B440-4E43C38425F2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6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12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4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5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5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3.png"/><Relationship Id="rId4" Type="http://schemas.openxmlformats.org/officeDocument/2006/relationships/image" Target="../media/image13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0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9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7.png"/><Relationship Id="rId4" Type="http://schemas.openxmlformats.org/officeDocument/2006/relationships/image" Target="../media/image8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6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1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{7C37352D-0A44-4C59-B440-4E43C38425F2}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{7C37352D-0A44-4C59-B440-4E43C38425F2}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