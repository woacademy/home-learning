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51BCDA-1945-47DF-A5FF-E738A768EA69}">
  <a:tblStyle styleId="{3451BCDA-1945-47DF-A5FF-E738A768EA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{3451BCDA-1945-47DF-A5FF-E738A768EA69}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{3451BCDA-1945-47DF-A5FF-E738A768EA69}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