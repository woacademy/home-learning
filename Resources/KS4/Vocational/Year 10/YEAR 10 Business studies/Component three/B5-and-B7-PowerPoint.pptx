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F05742-3391-4A66-AC9C-F2548F43BEA5}">
  <a:tblStyle styleId="{EBF05742-3391-4A66-AC9C-F2548F43BE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{EBF05742-3391-4A66-AC9C-F2548F43BEA5}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{EBF05742-3391-4A66-AC9C-F2548F43BEA5}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