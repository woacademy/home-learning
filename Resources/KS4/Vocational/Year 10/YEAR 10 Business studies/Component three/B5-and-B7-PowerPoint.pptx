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6E8E5E-9A0F-415C-BFFA-10982F057858}">
  <a:tblStyle styleId="{636E8E5E-9A0F-415C-BFFA-10982F0578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{636E8E5E-9A0F-415C-BFFA-10982F057858}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{636E8E5E-9A0F-415C-BFFA-10982F057858}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