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BF28AD-BD46-42C0-B8D1-B37CA4BFE598}">
  <a:tblStyle styleId="{F2BF28AD-BD46-42C0-B8D1-B37CA4BFE5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{F2BF28AD-BD46-42C0-B8D1-B37CA4BFE598}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{F2BF28AD-BD46-42C0-B8D1-B37CA4BFE598}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