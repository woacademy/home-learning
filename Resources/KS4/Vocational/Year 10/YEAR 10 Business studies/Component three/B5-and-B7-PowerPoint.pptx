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5735FB-B8CD-4E44-BA97-8A44A317D3F2}">
  <a:tblStyle styleId="{265735FB-B8CD-4E44-BA97-8A44A317D3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{265735FB-B8CD-4E44-BA97-8A44A317D3F2}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{265735FB-B8CD-4E44-BA97-8A44A317D3F2}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