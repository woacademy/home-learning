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3DE1E0-8171-40E8-8952-D42779F9405C}">
  <a:tblStyle styleId="{403DE1E0-8171-40E8-8952-D42779F940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{403DE1E0-8171-40E8-8952-D42779F9405C}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{403DE1E0-8171-40E8-8952-D42779F9405C}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