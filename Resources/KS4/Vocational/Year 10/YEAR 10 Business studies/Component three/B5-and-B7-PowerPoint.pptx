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F24AD6-122C-4DB9-8BCA-E17A3EDA18C9}">
  <a:tblStyle styleId="{77F24AD6-122C-4DB9-8BCA-E17A3EDA18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{77F24AD6-122C-4DB9-8BCA-E17A3EDA18C9}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{77F24AD6-122C-4DB9-8BCA-E17A3EDA18C9}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