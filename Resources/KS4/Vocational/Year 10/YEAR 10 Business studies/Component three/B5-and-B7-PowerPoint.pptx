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21D91-BBD9-4E70-B670-5314843EF6B6}">
  <a:tblStyle styleId="{E5A21D91-BBD9-4E70-B670-5314843EF6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{E5A21D91-BBD9-4E70-B670-5314843EF6B6}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{E5A21D91-BBD9-4E70-B670-5314843EF6B6}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