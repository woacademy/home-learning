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4C054B7-FCFD-4433-ACBD-8E178D988EBA}">
  <a:tblStyle styleId="{14C054B7-FCFD-4433-ACBD-8E178D988EB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{14C054B7-FCFD-4433-ACBD-8E178D988EBA}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{14C054B7-FCFD-4433-ACBD-8E178D988EBA}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