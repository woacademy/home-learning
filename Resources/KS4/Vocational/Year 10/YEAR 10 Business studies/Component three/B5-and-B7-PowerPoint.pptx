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18DA92-7DA6-4115-A0D5-B70906E28F14}">
  <a:tblStyle styleId="{BE18DA92-7DA6-4115-A0D5-B70906E28F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{BE18DA92-7DA6-4115-A0D5-B70906E28F14}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{BE18DA92-7DA6-4115-A0D5-B70906E28F14}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