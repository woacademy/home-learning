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FDB76D-9D36-49AF-B682-836BA3CE85B9}">
  <a:tblStyle styleId="{CAFDB76D-9D36-49AF-B682-836BA3CE85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{CAFDB76D-9D36-49AF-B682-836BA3CE85B9}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{CAFDB76D-9D36-49AF-B682-836BA3CE85B9}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