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D60ED0-2C67-420E-BA0D-DBE6B03B0778}">
  <a:tblStyle styleId="{97D60ED0-2C67-420E-BA0D-DBE6B03B07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{97D60ED0-2C67-420E-BA0D-DBE6B03B0778}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{97D60ED0-2C67-420E-BA0D-DBE6B03B0778}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