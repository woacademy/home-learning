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3D57D3-BC33-4898-95F4-35EC6E875587}">
  <a:tblStyle styleId="{4C3D57D3-BC33-4898-95F4-35EC6E8755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{4C3D57D3-BC33-4898-95F4-35EC6E875587}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{4C3D57D3-BC33-4898-95F4-35EC6E875587}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