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F99D30-537B-4684-99F0-8E06117299E5}">
  <a:tblStyle styleId="{AAF99D30-537B-4684-99F0-8E06117299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{AAF99D30-537B-4684-99F0-8E06117299E5}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{AAF99D30-537B-4684-99F0-8E06117299E5}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