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406F09-C676-4F2B-9B03-D11DE133D27D}">
  <a:tblStyle styleId="{AA406F09-C676-4F2B-9B03-D11DE133D2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{AA406F09-C676-4F2B-9B03-D11DE133D27D}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{AA406F09-C676-4F2B-9B03-D11DE133D27D}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