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B5B859-C774-4494-BEC7-72A58803B8B2}">
  <a:tblStyle styleId="{55B5B859-C774-4494-BEC7-72A58803B8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{55B5B859-C774-4494-BEC7-72A58803B8B2}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{55B5B859-C774-4494-BEC7-72A58803B8B2}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