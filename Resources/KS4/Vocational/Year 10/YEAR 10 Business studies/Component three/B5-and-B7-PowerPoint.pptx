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ACE5CE-C366-4FF0-B507-490A345C672F}">
  <a:tblStyle styleId="{E4ACE5CE-C366-4FF0-B507-490A345C67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{E4ACE5CE-C366-4FF0-B507-490A345C672F}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{E4ACE5CE-C366-4FF0-B507-490A345C672F}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