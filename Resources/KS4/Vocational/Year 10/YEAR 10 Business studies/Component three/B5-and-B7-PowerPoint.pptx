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2E49F-1F59-49FD-BB15-FCB0A1AA2C31}">
  <a:tblStyle styleId="{0CD2E49F-1F59-49FD-BB15-FCB0A1AA2C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{0CD2E49F-1F59-49FD-BB15-FCB0A1AA2C31}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{0CD2E49F-1F59-49FD-BB15-FCB0A1AA2C31}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