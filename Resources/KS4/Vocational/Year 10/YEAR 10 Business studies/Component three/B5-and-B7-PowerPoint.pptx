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82EB8F-AA80-4048-AEEB-C4916ADFC987}">
  <a:tblStyle styleId="{0082EB8F-AA80-4048-AEEB-C4916ADFC9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{0082EB8F-AA80-4048-AEEB-C4916ADFC987}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{0082EB8F-AA80-4048-AEEB-C4916ADFC987}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