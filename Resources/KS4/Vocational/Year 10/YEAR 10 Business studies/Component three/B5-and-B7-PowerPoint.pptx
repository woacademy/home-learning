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2A5A827-1515-4B4B-8540-20D3F4283B23}">
  <a:tblStyle styleId="{92A5A827-1515-4B4B-8540-20D3F4283B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{92A5A827-1515-4B4B-8540-20D3F4283B23}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{92A5A827-1515-4B4B-8540-20D3F4283B23}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