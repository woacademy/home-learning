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232115-0D2B-4A49-8C3E-AEF787F28BCF}">
  <a:tblStyle styleId="{02232115-0D2B-4A49-8C3E-AEF787F28B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{02232115-0D2B-4A49-8C3E-AEF787F28BCF}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{02232115-0D2B-4A49-8C3E-AEF787F28BCF}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