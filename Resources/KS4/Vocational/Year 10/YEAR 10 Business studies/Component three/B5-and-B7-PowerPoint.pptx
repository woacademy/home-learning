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6709947-1D79-4482-8D8D-731D9BA0C581}">
  <a:tblStyle styleId="{86709947-1D79-4482-8D8D-731D9BA0C58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{86709947-1D79-4482-8D8D-731D9BA0C581}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{86709947-1D79-4482-8D8D-731D9BA0C581}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