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2C05DA-C9AC-431C-BB12-A09BFBE509E3}">
  <a:tblStyle styleId="{072C05DA-C9AC-431C-BB12-A09BFBE509E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{072C05DA-C9AC-431C-BB12-A09BFBE509E3}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{072C05DA-C9AC-431C-BB12-A09BFBE509E3}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