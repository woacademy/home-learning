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223CDF-C2A4-4329-8540-F05851615677}">
  <a:tblStyle styleId="{1D223CDF-C2A4-4329-8540-F058516156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{1D223CDF-C2A4-4329-8540-F05851615677}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{1D223CDF-C2A4-4329-8540-F05851615677}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