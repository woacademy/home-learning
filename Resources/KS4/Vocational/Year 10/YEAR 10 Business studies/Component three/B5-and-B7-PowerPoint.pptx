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52C3EE-7BD0-4F95-AD4C-87FB08377405}">
  <a:tblStyle styleId="{DE52C3EE-7BD0-4F95-AD4C-87FB083774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{DE52C3EE-7BD0-4F95-AD4C-87FB08377405}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{DE52C3EE-7BD0-4F95-AD4C-87FB08377405}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