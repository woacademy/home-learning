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1E9BBA-4A38-471A-B8B3-B2374C5BFD1D}">
  <a:tblStyle styleId="{311E9BBA-4A38-471A-B8B3-B2374C5BFD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{311E9BBA-4A38-471A-B8B3-B2374C5BFD1D}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{311E9BBA-4A38-471A-B8B3-B2374C5BFD1D}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