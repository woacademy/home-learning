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5D4A90-2D3C-4FAB-AAA0-3E82D9ABFB6E}">
  <a:tblStyle styleId="{705D4A90-2D3C-4FAB-AAA0-3E82D9ABFB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{705D4A90-2D3C-4FAB-AAA0-3E82D9ABFB6E}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{705D4A90-2D3C-4FAB-AAA0-3E82D9ABFB6E}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