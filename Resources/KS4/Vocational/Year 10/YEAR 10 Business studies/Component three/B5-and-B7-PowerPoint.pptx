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B7BA0-2A6A-43F8-B589-A54919451CCB}">
  <a:tblStyle styleId="{3F8B7BA0-2A6A-43F8-B589-A54919451C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{3F8B7BA0-2A6A-43F8-B589-A54919451CCB}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{3F8B7BA0-2A6A-43F8-B589-A54919451CCB}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