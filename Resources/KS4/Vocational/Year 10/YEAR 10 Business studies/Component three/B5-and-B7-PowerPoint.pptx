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277841-7D81-491B-BB12-80D636FE1D35}">
  <a:tblStyle styleId="{16277841-7D81-491B-BB12-80D636FE1D3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{16277841-7D81-491B-BB12-80D636FE1D35}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{16277841-7D81-491B-BB12-80D636FE1D35}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