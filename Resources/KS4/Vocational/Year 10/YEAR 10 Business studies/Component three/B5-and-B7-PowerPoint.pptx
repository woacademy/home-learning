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F747E0-6635-4D1E-B6BA-CB8240CF7D04}">
  <a:tblStyle styleId="{FDF747E0-6635-4D1E-B6BA-CB8240CF7D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{FDF747E0-6635-4D1E-B6BA-CB8240CF7D04}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{FDF747E0-6635-4D1E-B6BA-CB8240CF7D04}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