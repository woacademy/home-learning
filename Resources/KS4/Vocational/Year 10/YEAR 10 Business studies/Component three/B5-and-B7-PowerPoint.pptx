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C9DAF9-F96F-42E8-93BB-7CF6C882097E}">
  <a:tblStyle styleId="{CBC9DAF9-F96F-42E8-93BB-7CF6C882097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{CBC9DAF9-F96F-42E8-93BB-7CF6C882097E}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{CBC9DAF9-F96F-42E8-93BB-7CF6C882097E}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