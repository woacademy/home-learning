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E03C71-B9E2-4367-8827-EF6C4D8A4030}">
  <a:tblStyle styleId="{46E03C71-B9E2-4367-8827-EF6C4D8A40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{46E03C71-B9E2-4367-8827-EF6C4D8A4030}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{46E03C71-B9E2-4367-8827-EF6C4D8A4030}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