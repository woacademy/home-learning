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3DD4F2-9130-4D4A-80E2-A5F04C790A31}">
  <a:tblStyle styleId="{F13DD4F2-9130-4D4A-80E2-A5F04C790A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{F13DD4F2-9130-4D4A-80E2-A5F04C790A31}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{F13DD4F2-9130-4D4A-80E2-A5F04C790A31}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