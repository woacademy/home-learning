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C46EC2A-054E-444B-8EDC-81AF4482C00D}">
  <a:tblStyle styleId="{0C46EC2A-054E-444B-8EDC-81AF4482C0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{0C46EC2A-054E-444B-8EDC-81AF4482C00D}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{0C46EC2A-054E-444B-8EDC-81AF4482C00D}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