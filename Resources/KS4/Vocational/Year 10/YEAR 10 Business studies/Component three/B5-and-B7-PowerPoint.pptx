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03ED36-0B1F-4A36-B7C9-C096BBBE843B}">
  <a:tblStyle styleId="{BF03ED36-0B1F-4A36-B7C9-C096BBBE84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{BF03ED36-0B1F-4A36-B7C9-C096BBBE843B}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{BF03ED36-0B1F-4A36-B7C9-C096BBBE843B}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