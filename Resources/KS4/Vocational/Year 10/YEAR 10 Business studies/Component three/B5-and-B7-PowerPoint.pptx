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E8E1A4-D679-4C3B-84B1-22AA3262599C}">
  <a:tblStyle styleId="{F5E8E1A4-D679-4C3B-84B1-22AA326259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{F5E8E1A4-D679-4C3B-84B1-22AA3262599C}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{F5E8E1A4-D679-4C3B-84B1-22AA3262599C}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