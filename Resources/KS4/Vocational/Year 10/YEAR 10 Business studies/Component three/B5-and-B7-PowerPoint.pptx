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4590CA-0D7B-4D47-B152-C6C9C04378BC}">
  <a:tblStyle styleId="{7A4590CA-0D7B-4D47-B152-C6C9C04378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{7A4590CA-0D7B-4D47-B152-C6C9C04378BC}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{7A4590CA-0D7B-4D47-B152-C6C9C04378BC}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