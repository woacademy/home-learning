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D281B-A6C4-4FA7-9C80-1169143ACB52}">
  <a:tblStyle styleId="{2C8D281B-A6C4-4FA7-9C80-1169143ACB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{2C8D281B-A6C4-4FA7-9C80-1169143ACB52}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{2C8D281B-A6C4-4FA7-9C80-1169143ACB52}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