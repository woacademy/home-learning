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C7E926-86F0-4151-947D-E8F9A2C739A2}">
  <a:tblStyle styleId="{ECC7E926-86F0-4151-947D-E8F9A2C739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{ECC7E926-86F0-4151-947D-E8F9A2C739A2}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{ECC7E926-86F0-4151-947D-E8F9A2C739A2}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