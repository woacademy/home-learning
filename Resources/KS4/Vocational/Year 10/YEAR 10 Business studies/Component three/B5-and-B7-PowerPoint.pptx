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88CB40-A939-44D6-8AC4-E1FD8AF8FE83}">
  <a:tblStyle styleId="{3B88CB40-A939-44D6-8AC4-E1FD8AF8FE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{3B88CB40-A939-44D6-8AC4-E1FD8AF8FE83}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{3B88CB40-A939-44D6-8AC4-E1FD8AF8FE83}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