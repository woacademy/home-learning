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A08CB-1D22-435F-BF2F-F8EE30DA8C43}">
  <a:tblStyle styleId="{E2EA08CB-1D22-435F-BF2F-F8EE30DA8C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{E2EA08CB-1D22-435F-BF2F-F8EE30DA8C43}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{E2EA08CB-1D22-435F-BF2F-F8EE30DA8C43}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