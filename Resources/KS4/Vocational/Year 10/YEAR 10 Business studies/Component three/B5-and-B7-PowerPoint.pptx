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4FDFBC-4877-43E1-9F13-EB4EBDABB5A7}">
  <a:tblStyle styleId="{814FDFBC-4877-43E1-9F13-EB4EBDABB5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{814FDFBC-4877-43E1-9F13-EB4EBDABB5A7}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{814FDFBC-4877-43E1-9F13-EB4EBDABB5A7}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