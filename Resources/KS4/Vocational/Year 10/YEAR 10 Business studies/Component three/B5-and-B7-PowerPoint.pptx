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DA003C-482E-4D9D-9556-1976F2E98E99}">
  <a:tblStyle styleId="{98DA003C-482E-4D9D-9556-1976F2E98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{98DA003C-482E-4D9D-9556-1976F2E98E99}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{98DA003C-482E-4D9D-9556-1976F2E98E99}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