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73D906-45C4-46FB-95E5-EFE0FB1B4A15}">
  <a:tblStyle styleId="{6273D906-45C4-46FB-95E5-EFE0FB1B4A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{6273D906-45C4-46FB-95E5-EFE0FB1B4A15}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{6273D906-45C4-46FB-95E5-EFE0FB1B4A15}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