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932CB4-8947-46A0-8482-9BD387521162}">
  <a:tblStyle styleId="{E9932CB4-8947-46A0-8482-9BD3875211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{E9932CB4-8947-46A0-8482-9BD387521162}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{E9932CB4-8947-46A0-8482-9BD387521162}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