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167AD0-C0E9-41C9-B0F0-0E778D9BD20A}">
  <a:tblStyle styleId="{22167AD0-C0E9-41C9-B0F0-0E778D9BD2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{22167AD0-C0E9-41C9-B0F0-0E778D9BD20A}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{22167AD0-C0E9-41C9-B0F0-0E778D9BD20A}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