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CE287C-C06E-478C-BC21-BBC16BAC3BBD}">
  <a:tblStyle styleId="{2FCE287C-C06E-478C-BC21-BBC16BAC3B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{2FCE287C-C06E-478C-BC21-BBC16BAC3BBD}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{2FCE287C-C06E-478C-BC21-BBC16BAC3BBD}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