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F7AFE2-D51D-4A44-8188-8149916AE82E}">
  <a:tblStyle styleId="{D6F7AFE2-D51D-4A44-8188-8149916AE8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{D6F7AFE2-D51D-4A44-8188-8149916AE82E}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{D6F7AFE2-D51D-4A44-8188-8149916AE82E}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