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FC6028-5436-4CD0-A5FF-8A315EF607F8}">
  <a:tblStyle styleId="{54FC6028-5436-4CD0-A5FF-8A315EF607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{54FC6028-5436-4CD0-A5FF-8A315EF607F8}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{54FC6028-5436-4CD0-A5FF-8A315EF607F8}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