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95B97F1-CCBA-4E9C-8109-CE0A6EB49EF1}">
  <a:tblStyle styleId="{895B97F1-CCBA-4E9C-8109-CE0A6EB49EF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{895B97F1-CCBA-4E9C-8109-CE0A6EB49EF1}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{895B97F1-CCBA-4E9C-8109-CE0A6EB49EF1}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