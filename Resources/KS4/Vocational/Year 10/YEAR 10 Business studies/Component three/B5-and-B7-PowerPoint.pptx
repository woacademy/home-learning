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1F43D-84CB-4BF5-8AB9-DB08F822D288}">
  <a:tblStyle styleId="{7321F43D-84CB-4BF5-8AB9-DB08F822D2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{7321F43D-84CB-4BF5-8AB9-DB08F822D288}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{7321F43D-84CB-4BF5-8AB9-DB08F822D288}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