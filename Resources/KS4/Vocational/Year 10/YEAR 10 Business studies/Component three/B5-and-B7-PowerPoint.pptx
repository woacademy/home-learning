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D94F40-4926-4B6F-B7EC-1BBBC396D062}">
  <a:tblStyle styleId="{A7D94F40-4926-4B6F-B7EC-1BBBC396D0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{A7D94F40-4926-4B6F-B7EC-1BBBC396D062}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{A7D94F40-4926-4B6F-B7EC-1BBBC396D062}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