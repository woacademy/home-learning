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A8EDBD-22A5-4DE0-9F05-4463D83E170C}">
  <a:tblStyle styleId="{B7A8EDBD-22A5-4DE0-9F05-4463D83E17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{B7A8EDBD-22A5-4DE0-9F05-4463D83E170C}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{B7A8EDBD-22A5-4DE0-9F05-4463D83E170C}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