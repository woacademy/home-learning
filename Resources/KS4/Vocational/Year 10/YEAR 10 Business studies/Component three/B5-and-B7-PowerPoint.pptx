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5CF92-6D0B-4A2C-B045-354F5E923459}">
  <a:tblStyle styleId="{2795CF92-6D0B-4A2C-B045-354F5E9234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{2795CF92-6D0B-4A2C-B045-354F5E923459}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{2795CF92-6D0B-4A2C-B045-354F5E923459}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