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67546D-3B9F-4B6B-9B7E-69BF5F52D986}">
  <a:tblStyle styleId="{BE67546D-3B9F-4B6B-9B7E-69BF5F52D9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{BE67546D-3B9F-4B6B-9B7E-69BF5F52D986}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{BE67546D-3B9F-4B6B-9B7E-69BF5F52D986}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