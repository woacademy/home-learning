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29F2EF-5824-47B5-A880-D89A6E45E0CD}">
  <a:tblStyle styleId="{6B29F2EF-5824-47B5-A880-D89A6E45E0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{6B29F2EF-5824-47B5-A880-D89A6E45E0CD}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{6B29F2EF-5824-47B5-A880-D89A6E45E0CD}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