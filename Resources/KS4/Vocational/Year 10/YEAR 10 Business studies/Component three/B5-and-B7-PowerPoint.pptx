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68767-80D8-4D94-BEBA-BD75F76857AF}">
  <a:tblStyle styleId="{94D68767-80D8-4D94-BEBA-BD75F76857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{94D68767-80D8-4D94-BEBA-BD75F76857AF}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{94D68767-80D8-4D94-BEBA-BD75F76857AF}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