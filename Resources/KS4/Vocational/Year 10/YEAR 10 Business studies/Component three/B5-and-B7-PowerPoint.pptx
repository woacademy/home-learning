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EBB6E8-06BC-4623-88FF-3535C6C5DD81}">
  <a:tblStyle styleId="{73EBB6E8-06BC-4623-88FF-3535C6C5DD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{73EBB6E8-06BC-4623-88FF-3535C6C5DD81}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{73EBB6E8-06BC-4623-88FF-3535C6C5DD81}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