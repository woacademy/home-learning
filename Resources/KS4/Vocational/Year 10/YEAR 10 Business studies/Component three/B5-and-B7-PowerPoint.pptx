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A8CC1-9864-4773-AE7D-F2CD046D365C}">
  <a:tblStyle styleId="{AE9A8CC1-9864-4773-AE7D-F2CD046D36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{AE9A8CC1-9864-4773-AE7D-F2CD046D365C}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{AE9A8CC1-9864-4773-AE7D-F2CD046D365C}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