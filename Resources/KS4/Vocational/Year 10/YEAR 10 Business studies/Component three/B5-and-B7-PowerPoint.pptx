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41E49A-4DFF-4D9A-95DB-BDD3840E46DC}">
  <a:tblStyle styleId="{E541E49A-4DFF-4D9A-95DB-BDD3840E46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{E541E49A-4DFF-4D9A-95DB-BDD3840E46DC}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{E541E49A-4DFF-4D9A-95DB-BDD3840E46DC}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