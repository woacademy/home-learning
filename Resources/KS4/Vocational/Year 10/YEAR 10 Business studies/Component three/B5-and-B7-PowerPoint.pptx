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ED1805-7B14-4A22-B5C8-C345199C386D}">
  <a:tblStyle styleId="{BEED1805-7B14-4A22-B5C8-C345199C38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{BEED1805-7B14-4A22-B5C8-C345199C386D}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{BEED1805-7B14-4A22-B5C8-C345199C386D}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