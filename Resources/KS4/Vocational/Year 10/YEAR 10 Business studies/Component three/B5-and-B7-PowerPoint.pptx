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DBDB3C-5C8F-4AE5-87B3-732938130A6D}">
  <a:tblStyle styleId="{05DBDB3C-5C8F-4AE5-87B3-732938130A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{05DBDB3C-5C8F-4AE5-87B3-732938130A6D}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{05DBDB3C-5C8F-4AE5-87B3-732938130A6D}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