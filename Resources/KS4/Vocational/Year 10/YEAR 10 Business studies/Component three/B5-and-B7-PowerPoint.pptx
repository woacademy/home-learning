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98E3B7-E67B-4687-8B63-3FADFF16D6C0}">
  <a:tblStyle styleId="{EF98E3B7-E67B-4687-8B63-3FADFF16D6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{EF98E3B7-E67B-4687-8B63-3FADFF16D6C0}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{EF98E3B7-E67B-4687-8B63-3FADFF16D6C0}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