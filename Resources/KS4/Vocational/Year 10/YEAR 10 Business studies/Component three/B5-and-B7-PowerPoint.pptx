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C8EB33-CA8E-4568-AD26-60EC908481C0}">
  <a:tblStyle styleId="{B1C8EB33-CA8E-4568-AD26-60EC908481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{B1C8EB33-CA8E-4568-AD26-60EC908481C0}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{B1C8EB33-CA8E-4568-AD26-60EC908481C0}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