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14021-CEE6-4117-ACEB-9ACC36830372}">
  <a:tblStyle styleId="{5E214021-CEE6-4117-ACEB-9ACC368303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{5E214021-CEE6-4117-ACEB-9ACC36830372}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{5E214021-CEE6-4117-ACEB-9ACC36830372}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