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5D8AF9-84F7-491E-A02D-1C505FE730EA}">
  <a:tblStyle styleId="{EF5D8AF9-84F7-491E-A02D-1C505FE730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{EF5D8AF9-84F7-491E-A02D-1C505FE730EA}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{EF5D8AF9-84F7-491E-A02D-1C505FE730EA}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