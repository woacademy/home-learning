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21AD63D-E3DB-42FE-BE78-FC06CA44F8A6}">
  <a:tblStyle styleId="{621AD63D-E3DB-42FE-BE78-FC06CA44F8A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6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8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2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7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3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6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{621AD63D-E3DB-42FE-BE78-FC06CA44F8A6}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{621AD63D-E3DB-42FE-BE78-FC06CA44F8A6}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