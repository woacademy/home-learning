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C0ABE7-24BE-4499-936C-8D2EAC08ED03}">
  <a:tblStyle styleId="{EDC0ABE7-24BE-4499-936C-8D2EAC08E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{EDC0ABE7-24BE-4499-936C-8D2EAC08ED03}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{EDC0ABE7-24BE-4499-936C-8D2EAC08ED03}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