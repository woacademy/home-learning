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5FF899-99E7-4E46-BE11-D08EEDD691C3}">
  <a:tblStyle styleId="{815FF899-99E7-4E46-BE11-D08EEDD691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{815FF899-99E7-4E46-BE11-D08EEDD691C3}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{815FF899-99E7-4E46-BE11-D08EEDD691C3}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