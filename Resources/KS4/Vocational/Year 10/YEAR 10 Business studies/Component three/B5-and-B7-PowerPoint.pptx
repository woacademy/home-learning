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FCD7205-1C00-4BAC-A976-A8F57B4CBAFA}">
  <a:tblStyle styleId="{4FCD7205-1C00-4BAC-A976-A8F57B4CBA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{4FCD7205-1C00-4BAC-A976-A8F57B4CBAFA}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{4FCD7205-1C00-4BAC-A976-A8F57B4CBAFA}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