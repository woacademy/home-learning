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8C6B56-BE0E-460A-A42A-E91D2B74B4ED}">
  <a:tblStyle styleId="{598C6B56-BE0E-460A-A42A-E91D2B74B4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{598C6B56-BE0E-460A-A42A-E91D2B74B4ED}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{598C6B56-BE0E-460A-A42A-E91D2B74B4ED}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