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404D2F-D5F9-40DC-9B3E-B0613B828554}">
  <a:tblStyle styleId="{37404D2F-D5F9-40DC-9B3E-B0613B8285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{37404D2F-D5F9-40DC-9B3E-B0613B828554}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{37404D2F-D5F9-40DC-9B3E-B0613B828554}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