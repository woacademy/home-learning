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618FFE-F776-4601-8C69-6C6166F57068}">
  <a:tblStyle styleId="{2B618FFE-F776-4601-8C69-6C6166F570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{2B618FFE-F776-4601-8C69-6C6166F57068}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{2B618FFE-F776-4601-8C69-6C6166F57068}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