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9654E3-7284-4AC6-9D7B-DDA8A7EDB04B}">
  <a:tblStyle styleId="{A59654E3-7284-4AC6-9D7B-DDA8A7EDB0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{A59654E3-7284-4AC6-9D7B-DDA8A7EDB04B}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{A59654E3-7284-4AC6-9D7B-DDA8A7EDB04B}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