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E5F3FF-2D8A-4C8F-9BAC-A9FF359CD667}">
  <a:tblStyle styleId="{23E5F3FF-2D8A-4C8F-9BAC-A9FF359CD6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{23E5F3FF-2D8A-4C8F-9BAC-A9FF359CD667}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{23E5F3FF-2D8A-4C8F-9BAC-A9FF359CD667}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