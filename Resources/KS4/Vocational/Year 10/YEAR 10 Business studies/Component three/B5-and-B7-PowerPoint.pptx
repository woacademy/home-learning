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FB408B-B3A3-4687-8A7A-FEB908B9636D}">
  <a:tblStyle styleId="{C5FB408B-B3A3-4687-8A7A-FEB908B963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{C5FB408B-B3A3-4687-8A7A-FEB908B9636D}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{C5FB408B-B3A3-4687-8A7A-FEB908B9636D}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