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2B6A082-728C-42D6-95EF-53D6F8A9F39E}">
  <a:tblStyle styleId="{82B6A082-728C-42D6-95EF-53D6F8A9F3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{82B6A082-728C-42D6-95EF-53D6F8A9F39E}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{82B6A082-728C-42D6-95EF-53D6F8A9F39E}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