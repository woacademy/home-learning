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3F46E83-2C38-4927-BC2A-94EAA8CDDC92}">
  <a:tblStyle styleId="{53F46E83-2C38-4927-BC2A-94EAA8CDDC9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{53F46E83-2C38-4927-BC2A-94EAA8CDDC92}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{53F46E83-2C38-4927-BC2A-94EAA8CDDC92}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