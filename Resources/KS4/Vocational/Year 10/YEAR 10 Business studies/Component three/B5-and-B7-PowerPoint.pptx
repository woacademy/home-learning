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46A292-E223-4244-92D8-434BA934E1C3}">
  <a:tblStyle styleId="{5D46A292-E223-4244-92D8-434BA934E1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{5D46A292-E223-4244-92D8-434BA934E1C3}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{5D46A292-E223-4244-92D8-434BA934E1C3}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