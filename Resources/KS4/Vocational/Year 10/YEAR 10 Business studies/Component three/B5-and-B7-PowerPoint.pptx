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55DD0-24DA-463D-A2C5-ED69C20142C8}">
  <a:tblStyle styleId="{CFD55DD0-24DA-463D-A2C5-ED69C20142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{CFD55DD0-24DA-463D-A2C5-ED69C20142C8}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{CFD55DD0-24DA-463D-A2C5-ED69C20142C8}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