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4F5BF8-499E-47DC-B330-8E976906494E}">
  <a:tblStyle styleId="{3C4F5BF8-499E-47DC-B330-8E97690649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{3C4F5BF8-499E-47DC-B330-8E976906494E}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{3C4F5BF8-499E-47DC-B330-8E976906494E}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