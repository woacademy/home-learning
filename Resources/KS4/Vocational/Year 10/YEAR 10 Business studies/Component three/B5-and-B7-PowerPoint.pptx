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B1B613-695F-4D4D-A816-BAA538133ECF}">
  <a:tblStyle styleId="{A8B1B613-695F-4D4D-A816-BAA538133E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{A8B1B613-695F-4D4D-A816-BAA538133ECF}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{A8B1B613-695F-4D4D-A816-BAA538133ECF}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