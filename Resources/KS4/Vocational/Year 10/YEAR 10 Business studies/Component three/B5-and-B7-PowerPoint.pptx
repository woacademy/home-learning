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0754C7-9472-4B86-9655-DD21834A8870}">
  <a:tblStyle styleId="{A60754C7-9472-4B86-9655-DD21834A88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{A60754C7-9472-4B86-9655-DD21834A8870}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{A60754C7-9472-4B86-9655-DD21834A8870}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