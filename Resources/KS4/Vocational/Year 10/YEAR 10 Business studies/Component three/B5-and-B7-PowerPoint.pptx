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0E75B1-D420-45C9-A8A8-00BCDC6BA0E8}">
  <a:tblStyle styleId="{BE0E75B1-D420-45C9-A8A8-00BCDC6BA0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{BE0E75B1-D420-45C9-A8A8-00BCDC6BA0E8}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{BE0E75B1-D420-45C9-A8A8-00BCDC6BA0E8}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