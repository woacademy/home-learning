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67EB14-CF5E-4179-8DAB-D066BFAC90F3}">
  <a:tblStyle styleId="{C467EB14-CF5E-4179-8DAB-D066BFAC90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{C467EB14-CF5E-4179-8DAB-D066BFAC90F3}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{C467EB14-CF5E-4179-8DAB-D066BFAC90F3}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