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976570-62FA-40F4-B5EB-CBF81EDF4CA5}">
  <a:tblStyle styleId="{3C976570-62FA-40F4-B5EB-CBF81EDF4C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{3C976570-62FA-40F4-B5EB-CBF81EDF4CA5}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{3C976570-62FA-40F4-B5EB-CBF81EDF4CA5}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