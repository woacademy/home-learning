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10BFA1-7C3A-4B72-8548-9F7F372CB64A}">
  <a:tblStyle styleId="{F410BFA1-7C3A-4B72-8548-9F7F372CB6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{F410BFA1-7C3A-4B72-8548-9F7F372CB64A}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{F410BFA1-7C3A-4B72-8548-9F7F372CB64A}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