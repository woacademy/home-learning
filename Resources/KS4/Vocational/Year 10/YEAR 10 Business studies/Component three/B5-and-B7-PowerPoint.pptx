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5EC70E-6470-4B20-BC2A-496A9C16EBA1}">
  <a:tblStyle styleId="{CF5EC70E-6470-4B20-BC2A-496A9C16EB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{CF5EC70E-6470-4B20-BC2A-496A9C16EBA1}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{CF5EC70E-6470-4B20-BC2A-496A9C16EBA1}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