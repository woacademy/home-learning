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DFA3DB8-C612-4BA1-846E-F97B2005E9EF}">
  <a:tblStyle styleId="{1DFA3DB8-C612-4BA1-846E-F97B2005E9E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8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{1DFA3DB8-C612-4BA1-846E-F97B2005E9EF}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{1DFA3DB8-C612-4BA1-846E-F97B2005E9EF}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