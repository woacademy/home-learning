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64E449-D33A-479B-AAE3-9A544476E494}">
  <a:tblStyle styleId="{4764E449-D33A-479B-AAE3-9A544476E4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{4764E449-D33A-479B-AAE3-9A544476E494}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{4764E449-D33A-479B-AAE3-9A544476E494}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