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3DFFD9-8638-420F-836C-06DE6E11B002}">
  <a:tblStyle styleId="{533DFFD9-8638-420F-836C-06DE6E11B0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{533DFFD9-8638-420F-836C-06DE6E11B002}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{533DFFD9-8638-420F-836C-06DE6E11B002}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