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EFD623-DF94-4BAD-A035-00FFDF830CDC}">
  <a:tblStyle styleId="{43EFD623-DF94-4BAD-A035-00FFDF830C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{43EFD623-DF94-4BAD-A035-00FFDF830CDC}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{43EFD623-DF94-4BAD-A035-00FFDF830CDC}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