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105C6-AE5A-43CD-AA1D-9F3C442DE005}">
  <a:tblStyle styleId="{B95105C6-AE5A-43CD-AA1D-9F3C442DE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{B95105C6-AE5A-43CD-AA1D-9F3C442DE005}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{B95105C6-AE5A-43CD-AA1D-9F3C442DE005}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