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429353-C130-4858-9892-2E262BD20C70}">
  <a:tblStyle styleId="{AE429353-C130-4858-9892-2E262BD20C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{AE429353-C130-4858-9892-2E262BD20C70}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{AE429353-C130-4858-9892-2E262BD20C70}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