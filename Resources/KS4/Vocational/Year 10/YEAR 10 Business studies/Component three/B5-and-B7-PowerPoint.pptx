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BEBE4-E974-487D-B49B-BCA3B681CD9E}">
  <a:tblStyle styleId="{3BBBEBE4-E974-487D-B49B-BCA3B681CD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{3BBBEBE4-E974-487D-B49B-BCA3B681CD9E}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{3BBBEBE4-E974-487D-B49B-BCA3B681CD9E}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