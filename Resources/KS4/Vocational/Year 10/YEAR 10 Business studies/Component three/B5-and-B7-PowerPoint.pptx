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911761-D26A-4320-B76E-3402E084A86A}">
  <a:tblStyle styleId="{63911761-D26A-4320-B76E-3402E084A86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{63911761-D26A-4320-B76E-3402E084A86A}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{63911761-D26A-4320-B76E-3402E084A86A}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