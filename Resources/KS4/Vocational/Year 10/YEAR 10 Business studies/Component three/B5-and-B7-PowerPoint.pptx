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2BA6B6-9306-4637-BC3B-2636056F1A08}">
  <a:tblStyle styleId="{562BA6B6-9306-4637-BC3B-2636056F1A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{562BA6B6-9306-4637-BC3B-2636056F1A08}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{562BA6B6-9306-4637-BC3B-2636056F1A08}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