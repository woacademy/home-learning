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75F401E-5E3F-45CC-9A70-893C72FB4B2F}">
  <a:tblStyle styleId="{375F401E-5E3F-45CC-9A70-893C72FB4B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{375F401E-5E3F-45CC-9A70-893C72FB4B2F}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{375F401E-5E3F-45CC-9A70-893C72FB4B2F}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