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D4C241C8-0A67-48D8-8AFC-8CE1A5BCDF6F}">
  <a:tblStyle styleId="{D4C241C8-0A67-48D8-8AFC-8CE1A5BCDF6F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5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11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0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6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8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5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{D4C241C8-0A67-48D8-8AFC-8CE1A5BCDF6F}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{D4C241C8-0A67-48D8-8AFC-8CE1A5BCDF6F}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