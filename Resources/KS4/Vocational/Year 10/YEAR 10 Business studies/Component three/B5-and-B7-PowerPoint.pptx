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5FE873-6B62-44B6-B628-A3E8E4CF5A29}">
  <a:tblStyle styleId="{425FE873-6B62-44B6-B628-A3E8E4CF5A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{425FE873-6B62-44B6-B628-A3E8E4CF5A29}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{425FE873-6B62-44B6-B628-A3E8E4CF5A29}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