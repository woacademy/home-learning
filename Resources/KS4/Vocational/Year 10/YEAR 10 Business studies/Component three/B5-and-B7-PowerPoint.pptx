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4E390B-2463-481F-A36C-2D969D195EA3}">
  <a:tblStyle styleId="{EF4E390B-2463-481F-A36C-2D969D195E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{EF4E390B-2463-481F-A36C-2D969D195EA3}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{EF4E390B-2463-481F-A36C-2D969D195EA3}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