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59678-B238-43D0-916E-1FDECE08A642}">
  <a:tblStyle styleId="{7F359678-B238-43D0-916E-1FDECE08A6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{7F359678-B238-43D0-916E-1FDECE08A642}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{7F359678-B238-43D0-916E-1FDECE08A642}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