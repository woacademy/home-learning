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24AF3B-84FD-40B1-9D2F-AC344F566D7A}">
  <a:tblStyle styleId="{5624AF3B-84FD-40B1-9D2F-AC344F566D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{5624AF3B-84FD-40B1-9D2F-AC344F566D7A}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{5624AF3B-84FD-40B1-9D2F-AC344F566D7A}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