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6BC67B-CE1D-4C05-8460-A449831AB23E}">
  <a:tblStyle styleId="{A06BC67B-CE1D-4C05-8460-A449831AB2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{A06BC67B-CE1D-4C05-8460-A449831AB23E}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{A06BC67B-CE1D-4C05-8460-A449831AB23E}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