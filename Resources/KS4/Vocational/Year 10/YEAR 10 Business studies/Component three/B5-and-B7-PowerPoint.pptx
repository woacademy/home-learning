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E59534-BD76-4EB0-B177-492412B87919}">
  <a:tblStyle styleId="{17E59534-BD76-4EB0-B177-492412B879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{17E59534-BD76-4EB0-B177-492412B87919}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{17E59534-BD76-4EB0-B177-492412B87919}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