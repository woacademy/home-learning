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74F9A9-A986-45F6-AFE4-67B09C5769E0}">
  <a:tblStyle styleId="{E974F9A9-A986-45F6-AFE4-67B09C5769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{E974F9A9-A986-45F6-AFE4-67B09C5769E0}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{E974F9A9-A986-45F6-AFE4-67B09C5769E0}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