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3E0D4DE-F569-4E7A-A098-6C5CA37C6C85}">
  <a:tblStyle styleId="{B3E0D4DE-F569-4E7A-A098-6C5CA37C6C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5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{B3E0D4DE-F569-4E7A-A098-6C5CA37C6C85}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{B3E0D4DE-F569-4E7A-A098-6C5CA37C6C85}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