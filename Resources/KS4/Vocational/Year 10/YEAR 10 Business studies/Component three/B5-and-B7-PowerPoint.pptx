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2EB97-0E6C-4401-8EE3-4339EC132555}">
  <a:tblStyle styleId="{5002EB97-0E6C-4401-8EE3-4339EC1325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{5002EB97-0E6C-4401-8EE3-4339EC132555}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{5002EB97-0E6C-4401-8EE3-4339EC132555}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