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72410E-578F-4A76-ABB7-A2BB30B23F73}">
  <a:tblStyle styleId="{8372410E-578F-4A76-ABB7-A2BB30B23F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{8372410E-578F-4A76-ABB7-A2BB30B23F73}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{8372410E-578F-4A76-ABB7-A2BB30B23F73}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