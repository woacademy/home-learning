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0B50C1-A281-48C4-8421-2A88858CB8D0}">
  <a:tblStyle styleId="{BA0B50C1-A281-48C4-8421-2A88858CB8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{BA0B50C1-A281-48C4-8421-2A88858CB8D0}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{BA0B50C1-A281-48C4-8421-2A88858CB8D0}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