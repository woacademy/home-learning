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E2E5E4A-D485-4743-AB38-6B117D1F3442}">
  <a:tblStyle styleId="{4E2E5E4A-D485-4743-AB38-6B117D1F344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{4E2E5E4A-D485-4743-AB38-6B117D1F3442}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{4E2E5E4A-D485-4743-AB38-6B117D1F3442}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