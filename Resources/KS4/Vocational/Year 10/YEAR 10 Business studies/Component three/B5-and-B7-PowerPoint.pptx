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3118CC-956F-457E-9C62-CF09097C924D}">
  <a:tblStyle styleId="{E83118CC-956F-457E-9C62-CF09097C92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{E83118CC-956F-457E-9C62-CF09097C924D}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{E83118CC-956F-457E-9C62-CF09097C924D}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