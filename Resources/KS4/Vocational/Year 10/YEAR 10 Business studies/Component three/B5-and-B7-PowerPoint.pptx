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DED4DC-7F50-486B-8631-9BC9C26BBC76}">
  <a:tblStyle styleId="{06DED4DC-7F50-486B-8631-9BC9C26BBC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{06DED4DC-7F50-486B-8631-9BC9C26BBC76}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{06DED4DC-7F50-486B-8631-9BC9C26BBC76}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