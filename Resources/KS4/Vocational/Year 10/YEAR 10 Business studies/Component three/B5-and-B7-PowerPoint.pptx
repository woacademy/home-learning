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85A032-862A-4AA9-808A-3A879AEC6FF2}">
  <a:tblStyle styleId="{C585A032-862A-4AA9-808A-3A879AEC6F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{C585A032-862A-4AA9-808A-3A879AEC6FF2}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{C585A032-862A-4AA9-808A-3A879AEC6FF2}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