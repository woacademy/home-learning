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73F814-C7DF-4ECB-89BF-DB9A98583260}">
  <a:tblStyle styleId="{7873F814-C7DF-4ECB-89BF-DB9A985832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{7873F814-C7DF-4ECB-89BF-DB9A98583260}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{7873F814-C7DF-4ECB-89BF-DB9A98583260}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