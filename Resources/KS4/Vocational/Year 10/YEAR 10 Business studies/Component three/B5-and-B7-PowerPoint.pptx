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A34B42-BBB7-45ED-A003-30CF0EB87329}">
  <a:tblStyle styleId="{ECA34B42-BBB7-45ED-A003-30CF0EB873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{ECA34B42-BBB7-45ED-A003-30CF0EB87329}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{ECA34B42-BBB7-45ED-A003-30CF0EB87329}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