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1E94B0-D19B-412B-8E47-1B079837AE2E}">
  <a:tblStyle styleId="{3B1E94B0-D19B-412B-8E47-1B079837AE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{3B1E94B0-D19B-412B-8E47-1B079837AE2E}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{3B1E94B0-D19B-412B-8E47-1B079837AE2E}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