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4B2737-D56F-43B7-8C58-1725A4F29023}">
  <a:tblStyle styleId="{F74B2737-D56F-43B7-8C58-1725A4F290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{F74B2737-D56F-43B7-8C58-1725A4F29023}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{F74B2737-D56F-43B7-8C58-1725A4F29023}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