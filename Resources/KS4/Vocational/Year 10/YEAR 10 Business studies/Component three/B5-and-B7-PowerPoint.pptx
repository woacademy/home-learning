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63B4C1-1C6A-451C-BF4F-A65174217763}">
  <a:tblStyle styleId="{F063B4C1-1C6A-451C-BF4F-A651742177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{F063B4C1-1C6A-451C-BF4F-A65174217763}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{F063B4C1-1C6A-451C-BF4F-A65174217763}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