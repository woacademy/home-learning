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8647ADE-EC9D-4A43-A14C-44CA94BEAA53}">
  <a:tblStyle styleId="{38647ADE-EC9D-4A43-A14C-44CA94BEAA5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7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8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{38647ADE-EC9D-4A43-A14C-44CA94BEAA53}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{38647ADE-EC9D-4A43-A14C-44CA94BEAA53}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