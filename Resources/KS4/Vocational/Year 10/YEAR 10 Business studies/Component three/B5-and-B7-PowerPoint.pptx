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249AA-3A14-43B5-87D0-73BC15F38DC8}">
  <a:tblStyle styleId="{69A249AA-3A14-43B5-87D0-73BC15F38D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{69A249AA-3A14-43B5-87D0-73BC15F38DC8}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{69A249AA-3A14-43B5-87D0-73BC15F38DC8}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