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0009E1-1F3B-48CA-B67A-5795828FFCB9}">
  <a:tblStyle styleId="{570009E1-1F3B-48CA-B67A-5795828FFC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{570009E1-1F3B-48CA-B67A-5795828FFCB9}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{570009E1-1F3B-48CA-B67A-5795828FFCB9}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