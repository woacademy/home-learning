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E9AE695D-D8C5-44DE-9051-3F18B4BA5446}">
  <a:tblStyle styleId="{E9AE695D-D8C5-44DE-9051-3F18B4BA544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5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6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4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9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4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1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{E9AE695D-D8C5-44DE-9051-3F18B4BA5446}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{E9AE695D-D8C5-44DE-9051-3F18B4BA5446}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