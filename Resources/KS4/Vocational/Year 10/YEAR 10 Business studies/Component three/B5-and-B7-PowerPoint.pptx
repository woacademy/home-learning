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E060F9-9E48-4F72-9EA1-39F3B2443D72}">
  <a:tblStyle styleId="{95E060F9-9E48-4F72-9EA1-39F3B2443D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{95E060F9-9E48-4F72-9EA1-39F3B2443D72}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{95E060F9-9E48-4F72-9EA1-39F3B2443D72}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