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705C5C-5D38-4768-8507-DCA3E62236FC}">
  <a:tblStyle styleId="{1D705C5C-5D38-4768-8507-DCA3E62236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{1D705C5C-5D38-4768-8507-DCA3E62236FC}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{1D705C5C-5D38-4768-8507-DCA3E62236FC}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