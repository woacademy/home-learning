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2A86FB0-9FED-4809-8310-A627F7082880}">
  <a:tblStyle styleId="{12A86FB0-9FED-4809-8310-A627F70828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{12A86FB0-9FED-4809-8310-A627F7082880}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{12A86FB0-9FED-4809-8310-A627F7082880}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