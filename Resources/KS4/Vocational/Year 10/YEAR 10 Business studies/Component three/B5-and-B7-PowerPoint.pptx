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D6BC1-D36D-446E-B841-73B10ACBE672}">
  <a:tblStyle styleId="{F00D6BC1-D36D-446E-B841-73B10ACBE6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{F00D6BC1-D36D-446E-B841-73B10ACBE672}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{F00D6BC1-D36D-446E-B841-73B10ACBE672}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