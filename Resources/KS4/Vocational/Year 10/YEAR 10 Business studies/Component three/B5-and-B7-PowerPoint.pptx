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48DE02-A7FD-4625-B9A3-BB6B1152EAC4}">
  <a:tblStyle styleId="{6148DE02-A7FD-4625-B9A3-BB6B1152EA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{6148DE02-A7FD-4625-B9A3-BB6B1152EAC4}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{6148DE02-A7FD-4625-B9A3-BB6B1152EAC4}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