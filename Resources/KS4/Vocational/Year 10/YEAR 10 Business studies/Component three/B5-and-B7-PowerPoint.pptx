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27860B-2AB6-4870-87CC-811FB9BB6E51}">
  <a:tblStyle styleId="{1227860B-2AB6-4870-87CC-811FB9BB6E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{1227860B-2AB6-4870-87CC-811FB9BB6E51}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{1227860B-2AB6-4870-87CC-811FB9BB6E51}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