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FFFC4D-7484-489C-9F8B-93D584EEC98E}">
  <a:tblStyle styleId="{B9FFFC4D-7484-489C-9F8B-93D584EEC9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{B9FFFC4D-7484-489C-9F8B-93D584EEC98E}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{B9FFFC4D-7484-489C-9F8B-93D584EEC98E}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