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4DD717-0778-4440-BDD6-FC11932947AB}">
  <a:tblStyle styleId="{964DD717-0778-4440-BDD6-FC11932947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{964DD717-0778-4440-BDD6-FC11932947AB}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{964DD717-0778-4440-BDD6-FC11932947AB}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