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0D9F92-5E6E-47C9-84E0-797580B581FD}">
  <a:tblStyle styleId="{2E0D9F92-5E6E-47C9-84E0-797580B581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{2E0D9F92-5E6E-47C9-84E0-797580B581FD}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{2E0D9F92-5E6E-47C9-84E0-797580B581FD}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