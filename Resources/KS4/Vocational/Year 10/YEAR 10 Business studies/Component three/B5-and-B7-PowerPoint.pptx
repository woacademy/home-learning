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904A7A-FA59-441E-B21A-8EBFCD1CDCE4}">
  <a:tblStyle styleId="{D9904A7A-FA59-441E-B21A-8EBFCD1CDC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{D9904A7A-FA59-441E-B21A-8EBFCD1CDCE4}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{D9904A7A-FA59-441E-B21A-8EBFCD1CDCE4}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