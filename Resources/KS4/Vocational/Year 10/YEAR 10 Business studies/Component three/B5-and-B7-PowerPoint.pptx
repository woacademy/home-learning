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C3C9F4-ED64-427E-A1B8-CC07FC88F8C2}">
  <a:tblStyle styleId="{93C3C9F4-ED64-427E-A1B8-CC07FC88F8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{93C3C9F4-ED64-427E-A1B8-CC07FC88F8C2}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{93C3C9F4-ED64-427E-A1B8-CC07FC88F8C2}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