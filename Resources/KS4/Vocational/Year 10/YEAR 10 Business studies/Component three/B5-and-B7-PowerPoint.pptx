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B2C3F0-D035-4BE5-8F58-B34D1EBBEA55}">
  <a:tblStyle styleId="{60B2C3F0-D035-4BE5-8F58-B34D1EBBEA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{60B2C3F0-D035-4BE5-8F58-B34D1EBBEA55}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{60B2C3F0-D035-4BE5-8F58-B34D1EBBEA55}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