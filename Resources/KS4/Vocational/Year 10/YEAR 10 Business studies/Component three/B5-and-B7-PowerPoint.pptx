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2BAFDF-9346-420E-B357-EA14F16072A2}">
  <a:tblStyle styleId="{7B2BAFDF-9346-420E-B357-EA14F1607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{7B2BAFDF-9346-420E-B357-EA14F16072A2}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{7B2BAFDF-9346-420E-B357-EA14F16072A2}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