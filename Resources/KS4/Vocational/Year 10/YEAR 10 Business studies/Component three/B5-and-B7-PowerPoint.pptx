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B1E85B-26BD-4869-913A-6AD87B8D653B}">
  <a:tblStyle styleId="{49B1E85B-26BD-4869-913A-6AD87B8D65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{49B1E85B-26BD-4869-913A-6AD87B8D653B}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{49B1E85B-26BD-4869-913A-6AD87B8D653B}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