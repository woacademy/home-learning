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C1873F3-96D2-4E3B-8BB7-AF1143A7A2F7}">
  <a:tblStyle styleId="{0C1873F3-96D2-4E3B-8BB7-AF1143A7A2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{0C1873F3-96D2-4E3B-8BB7-AF1143A7A2F7}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{0C1873F3-96D2-4E3B-8BB7-AF1143A7A2F7}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