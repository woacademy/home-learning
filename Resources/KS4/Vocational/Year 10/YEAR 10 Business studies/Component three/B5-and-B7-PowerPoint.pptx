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06DB39-A5BD-4927-AB21-D34884F18F87}">
  <a:tblStyle styleId="{4A06DB39-A5BD-4927-AB21-D34884F18F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{4A06DB39-A5BD-4927-AB21-D34884F18F87}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{4A06DB39-A5BD-4927-AB21-D34884F18F87}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