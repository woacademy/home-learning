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F28D69-16E8-470F-A90E-B55E669179A0}">
  <a:tblStyle styleId="{D5F28D69-16E8-470F-A90E-B55E669179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{D5F28D69-16E8-470F-A90E-B55E669179A0}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{D5F28D69-16E8-470F-A90E-B55E669179A0}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