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FC54BF-7F5A-440F-88DA-24AA76EA1F7A}">
  <a:tblStyle styleId="{1EFC54BF-7F5A-440F-88DA-24AA76EA1F7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{1EFC54BF-7F5A-440F-88DA-24AA76EA1F7A}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{1EFC54BF-7F5A-440F-88DA-24AA76EA1F7A}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