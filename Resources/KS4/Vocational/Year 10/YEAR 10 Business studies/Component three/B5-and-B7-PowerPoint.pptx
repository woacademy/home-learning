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B026D-C127-40F0-BA95-3CB454BF3700}">
  <a:tblStyle styleId="{CE1B026D-C127-40F0-BA95-3CB454BF37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{CE1B026D-C127-40F0-BA95-3CB454BF3700}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{CE1B026D-C127-40F0-BA95-3CB454BF3700}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