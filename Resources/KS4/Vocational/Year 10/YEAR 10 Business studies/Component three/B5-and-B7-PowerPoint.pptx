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29B59B-E7B0-41C8-BC96-0CBE7470E355}">
  <a:tblStyle styleId="{4029B59B-E7B0-41C8-BC96-0CBE7470E3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{4029B59B-E7B0-41C8-BC96-0CBE7470E355}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{4029B59B-E7B0-41C8-BC96-0CBE7470E355}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