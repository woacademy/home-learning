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160671-E471-448F-A95F-8DF2A87D45E7}">
  <a:tblStyle styleId="{DA160671-E471-448F-A95F-8DF2A87D45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{DA160671-E471-448F-A95F-8DF2A87D45E7}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{DA160671-E471-448F-A95F-8DF2A87D45E7}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