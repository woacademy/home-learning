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673C5B1-B623-4C58-9A9E-18FFE1FC6A67}">
  <a:tblStyle styleId="{2673C5B1-B623-4C58-9A9E-18FFE1FC6A6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2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0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{2673C5B1-B623-4C58-9A9E-18FFE1FC6A67}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{2673C5B1-B623-4C58-9A9E-18FFE1FC6A67}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