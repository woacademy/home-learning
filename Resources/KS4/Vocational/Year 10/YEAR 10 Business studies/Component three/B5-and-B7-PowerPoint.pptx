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FB48E9-9133-4596-8FBF-3997225CB6A0}">
  <a:tblStyle styleId="{42FB48E9-9133-4596-8FBF-3997225CB6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{42FB48E9-9133-4596-8FBF-3997225CB6A0}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{42FB48E9-9133-4596-8FBF-3997225CB6A0}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