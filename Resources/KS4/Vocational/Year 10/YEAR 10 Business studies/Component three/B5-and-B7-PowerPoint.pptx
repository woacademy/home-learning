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17914A-D8C4-44F2-8C31-C04FD2B1289C}">
  <a:tblStyle styleId="{B917914A-D8C4-44F2-8C31-C04FD2B128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{B917914A-D8C4-44F2-8C31-C04FD2B1289C}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{B917914A-D8C4-44F2-8C31-C04FD2B1289C}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