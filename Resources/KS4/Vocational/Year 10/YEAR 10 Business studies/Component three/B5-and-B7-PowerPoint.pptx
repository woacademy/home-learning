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4DA942-0C6E-4D72-9725-851A9221C2BC}">
  <a:tblStyle styleId="{464DA942-0C6E-4D72-9725-851A9221C2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{464DA942-0C6E-4D72-9725-851A9221C2BC}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{464DA942-0C6E-4D72-9725-851A9221C2BC}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