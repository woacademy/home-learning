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E5FADE-BEE4-4823-B7DD-D71A50D500A6}">
  <a:tblStyle styleId="{33E5FADE-BEE4-4823-B7DD-D71A50D500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{33E5FADE-BEE4-4823-B7DD-D71A50D500A6}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{33E5FADE-BEE4-4823-B7DD-D71A50D500A6}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