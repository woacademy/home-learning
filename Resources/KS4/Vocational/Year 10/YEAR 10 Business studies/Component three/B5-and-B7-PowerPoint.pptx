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4AA0DD-EFCE-4713-B66C-0AEAA27A2C1E}">
  <a:tblStyle styleId="{C94AA0DD-EFCE-4713-B66C-0AEAA27A2C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{C94AA0DD-EFCE-4713-B66C-0AEAA27A2C1E}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{C94AA0DD-EFCE-4713-B66C-0AEAA27A2C1E}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