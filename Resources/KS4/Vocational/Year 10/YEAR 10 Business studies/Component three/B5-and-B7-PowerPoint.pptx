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06B5D-BCB1-4EA8-8C70-60F7F9B9FB4D}">
  <a:tblStyle styleId="{2EC06B5D-BCB1-4EA8-8C70-60F7F9B9FB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{2EC06B5D-BCB1-4EA8-8C70-60F7F9B9FB4D}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{2EC06B5D-BCB1-4EA8-8C70-60F7F9B9FB4D}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