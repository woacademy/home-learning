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DA9966-4950-4E8F-95C3-CE89DD145DEC}">
  <a:tblStyle styleId="{FFDA9966-4950-4E8F-95C3-CE89DD145D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{FFDA9966-4950-4E8F-95C3-CE89DD145DEC}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{FFDA9966-4950-4E8F-95C3-CE89DD145DEC}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