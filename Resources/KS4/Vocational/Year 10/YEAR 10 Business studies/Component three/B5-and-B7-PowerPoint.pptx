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CE71BC-0C6F-40A4-8CE0-3F2BD49CF421}">
  <a:tblStyle styleId="{DBCE71BC-0C6F-40A4-8CE0-3F2BD49CF4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{DBCE71BC-0C6F-40A4-8CE0-3F2BD49CF421}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{DBCE71BC-0C6F-40A4-8CE0-3F2BD49CF421}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