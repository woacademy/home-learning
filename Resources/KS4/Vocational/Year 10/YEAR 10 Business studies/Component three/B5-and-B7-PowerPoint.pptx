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017605-3312-4E99-ADFF-CB90FC4D4672}">
  <a:tblStyle styleId="{50017605-3312-4E99-ADFF-CB90FC4D46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{50017605-3312-4E99-ADFF-CB90FC4D4672}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{50017605-3312-4E99-ADFF-CB90FC4D4672}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