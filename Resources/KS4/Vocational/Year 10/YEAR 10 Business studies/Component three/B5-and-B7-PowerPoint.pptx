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FF652-4BAA-483D-BB6B-B1FB1AD68434}">
  <a:tblStyle styleId="{2C6FF652-4BAA-483D-BB6B-B1FB1AD684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{2C6FF652-4BAA-483D-BB6B-B1FB1AD68434}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{2C6FF652-4BAA-483D-BB6B-B1FB1AD68434}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