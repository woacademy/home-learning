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D9147-71F8-4646-809E-4C6D9A4AC164}">
  <a:tblStyle styleId="{905D9147-71F8-4646-809E-4C6D9A4AC1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{905D9147-71F8-4646-809E-4C6D9A4AC164}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{905D9147-71F8-4646-809E-4C6D9A4AC164}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