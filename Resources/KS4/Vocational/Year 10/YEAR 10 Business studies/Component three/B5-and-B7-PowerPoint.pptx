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E418D4-FF27-4E4F-836F-0396A7C3442E}">
  <a:tblStyle styleId="{B2E418D4-FF27-4E4F-836F-0396A7C344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{B2E418D4-FF27-4E4F-836F-0396A7C3442E}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{B2E418D4-FF27-4E4F-836F-0396A7C3442E}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