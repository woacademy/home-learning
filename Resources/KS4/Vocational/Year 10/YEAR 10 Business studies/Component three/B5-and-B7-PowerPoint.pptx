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12C06B-F631-48AE-866D-C76DB9AB35C9}">
  <a:tblStyle styleId="{CD12C06B-F631-48AE-866D-C76DB9AB35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{CD12C06B-F631-48AE-866D-C76DB9AB35C9}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{CD12C06B-F631-48AE-866D-C76DB9AB35C9}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