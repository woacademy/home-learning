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77F4A85-94FA-4370-A8FC-30A390A843BC}">
  <a:tblStyle styleId="{D77F4A85-94FA-4370-A8FC-30A390A843B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8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{D77F4A85-94FA-4370-A8FC-30A390A843BC}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{D77F4A85-94FA-4370-A8FC-30A390A843BC}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