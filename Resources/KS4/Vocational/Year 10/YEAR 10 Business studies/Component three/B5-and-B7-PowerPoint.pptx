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C4876C-FE15-4D3E-89C0-A22D6F83A46A}">
  <a:tblStyle styleId="{45C4876C-FE15-4D3E-89C0-A22D6F83A46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{45C4876C-FE15-4D3E-89C0-A22D6F83A46A}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{45C4876C-FE15-4D3E-89C0-A22D6F83A46A}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