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971414-C718-4B43-9EE6-1DF1CDD9F809}">
  <a:tblStyle styleId="{19971414-C718-4B43-9EE6-1DF1CDD9F8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{19971414-C718-4B43-9EE6-1DF1CDD9F809}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{19971414-C718-4B43-9EE6-1DF1CDD9F809}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