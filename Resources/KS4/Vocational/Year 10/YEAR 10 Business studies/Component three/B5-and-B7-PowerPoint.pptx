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AFCCD5-C01E-4E96-AEF5-6B5919AEC082}">
  <a:tblStyle styleId="{84AFCCD5-C01E-4E96-AEF5-6B5919AEC0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{84AFCCD5-C01E-4E96-AEF5-6B5919AEC082}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{84AFCCD5-C01E-4E96-AEF5-6B5919AEC082}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