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166612-0219-406D-9762-4FA882AA1C3F}">
  <a:tblStyle styleId="{88166612-0219-406D-9762-4FA882AA1C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{88166612-0219-406D-9762-4FA882AA1C3F}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{88166612-0219-406D-9762-4FA882AA1C3F}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