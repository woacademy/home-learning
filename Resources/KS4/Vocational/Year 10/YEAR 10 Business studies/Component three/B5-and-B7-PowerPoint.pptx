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A8DC30-46DD-42C8-BA2B-902B105BFFD5}">
  <a:tblStyle styleId="{78A8DC30-46DD-42C8-BA2B-902B105BFF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{78A8DC30-46DD-42C8-BA2B-902B105BFFD5}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{78A8DC30-46DD-42C8-BA2B-902B105BFFD5}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