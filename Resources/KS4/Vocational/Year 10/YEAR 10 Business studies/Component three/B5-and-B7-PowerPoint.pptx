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0DE9CA-2E02-4C27-AF78-99092CA00076}">
  <a:tblStyle styleId="{0B0DE9CA-2E02-4C27-AF78-99092CA000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{0B0DE9CA-2E02-4C27-AF78-99092CA00076}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{0B0DE9CA-2E02-4C27-AF78-99092CA00076}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