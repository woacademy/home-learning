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AFA2B04-43AC-4EA9-895E-B0A28A14EE1D}">
  <a:tblStyle styleId="{9AFA2B04-43AC-4EA9-895E-B0A28A14EE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{9AFA2B04-43AC-4EA9-895E-B0A28A14EE1D}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{9AFA2B04-43AC-4EA9-895E-B0A28A14EE1D}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