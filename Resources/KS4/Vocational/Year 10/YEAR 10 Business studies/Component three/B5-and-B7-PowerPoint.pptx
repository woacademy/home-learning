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8737DD-2903-48F2-8B04-2AFF83F44120}">
  <a:tblStyle styleId="{A18737DD-2903-48F2-8B04-2AFF83F441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{A18737DD-2903-48F2-8B04-2AFF83F44120}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{A18737DD-2903-48F2-8B04-2AFF83F44120}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