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094E9C-B95A-45E1-B769-8A1BDC79E7EA}">
  <a:tblStyle styleId="{B6094E9C-B95A-45E1-B769-8A1BDC79E7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{B6094E9C-B95A-45E1-B769-8A1BDC79E7EA}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{B6094E9C-B95A-45E1-B769-8A1BDC79E7EA}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