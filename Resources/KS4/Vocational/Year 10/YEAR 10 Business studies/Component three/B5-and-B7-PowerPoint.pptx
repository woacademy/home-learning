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E70FE9-9C10-44B9-B05D-58E5963EDA4C}">
  <a:tblStyle styleId="{FAE70FE9-9C10-44B9-B05D-58E5963EDA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{FAE70FE9-9C10-44B9-B05D-58E5963EDA4C}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{FAE70FE9-9C10-44B9-B05D-58E5963EDA4C}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