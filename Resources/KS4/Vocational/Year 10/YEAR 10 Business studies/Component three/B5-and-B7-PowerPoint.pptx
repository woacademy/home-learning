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8A11A6-7EC4-4809-B224-AF744828207D}">
  <a:tblStyle styleId="{B28A11A6-7EC4-4809-B224-AF7448282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{B28A11A6-7EC4-4809-B224-AF744828207D}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{B28A11A6-7EC4-4809-B224-AF744828207D}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