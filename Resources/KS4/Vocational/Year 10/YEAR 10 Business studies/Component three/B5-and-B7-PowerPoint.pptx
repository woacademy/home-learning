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CE0196-851F-4035-B191-FFE8238FA099}">
  <a:tblStyle styleId="{60CE0196-851F-4035-B191-FFE8238FA0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{60CE0196-851F-4035-B191-FFE8238FA099}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{60CE0196-851F-4035-B191-FFE8238FA099}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