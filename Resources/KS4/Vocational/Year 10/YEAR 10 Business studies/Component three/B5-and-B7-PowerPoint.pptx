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ADA12F-223E-4B43-9673-FCBD9AD89B92}">
  <a:tblStyle styleId="{8AADA12F-223E-4B43-9673-FCBD9AD89B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{8AADA12F-223E-4B43-9673-FCBD9AD89B92}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{8AADA12F-223E-4B43-9673-FCBD9AD89B92}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