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001B30-8A3F-4856-8E23-65DA096A1216}">
  <a:tblStyle styleId="{49001B30-8A3F-4856-8E23-65DA096A12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{49001B30-8A3F-4856-8E23-65DA096A1216}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{49001B30-8A3F-4856-8E23-65DA096A1216}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