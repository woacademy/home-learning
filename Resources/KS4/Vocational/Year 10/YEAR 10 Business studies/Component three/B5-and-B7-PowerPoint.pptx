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D065F3-3C19-4B76-8387-C15AA15E62DC}">
  <a:tblStyle styleId="{2ED065F3-3C19-4B76-8387-C15AA15E62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{2ED065F3-3C19-4B76-8387-C15AA15E62DC}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{2ED065F3-3C19-4B76-8387-C15AA15E62DC}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