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AF6E28-2C31-43F0-A1A7-79C93A863BBD}">
  <a:tblStyle styleId="{4AAF6E28-2C31-43F0-A1A7-79C93A863B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{4AAF6E28-2C31-43F0-A1A7-79C93A863BBD}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{4AAF6E28-2C31-43F0-A1A7-79C93A863BBD}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