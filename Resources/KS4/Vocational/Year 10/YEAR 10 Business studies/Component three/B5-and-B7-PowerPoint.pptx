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BA0CBF-0BA6-4E84-8B3A-0F5B41592A9E}">
  <a:tblStyle styleId="{DEBA0CBF-0BA6-4E84-8B3A-0F5B41592A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{DEBA0CBF-0BA6-4E84-8B3A-0F5B41592A9E}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{DEBA0CBF-0BA6-4E84-8B3A-0F5B41592A9E}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