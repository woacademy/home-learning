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FAFFAB6-FE27-43B5-B86C-ABB2E9EFCE65}">
  <a:tblStyle styleId="{2FAFFAB6-FE27-43B5-B86C-ABB2E9EFCE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2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{2FAFFAB6-FE27-43B5-B86C-ABB2E9EFCE65}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{2FAFFAB6-FE27-43B5-B86C-ABB2E9EFCE65}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