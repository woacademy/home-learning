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585FEE-356D-4813-942B-BBC2E729CC73}">
  <a:tblStyle styleId="{D3585FEE-356D-4813-942B-BBC2E729CC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{D3585FEE-356D-4813-942B-BBC2E729CC73}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{D3585FEE-356D-4813-942B-BBC2E729CC73}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