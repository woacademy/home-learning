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72C790-FA0E-4366-BA5D-7B3FA9BF7D14}">
  <a:tblStyle styleId="{2472C790-FA0E-4366-BA5D-7B3FA9BF7D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{2472C790-FA0E-4366-BA5D-7B3FA9BF7D14}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{2472C790-FA0E-4366-BA5D-7B3FA9BF7D14}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