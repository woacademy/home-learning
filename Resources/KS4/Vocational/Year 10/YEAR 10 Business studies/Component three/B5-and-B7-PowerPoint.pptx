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55B5B5-635A-4B43-AF82-6F586EEE6162}">
  <a:tblStyle styleId="{D355B5B5-635A-4B43-AF82-6F586EEE61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{D355B5B5-635A-4B43-AF82-6F586EEE6162}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{D355B5B5-635A-4B43-AF82-6F586EEE6162}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