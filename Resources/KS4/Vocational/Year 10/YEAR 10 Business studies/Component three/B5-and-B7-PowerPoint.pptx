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B87F8773-F8F1-44E9-BB9A-7E3304E60F95}">
  <a:tblStyle styleId="{B87F8773-F8F1-44E9-BB9A-7E3304E60F9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7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5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6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14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15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6.png"/><Relationship Id="rId4" Type="http://schemas.openxmlformats.org/officeDocument/2006/relationships/image" Target="../media/image13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3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{B87F8773-F8F1-44E9-BB9A-7E3304E60F95}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{B87F8773-F8F1-44E9-BB9A-7E3304E60F95}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