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50742-B677-4BCF-8356-896D19433069}">
  <a:tblStyle styleId="{2FF50742-B677-4BCF-8356-896D194330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{2FF50742-B677-4BCF-8356-896D19433069}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{2FF50742-B677-4BCF-8356-896D19433069}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