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D3A71-52E6-4D12-8267-9298D1169007}">
  <a:tblStyle styleId="{A68D3A71-52E6-4D12-8267-9298D11690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{A68D3A71-52E6-4D12-8267-9298D1169007}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{A68D3A71-52E6-4D12-8267-9298D1169007}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