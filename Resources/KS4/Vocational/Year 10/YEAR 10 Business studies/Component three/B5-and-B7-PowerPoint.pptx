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CCFA83-606F-4215-AA88-2B16E705B50F}">
  <a:tblStyle styleId="{58CCFA83-606F-4215-AA88-2B16E705B5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{58CCFA83-606F-4215-AA88-2B16E705B50F}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{58CCFA83-606F-4215-AA88-2B16E705B50F}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