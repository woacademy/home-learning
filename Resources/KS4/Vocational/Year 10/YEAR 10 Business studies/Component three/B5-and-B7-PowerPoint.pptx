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2BF81E-0435-4432-9C19-D2DC2341A6CB}">
  <a:tblStyle styleId="{542BF81E-0435-4432-9C19-D2DC2341A6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{542BF81E-0435-4432-9C19-D2DC2341A6CB}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{542BF81E-0435-4432-9C19-D2DC2341A6CB}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