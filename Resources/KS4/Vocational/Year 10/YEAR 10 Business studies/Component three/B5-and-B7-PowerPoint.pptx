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5CDCA5-9F83-45F6-9994-B2CA7C1ECF3B}">
  <a:tblStyle styleId="{045CDCA5-9F83-45F6-9994-B2CA7C1ECF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{045CDCA5-9F83-45F6-9994-B2CA7C1ECF3B}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{045CDCA5-9F83-45F6-9994-B2CA7C1ECF3B}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