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1BA55-14CC-4D06-AAF4-13BFCF35C882}">
  <a:tblStyle styleId="{8C51BA55-14CC-4D06-AAF4-13BFCF35C8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{8C51BA55-14CC-4D06-AAF4-13BFCF35C882}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{8C51BA55-14CC-4D06-AAF4-13BFCF35C882}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