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9E7161-70C6-4376-A3CD-685ECD13D5E8}">
  <a:tblStyle styleId="{A19E7161-70C6-4376-A3CD-685ECD13D5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{A19E7161-70C6-4376-A3CD-685ECD13D5E8}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{A19E7161-70C6-4376-A3CD-685ECD13D5E8}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