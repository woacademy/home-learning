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5026E3-0926-438E-B300-395554A2F3C2}">
  <a:tblStyle styleId="{2D5026E3-0926-438E-B300-395554A2F3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{2D5026E3-0926-438E-B300-395554A2F3C2}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{2D5026E3-0926-438E-B300-395554A2F3C2}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