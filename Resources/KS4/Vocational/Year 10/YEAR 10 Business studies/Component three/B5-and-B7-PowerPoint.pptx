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ECFED2-CD6B-47F0-B4FA-27A137B187F7}">
  <a:tblStyle styleId="{EEECFED2-CD6B-47F0-B4FA-27A137B18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{EEECFED2-CD6B-47F0-B4FA-27A137B187F7}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{EEECFED2-CD6B-47F0-B4FA-27A137B187F7}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