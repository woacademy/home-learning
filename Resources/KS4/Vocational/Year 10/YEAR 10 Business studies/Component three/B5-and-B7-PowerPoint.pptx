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8307850-4D34-44E9-BCA6-C45083907763}">
  <a:tblStyle styleId="{68307850-4D34-44E9-BCA6-C4508390776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1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3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7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8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{68307850-4D34-44E9-BCA6-C45083907763}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{68307850-4D34-44E9-BCA6-C45083907763}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