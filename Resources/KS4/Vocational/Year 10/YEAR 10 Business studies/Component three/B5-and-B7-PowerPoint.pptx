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18882F-D597-426A-A7D6-4C390C235384}">
  <a:tblStyle styleId="{AE18882F-D597-426A-A7D6-4C390C2353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{AE18882F-D597-426A-A7D6-4C390C235384}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{AE18882F-D597-426A-A7D6-4C390C235384}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