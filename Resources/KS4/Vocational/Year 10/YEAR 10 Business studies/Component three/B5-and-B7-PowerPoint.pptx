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A8282D-48E9-4BDF-8642-F67C939687AC}">
  <a:tblStyle styleId="{5FA8282D-48E9-4BDF-8642-F67C939687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{5FA8282D-48E9-4BDF-8642-F67C939687AC}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{5FA8282D-48E9-4BDF-8642-F67C939687AC}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