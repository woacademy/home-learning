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CF7ED1-202B-4007-9564-1683E703E84F}">
  <a:tblStyle styleId="{DFCF7ED1-202B-4007-9564-1683E703E8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{DFCF7ED1-202B-4007-9564-1683E703E84F}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{DFCF7ED1-202B-4007-9564-1683E703E84F}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