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3E1948-0E88-4CCF-8745-77B6F9ADF2AE}">
  <a:tblStyle styleId="{2C3E1948-0E88-4CCF-8745-77B6F9ADF2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{2C3E1948-0E88-4CCF-8745-77B6F9ADF2AE}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{2C3E1948-0E88-4CCF-8745-77B6F9ADF2AE}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