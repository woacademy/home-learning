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D554B2-9347-46FA-90E9-21AE0B9F5981}">
  <a:tblStyle styleId="{52D554B2-9347-46FA-90E9-21AE0B9F59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{52D554B2-9347-46FA-90E9-21AE0B9F5981}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{52D554B2-9347-46FA-90E9-21AE0B9F5981}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