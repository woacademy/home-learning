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2A7338-7C5A-473D-9498-8A4D90BCA93C}">
  <a:tblStyle styleId="{8A2A7338-7C5A-473D-9498-8A4D90BCA9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{8A2A7338-7C5A-473D-9498-8A4D90BCA93C}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{8A2A7338-7C5A-473D-9498-8A4D90BCA93C}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