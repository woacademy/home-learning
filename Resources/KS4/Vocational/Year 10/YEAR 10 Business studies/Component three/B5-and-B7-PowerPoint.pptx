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3C9816-9BB6-4710-82BA-124188D86183}">
  <a:tblStyle styleId="{703C9816-9BB6-4710-82BA-124188D861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{703C9816-9BB6-4710-82BA-124188D86183}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{703C9816-9BB6-4710-82BA-124188D86183}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