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D4013-2D8E-4ADA-A27F-C6C93A15A6D3}">
  <a:tblStyle styleId="{2CCD4013-2D8E-4ADA-A27F-C6C93A15A6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{2CCD4013-2D8E-4ADA-A27F-C6C93A15A6D3}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{2CCD4013-2D8E-4ADA-A27F-C6C93A15A6D3}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