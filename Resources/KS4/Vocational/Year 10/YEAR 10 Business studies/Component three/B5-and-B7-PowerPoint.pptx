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D0DD1E-ADED-4001-B531-44084B06AE6F}">
  <a:tblStyle styleId="{2FD0DD1E-ADED-4001-B531-44084B06AE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{2FD0DD1E-ADED-4001-B531-44084B06AE6F}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{2FD0DD1E-ADED-4001-B531-44084B06AE6F}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