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E29FDD-0F36-459F-8346-0E7FB4008815}">
  <a:tblStyle styleId="{7AE29FDD-0F36-459F-8346-0E7FB40088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{7AE29FDD-0F36-459F-8346-0E7FB4008815}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{7AE29FDD-0F36-459F-8346-0E7FB4008815}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