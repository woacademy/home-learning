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03B12F-8484-411E-B28C-56872B6A5009}">
  <a:tblStyle styleId="{B803B12F-8484-411E-B28C-56872B6A50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{B803B12F-8484-411E-B28C-56872B6A5009}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{B803B12F-8484-411E-B28C-56872B6A5009}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