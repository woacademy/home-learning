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E2B1E-8268-417B-914F-9B52F2C629B3}">
  <a:tblStyle styleId="{54AE2B1E-8268-417B-914F-9B52F2C629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{54AE2B1E-8268-417B-914F-9B52F2C629B3}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{54AE2B1E-8268-417B-914F-9B52F2C629B3}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