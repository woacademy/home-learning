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70B823-5C8F-41CC-B2F5-DE55A94E2466}">
  <a:tblStyle styleId="{3170B823-5C8F-41CC-B2F5-DE55A94E24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{3170B823-5C8F-41CC-B2F5-DE55A94E2466}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{3170B823-5C8F-41CC-B2F5-DE55A94E2466}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