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786CF0-EB9D-4B12-A061-4904FFB1BCEA}">
  <a:tblStyle styleId="{CD786CF0-EB9D-4B12-A061-4904FFB1B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{CD786CF0-EB9D-4B12-A061-4904FFB1BCEA}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{CD786CF0-EB9D-4B12-A061-4904FFB1BCEA}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