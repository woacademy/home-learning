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EBD0BA-B139-4898-972C-6571C8A92091}">
  <a:tblStyle styleId="{A9EBD0BA-B139-4898-972C-6571C8A920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{A9EBD0BA-B139-4898-972C-6571C8A92091}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{A9EBD0BA-B139-4898-972C-6571C8A92091}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