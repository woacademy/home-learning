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2C2A2F-16BF-48F8-99AA-2DD1141F3A14}">
  <a:tblStyle styleId="{F02C2A2F-16BF-48F8-99AA-2DD1141F3A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{F02C2A2F-16BF-48F8-99AA-2DD1141F3A14}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{F02C2A2F-16BF-48F8-99AA-2DD1141F3A14}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