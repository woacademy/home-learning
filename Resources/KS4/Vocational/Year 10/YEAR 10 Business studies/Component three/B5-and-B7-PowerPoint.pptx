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157E60-C1BB-4208-911B-F94F7DDB18B2}">
  <a:tblStyle styleId="{64157E60-C1BB-4208-911B-F94F7DDB1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{64157E60-C1BB-4208-911B-F94F7DDB18B2}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{64157E60-C1BB-4208-911B-F94F7DDB18B2}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