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19740-2FFA-4214-BF14-4AFF3E35FE23}">
  <a:tblStyle styleId="{4FD19740-2FFA-4214-BF14-4AFF3E35FE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{4FD19740-2FFA-4214-BF14-4AFF3E35FE23}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{4FD19740-2FFA-4214-BF14-4AFF3E35FE23}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