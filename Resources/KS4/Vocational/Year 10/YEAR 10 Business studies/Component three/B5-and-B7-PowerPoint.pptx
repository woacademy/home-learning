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21AD66F-0737-4E57-947F-1C7850E6B7C0}">
  <a:tblStyle styleId="{121AD66F-0737-4E57-947F-1C7850E6B7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{121AD66F-0737-4E57-947F-1C7850E6B7C0}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{121AD66F-0737-4E57-947F-1C7850E6B7C0}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