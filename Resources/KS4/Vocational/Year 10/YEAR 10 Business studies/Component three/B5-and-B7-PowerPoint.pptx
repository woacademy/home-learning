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4ADCDB-D3D0-466E-A6C8-ECFECE322D61}">
  <a:tblStyle styleId="{204ADCDB-D3D0-466E-A6C8-ECFECE322D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{204ADCDB-D3D0-466E-A6C8-ECFECE322D61}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{204ADCDB-D3D0-466E-A6C8-ECFECE322D61}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