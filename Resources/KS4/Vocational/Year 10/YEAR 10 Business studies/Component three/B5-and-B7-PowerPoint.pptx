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71046D-E15D-46F5-8209-A58AA692D6C2}">
  <a:tblStyle styleId="{5871046D-E15D-46F5-8209-A58AA692D6C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{5871046D-E15D-46F5-8209-A58AA692D6C2}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{5871046D-E15D-46F5-8209-A58AA692D6C2}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