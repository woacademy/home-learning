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4FEE65-8D68-4835-9EFB-BF1BCCF35400}">
  <a:tblStyle styleId="{3D4FEE65-8D68-4835-9EFB-BF1BCCF354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{3D4FEE65-8D68-4835-9EFB-BF1BCCF35400}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{3D4FEE65-8D68-4835-9EFB-BF1BCCF35400}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