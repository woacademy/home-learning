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AD4507-6ECD-467A-A084-66C49A5580BD}">
  <a:tblStyle styleId="{E3AD4507-6ECD-467A-A084-66C49A5580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{E3AD4507-6ECD-467A-A084-66C49A5580BD}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{E3AD4507-6ECD-467A-A084-66C49A5580BD}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