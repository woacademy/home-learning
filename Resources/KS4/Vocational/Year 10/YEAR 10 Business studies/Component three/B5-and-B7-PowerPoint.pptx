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D29DB0-7F40-430A-88D3-1DD617C90B70}">
  <a:tblStyle styleId="{C7D29DB0-7F40-430A-88D3-1DD617C90B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{C7D29DB0-7F40-430A-88D3-1DD617C90B70}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{C7D29DB0-7F40-430A-88D3-1DD617C90B70}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