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CBF81E-A24D-48E8-BDEE-59A4677E4F6D}">
  <a:tblStyle styleId="{65CBF81E-A24D-48E8-BDEE-59A4677E4F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{65CBF81E-A24D-48E8-BDEE-59A4677E4F6D}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{65CBF81E-A24D-48E8-BDEE-59A4677E4F6D}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