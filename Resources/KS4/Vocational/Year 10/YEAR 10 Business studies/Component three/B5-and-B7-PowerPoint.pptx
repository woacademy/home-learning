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070011-AB01-48A8-98C3-4EF4D35D26FD}">
  <a:tblStyle styleId="{33070011-AB01-48A8-98C3-4EF4D35D26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{33070011-AB01-48A8-98C3-4EF4D35D26FD}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{33070011-AB01-48A8-98C3-4EF4D35D26FD}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