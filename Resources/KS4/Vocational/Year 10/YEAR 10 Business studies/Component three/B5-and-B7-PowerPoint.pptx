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626689-7911-40A2-8FF8-1F127C83F096}">
  <a:tblStyle styleId="{8B626689-7911-40A2-8FF8-1F127C83F0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{8B626689-7911-40A2-8FF8-1F127C83F096}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{8B626689-7911-40A2-8FF8-1F127C83F096}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