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5F0F55-31A0-4139-BB11-C9F0586194B6}">
  <a:tblStyle styleId="{E75F0F55-31A0-4139-BB11-C9F0586194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{E75F0F55-31A0-4139-BB11-C9F0586194B6}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{E75F0F55-31A0-4139-BB11-C9F0586194B6}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