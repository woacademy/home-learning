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C6A74EF-F59A-485C-8B3D-B55A3E868BED}">
  <a:tblStyle styleId="{7C6A74EF-F59A-485C-8B3D-B55A3E868BE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{7C6A74EF-F59A-485C-8B3D-B55A3E868BED}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{7C6A74EF-F59A-485C-8B3D-B55A3E868BED}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