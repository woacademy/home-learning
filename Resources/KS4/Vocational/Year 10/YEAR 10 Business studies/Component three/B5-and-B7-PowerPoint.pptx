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306886-7D35-4A44-A57A-AA1E3CF116BE}">
  <a:tblStyle styleId="{CE306886-7D35-4A44-A57A-AA1E3CF116B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{CE306886-7D35-4A44-A57A-AA1E3CF116BE}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{CE306886-7D35-4A44-A57A-AA1E3CF116BE}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