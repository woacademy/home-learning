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EF2F19-E592-42DE-A958-42486108A240}">
  <a:tblStyle styleId="{BDEF2F19-E592-42DE-A958-42486108A2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{BDEF2F19-E592-42DE-A958-42486108A240}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{BDEF2F19-E592-42DE-A958-42486108A240}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