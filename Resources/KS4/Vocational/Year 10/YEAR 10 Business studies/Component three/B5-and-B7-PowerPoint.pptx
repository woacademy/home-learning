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A416745-EEA2-4389-9064-DB63B2702C66}">
  <a:tblStyle styleId="{8A416745-EEA2-4389-9064-DB63B2702C6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0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4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{8A416745-EEA2-4389-9064-DB63B2702C66}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{8A416745-EEA2-4389-9064-DB63B2702C66}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