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FDAFC-7A6D-4A21-9B39-338B2AA6493C}">
  <a:tblStyle styleId="{02AFDAFC-7A6D-4A21-9B39-338B2AA649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{02AFDAFC-7A6D-4A21-9B39-338B2AA6493C}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{02AFDAFC-7A6D-4A21-9B39-338B2AA6493C}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