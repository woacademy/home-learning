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2E9891-AFFE-4807-A2B3-B42FFF6CEC00}">
  <a:tblStyle styleId="{882E9891-AFFE-4807-A2B3-B42FFF6CEC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{882E9891-AFFE-4807-A2B3-B42FFF6CEC00}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{882E9891-AFFE-4807-A2B3-B42FFF6CEC00}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