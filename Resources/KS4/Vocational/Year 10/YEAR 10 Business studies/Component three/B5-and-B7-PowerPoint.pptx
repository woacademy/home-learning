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EB0586-4A3D-42F2-A1FB-787304B47C24}">
  <a:tblStyle styleId="{BBEB0586-4A3D-42F2-A1FB-787304B47C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{BBEB0586-4A3D-42F2-A1FB-787304B47C24}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{BBEB0586-4A3D-42F2-A1FB-787304B47C24}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