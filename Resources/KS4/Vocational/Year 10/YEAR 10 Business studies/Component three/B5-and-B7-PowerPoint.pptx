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9FA961-630C-4F44-8E72-E80C18C59DFC}">
  <a:tblStyle styleId="{D49FA961-630C-4F44-8E72-E80C18C59D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{D49FA961-630C-4F44-8E72-E80C18C59DFC}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{D49FA961-630C-4F44-8E72-E80C18C59DFC}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