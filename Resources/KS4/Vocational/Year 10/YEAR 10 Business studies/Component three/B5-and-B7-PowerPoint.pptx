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5BA764-8215-42D3-8D6E-F1D8ACDCD5B9}">
  <a:tblStyle styleId="{885BA764-8215-42D3-8D6E-F1D8ACDCD5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{885BA764-8215-42D3-8D6E-F1D8ACDCD5B9}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{885BA764-8215-42D3-8D6E-F1D8ACDCD5B9}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