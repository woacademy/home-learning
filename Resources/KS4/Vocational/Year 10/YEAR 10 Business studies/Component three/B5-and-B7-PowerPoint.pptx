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B3B9F1-313C-4780-88A9-655C5AE2C5F3}">
  <a:tblStyle styleId="{4EB3B9F1-313C-4780-88A9-655C5AE2C5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{4EB3B9F1-313C-4780-88A9-655C5AE2C5F3}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{4EB3B9F1-313C-4780-88A9-655C5AE2C5F3}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