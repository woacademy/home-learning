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10B7D1-9558-4B16-A68F-B88A0A2EE035}">
  <a:tblStyle styleId="{B510B7D1-9558-4B16-A68F-B88A0A2EE0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{B510B7D1-9558-4B16-A68F-B88A0A2EE035}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{B510B7D1-9558-4B16-A68F-B88A0A2EE035}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