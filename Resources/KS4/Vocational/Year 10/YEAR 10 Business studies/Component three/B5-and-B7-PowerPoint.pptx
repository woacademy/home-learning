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135B54-EC4F-46C2-9C45-78C3F7ADE363}">
  <a:tblStyle styleId="{91135B54-EC4F-46C2-9C45-78C3F7ADE3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{91135B54-EC4F-46C2-9C45-78C3F7ADE363}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{91135B54-EC4F-46C2-9C45-78C3F7ADE363}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