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1C4B99-BAB3-45FC-9139-3844C19D29EB}">
  <a:tblStyle styleId="{741C4B99-BAB3-45FC-9139-3844C19D29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{741C4B99-BAB3-45FC-9139-3844C19D29EB}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{741C4B99-BAB3-45FC-9139-3844C19D29EB}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