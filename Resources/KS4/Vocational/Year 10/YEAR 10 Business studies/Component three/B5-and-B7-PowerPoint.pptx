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724E81-CDCA-4EAD-8F8E-9F65AAE30818}">
  <a:tblStyle styleId="{CA724E81-CDCA-4EAD-8F8E-9F65AAE308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{CA724E81-CDCA-4EAD-8F8E-9F65AAE30818}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{CA724E81-CDCA-4EAD-8F8E-9F65AAE30818}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