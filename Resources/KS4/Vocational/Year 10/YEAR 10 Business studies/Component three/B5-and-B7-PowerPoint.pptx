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9B8608-2395-4171-982C-4A2AB3277772}">
  <a:tblStyle styleId="{B39B8608-2395-4171-982C-4A2AB32777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{B39B8608-2395-4171-982C-4A2AB3277772}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{B39B8608-2395-4171-982C-4A2AB3277772}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