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6A9F89-4BB0-4E4D-A412-2FA806A36435}">
  <a:tblStyle styleId="{556A9F89-4BB0-4E4D-A412-2FA806A364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{556A9F89-4BB0-4E4D-A412-2FA806A36435}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{556A9F89-4BB0-4E4D-A412-2FA806A36435}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