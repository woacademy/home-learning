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CB9E9F-F364-4FAB-9F91-28A25EA9493D}">
  <a:tblStyle styleId="{8CCB9E9F-F364-4FAB-9F91-28A25EA949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{8CCB9E9F-F364-4FAB-9F91-28A25EA9493D}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{8CCB9E9F-F364-4FAB-9F91-28A25EA9493D}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