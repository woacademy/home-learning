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781B51-6408-4510-A05B-1A719D1C461F}">
  <a:tblStyle styleId="{E5781B51-6408-4510-A05B-1A719D1C46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{E5781B51-6408-4510-A05B-1A719D1C461F}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{E5781B51-6408-4510-A05B-1A719D1C461F}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