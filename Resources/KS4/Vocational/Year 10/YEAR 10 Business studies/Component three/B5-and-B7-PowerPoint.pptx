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903BB7-0CC0-4B0B-B4DA-6287185103F5}">
  <a:tblStyle styleId="{CA903BB7-0CC0-4B0B-B4DA-6287185103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{CA903BB7-0CC0-4B0B-B4DA-6287185103F5}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{CA903BB7-0CC0-4B0B-B4DA-6287185103F5}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