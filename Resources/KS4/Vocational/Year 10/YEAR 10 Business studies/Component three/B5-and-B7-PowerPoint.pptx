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852963-6ED2-4192-8A79-0D46FFD3A022}">
  <a:tblStyle styleId="{F2852963-6ED2-4192-8A79-0D46FFD3A0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{F2852963-6ED2-4192-8A79-0D46FFD3A022}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{F2852963-6ED2-4192-8A79-0D46FFD3A022}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