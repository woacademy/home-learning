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D72B3B-FF98-4807-ADAE-DF19583A85D7}">
  <a:tblStyle styleId="{D9D72B3B-FF98-4807-ADAE-DF19583A85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{D9D72B3B-FF98-4807-ADAE-DF19583A85D7}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{D9D72B3B-FF98-4807-ADAE-DF19583A85D7}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