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A0C962-46B4-4BEE-91F9-231CEB35DE65}">
  <a:tblStyle styleId="{55A0C962-46B4-4BEE-91F9-231CEB35DE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{55A0C962-46B4-4BEE-91F9-231CEB35DE65}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{55A0C962-46B4-4BEE-91F9-231CEB35DE65}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