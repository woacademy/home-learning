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2822F2-76E3-4C92-A8F1-225487AF2A86}">
  <a:tblStyle styleId="{7B2822F2-76E3-4C92-A8F1-225487AF2A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{7B2822F2-76E3-4C92-A8F1-225487AF2A86}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{7B2822F2-76E3-4C92-A8F1-225487AF2A86}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