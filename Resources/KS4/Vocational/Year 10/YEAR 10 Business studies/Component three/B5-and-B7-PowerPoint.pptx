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89B231-2D8A-4D73-81E3-59E5D9AA05DA}">
  <a:tblStyle styleId="{4A89B231-2D8A-4D73-81E3-59E5D9AA05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{4A89B231-2D8A-4D73-81E3-59E5D9AA05DA}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{4A89B231-2D8A-4D73-81E3-59E5D9AA05DA}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