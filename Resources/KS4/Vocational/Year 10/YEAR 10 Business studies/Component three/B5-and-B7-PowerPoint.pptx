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060D14-AA1B-481E-8A86-79F5428B0BA0}">
  <a:tblStyle styleId="{0F060D14-AA1B-481E-8A86-79F5428B0B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{0F060D14-AA1B-481E-8A86-79F5428B0BA0}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{0F060D14-AA1B-481E-8A86-79F5428B0BA0}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