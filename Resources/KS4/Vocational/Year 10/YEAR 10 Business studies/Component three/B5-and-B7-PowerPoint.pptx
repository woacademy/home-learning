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DB9A1CE-509B-4901-97D5-42C42AABF803}">
  <a:tblStyle styleId="{5DB9A1CE-509B-4901-97D5-42C42AABF80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{5DB9A1CE-509B-4901-97D5-42C42AABF803}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{5DB9A1CE-509B-4901-97D5-42C42AABF803}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