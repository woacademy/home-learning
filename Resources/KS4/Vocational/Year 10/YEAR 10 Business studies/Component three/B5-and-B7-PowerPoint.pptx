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A38F8-72EE-41A4-90C9-C1B1D4F49F5C}">
  <a:tblStyle styleId="{300A38F8-72EE-41A4-90C9-C1B1D4F49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{300A38F8-72EE-41A4-90C9-C1B1D4F49F5C}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{300A38F8-72EE-41A4-90C9-C1B1D4F49F5C}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