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96F44C-02C3-4EF3-BE30-A16A76340668}">
  <a:tblStyle styleId="{0796F44C-02C3-4EF3-BE30-A16A763406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{0796F44C-02C3-4EF3-BE30-A16A76340668}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{0796F44C-02C3-4EF3-BE30-A16A76340668}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