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6BCFC1-08AC-4AAC-AE7E-8421AF5D994A}">
  <a:tblStyle styleId="{866BCFC1-08AC-4AAC-AE7E-8421AF5D99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{866BCFC1-08AC-4AAC-AE7E-8421AF5D994A}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{866BCFC1-08AC-4AAC-AE7E-8421AF5D994A}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