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2DF35-97E0-4559-864F-E7FAC30BDDB5}">
  <a:tblStyle styleId="{7222DF35-97E0-4559-864F-E7FAC30BDD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{7222DF35-97E0-4559-864F-E7FAC30BDDB5}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{7222DF35-97E0-4559-864F-E7FAC30BDDB5}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