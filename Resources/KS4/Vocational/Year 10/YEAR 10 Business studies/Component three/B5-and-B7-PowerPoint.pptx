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9B05ED-54BE-4EBF-B33B-282F43C38681}">
  <a:tblStyle styleId="{5D9B05ED-54BE-4EBF-B33B-282F43C386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{5D9B05ED-54BE-4EBF-B33B-282F43C38681}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{5D9B05ED-54BE-4EBF-B33B-282F43C38681}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