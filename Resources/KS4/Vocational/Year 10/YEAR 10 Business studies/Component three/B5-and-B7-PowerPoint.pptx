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FBD3BF-6C9C-4D04-93FD-79D3228E3FDB}">
  <a:tblStyle styleId="{BBFBD3BF-6C9C-4D04-93FD-79D3228E3F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{BBFBD3BF-6C9C-4D04-93FD-79D3228E3FDB}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{BBFBD3BF-6C9C-4D04-93FD-79D3228E3FDB}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