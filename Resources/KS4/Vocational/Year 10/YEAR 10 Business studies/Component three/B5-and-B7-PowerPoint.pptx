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AB5B5F-D886-4EF0-9726-756141819ADF}">
  <a:tblStyle styleId="{46AB5B5F-D886-4EF0-9726-756141819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{46AB5B5F-D886-4EF0-9726-756141819ADF}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{46AB5B5F-D886-4EF0-9726-756141819ADF}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