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BAA777-F283-41ED-A484-13825880A7A8}">
  <a:tblStyle styleId="{8ABAA777-F283-41ED-A484-13825880A7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{8ABAA777-F283-41ED-A484-13825880A7A8}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{8ABAA777-F283-41ED-A484-13825880A7A8}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