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A419E6-4FB2-4147-B696-4677BD5EA06B}">
  <a:tblStyle styleId="{7EA419E6-4FB2-4147-B696-4677BD5EA0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{7EA419E6-4FB2-4147-B696-4677BD5EA06B}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{7EA419E6-4FB2-4147-B696-4677BD5EA06B}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