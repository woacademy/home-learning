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88CA8D-1187-4C32-AEAD-2766FE400AE1}">
  <a:tblStyle styleId="{9488CA8D-1187-4C32-AEAD-2766FE400A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{9488CA8D-1187-4C32-AEAD-2766FE400AE1}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{9488CA8D-1187-4C32-AEAD-2766FE400AE1}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