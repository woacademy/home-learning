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214BF3F-5D10-4E90-9A63-0FE2A8E0E1FB}">
  <a:tblStyle styleId="{9214BF3F-5D10-4E90-9A63-0FE2A8E0E1F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1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{9214BF3F-5D10-4E90-9A63-0FE2A8E0E1FB}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{9214BF3F-5D10-4E90-9A63-0FE2A8E0E1FB}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