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8C6F96-18AD-413A-A194-E262031457DD}">
  <a:tblStyle styleId="{718C6F96-18AD-413A-A194-E262031457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{718C6F96-18AD-413A-A194-E262031457DD}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{718C6F96-18AD-413A-A194-E262031457DD}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