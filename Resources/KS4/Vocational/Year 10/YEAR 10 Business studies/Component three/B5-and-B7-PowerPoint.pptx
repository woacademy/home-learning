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23A0BA-4061-4138-8921-F42DC8016CB2}">
  <a:tblStyle styleId="{4023A0BA-4061-4138-8921-F42DC8016C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{4023A0BA-4061-4138-8921-F42DC8016CB2}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{4023A0BA-4061-4138-8921-F42DC8016CB2}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