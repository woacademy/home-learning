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5D3FD5-8C86-4257-9353-99BCA24D85E9}">
  <a:tblStyle styleId="{B45D3FD5-8C86-4257-9353-99BCA24D85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{B45D3FD5-8C86-4257-9353-99BCA24D85E9}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{B45D3FD5-8C86-4257-9353-99BCA24D85E9}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