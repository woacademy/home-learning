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594AA9-8C6D-41D2-B927-B7C2704B9F97}">
  <a:tblStyle styleId="{72594AA9-8C6D-41D2-B927-B7C2704B9F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{72594AA9-8C6D-41D2-B927-B7C2704B9F97}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{72594AA9-8C6D-41D2-B927-B7C2704B9F97}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