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5C5A92-72BE-456C-A298-33B36DA127DA}">
  <a:tblStyle styleId="{215C5A92-72BE-456C-A298-33B36DA127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{215C5A92-72BE-456C-A298-33B36DA127DA}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{215C5A92-72BE-456C-A298-33B36DA127DA}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