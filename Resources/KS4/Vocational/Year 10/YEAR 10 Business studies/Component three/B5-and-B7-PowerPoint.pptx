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5B8FD5A-5CD4-42F7-AC27-8D1586DC2375}">
  <a:tblStyle styleId="{35B8FD5A-5CD4-42F7-AC27-8D1586DC237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{35B8FD5A-5CD4-42F7-AC27-8D1586DC2375}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{35B8FD5A-5CD4-42F7-AC27-8D1586DC2375}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