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308C4-464C-4BED-BC6E-E241EB552C3E}">
  <a:tblStyle styleId="{896308C4-464C-4BED-BC6E-E241EB552C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{896308C4-464C-4BED-BC6E-E241EB552C3E}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{896308C4-464C-4BED-BC6E-E241EB552C3E}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