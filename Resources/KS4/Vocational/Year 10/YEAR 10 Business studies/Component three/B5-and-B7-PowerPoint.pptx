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311794-B14E-4279-B4BA-6545842ABEDF}">
  <a:tblStyle styleId="{35311794-B14E-4279-B4BA-6545842ABE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{35311794-B14E-4279-B4BA-6545842ABEDF}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{35311794-B14E-4279-B4BA-6545842ABEDF}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