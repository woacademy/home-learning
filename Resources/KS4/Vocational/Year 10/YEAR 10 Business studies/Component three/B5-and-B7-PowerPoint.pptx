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C16FE69-F1D9-4D11-B398-8AB655D862D1}">
  <a:tblStyle styleId="{BC16FE69-F1D9-4D11-B398-8AB655D862D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{BC16FE69-F1D9-4D11-B398-8AB655D862D1}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{BC16FE69-F1D9-4D11-B398-8AB655D862D1}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