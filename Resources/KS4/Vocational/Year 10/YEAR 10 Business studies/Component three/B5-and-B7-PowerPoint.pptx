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59930A-E1DD-468B-8EAB-14E16969ADEB}">
  <a:tblStyle styleId="{FC59930A-E1DD-468B-8EAB-14E16969AD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{FC59930A-E1DD-468B-8EAB-14E16969ADEB}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{FC59930A-E1DD-468B-8EAB-14E16969ADEB}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