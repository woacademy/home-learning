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BEE77E-901D-4876-AA92-82851478C877}">
  <a:tblStyle styleId="{F2BEE77E-901D-4876-AA92-82851478C8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{F2BEE77E-901D-4876-AA92-82851478C877}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{F2BEE77E-901D-4876-AA92-82851478C877}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