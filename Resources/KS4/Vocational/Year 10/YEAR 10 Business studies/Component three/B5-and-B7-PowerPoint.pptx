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21C643-9F00-4979-A6E2-868DD905A4BC}">
  <a:tblStyle styleId="{D421C643-9F00-4979-A6E2-868DD905A4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{D421C643-9F00-4979-A6E2-868DD905A4BC}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{D421C643-9F00-4979-A6E2-868DD905A4BC}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