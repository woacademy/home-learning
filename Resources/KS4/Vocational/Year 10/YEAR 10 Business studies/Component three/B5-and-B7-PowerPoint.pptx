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F31865-CD08-471F-889C-4B6F98BA814C}">
  <a:tblStyle styleId="{FEF31865-CD08-471F-889C-4B6F98BA81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{FEF31865-CD08-471F-889C-4B6F98BA814C}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{FEF31865-CD08-471F-889C-4B6F98BA814C}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