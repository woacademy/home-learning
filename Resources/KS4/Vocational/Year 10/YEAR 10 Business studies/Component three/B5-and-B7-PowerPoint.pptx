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05DCC2-8A26-417C-8914-9D7F62E862B4}">
  <a:tblStyle styleId="{3F05DCC2-8A26-417C-8914-9D7F62E862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{3F05DCC2-8A26-417C-8914-9D7F62E862B4}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{3F05DCC2-8A26-417C-8914-9D7F62E862B4}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