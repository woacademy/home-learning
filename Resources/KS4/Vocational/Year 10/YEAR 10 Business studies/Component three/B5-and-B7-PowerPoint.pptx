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2ED8CA-2E0F-4AAC-B2A0-6B07ED2036C4}">
  <a:tblStyle styleId="{F62ED8CA-2E0F-4AAC-B2A0-6B07ED2036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{F62ED8CA-2E0F-4AAC-B2A0-6B07ED2036C4}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{F62ED8CA-2E0F-4AAC-B2A0-6B07ED2036C4}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