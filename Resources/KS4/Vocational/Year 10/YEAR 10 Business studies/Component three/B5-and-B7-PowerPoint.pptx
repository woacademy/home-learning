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6C4232-8C1C-4171-995A-96B52B62ED41}">
  <a:tblStyle styleId="{9F6C4232-8C1C-4171-995A-96B52B62ED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{9F6C4232-8C1C-4171-995A-96B52B62ED41}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{9F6C4232-8C1C-4171-995A-96B52B62ED41}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