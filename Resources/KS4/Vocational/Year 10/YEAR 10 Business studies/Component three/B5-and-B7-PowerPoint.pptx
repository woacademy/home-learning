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E7DF614-22D8-4E75-AF74-7C2BDBF22288}">
  <a:tblStyle styleId="{2E7DF614-22D8-4E75-AF74-7C2BDBF2228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9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{2E7DF614-22D8-4E75-AF74-7C2BDBF22288}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{2E7DF614-22D8-4E75-AF74-7C2BDBF22288}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