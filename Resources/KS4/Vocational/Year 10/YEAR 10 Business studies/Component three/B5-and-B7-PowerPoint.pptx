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7C52E4-E4B7-4E7A-BB37-C9271FADDA37}">
  <a:tblStyle styleId="{D57C52E4-E4B7-4E7A-BB37-C9271FADDA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{D57C52E4-E4B7-4E7A-BB37-C9271FADDA37}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{D57C52E4-E4B7-4E7A-BB37-C9271FADDA37}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