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19C7281D-8563-4259-9DF4-DEB9102FB44C}">
  <a:tblStyle styleId="{19C7281D-8563-4259-9DF4-DEB9102FB44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5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3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6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2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{19C7281D-8563-4259-9DF4-DEB9102FB44C}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{19C7281D-8563-4259-9DF4-DEB9102FB44C}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