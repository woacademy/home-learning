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4922F2-35EB-43E8-B441-BB4193722641}">
  <a:tblStyle styleId="{E64922F2-35EB-43E8-B441-BB41937226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{E64922F2-35EB-43E8-B441-BB4193722641}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{E64922F2-35EB-43E8-B441-BB4193722641}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