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6B6338-EC0E-4E17-9210-613B5A4CB4CF}">
  <a:tblStyle styleId="{7B6B6338-EC0E-4E17-9210-613B5A4CB4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{7B6B6338-EC0E-4E17-9210-613B5A4CB4CF}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{7B6B6338-EC0E-4E17-9210-613B5A4CB4CF}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