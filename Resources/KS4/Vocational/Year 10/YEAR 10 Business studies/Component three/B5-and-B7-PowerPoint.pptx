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53A0DE-D04E-4F89-8808-069BCDC71C6B}">
  <a:tblStyle styleId="{9C53A0DE-D04E-4F89-8808-069BCDC71C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{9C53A0DE-D04E-4F89-8808-069BCDC71C6B}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{9C53A0DE-D04E-4F89-8808-069BCDC71C6B}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