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B7FB89-8B1D-41F3-957C-615656CDF895}">
  <a:tblStyle styleId="{F3B7FB89-8B1D-41F3-957C-615656CDF8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{F3B7FB89-8B1D-41F3-957C-615656CDF895}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{F3B7FB89-8B1D-41F3-957C-615656CDF895}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