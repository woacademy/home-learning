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02E7A3-2E7F-45D3-A1EA-6B176F98F709}">
  <a:tblStyle styleId="{4102E7A3-2E7F-45D3-A1EA-6B176F98F7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{4102E7A3-2E7F-45D3-A1EA-6B176F98F709}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{4102E7A3-2E7F-45D3-A1EA-6B176F98F709}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