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2EB375-B0D6-4889-B9F9-2D3DA9A7988A}">
  <a:tblStyle styleId="{382EB375-B0D6-4889-B9F9-2D3DA9A798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{382EB375-B0D6-4889-B9F9-2D3DA9A7988A}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{382EB375-B0D6-4889-B9F9-2D3DA9A7988A}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