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67CE30-A68B-487C-B0B4-6C6E3C9A8F9F}">
  <a:tblStyle styleId="{5F67CE30-A68B-487C-B0B4-6C6E3C9A8F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{5F67CE30-A68B-487C-B0B4-6C6E3C9A8F9F}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{5F67CE30-A68B-487C-B0B4-6C6E3C9A8F9F}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