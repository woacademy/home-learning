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E9B61B-49F3-4863-95E4-81355A1E95E4}">
  <a:tblStyle styleId="{19E9B61B-49F3-4863-95E4-81355A1E95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{19E9B61B-49F3-4863-95E4-81355A1E95E4}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{19E9B61B-49F3-4863-95E4-81355A1E95E4}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