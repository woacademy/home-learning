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D8A4F01-5221-44E5-830D-ED5B33FFAADF}">
  <a:tblStyle styleId="{BD8A4F01-5221-44E5-830D-ED5B33FFAAD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{BD8A4F01-5221-44E5-830D-ED5B33FFAADF}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{BD8A4F01-5221-44E5-830D-ED5B33FFAADF}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