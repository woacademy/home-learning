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A2C362-5E55-496D-8AF8-AF52BA2CB7FD}">
  <a:tblStyle styleId="{5FA2C362-5E55-496D-8AF8-AF52BA2CB7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{5FA2C362-5E55-496D-8AF8-AF52BA2CB7FD}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{5FA2C362-5E55-496D-8AF8-AF52BA2CB7FD}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