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16DE4-9562-4AC2-9B76-08CC7A0C3550}">
  <a:tblStyle styleId="{A7D16DE4-9562-4AC2-9B76-08CC7A0C35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{A7D16DE4-9562-4AC2-9B76-08CC7A0C3550}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{A7D16DE4-9562-4AC2-9B76-08CC7A0C3550}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