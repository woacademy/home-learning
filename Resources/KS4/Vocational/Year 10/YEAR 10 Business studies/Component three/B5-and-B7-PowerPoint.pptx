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C04D30-8792-4FB4-AD4E-F10C2ACAD050}">
  <a:tblStyle styleId="{65C04D30-8792-4FB4-AD4E-F10C2ACAD0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{65C04D30-8792-4FB4-AD4E-F10C2ACAD050}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{65C04D30-8792-4FB4-AD4E-F10C2ACAD050}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