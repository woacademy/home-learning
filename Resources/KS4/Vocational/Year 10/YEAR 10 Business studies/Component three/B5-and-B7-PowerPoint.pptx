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A44A7D-4B8E-4B1A-9B7C-CBC2F0512910}">
  <a:tblStyle styleId="{E7A44A7D-4B8E-4B1A-9B7C-CBC2F05129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{E7A44A7D-4B8E-4B1A-9B7C-CBC2F0512910}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{E7A44A7D-4B8E-4B1A-9B7C-CBC2F0512910}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