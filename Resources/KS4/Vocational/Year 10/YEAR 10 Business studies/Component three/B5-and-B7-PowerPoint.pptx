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A667D-60C5-4702-9868-9B452EE0B1D0}">
  <a:tblStyle styleId="{E0BA667D-60C5-4702-9868-9B452EE0B1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{E0BA667D-60C5-4702-9868-9B452EE0B1D0}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{E0BA667D-60C5-4702-9868-9B452EE0B1D0}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