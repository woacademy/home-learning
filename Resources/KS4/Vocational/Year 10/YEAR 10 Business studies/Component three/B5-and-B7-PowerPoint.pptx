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50F8E8-9D1C-4BB3-8035-8DB32BE2E1A6}">
  <a:tblStyle styleId="{8B50F8E8-9D1C-4BB3-8035-8DB32BE2E1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{8B50F8E8-9D1C-4BB3-8035-8DB32BE2E1A6}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{8B50F8E8-9D1C-4BB3-8035-8DB32BE2E1A6}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