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C3F8C-C6A4-45D2-A211-9E06566662A0}">
  <a:tblStyle styleId="{CD3C3F8C-C6A4-45D2-A211-9E06566662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{CD3C3F8C-C6A4-45D2-A211-9E06566662A0}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{CD3C3F8C-C6A4-45D2-A211-9E06566662A0}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