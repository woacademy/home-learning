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F72CCF1-0574-490A-AC3E-FF7E93E4D18E}">
  <a:tblStyle styleId="{FF72CCF1-0574-490A-AC3E-FF7E93E4D1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{FF72CCF1-0574-490A-AC3E-FF7E93E4D18E}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{FF72CCF1-0574-490A-AC3E-FF7E93E4D18E}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