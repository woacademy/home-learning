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7DC755-8120-47B4-A9C3-1C4DAE99131D}">
  <a:tblStyle styleId="{647DC755-8120-47B4-A9C3-1C4DAE9913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{647DC755-8120-47B4-A9C3-1C4DAE99131D}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{647DC755-8120-47B4-A9C3-1C4DAE99131D}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