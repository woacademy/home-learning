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8B64B2-17FE-4233-BCB1-3817C82C4C97}">
  <a:tblStyle styleId="{A08B64B2-17FE-4233-BCB1-3817C82C4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{A08B64B2-17FE-4233-BCB1-3817C82C4C97}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{A08B64B2-17FE-4233-BCB1-3817C82C4C97}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