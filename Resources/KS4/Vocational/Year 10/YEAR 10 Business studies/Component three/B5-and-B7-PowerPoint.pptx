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8FF8D-7777-4D52-B03D-82BE9EC9F6EE}">
  <a:tblStyle styleId="{5528FF8D-7777-4D52-B03D-82BE9EC9F6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{5528FF8D-7777-4D52-B03D-82BE9EC9F6EE}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{5528FF8D-7777-4D52-B03D-82BE9EC9F6EE}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