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DD71BFB-8777-4C76-9E92-F95CB0C328B0}">
  <a:tblStyle styleId="{DDD71BFB-8777-4C76-9E92-F95CB0C328B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0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9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8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1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3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7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{DDD71BFB-8777-4C76-9E92-F95CB0C328B0}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{DDD71BFB-8777-4C76-9E92-F95CB0C328B0}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