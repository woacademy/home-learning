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A9D653-DEF5-47E4-AA85-915B536204F3}">
  <a:tblStyle styleId="{84A9D653-DEF5-47E4-AA85-915B536204F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{84A9D653-DEF5-47E4-AA85-915B536204F3}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{84A9D653-DEF5-47E4-AA85-915B536204F3}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