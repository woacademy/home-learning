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90C45F-6C45-4661-B76C-D3F5602D2924}">
  <a:tblStyle styleId="{8F90C45F-6C45-4661-B76C-D3F5602D29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{8F90C45F-6C45-4661-B76C-D3F5602D2924}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{8F90C45F-6C45-4661-B76C-D3F5602D2924}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