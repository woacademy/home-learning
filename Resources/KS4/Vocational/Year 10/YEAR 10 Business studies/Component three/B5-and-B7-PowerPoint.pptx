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E78972-C6EE-4173-8FFA-657CD92E6EBF}">
  <a:tblStyle styleId="{85E78972-C6EE-4173-8FFA-657CD92E6E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{85E78972-C6EE-4173-8FFA-657CD92E6EBF}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{85E78972-C6EE-4173-8FFA-657CD92E6EBF}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