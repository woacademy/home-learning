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C331E6-236C-4EE6-9348-01FAFD3504AC}">
  <a:tblStyle styleId="{8CC331E6-236C-4EE6-9348-01FAFD3504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{8CC331E6-236C-4EE6-9348-01FAFD3504AC}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{8CC331E6-236C-4EE6-9348-01FAFD3504AC}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