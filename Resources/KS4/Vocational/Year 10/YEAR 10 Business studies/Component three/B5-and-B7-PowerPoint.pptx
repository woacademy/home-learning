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70D4ED-2426-4922-9FAF-8FF26B1FF6C8}">
  <a:tblStyle styleId="{E770D4ED-2426-4922-9FAF-8FF26B1FF6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{E770D4ED-2426-4922-9FAF-8FF26B1FF6C8}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{E770D4ED-2426-4922-9FAF-8FF26B1FF6C8}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