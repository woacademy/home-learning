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206A93-4E34-4E41-990B-91FE3DC98AFD}">
  <a:tblStyle styleId="{93206A93-4E34-4E41-990B-91FE3DC98A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{93206A93-4E34-4E41-990B-91FE3DC98AFD}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{93206A93-4E34-4E41-990B-91FE3DC98AFD}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