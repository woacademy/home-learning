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7FEE6A-64EB-4472-8349-9B29B00DDDFE}">
  <a:tblStyle styleId="{767FEE6A-64EB-4472-8349-9B29B00DDD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{767FEE6A-64EB-4472-8349-9B29B00DDDFE}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{767FEE6A-64EB-4472-8349-9B29B00DDDFE}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