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BC4D84-B01B-479A-A35D-C4346E6EA2D0}">
  <a:tblStyle styleId="{8DBC4D84-B01B-479A-A35D-C4346E6EA2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{8DBC4D84-B01B-479A-A35D-C4346E6EA2D0}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{8DBC4D84-B01B-479A-A35D-C4346E6EA2D0}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