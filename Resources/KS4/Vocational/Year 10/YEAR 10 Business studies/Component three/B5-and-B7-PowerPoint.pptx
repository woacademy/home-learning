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F33CA9B-8188-4907-8F1E-CC0072CEADA9}">
  <a:tblStyle styleId="{2F33CA9B-8188-4907-8F1E-CC0072CEAD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{2F33CA9B-8188-4907-8F1E-CC0072CEADA9}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{2F33CA9B-8188-4907-8F1E-CC0072CEADA9}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