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7FF324-A2F6-4FFE-B528-1DA212963CEC}">
  <a:tblStyle styleId="{7A7FF324-A2F6-4FFE-B528-1DA212963C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{7A7FF324-A2F6-4FFE-B528-1DA212963CEC}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{7A7FF324-A2F6-4FFE-B528-1DA212963CEC}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