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C97CB9-C4F5-4A14-8D52-56AECB111E53}">
  <a:tblStyle styleId="{75C97CB9-C4F5-4A14-8D52-56AECB111E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{75C97CB9-C4F5-4A14-8D52-56AECB111E53}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{75C97CB9-C4F5-4A14-8D52-56AECB111E53}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