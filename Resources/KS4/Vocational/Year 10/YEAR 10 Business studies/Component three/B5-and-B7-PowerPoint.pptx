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E2152B-43E3-4AD8-9203-5D4BB1DA9DA3}">
  <a:tblStyle styleId="{22E2152B-43E3-4AD8-9203-5D4BB1DA9D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{22E2152B-43E3-4AD8-9203-5D4BB1DA9DA3}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{22E2152B-43E3-4AD8-9203-5D4BB1DA9DA3}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