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3CAE69-832D-42B1-B1BB-C438D924E855}">
  <a:tblStyle styleId="{E13CAE69-832D-42B1-B1BB-C438D924E8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{E13CAE69-832D-42B1-B1BB-C438D924E855}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{E13CAE69-832D-42B1-B1BB-C438D924E855}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