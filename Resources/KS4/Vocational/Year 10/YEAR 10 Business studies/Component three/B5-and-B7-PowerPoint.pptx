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8F652-FA67-4654-BE4E-B17E0A5FBFE1}">
  <a:tblStyle styleId="{B0B8F652-FA67-4654-BE4E-B17E0A5FBF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{B0B8F652-FA67-4654-BE4E-B17E0A5FBFE1}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{B0B8F652-FA67-4654-BE4E-B17E0A5FBFE1}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