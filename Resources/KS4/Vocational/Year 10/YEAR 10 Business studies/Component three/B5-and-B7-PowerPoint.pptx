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03F602-AB0D-416E-A870-3554FC9B30C0}">
  <a:tblStyle styleId="{7A03F602-AB0D-416E-A870-3554FC9B30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{7A03F602-AB0D-416E-A870-3554FC9B30C0}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{7A03F602-AB0D-416E-A870-3554FC9B30C0}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