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5D03B7-E228-4C67-B4C0-B32ADEF6C427}">
  <a:tblStyle styleId="{745D03B7-E228-4C67-B4C0-B32ADEF6C4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{745D03B7-E228-4C67-B4C0-B32ADEF6C427}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{745D03B7-E228-4C67-B4C0-B32ADEF6C427}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