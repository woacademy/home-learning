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59C1FA-FB1B-444F-A888-A1C24418C217}">
  <a:tblStyle styleId="{5959C1FA-FB1B-444F-A888-A1C24418C2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{5959C1FA-FB1B-444F-A888-A1C24418C217}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{5959C1FA-FB1B-444F-A888-A1C24418C217}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