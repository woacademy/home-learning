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15C1A0-5C96-48F9-9C69-DBDED530ED50}">
  <a:tblStyle styleId="{2015C1A0-5C96-48F9-9C69-DBDED530ED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{2015C1A0-5C96-48F9-9C69-DBDED530ED50}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{2015C1A0-5C96-48F9-9C69-DBDED530ED50}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