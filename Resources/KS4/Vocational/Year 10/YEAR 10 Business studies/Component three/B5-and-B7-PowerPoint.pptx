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312C75-C34B-47A5-8712-07E2F7C95BEA}">
  <a:tblStyle styleId="{90312C75-C34B-47A5-8712-07E2F7C95B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{90312C75-C34B-47A5-8712-07E2F7C95BEA}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{90312C75-C34B-47A5-8712-07E2F7C95BEA}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