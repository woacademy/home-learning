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B74B30-7F8C-40E7-B7BE-719EDFC434BC}">
  <a:tblStyle styleId="{4BB74B30-7F8C-40E7-B7BE-719EDFC43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{4BB74B30-7F8C-40E7-B7BE-719EDFC434BC}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{4BB74B30-7F8C-40E7-B7BE-719EDFC434BC}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