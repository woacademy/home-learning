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1D9390-512C-44E2-8D30-5824FB2C30CC}">
  <a:tblStyle styleId="{A51D9390-512C-44E2-8D30-5824FB2C30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{A51D9390-512C-44E2-8D30-5824FB2C30CC}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{A51D9390-512C-44E2-8D30-5824FB2C30CC}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