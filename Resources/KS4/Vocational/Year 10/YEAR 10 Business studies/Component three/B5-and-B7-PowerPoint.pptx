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AD4AC8-0937-4515-B203-266DFA95A117}">
  <a:tblStyle styleId="{EDAD4AC8-0937-4515-B203-266DFA95A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{EDAD4AC8-0937-4515-B203-266DFA95A117}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{EDAD4AC8-0937-4515-B203-266DFA95A117}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