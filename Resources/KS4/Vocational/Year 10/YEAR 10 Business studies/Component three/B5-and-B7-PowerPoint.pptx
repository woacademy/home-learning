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4A14FC8-1F4F-43ED-9953-93381F9BB936}">
  <a:tblStyle styleId="{04A14FC8-1F4F-43ED-9953-93381F9BB93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{04A14FC8-1F4F-43ED-9953-93381F9BB936}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{04A14FC8-1F4F-43ED-9953-93381F9BB936}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