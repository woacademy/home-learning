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83754E1-A29C-4AA4-93C4-FC0F284146F7}">
  <a:tblStyle styleId="{583754E1-A29C-4AA4-93C4-FC0F284146F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7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0.png"/><Relationship Id="rId4" Type="http://schemas.openxmlformats.org/officeDocument/2006/relationships/image" Target="../media/image12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1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{583754E1-A29C-4AA4-93C4-FC0F284146F7}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{583754E1-A29C-4AA4-93C4-FC0F284146F7}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