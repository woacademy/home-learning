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89B171-B8BB-4B02-87E1-D22243A6F90A}">
  <a:tblStyle styleId="{C389B171-B8BB-4B02-87E1-D22243A6F9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{C389B171-B8BB-4B02-87E1-D22243A6F90A}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{C389B171-B8BB-4B02-87E1-D22243A6F90A}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