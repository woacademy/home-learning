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42D6DE-D1CA-4594-BA5C-8C3CA46B1933}">
  <a:tblStyle styleId="{6542D6DE-D1CA-4594-BA5C-8C3CA46B19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{6542D6DE-D1CA-4594-BA5C-8C3CA46B1933}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{6542D6DE-D1CA-4594-BA5C-8C3CA46B1933}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