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5C3165-7AFE-4876-B4C5-FF9A571F01EC}">
  <a:tblStyle styleId="{6D5C3165-7AFE-4876-B4C5-FF9A571F01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{6D5C3165-7AFE-4876-B4C5-FF9A571F01EC}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{6D5C3165-7AFE-4876-B4C5-FF9A571F01EC}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