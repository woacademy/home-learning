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3EAE11-D70C-43A1-9872-2F2D14DE53BA}">
  <a:tblStyle styleId="{E23EAE11-D70C-43A1-9872-2F2D14DE53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{E23EAE11-D70C-43A1-9872-2F2D14DE53BA}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{E23EAE11-D70C-43A1-9872-2F2D14DE53BA}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