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71F516-F94E-477A-B02D-F17A8F4AA381}">
  <a:tblStyle styleId="{3971F516-F94E-477A-B02D-F17A8F4AA3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{3971F516-F94E-477A-B02D-F17A8F4AA381}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{3971F516-F94E-477A-B02D-F17A8F4AA381}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