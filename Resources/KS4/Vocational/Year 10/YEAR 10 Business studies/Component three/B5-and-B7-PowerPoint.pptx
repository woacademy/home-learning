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48A861-F5B0-4106-A339-707545CB4FCB}">
  <a:tblStyle styleId="{2C48A861-F5B0-4106-A339-707545CB4F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{2C48A861-F5B0-4106-A339-707545CB4FCB}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{2C48A861-F5B0-4106-A339-707545CB4FCB}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