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AF8FB2-D192-4390-B036-3EEBA977A020}">
  <a:tblStyle styleId="{53AF8FB2-D192-4390-B036-3EEBA977A0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{53AF8FB2-D192-4390-B036-3EEBA977A020}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{53AF8FB2-D192-4390-B036-3EEBA977A020}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