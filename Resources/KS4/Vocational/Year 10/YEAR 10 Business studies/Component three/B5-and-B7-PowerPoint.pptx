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242AB1-5C06-4762-B6AB-5883D903E697}">
  <a:tblStyle styleId="{2B242AB1-5C06-4762-B6AB-5883D903E6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{2B242AB1-5C06-4762-B6AB-5883D903E697}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{2B242AB1-5C06-4762-B6AB-5883D903E697}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