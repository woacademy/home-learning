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02A212D-67A7-459C-BAE2-594B66C37A54}">
  <a:tblStyle styleId="{902A212D-67A7-459C-BAE2-594B66C37A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{902A212D-67A7-459C-BAE2-594B66C37A54}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{902A212D-67A7-459C-BAE2-594B66C37A54}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