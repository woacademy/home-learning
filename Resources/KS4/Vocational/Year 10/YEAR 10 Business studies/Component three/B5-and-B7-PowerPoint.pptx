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717883-B51A-4F77-86EF-C654032D3624}">
  <a:tblStyle styleId="{50717883-B51A-4F77-86EF-C654032D36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{50717883-B51A-4F77-86EF-C654032D3624}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{50717883-B51A-4F77-86EF-C654032D3624}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