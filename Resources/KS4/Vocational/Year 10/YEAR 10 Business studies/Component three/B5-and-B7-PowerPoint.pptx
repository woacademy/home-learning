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FC942C3-2A87-44DC-A89D-80D37EC87B1F}">
  <a:tblStyle styleId="{CFC942C3-2A87-44DC-A89D-80D37EC87B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{CFC942C3-2A87-44DC-A89D-80D37EC87B1F}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{CFC942C3-2A87-44DC-A89D-80D37EC87B1F}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