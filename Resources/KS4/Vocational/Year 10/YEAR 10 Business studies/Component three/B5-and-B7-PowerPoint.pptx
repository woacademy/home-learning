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69CE9B-91BD-419F-8885-E87EE1442A50}">
  <a:tblStyle styleId="{C269CE9B-91BD-419F-8885-E87EE1442A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{C269CE9B-91BD-419F-8885-E87EE1442A50}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{C269CE9B-91BD-419F-8885-E87EE1442A50}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