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AA9CFA-220E-4686-B467-BB010D8D9662}">
  <a:tblStyle styleId="{74AA9CFA-220E-4686-B467-BB010D8D96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{74AA9CFA-220E-4686-B467-BB010D8D9662}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{74AA9CFA-220E-4686-B467-BB010D8D9662}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