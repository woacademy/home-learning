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9DED32-4F5A-40D9-B007-013BA6302E2F}">
  <a:tblStyle styleId="{CF9DED32-4F5A-40D9-B007-013BA6302E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{CF9DED32-4F5A-40D9-B007-013BA6302E2F}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{CF9DED32-4F5A-40D9-B007-013BA6302E2F}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