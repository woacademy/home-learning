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518ACA-4255-4478-8516-6632D99E4944}">
  <a:tblStyle styleId="{56518ACA-4255-4478-8516-6632D99E49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{56518ACA-4255-4478-8516-6632D99E4944}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{56518ACA-4255-4478-8516-6632D99E4944}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