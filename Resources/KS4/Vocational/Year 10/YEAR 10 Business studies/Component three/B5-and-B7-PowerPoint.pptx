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CA63B2-F951-4B46-8DDD-6CE654DE356F}">
  <a:tblStyle styleId="{32CA63B2-F951-4B46-8DDD-6CE654DE35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{32CA63B2-F951-4B46-8DDD-6CE654DE356F}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{32CA63B2-F951-4B46-8DDD-6CE654DE356F}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