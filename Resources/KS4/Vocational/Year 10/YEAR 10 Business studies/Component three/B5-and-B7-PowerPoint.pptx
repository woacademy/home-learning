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702243-3281-43BB-9381-04A63287C6B5}">
  <a:tblStyle styleId="{CA702243-3281-43BB-9381-04A63287C6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{CA702243-3281-43BB-9381-04A63287C6B5}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{CA702243-3281-43BB-9381-04A63287C6B5}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