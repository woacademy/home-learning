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95C646-827A-47AF-8D55-2B662DBAAECE}">
  <a:tblStyle styleId="{FF95C646-827A-47AF-8D55-2B662DBAAE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{FF95C646-827A-47AF-8D55-2B662DBAAECE}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{FF95C646-827A-47AF-8D55-2B662DBAAECE}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