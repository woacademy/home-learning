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4F68700-E88B-45B8-A133-829538F61640}">
  <a:tblStyle styleId="{F4F68700-E88B-45B8-A133-829538F6164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{F4F68700-E88B-45B8-A133-829538F61640}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{F4F68700-E88B-45B8-A133-829538F61640}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