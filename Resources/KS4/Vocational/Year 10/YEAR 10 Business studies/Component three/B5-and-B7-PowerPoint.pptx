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DD7CC3-B005-4374-974A-F882C7BB2581}">
  <a:tblStyle styleId="{79DD7CC3-B005-4374-974A-F882C7BB25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{79DD7CC3-B005-4374-974A-F882C7BB2581}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{79DD7CC3-B005-4374-974A-F882C7BB2581}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