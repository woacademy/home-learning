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6DF797-CBB8-4D06-B2ED-D5446DC811B1}">
  <a:tblStyle styleId="{C66DF797-CBB8-4D06-B2ED-D5446DC811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{C66DF797-CBB8-4D06-B2ED-D5446DC811B1}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{C66DF797-CBB8-4D06-B2ED-D5446DC811B1}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