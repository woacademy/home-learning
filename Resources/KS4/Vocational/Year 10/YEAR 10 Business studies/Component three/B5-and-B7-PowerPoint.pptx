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A4A1A6B-08F5-4712-B9DE-2AD5EAB98D0F}">
  <a:tblStyle styleId="{4A4A1A6B-08F5-4712-B9DE-2AD5EAB98D0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9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{4A4A1A6B-08F5-4712-B9DE-2AD5EAB98D0F}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{4A4A1A6B-08F5-4712-B9DE-2AD5EAB98D0F}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