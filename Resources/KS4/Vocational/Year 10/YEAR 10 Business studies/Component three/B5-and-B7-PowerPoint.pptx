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271796-6032-4F71-BC09-206B5622A591}">
  <a:tblStyle styleId="{AF271796-6032-4F71-BC09-206B5622A5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{AF271796-6032-4F71-BC09-206B5622A591}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{AF271796-6032-4F71-BC09-206B5622A591}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