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0ACF3A-C945-442A-B166-FD2AC4AAED35}">
  <a:tblStyle styleId="{EA0ACF3A-C945-442A-B166-FD2AC4AAED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{EA0ACF3A-C945-442A-B166-FD2AC4AAED35}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{EA0ACF3A-C945-442A-B166-FD2AC4AAED35}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