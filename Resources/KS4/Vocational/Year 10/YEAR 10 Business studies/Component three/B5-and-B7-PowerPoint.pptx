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841B6-DF18-42B7-92C6-2386D2912115}">
  <a:tblStyle styleId="{4C0841B6-DF18-42B7-92C6-2386D29121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{4C0841B6-DF18-42B7-92C6-2386D2912115}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{4C0841B6-DF18-42B7-92C6-2386D2912115}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