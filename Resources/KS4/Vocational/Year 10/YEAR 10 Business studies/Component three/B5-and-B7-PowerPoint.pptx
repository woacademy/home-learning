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1F2518-E9F0-4FEA-ADC3-6C008ED29305}">
  <a:tblStyle styleId="{C21F2518-E9F0-4FEA-ADC3-6C008ED293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{C21F2518-E9F0-4FEA-ADC3-6C008ED29305}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{C21F2518-E9F0-4FEA-ADC3-6C008ED29305}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