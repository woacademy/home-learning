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1135C4-F070-4BF3-84B7-48720ADEDC8D}">
  <a:tblStyle styleId="{361135C4-F070-4BF3-84B7-48720ADEDC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{361135C4-F070-4BF3-84B7-48720ADEDC8D}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{361135C4-F070-4BF3-84B7-48720ADEDC8D}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