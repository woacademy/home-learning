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0522C7-D843-4649-BC64-6BEA1DC4ADB1}">
  <a:tblStyle styleId="{270522C7-D843-4649-BC64-6BEA1DC4AD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{270522C7-D843-4649-BC64-6BEA1DC4ADB1}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{270522C7-D843-4649-BC64-6BEA1DC4ADB1}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