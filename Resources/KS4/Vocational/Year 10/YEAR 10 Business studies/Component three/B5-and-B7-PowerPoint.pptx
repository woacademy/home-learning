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61BE29-704C-4289-83F6-06EF6FA3517C}">
  <a:tblStyle styleId="{DC61BE29-704C-4289-83F6-06EF6FA351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{DC61BE29-704C-4289-83F6-06EF6FA3517C}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{DC61BE29-704C-4289-83F6-06EF6FA3517C}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