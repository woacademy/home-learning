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DD794B2-90D4-4766-930E-272753F93CE5}">
  <a:tblStyle styleId="{ADD794B2-90D4-4766-930E-272753F93C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{ADD794B2-90D4-4766-930E-272753F93CE5}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{ADD794B2-90D4-4766-930E-272753F93CE5}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