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47988D4-150F-4AA7-83BC-19882E2F4639}">
  <a:tblStyle styleId="{E47988D4-150F-4AA7-83BC-19882E2F463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{E47988D4-150F-4AA7-83BC-19882E2F4639}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{E47988D4-150F-4AA7-83BC-19882E2F4639}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