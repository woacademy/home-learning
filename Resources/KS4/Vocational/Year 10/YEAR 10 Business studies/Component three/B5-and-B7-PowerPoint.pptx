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90AE0B-81A5-41DC-BD53-85B08482F62D}">
  <a:tblStyle styleId="{9C90AE0B-81A5-41DC-BD53-85B08482F6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{9C90AE0B-81A5-41DC-BD53-85B08482F62D}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{9C90AE0B-81A5-41DC-BD53-85B08482F62D}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