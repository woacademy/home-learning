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5FBAB-E12E-4C10-AA3B-924EA866D154}">
  <a:tblStyle styleId="{2A45FBAB-E12E-4C10-AA3B-924EA866D1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{2A45FBAB-E12E-4C10-AA3B-924EA866D154}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{2A45FBAB-E12E-4C10-AA3B-924EA866D154}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