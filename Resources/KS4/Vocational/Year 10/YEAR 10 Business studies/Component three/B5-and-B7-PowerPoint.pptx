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800C9F-57E5-4957-B2CC-9B49464D4AA0}">
  <a:tblStyle styleId="{3F800C9F-57E5-4957-B2CC-9B49464D4A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{3F800C9F-57E5-4957-B2CC-9B49464D4AA0}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{3F800C9F-57E5-4957-B2CC-9B49464D4AA0}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