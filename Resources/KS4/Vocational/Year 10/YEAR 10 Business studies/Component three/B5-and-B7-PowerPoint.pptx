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FDA469-C736-43C5-BE16-0F758E9317F5}">
  <a:tblStyle styleId="{2CFDA469-C736-43C5-BE16-0F758E9317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{2CFDA469-C736-43C5-BE16-0F758E9317F5}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{2CFDA469-C736-43C5-BE16-0F758E9317F5}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