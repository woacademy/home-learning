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B32969-D38C-4154-82F7-5BCE95DC3657}">
  <a:tblStyle styleId="{A8B32969-D38C-4154-82F7-5BCE95DC36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{A8B32969-D38C-4154-82F7-5BCE95DC3657}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{A8B32969-D38C-4154-82F7-5BCE95DC3657}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