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8BF78D-5822-4947-920B-86FF51EF2915}">
  <a:tblStyle styleId="{DD8BF78D-5822-4947-920B-86FF51EF29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{DD8BF78D-5822-4947-920B-86FF51EF2915}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{DD8BF78D-5822-4947-920B-86FF51EF2915}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