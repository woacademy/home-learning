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136FE5-CEF9-4463-B467-00B8D0D54DC5}">
  <a:tblStyle styleId="{3A136FE5-CEF9-4463-B467-00B8D0D54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{3A136FE5-CEF9-4463-B467-00B8D0D54DC5}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{3A136FE5-CEF9-4463-B467-00B8D0D54DC5}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