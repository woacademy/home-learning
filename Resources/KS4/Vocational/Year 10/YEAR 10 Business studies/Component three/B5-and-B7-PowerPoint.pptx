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A053F-4913-4711-ABA2-3BD771E18664}">
  <a:tblStyle styleId="{4ABA053F-4913-4711-ABA2-3BD771E18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{4ABA053F-4913-4711-ABA2-3BD771E18664}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{4ABA053F-4913-4711-ABA2-3BD771E18664}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