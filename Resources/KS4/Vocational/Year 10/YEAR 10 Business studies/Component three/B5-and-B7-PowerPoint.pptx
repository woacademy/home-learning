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031278-E36D-4BB9-BB35-E097C1DE058C}">
  <a:tblStyle styleId="{E5031278-E36D-4BB9-BB35-E097C1DE05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{E5031278-E36D-4BB9-BB35-E097C1DE058C}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{E5031278-E36D-4BB9-BB35-E097C1DE058C}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