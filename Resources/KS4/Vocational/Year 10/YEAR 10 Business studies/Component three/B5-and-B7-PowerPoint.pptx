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1B046A0-8FA3-4B53-8B9E-3583D714D0CD}">
  <a:tblStyle styleId="{A1B046A0-8FA3-4B53-8B9E-3583D714D0C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{A1B046A0-8FA3-4B53-8B9E-3583D714D0CD}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{A1B046A0-8FA3-4B53-8B9E-3583D714D0CD}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