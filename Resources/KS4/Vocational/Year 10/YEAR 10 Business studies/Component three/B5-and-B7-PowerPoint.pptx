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039DBC-FE9E-4A53-8375-0613B3EFA2A3}">
  <a:tblStyle styleId="{AB039DBC-FE9E-4A53-8375-0613B3EFA2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{AB039DBC-FE9E-4A53-8375-0613B3EFA2A3}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{AB039DBC-FE9E-4A53-8375-0613B3EFA2A3}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