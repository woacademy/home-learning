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5585D9-7CEC-4F1D-BDAB-AAFF68A7A624}">
  <a:tblStyle styleId="{E55585D9-7CEC-4F1D-BDAB-AAFF68A7A6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{E55585D9-7CEC-4F1D-BDAB-AAFF68A7A624}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{E55585D9-7CEC-4F1D-BDAB-AAFF68A7A624}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