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596B39-0677-409E-8C81-62900DF89DA0}">
  <a:tblStyle styleId="{AE596B39-0677-409E-8C81-62900DF89D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{AE596B39-0677-409E-8C81-62900DF89DA0}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{AE596B39-0677-409E-8C81-62900DF89DA0}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