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EC4E0E-B922-4227-8F2E-2A11C0DCC7A4}">
  <a:tblStyle styleId="{AFEC4E0E-B922-4227-8F2E-2A11C0DCC7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{AFEC4E0E-B922-4227-8F2E-2A11C0DCC7A4}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{AFEC4E0E-B922-4227-8F2E-2A11C0DCC7A4}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