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CE8B4F-44E3-48DE-927D-5C710E51D4D0}">
  <a:tblStyle styleId="{0FCE8B4F-44E3-48DE-927D-5C710E51D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{0FCE8B4F-44E3-48DE-927D-5C710E51D4D0}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{0FCE8B4F-44E3-48DE-927D-5C710E51D4D0}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