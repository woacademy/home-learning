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3FD4A6-0283-4532-8BD9-7FA7270900A4}">
  <a:tblStyle styleId="{9F3FD4A6-0283-4532-8BD9-7FA7270900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{9F3FD4A6-0283-4532-8BD9-7FA7270900A4}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{9F3FD4A6-0283-4532-8BD9-7FA7270900A4}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