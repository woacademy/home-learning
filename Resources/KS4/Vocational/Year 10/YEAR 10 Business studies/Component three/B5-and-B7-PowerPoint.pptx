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F4AC3-E245-4AD4-933D-99DBDF02B3F1}">
  <a:tblStyle styleId="{8D5F4AC3-E245-4AD4-933D-99DBDF02B3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{8D5F4AC3-E245-4AD4-933D-99DBDF02B3F1}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{8D5F4AC3-E245-4AD4-933D-99DBDF02B3F1}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