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568DD-2AE6-46A5-B2E6-9788FCFF288F}">
  <a:tblStyle styleId="{1D2568DD-2AE6-46A5-B2E6-9788FCFF28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{1D2568DD-2AE6-46A5-B2E6-9788FCFF288F}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{1D2568DD-2AE6-46A5-B2E6-9788FCFF288F}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