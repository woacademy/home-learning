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F9D62C-A8BF-4D87-BBCB-B2D6EBFBDA81}">
  <a:tblStyle styleId="{BCF9D62C-A8BF-4D87-BBCB-B2D6EBFBD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{BCF9D62C-A8BF-4D87-BBCB-B2D6EBFBDA81}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{BCF9D62C-A8BF-4D87-BBCB-B2D6EBFBDA81}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