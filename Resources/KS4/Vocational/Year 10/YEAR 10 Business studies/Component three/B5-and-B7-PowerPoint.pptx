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5C48DC-5D3E-46BE-8EF1-5DEEB5DD0AB5}">
  <a:tblStyle styleId="{275C48DC-5D3E-46BE-8EF1-5DEEB5DD0A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{275C48DC-5D3E-46BE-8EF1-5DEEB5DD0AB5}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{275C48DC-5D3E-46BE-8EF1-5DEEB5DD0AB5}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