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73A0C1-AEC8-4183-BAD8-29F56DB3F628}">
  <a:tblStyle styleId="{0C73A0C1-AEC8-4183-BAD8-29F56DB3F6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{0C73A0C1-AEC8-4183-BAD8-29F56DB3F628}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{0C73A0C1-AEC8-4183-BAD8-29F56DB3F628}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