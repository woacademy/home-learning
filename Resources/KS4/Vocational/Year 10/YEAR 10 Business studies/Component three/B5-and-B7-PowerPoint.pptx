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BC0D77-AB54-406F-AAD2-A4C48C4C6CB7}">
  <a:tblStyle styleId="{9ABC0D77-AB54-406F-AAD2-A4C48C4C6C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{9ABC0D77-AB54-406F-AAD2-A4C48C4C6CB7}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{9ABC0D77-AB54-406F-AAD2-A4C48C4C6CB7}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