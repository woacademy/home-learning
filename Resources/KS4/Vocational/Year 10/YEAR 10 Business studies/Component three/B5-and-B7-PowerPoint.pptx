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E82A3C-EC28-4F6E-ADEA-EA575D3EAF2B}">
  <a:tblStyle styleId="{AAE82A3C-EC28-4F6E-ADEA-EA575D3EAF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{AAE82A3C-EC28-4F6E-ADEA-EA575D3EAF2B}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{AAE82A3C-EC28-4F6E-ADEA-EA575D3EAF2B}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