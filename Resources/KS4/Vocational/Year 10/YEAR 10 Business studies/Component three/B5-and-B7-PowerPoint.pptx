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DEECB3-6F73-47EC-AB1E-827E0157FC8C}">
  <a:tblStyle styleId="{D9DEECB3-6F73-47EC-AB1E-827E0157FC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{D9DEECB3-6F73-47EC-AB1E-827E0157FC8C}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{D9DEECB3-6F73-47EC-AB1E-827E0157FC8C}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