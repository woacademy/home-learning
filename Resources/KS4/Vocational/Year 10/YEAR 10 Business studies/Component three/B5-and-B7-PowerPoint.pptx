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CD5AA56-48A9-4BEC-B0EB-38DFF3311168}">
  <a:tblStyle styleId="{4CD5AA56-48A9-4BEC-B0EB-38DFF33111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{4CD5AA56-48A9-4BEC-B0EB-38DFF3311168}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{4CD5AA56-48A9-4BEC-B0EB-38DFF3311168}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