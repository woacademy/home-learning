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3ED705-2673-47BF-82E9-425319A5AB28}">
  <a:tblStyle styleId="{FA3ED705-2673-47BF-82E9-425319A5AB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{FA3ED705-2673-47BF-82E9-425319A5AB28}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{FA3ED705-2673-47BF-82E9-425319A5AB28}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