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68B3A3-9223-4ACF-8B17-E15E8A6FD04F}">
  <a:tblStyle styleId="{8668B3A3-9223-4ACF-8B17-E15E8A6FD0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{8668B3A3-9223-4ACF-8B17-E15E8A6FD04F}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{8668B3A3-9223-4ACF-8B17-E15E8A6FD04F}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