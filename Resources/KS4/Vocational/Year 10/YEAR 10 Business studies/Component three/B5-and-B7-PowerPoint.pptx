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CE8799-1F64-48A2-BDA8-80951DBB2C5C}">
  <a:tblStyle styleId="{A3CE8799-1F64-48A2-BDA8-80951DBB2C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{A3CE8799-1F64-48A2-BDA8-80951DBB2C5C}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{A3CE8799-1F64-48A2-BDA8-80951DBB2C5C}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