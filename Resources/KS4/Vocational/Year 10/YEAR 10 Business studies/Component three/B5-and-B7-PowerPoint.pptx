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00418D-9F51-4080-8C13-E000DBDDDC9C}">
  <a:tblStyle styleId="{FF00418D-9F51-4080-8C13-E000DBDDDC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{FF00418D-9F51-4080-8C13-E000DBDDDC9C}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{FF00418D-9F51-4080-8C13-E000DBDDDC9C}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