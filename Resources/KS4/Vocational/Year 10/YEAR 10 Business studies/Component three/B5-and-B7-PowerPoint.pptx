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04940B0-5CF9-437F-B07C-4E215787B864}">
  <a:tblStyle styleId="{C04940B0-5CF9-437F-B07C-4E215787B86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{C04940B0-5CF9-437F-B07C-4E215787B864}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{C04940B0-5CF9-437F-B07C-4E215787B864}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