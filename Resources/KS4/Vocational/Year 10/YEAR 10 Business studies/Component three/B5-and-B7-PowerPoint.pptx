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BDE657-5E97-46B4-A9FC-793F867BBA3C}">
  <a:tblStyle styleId="{6EBDE657-5E97-46B4-A9FC-793F867BBA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{6EBDE657-5E97-46B4-A9FC-793F867BBA3C}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{6EBDE657-5E97-46B4-A9FC-793F867BBA3C}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