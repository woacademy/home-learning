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EDB565-36C5-4418-9EFC-DF3656E7AEF9}">
  <a:tblStyle styleId="{53EDB565-36C5-4418-9EFC-DF3656E7AE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{53EDB565-36C5-4418-9EFC-DF3656E7AEF9}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{53EDB565-36C5-4418-9EFC-DF3656E7AEF9}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