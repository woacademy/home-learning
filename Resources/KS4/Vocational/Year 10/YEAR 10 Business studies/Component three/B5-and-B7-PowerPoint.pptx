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D3A8C4-1DE2-41AC-85F3-CDE9C5592440}">
  <a:tblStyle styleId="{8CD3A8C4-1DE2-41AC-85F3-CDE9C55924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{8CD3A8C4-1DE2-41AC-85F3-CDE9C5592440}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{8CD3A8C4-1DE2-41AC-85F3-CDE9C5592440}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