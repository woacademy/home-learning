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0652A2-49EB-4E56-A01A-AAC6D9DE53FE}">
  <a:tblStyle styleId="{BA0652A2-49EB-4E56-A01A-AAC6D9DE53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{BA0652A2-49EB-4E56-A01A-AAC6D9DE53FE}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{BA0652A2-49EB-4E56-A01A-AAC6D9DE53FE}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