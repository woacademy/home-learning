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8FDB6F-7C11-4471-A3D8-8D8AF8D05936}">
  <a:tblStyle styleId="{888FDB6F-7C11-4471-A3D8-8D8AF8D0593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{888FDB6F-7C11-4471-A3D8-8D8AF8D05936}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{888FDB6F-7C11-4471-A3D8-8D8AF8D05936}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