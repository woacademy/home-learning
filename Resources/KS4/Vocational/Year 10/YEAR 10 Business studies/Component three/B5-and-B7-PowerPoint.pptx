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C2E341-9A5F-4D97-9995-7FE9F84C075E}">
  <a:tblStyle styleId="{1FC2E341-9A5F-4D97-9995-7FE9F84C075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{1FC2E341-9A5F-4D97-9995-7FE9F84C075E}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{1FC2E341-9A5F-4D97-9995-7FE9F84C075E}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