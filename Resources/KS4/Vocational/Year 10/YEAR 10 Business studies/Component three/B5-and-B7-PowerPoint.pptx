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CB465D-B43C-4F71-A619-A921DFB75101}">
  <a:tblStyle styleId="{34CB465D-B43C-4F71-A619-A921DFB751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{34CB465D-B43C-4F71-A619-A921DFB75101}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{34CB465D-B43C-4F71-A619-A921DFB75101}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