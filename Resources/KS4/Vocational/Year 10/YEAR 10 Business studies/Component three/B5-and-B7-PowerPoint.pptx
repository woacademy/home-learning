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9C1761-4612-4B54-9C71-D2F8B2473276}">
  <a:tblStyle styleId="{CC9C1761-4612-4B54-9C71-D2F8B24732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{CC9C1761-4612-4B54-9C71-D2F8B2473276}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{CC9C1761-4612-4B54-9C71-D2F8B2473276}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