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C83FC4-D235-4B6A-91A5-230AF008FDED}">
  <a:tblStyle styleId="{39C83FC4-D235-4B6A-91A5-230AF008FDE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{39C83FC4-D235-4B6A-91A5-230AF008FDED}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{39C83FC4-D235-4B6A-91A5-230AF008FDED}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