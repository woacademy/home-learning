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8B4015-D019-4F7D-A8FF-79A6D77AE09E}">
  <a:tblStyle styleId="{3E8B4015-D019-4F7D-A8FF-79A6D77AE0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{3E8B4015-D019-4F7D-A8FF-79A6D77AE09E}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{3E8B4015-D019-4F7D-A8FF-79A6D77AE09E}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