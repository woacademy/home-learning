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35E19B-4FF8-4B55-9F03-0CFE13E7CD00}">
  <a:tblStyle styleId="{3935E19B-4FF8-4B55-9F03-0CFE13E7C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{3935E19B-4FF8-4B55-9F03-0CFE13E7CD00}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{3935E19B-4FF8-4B55-9F03-0CFE13E7CD00}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