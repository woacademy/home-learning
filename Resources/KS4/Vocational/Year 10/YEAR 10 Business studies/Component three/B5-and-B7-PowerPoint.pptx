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6D9EBC-DF6F-41FF-93A6-2A6649CECA27}">
  <a:tblStyle styleId="{226D9EBC-DF6F-41FF-93A6-2A6649CEC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{226D9EBC-DF6F-41FF-93A6-2A6649CECA27}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{226D9EBC-DF6F-41FF-93A6-2A6649CECA27}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