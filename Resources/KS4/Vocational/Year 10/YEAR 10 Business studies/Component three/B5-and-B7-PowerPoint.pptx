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EF1A25-5D5F-4B5E-B5AE-585FC57DAD29}">
  <a:tblStyle styleId="{5EEF1A25-5D5F-4B5E-B5AE-585FC57DAD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{5EEF1A25-5D5F-4B5E-B5AE-585FC57DAD29}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{5EEF1A25-5D5F-4B5E-B5AE-585FC57DAD29}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