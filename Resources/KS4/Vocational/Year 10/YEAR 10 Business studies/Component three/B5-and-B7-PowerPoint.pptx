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8C20FF-0FE7-4D95-B4DE-E9EA53CDEEEB}">
  <a:tblStyle styleId="{6A8C20FF-0FE7-4D95-B4DE-E9EA53CDEE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{6A8C20FF-0FE7-4D95-B4DE-E9EA53CDEEEB}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{6A8C20FF-0FE7-4D95-B4DE-E9EA53CDEEEB}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