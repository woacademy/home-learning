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4C06C-3EA7-431E-B3B4-386B2A01BE19}">
  <a:tblStyle styleId="{B3E4C06C-3EA7-431E-B3B4-386B2A01BE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{B3E4C06C-3EA7-431E-B3B4-386B2A01BE19}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{B3E4C06C-3EA7-431E-B3B4-386B2A01BE19}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