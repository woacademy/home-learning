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502EE-F9ED-48D6-8C7B-546F07689605}">
  <a:tblStyle styleId="{509502EE-F9ED-48D6-8C7B-546F076896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{509502EE-F9ED-48D6-8C7B-546F07689605}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{509502EE-F9ED-48D6-8C7B-546F07689605}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