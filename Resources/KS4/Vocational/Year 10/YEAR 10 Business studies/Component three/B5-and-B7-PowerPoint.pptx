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BE259-D0BB-4AD6-A56F-47E8883A1954}">
  <a:tblStyle styleId="{A60BE259-D0BB-4AD6-A56F-47E8883A1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{A60BE259-D0BB-4AD6-A56F-47E8883A1954}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{A60BE259-D0BB-4AD6-A56F-47E8883A1954}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