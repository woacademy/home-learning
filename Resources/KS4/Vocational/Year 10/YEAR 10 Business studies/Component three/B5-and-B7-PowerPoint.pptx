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7C6C41-59B2-4FD5-B3C6-B411BF9FA071}">
  <a:tblStyle styleId="{E47C6C41-59B2-4FD5-B3C6-B411BF9FA0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{E47C6C41-59B2-4FD5-B3C6-B411BF9FA071}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{E47C6C41-59B2-4FD5-B3C6-B411BF9FA071}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