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097106-408B-4B1D-8CD9-3F735095A5D9}">
  <a:tblStyle styleId="{E7097106-408B-4B1D-8CD9-3F735095A5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{E7097106-408B-4B1D-8CD9-3F735095A5D9}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{E7097106-408B-4B1D-8CD9-3F735095A5D9}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