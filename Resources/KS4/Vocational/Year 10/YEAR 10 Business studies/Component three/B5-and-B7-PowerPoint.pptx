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3B45C-08ED-4226-AF25-F83CD8ABD2CF}">
  <a:tblStyle styleId="{A1A3B45C-08ED-4226-AF25-F83CD8ABD2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{A1A3B45C-08ED-4226-AF25-F83CD8ABD2CF}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{A1A3B45C-08ED-4226-AF25-F83CD8ABD2CF}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