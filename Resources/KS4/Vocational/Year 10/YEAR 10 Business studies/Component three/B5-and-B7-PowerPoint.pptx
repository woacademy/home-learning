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826285-C413-4FB8-8FFB-27A384FD23C7}">
  <a:tblStyle styleId="{54826285-C413-4FB8-8FFB-27A384FD23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{54826285-C413-4FB8-8FFB-27A384FD23C7}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{54826285-C413-4FB8-8FFB-27A384FD23C7}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