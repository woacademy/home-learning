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207EF4D-D64E-44F7-834A-5454641245F0}">
  <a:tblStyle styleId="{7207EF4D-D64E-44F7-834A-5454641245F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{7207EF4D-D64E-44F7-834A-5454641245F0}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{7207EF4D-D64E-44F7-834A-5454641245F0}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