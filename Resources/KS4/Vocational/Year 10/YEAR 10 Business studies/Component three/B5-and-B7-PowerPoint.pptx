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164D0B-B1EF-4B4C-A606-8E80B9780B8A}">
  <a:tblStyle styleId="{FF164D0B-B1EF-4B4C-A606-8E80B9780B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{FF164D0B-B1EF-4B4C-A606-8E80B9780B8A}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{FF164D0B-B1EF-4B4C-A606-8E80B9780B8A}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