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CA4FA7-2C38-4BEE-B570-245D9BC351CA}">
  <a:tblStyle styleId="{9ECA4FA7-2C38-4BEE-B570-245D9BC351C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{9ECA4FA7-2C38-4BEE-B570-245D9BC351CA}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{9ECA4FA7-2C38-4BEE-B570-245D9BC351CA}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