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EE479B-E5F8-4659-AE34-BD4236F227C5}">
  <a:tblStyle styleId="{36EE479B-E5F8-4659-AE34-BD4236F227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{36EE479B-E5F8-4659-AE34-BD4236F227C5}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{36EE479B-E5F8-4659-AE34-BD4236F227C5}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