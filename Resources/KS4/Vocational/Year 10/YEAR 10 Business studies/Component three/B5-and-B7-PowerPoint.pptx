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900AD9-3ADD-455F-96AD-33E3E3D91906}">
  <a:tblStyle styleId="{43900AD9-3ADD-455F-96AD-33E3E3D919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{43900AD9-3ADD-455F-96AD-33E3E3D91906}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{43900AD9-3ADD-455F-96AD-33E3E3D91906}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