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AC6289-12A9-4AD0-9574-968F4F809E21}">
  <a:tblStyle styleId="{DFAC6289-12A9-4AD0-9574-968F4F809E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{DFAC6289-12A9-4AD0-9574-968F4F809E21}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{DFAC6289-12A9-4AD0-9574-968F4F809E21}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