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0E4D62-19B8-4827-9323-CC9B2E12C7AC}">
  <a:tblStyle styleId="{5E0E4D62-19B8-4827-9323-CC9B2E12C7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{5E0E4D62-19B8-4827-9323-CC9B2E12C7AC}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{5E0E4D62-19B8-4827-9323-CC9B2E12C7AC}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