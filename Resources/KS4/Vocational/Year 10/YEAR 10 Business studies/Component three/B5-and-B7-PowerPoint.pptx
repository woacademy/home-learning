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2EB8BB-C3C2-4F0F-8641-E7D688E02278}">
  <a:tblStyle styleId="{462EB8BB-C3C2-4F0F-8641-E7D688E022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{462EB8BB-C3C2-4F0F-8641-E7D688E02278}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{462EB8BB-C3C2-4F0F-8641-E7D688E02278}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