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17BD39-B78A-408E-959A-73C9241138C7}">
  <a:tblStyle styleId="{D417BD39-B78A-408E-959A-73C9241138C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{D417BD39-B78A-408E-959A-73C9241138C7}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{D417BD39-B78A-408E-959A-73C9241138C7}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