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D503DF-2C87-4509-B343-86A0CAAD1698}">
  <a:tblStyle styleId="{45D503DF-2C87-4509-B343-86A0CAAD16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{45D503DF-2C87-4509-B343-86A0CAAD1698}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{45D503DF-2C87-4509-B343-86A0CAAD1698}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