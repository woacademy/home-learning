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29CAA3-8C69-476B-8FD6-4F8B9F671D26}">
  <a:tblStyle styleId="{1829CAA3-8C69-476B-8FD6-4F8B9F671D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{1829CAA3-8C69-476B-8FD6-4F8B9F671D26}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{1829CAA3-8C69-476B-8FD6-4F8B9F671D26}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