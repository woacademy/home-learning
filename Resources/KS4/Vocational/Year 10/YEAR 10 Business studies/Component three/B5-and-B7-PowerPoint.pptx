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9C4B65-0FE1-42CE-BD1E-66E8F73B563C}">
  <a:tblStyle styleId="{419C4B65-0FE1-42CE-BD1E-66E8F73B56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{419C4B65-0FE1-42CE-BD1E-66E8F73B563C}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{419C4B65-0FE1-42CE-BD1E-66E8F73B563C}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