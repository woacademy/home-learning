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BF657-2F44-4A2A-94C9-1EFE86136703}">
  <a:tblStyle styleId="{371BF657-2F44-4A2A-94C9-1EFE861367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{371BF657-2F44-4A2A-94C9-1EFE86136703}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{371BF657-2F44-4A2A-94C9-1EFE86136703}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