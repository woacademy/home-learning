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559ED3-E84E-4325-AC01-BD8020B91CB5}">
  <a:tblStyle styleId="{16559ED3-E84E-4325-AC01-BD8020B91C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{16559ED3-E84E-4325-AC01-BD8020B91CB5}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{16559ED3-E84E-4325-AC01-BD8020B91CB5}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