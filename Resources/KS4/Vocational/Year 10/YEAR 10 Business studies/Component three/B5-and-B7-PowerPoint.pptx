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1D605C-0577-4AAD-BFFC-71144ED0F206}">
  <a:tblStyle styleId="{0A1D605C-0577-4AAD-BFFC-71144ED0F2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{0A1D605C-0577-4AAD-BFFC-71144ED0F206}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{0A1D605C-0577-4AAD-BFFC-71144ED0F206}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