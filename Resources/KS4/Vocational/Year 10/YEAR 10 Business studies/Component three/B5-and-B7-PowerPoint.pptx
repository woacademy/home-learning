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B829267-848D-4F48-940D-999EF90DABF8}">
  <a:tblStyle styleId="{BB829267-848D-4F48-940D-999EF90DABF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{BB829267-848D-4F48-940D-999EF90DABF8}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{BB829267-848D-4F48-940D-999EF90DABF8}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