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68AD28-6EB8-4CE9-B00E-7F3D6461F892}">
  <a:tblStyle styleId="{AE68AD28-6EB8-4CE9-B00E-7F3D6461F8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{AE68AD28-6EB8-4CE9-B00E-7F3D6461F892}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{AE68AD28-6EB8-4CE9-B00E-7F3D6461F892}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