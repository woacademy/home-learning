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A014EF-F371-4266-AB41-DF6BF602883A}">
  <a:tblStyle styleId="{E2A014EF-F371-4266-AB41-DF6BF60288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{E2A014EF-F371-4266-AB41-DF6BF602883A}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{E2A014EF-F371-4266-AB41-DF6BF602883A}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