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212A07-3F21-4860-9B58-A723F8AEBDA2}">
  <a:tblStyle styleId="{B2212A07-3F21-4860-9B58-A723F8AEBDA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{B2212A07-3F21-4860-9B58-A723F8AEBDA2}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{B2212A07-3F21-4860-9B58-A723F8AEBDA2}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