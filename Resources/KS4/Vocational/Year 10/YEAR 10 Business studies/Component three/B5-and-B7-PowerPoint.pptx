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779D00-355B-48EC-8554-DDA59720681E}">
  <a:tblStyle styleId="{73779D00-355B-48EC-8554-DDA5972068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{73779D00-355B-48EC-8554-DDA59720681E}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{73779D00-355B-48EC-8554-DDA59720681E}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