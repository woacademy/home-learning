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4CE871-AE49-4E6D-9609-AC974346C3E2}">
  <a:tblStyle styleId="{924CE871-AE49-4E6D-9609-AC974346C3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{924CE871-AE49-4E6D-9609-AC974346C3E2}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{924CE871-AE49-4E6D-9609-AC974346C3E2}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