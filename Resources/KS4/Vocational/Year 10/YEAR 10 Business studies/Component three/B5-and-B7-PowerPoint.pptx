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8916E9-E34F-4C7A-9D5D-06CD09D76C38}">
  <a:tblStyle styleId="{8F8916E9-E34F-4C7A-9D5D-06CD09D76C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{8F8916E9-E34F-4C7A-9D5D-06CD09D76C38}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{8F8916E9-E34F-4C7A-9D5D-06CD09D76C38}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