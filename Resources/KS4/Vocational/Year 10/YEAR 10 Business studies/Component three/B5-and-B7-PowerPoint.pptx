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2822C2-D595-4B77-9934-8CCBDD1DE2E1}">
  <a:tblStyle styleId="{5D2822C2-D595-4B77-9934-8CCBDD1DE2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{5D2822C2-D595-4B77-9934-8CCBDD1DE2E1}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{5D2822C2-D595-4B77-9934-8CCBDD1DE2E1}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