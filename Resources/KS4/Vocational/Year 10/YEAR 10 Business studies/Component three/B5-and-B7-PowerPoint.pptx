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3CC926-6FA7-46EB-B484-4519E0EC09EA}">
  <a:tblStyle styleId="{5F3CC926-6FA7-46EB-B484-4519E0EC09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{5F3CC926-6FA7-46EB-B484-4519E0EC09EA}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{5F3CC926-6FA7-46EB-B484-4519E0EC09EA}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