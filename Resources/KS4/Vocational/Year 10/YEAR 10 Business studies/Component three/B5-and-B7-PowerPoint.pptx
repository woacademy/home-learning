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21DAD4-72E8-426D-BF58-22CEBC11C1FA}">
  <a:tblStyle styleId="{FC21DAD4-72E8-426D-BF58-22CEBC11C1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{FC21DAD4-72E8-426D-BF58-22CEBC11C1FA}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{FC21DAD4-72E8-426D-BF58-22CEBC11C1FA}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