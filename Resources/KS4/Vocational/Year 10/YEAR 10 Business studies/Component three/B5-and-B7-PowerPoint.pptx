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EF0389-EBCF-4442-BA1D-2CF88B9A6BF3}">
  <a:tblStyle styleId="{57EF0389-EBCF-4442-BA1D-2CF88B9A6B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{57EF0389-EBCF-4442-BA1D-2CF88B9A6BF3}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{57EF0389-EBCF-4442-BA1D-2CF88B9A6BF3}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