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ECDF14-67A0-468F-8671-30772660C38E}">
  <a:tblStyle styleId="{B0ECDF14-67A0-468F-8671-30772660C3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{B0ECDF14-67A0-468F-8671-30772660C38E}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{B0ECDF14-67A0-468F-8671-30772660C38E}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