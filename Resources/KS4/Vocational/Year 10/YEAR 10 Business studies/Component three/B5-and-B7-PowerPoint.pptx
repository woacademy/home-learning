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83BE14-02FF-4A62-9E2E-A6FFDADB0B82}">
  <a:tblStyle styleId="{4183BE14-02FF-4A62-9E2E-A6FFDADB0B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{4183BE14-02FF-4A62-9E2E-A6FFDADB0B82}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{4183BE14-02FF-4A62-9E2E-A6FFDADB0B82}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