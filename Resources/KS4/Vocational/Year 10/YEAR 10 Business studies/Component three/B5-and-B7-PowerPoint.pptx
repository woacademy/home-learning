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9F050A-8F97-4AA4-9912-A38B8816F0AE}">
  <a:tblStyle styleId="{AB9F050A-8F97-4AA4-9912-A38B8816F0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{AB9F050A-8F97-4AA4-9912-A38B8816F0AE}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{AB9F050A-8F97-4AA4-9912-A38B8816F0AE}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