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8BB985-36EF-49A8-A452-8D82314972B6}">
  <a:tblStyle styleId="{F48BB985-36EF-49A8-A452-8D82314972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{F48BB985-36EF-49A8-A452-8D82314972B6}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{F48BB985-36EF-49A8-A452-8D82314972B6}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