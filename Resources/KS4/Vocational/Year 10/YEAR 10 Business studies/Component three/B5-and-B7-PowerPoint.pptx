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1991D9-A6D0-4A7F-A907-74FC6F855F53}">
  <a:tblStyle styleId="{0C1991D9-A6D0-4A7F-A907-74FC6F855F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{0C1991D9-A6D0-4A7F-A907-74FC6F855F53}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{0C1991D9-A6D0-4A7F-A907-74FC6F855F53}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