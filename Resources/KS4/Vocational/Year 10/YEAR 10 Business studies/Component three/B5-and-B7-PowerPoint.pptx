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AA95E9-8917-4BA5-9053-F0EFD4C3A6BB}">
  <a:tblStyle styleId="{E7AA95E9-8917-4BA5-9053-F0EFD4C3A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{E7AA95E9-8917-4BA5-9053-F0EFD4C3A6BB}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{E7AA95E9-8917-4BA5-9053-F0EFD4C3A6BB}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