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CABE08F-87FF-4F3F-B075-A50EEFBFA180}">
  <a:tblStyle styleId="{FCABE08F-87FF-4F3F-B075-A50EEFBFA1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2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{FCABE08F-87FF-4F3F-B075-A50EEFBFA180}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{FCABE08F-87FF-4F3F-B075-A50EEFBFA180}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