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F3D328-B98D-484E-B1C5-EF59EED04C78}">
  <a:tblStyle styleId="{CCF3D328-B98D-484E-B1C5-EF59EED04C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{CCF3D328-B98D-484E-B1C5-EF59EED04C78}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{CCF3D328-B98D-484E-B1C5-EF59EED04C78}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