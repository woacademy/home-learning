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6ABC38-677F-40AE-8678-24E604EFEBBA}">
  <a:tblStyle styleId="{026ABC38-677F-40AE-8678-24E604EFEBB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{026ABC38-677F-40AE-8678-24E604EFEBBA}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{026ABC38-677F-40AE-8678-24E604EFEBBA}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