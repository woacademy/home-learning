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9F0BBF-ED73-4B3F-BD95-FAEE1A0860B7}">
  <a:tblStyle styleId="{2A9F0BBF-ED73-4B3F-BD95-FAEE1A0860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{2A9F0BBF-ED73-4B3F-BD95-FAEE1A0860B7}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{2A9F0BBF-ED73-4B3F-BD95-FAEE1A0860B7}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