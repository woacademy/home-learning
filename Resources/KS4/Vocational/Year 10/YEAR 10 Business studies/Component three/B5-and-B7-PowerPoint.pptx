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F6F3BB-4A69-406E-93D5-7E3C1CF7AF5A}">
  <a:tblStyle styleId="{4BF6F3BB-4A69-406E-93D5-7E3C1CF7AF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{4BF6F3BB-4A69-406E-93D5-7E3C1CF7AF5A}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{4BF6F3BB-4A69-406E-93D5-7E3C1CF7AF5A}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