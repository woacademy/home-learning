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65AD70-6B4C-4D47-B955-87758BC0F2BE}">
  <a:tblStyle styleId="{2465AD70-6B4C-4D47-B955-87758BC0F2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{2465AD70-6B4C-4D47-B955-87758BC0F2BE}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{2465AD70-6B4C-4D47-B955-87758BC0F2BE}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