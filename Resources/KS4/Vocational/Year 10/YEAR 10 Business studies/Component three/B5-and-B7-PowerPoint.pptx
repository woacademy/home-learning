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74A21BF-0A25-4B38-8684-9139FDEF349A}">
  <a:tblStyle styleId="{974A21BF-0A25-4B38-8684-9139FDEF34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{974A21BF-0A25-4B38-8684-9139FDEF349A}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{974A21BF-0A25-4B38-8684-9139FDEF349A}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