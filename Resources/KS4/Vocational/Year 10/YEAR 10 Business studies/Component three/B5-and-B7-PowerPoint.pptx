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C0A030F-6C10-42F7-AB6F-121C2958D48D}">
  <a:tblStyle styleId="{EC0A030F-6C10-42F7-AB6F-121C2958D4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{EC0A030F-6C10-42F7-AB6F-121C2958D48D}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{EC0A030F-6C10-42F7-AB6F-121C2958D48D}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