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09DD49B-4141-4EE2-927F-4AB7022C2A78}">
  <a:tblStyle styleId="{009DD49B-4141-4EE2-927F-4AB7022C2A7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{009DD49B-4141-4EE2-927F-4AB7022C2A78}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{009DD49B-4141-4EE2-927F-4AB7022C2A78}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