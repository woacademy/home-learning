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882D74-4B43-404D-A0EC-A0593A7697B1}">
  <a:tblStyle styleId="{83882D74-4B43-404D-A0EC-A0593A7697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{83882D74-4B43-404D-A0EC-A0593A7697B1}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{83882D74-4B43-404D-A0EC-A0593A7697B1}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