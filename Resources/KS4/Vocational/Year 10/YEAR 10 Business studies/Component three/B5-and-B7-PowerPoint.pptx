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060539-F49F-4392-A805-E7D004929D66}">
  <a:tblStyle styleId="{DC060539-F49F-4392-A805-E7D004929D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{DC060539-F49F-4392-A805-E7D004929D66}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{DC060539-F49F-4392-A805-E7D004929D66}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