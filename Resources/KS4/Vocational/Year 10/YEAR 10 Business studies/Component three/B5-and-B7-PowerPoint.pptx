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0F3B1D-C54A-4FF6-87CE-20FE61920FED}">
  <a:tblStyle styleId="{1E0F3B1D-C54A-4FF6-87CE-20FE61920F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{1E0F3B1D-C54A-4FF6-87CE-20FE61920FED}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{1E0F3B1D-C54A-4FF6-87CE-20FE61920FED}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