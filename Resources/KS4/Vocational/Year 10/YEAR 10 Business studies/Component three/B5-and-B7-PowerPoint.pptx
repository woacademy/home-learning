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D3E6E0-2954-4D89-93CE-F1A1E8985232}">
  <a:tblStyle styleId="{1ED3E6E0-2954-4D89-93CE-F1A1E89852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{1ED3E6E0-2954-4D89-93CE-F1A1E8985232}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{1ED3E6E0-2954-4D89-93CE-F1A1E8985232}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