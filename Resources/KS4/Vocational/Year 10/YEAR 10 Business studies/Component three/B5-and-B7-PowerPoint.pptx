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6122FD-4196-4870-85F4-3DC7661728DB}">
  <a:tblStyle styleId="{996122FD-4196-4870-85F4-3DC7661728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{996122FD-4196-4870-85F4-3DC7661728DB}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{996122FD-4196-4870-85F4-3DC7661728DB}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