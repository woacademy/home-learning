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F6C21A-5A26-4B66-ABE6-F7399087C288}">
  <a:tblStyle styleId="{E6F6C21A-5A26-4B66-ABE6-F7399087C2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{E6F6C21A-5A26-4B66-ABE6-F7399087C288}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{E6F6C21A-5A26-4B66-ABE6-F7399087C288}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