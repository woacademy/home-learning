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009435-C092-43EB-9768-1DD53C836FD1}">
  <a:tblStyle styleId="{AB009435-C092-43EB-9768-1DD53C836F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{AB009435-C092-43EB-9768-1DD53C836FD1}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{AB009435-C092-43EB-9768-1DD53C836FD1}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