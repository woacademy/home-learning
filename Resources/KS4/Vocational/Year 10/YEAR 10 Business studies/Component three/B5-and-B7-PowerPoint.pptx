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7B7DD-B018-46D4-B600-4EB84E1415FA}">
  <a:tblStyle styleId="{0FE7B7DD-B018-46D4-B600-4EB84E1415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{0FE7B7DD-B018-46D4-B600-4EB84E1415FA}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{0FE7B7DD-B018-46D4-B600-4EB84E1415FA}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