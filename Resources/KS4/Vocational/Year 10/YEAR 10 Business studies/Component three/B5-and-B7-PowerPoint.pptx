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2733BC-2C10-4647-8FA7-69EF609A3FE9}">
  <a:tblStyle styleId="{752733BC-2C10-4647-8FA7-69EF609A3F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{752733BC-2C10-4647-8FA7-69EF609A3FE9}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{752733BC-2C10-4647-8FA7-69EF609A3FE9}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