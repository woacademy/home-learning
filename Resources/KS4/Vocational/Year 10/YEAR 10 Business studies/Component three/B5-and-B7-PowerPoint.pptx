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5D072F-4146-47CC-BD45-F4840D718924}">
  <a:tblStyle styleId="{645D072F-4146-47CC-BD45-F4840D7189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{645D072F-4146-47CC-BD45-F4840D718924}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{645D072F-4146-47CC-BD45-F4840D718924}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