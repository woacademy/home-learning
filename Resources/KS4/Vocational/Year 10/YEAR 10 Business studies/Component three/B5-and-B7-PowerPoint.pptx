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B644AB-3C6D-41C3-BF96-2CC3E5103F3D}">
  <a:tblStyle styleId="{96B644AB-3C6D-41C3-BF96-2CC3E5103F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{96B644AB-3C6D-41C3-BF96-2CC3E5103F3D}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{96B644AB-3C6D-41C3-BF96-2CC3E5103F3D}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