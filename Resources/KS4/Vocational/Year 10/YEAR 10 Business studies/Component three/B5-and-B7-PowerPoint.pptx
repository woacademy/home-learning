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DFFD17-4813-4D5F-B6B7-562354B34795}">
  <a:tblStyle styleId="{B5DFFD17-4813-4D5F-B6B7-562354B347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{B5DFFD17-4813-4D5F-B6B7-562354B34795}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{B5DFFD17-4813-4D5F-B6B7-562354B34795}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