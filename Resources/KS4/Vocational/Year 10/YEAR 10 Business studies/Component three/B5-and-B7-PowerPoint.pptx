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DCD6DC-64B0-4B46-8B57-F0245B7E162F}">
  <a:tblStyle styleId="{3EDCD6DC-64B0-4B46-8B57-F0245B7E16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{3EDCD6DC-64B0-4B46-8B57-F0245B7E162F}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{3EDCD6DC-64B0-4B46-8B57-F0245B7E162F}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