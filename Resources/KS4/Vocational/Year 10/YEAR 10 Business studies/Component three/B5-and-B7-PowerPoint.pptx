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9A60F4-5CA7-44C8-8D3D-762CCDF14B49}">
  <a:tblStyle styleId="{109A60F4-5CA7-44C8-8D3D-762CCDF14B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{109A60F4-5CA7-44C8-8D3D-762CCDF14B49}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{109A60F4-5CA7-44C8-8D3D-762CCDF14B49}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