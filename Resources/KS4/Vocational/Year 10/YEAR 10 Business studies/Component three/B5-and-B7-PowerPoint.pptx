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81F2FF-6CA7-407E-8CF0-CC3693DAEF8C}">
  <a:tblStyle styleId="{C381F2FF-6CA7-407E-8CF0-CC3693DAEF8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{C381F2FF-6CA7-407E-8CF0-CC3693DAEF8C}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{C381F2FF-6CA7-407E-8CF0-CC3693DAEF8C}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