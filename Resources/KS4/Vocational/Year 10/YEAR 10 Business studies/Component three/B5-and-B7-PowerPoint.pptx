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895D0F4-F803-4BE8-AA4A-20FDCF3C4714}">
  <a:tblStyle styleId="{5895D0F4-F803-4BE8-AA4A-20FDCF3C471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8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3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1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3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4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0.png"/><Relationship Id="rId4" Type="http://schemas.openxmlformats.org/officeDocument/2006/relationships/image" Target="../media/image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{5895D0F4-F803-4BE8-AA4A-20FDCF3C4714}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{5895D0F4-F803-4BE8-AA4A-20FDCF3C4714}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