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1606F-3A50-438E-868A-896E08F16D2F}">
  <a:tblStyle styleId="{47D1606F-3A50-438E-868A-896E08F16D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{47D1606F-3A50-438E-868A-896E08F16D2F}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{47D1606F-3A50-438E-868A-896E08F16D2F}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