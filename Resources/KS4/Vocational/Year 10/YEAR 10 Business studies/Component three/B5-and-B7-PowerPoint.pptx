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812E07-FFF4-4C8B-A643-6EB4F0B03747}">
  <a:tblStyle styleId="{C5812E07-FFF4-4C8B-A643-6EB4F0B037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{C5812E07-FFF4-4C8B-A643-6EB4F0B03747}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{C5812E07-FFF4-4C8B-A643-6EB4F0B03747}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