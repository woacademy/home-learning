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D6033D-7C08-4D4D-9F70-69D6E98C92F4}">
  <a:tblStyle styleId="{7ED6033D-7C08-4D4D-9F70-69D6E98C92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{7ED6033D-7C08-4D4D-9F70-69D6E98C92F4}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{7ED6033D-7C08-4D4D-9F70-69D6E98C92F4}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