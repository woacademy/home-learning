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E4845D-4794-49DA-9722-B91FE7FA9962}">
  <a:tblStyle styleId="{FCE4845D-4794-49DA-9722-B91FE7FA99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{FCE4845D-4794-49DA-9722-B91FE7FA9962}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{FCE4845D-4794-49DA-9722-B91FE7FA9962}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