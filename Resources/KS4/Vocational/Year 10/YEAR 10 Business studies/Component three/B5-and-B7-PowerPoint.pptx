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562608-04BC-442D-8645-A1AF726EF80F}">
  <a:tblStyle styleId="{BC562608-04BC-442D-8645-A1AF726EF8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{BC562608-04BC-442D-8645-A1AF726EF80F}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{BC562608-04BC-442D-8645-A1AF726EF80F}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