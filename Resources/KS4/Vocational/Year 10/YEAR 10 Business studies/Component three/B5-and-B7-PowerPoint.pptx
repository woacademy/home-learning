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BF1FC4-5EC3-471F-978D-3F742984075D}">
  <a:tblStyle styleId="{78BF1FC4-5EC3-471F-978D-3F74298407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{78BF1FC4-5EC3-471F-978D-3F742984075D}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{78BF1FC4-5EC3-471F-978D-3F742984075D}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