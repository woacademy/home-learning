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4F4CE8-411D-4CDE-BB26-8F210FA62D27}">
  <a:tblStyle styleId="{214F4CE8-411D-4CDE-BB26-8F210FA62D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{214F4CE8-411D-4CDE-BB26-8F210FA62D27}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{214F4CE8-411D-4CDE-BB26-8F210FA62D27}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