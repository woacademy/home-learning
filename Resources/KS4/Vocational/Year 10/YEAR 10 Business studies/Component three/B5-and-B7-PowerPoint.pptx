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5CA251-4769-4934-B48C-D41EF6552214}">
  <a:tblStyle styleId="{FF5CA251-4769-4934-B48C-D41EF65522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{FF5CA251-4769-4934-B48C-D41EF6552214}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{FF5CA251-4769-4934-B48C-D41EF6552214}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