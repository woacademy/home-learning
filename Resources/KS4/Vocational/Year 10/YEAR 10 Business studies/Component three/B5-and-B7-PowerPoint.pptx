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56754-7F1B-4A4A-822D-A91CEE4B9248}">
  <a:tblStyle styleId="{93856754-7F1B-4A4A-822D-A91CEE4B92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{93856754-7F1B-4A4A-822D-A91CEE4B9248}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{93856754-7F1B-4A4A-822D-A91CEE4B9248}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