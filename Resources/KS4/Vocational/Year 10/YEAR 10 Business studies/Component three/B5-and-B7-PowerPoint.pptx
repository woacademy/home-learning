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15C2E4-3AFD-4B36-B1F1-AE3AF7E98D43}">
  <a:tblStyle styleId="{A915C2E4-3AFD-4B36-B1F1-AE3AF7E98D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{A915C2E4-3AFD-4B36-B1F1-AE3AF7E98D43}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{A915C2E4-3AFD-4B36-B1F1-AE3AF7E98D43}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