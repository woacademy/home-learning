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5ECBCBA-9A27-4A8E-B5FC-14DFA87AC85E}">
  <a:tblStyle styleId="{E5ECBCBA-9A27-4A8E-B5FC-14DFA87AC85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7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4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{E5ECBCBA-9A27-4A8E-B5FC-14DFA87AC85E}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{E5ECBCBA-9A27-4A8E-B5FC-14DFA87AC85E}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