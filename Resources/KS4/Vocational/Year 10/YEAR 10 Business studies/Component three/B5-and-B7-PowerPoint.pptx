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2960F5-F875-480A-99CE-9B540C08EFC6}">
  <a:tblStyle styleId="{F12960F5-F875-480A-99CE-9B540C08EF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{F12960F5-F875-480A-99CE-9B540C08EFC6}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{F12960F5-F875-480A-99CE-9B540C08EFC6}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