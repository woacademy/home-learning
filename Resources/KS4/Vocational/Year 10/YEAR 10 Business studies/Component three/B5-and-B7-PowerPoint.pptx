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6610C1-34BB-40E5-8A45-1AF759372429}">
  <a:tblStyle styleId="{E96610C1-34BB-40E5-8A45-1AF7593724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{E96610C1-34BB-40E5-8A45-1AF759372429}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{E96610C1-34BB-40E5-8A45-1AF759372429}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