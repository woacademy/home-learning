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75D58B-8992-4605-800B-EF2BA9A1EE33}">
  <a:tblStyle styleId="{1F75D58B-8992-4605-800B-EF2BA9A1EE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{1F75D58B-8992-4605-800B-EF2BA9A1EE33}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{1F75D58B-8992-4605-800B-EF2BA9A1EE33}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