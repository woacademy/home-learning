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F2121E-8288-46A0-8CC4-9A2D87263C56}">
  <a:tblStyle styleId="{7CF2121E-8288-46A0-8CC4-9A2D87263C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{7CF2121E-8288-46A0-8CC4-9A2D87263C56}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{7CF2121E-8288-46A0-8CC4-9A2D87263C56}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