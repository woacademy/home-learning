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A01B37-90C1-4A9B-AB97-BA2A5B950785}">
  <a:tblStyle styleId="{3EA01B37-90C1-4A9B-AB97-BA2A5B9507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{3EA01B37-90C1-4A9B-AB97-BA2A5B950785}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{3EA01B37-90C1-4A9B-AB97-BA2A5B950785}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