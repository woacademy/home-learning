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DE7E69-4289-49AA-B473-DF6C2211D48D}">
  <a:tblStyle styleId="{75DE7E69-4289-49AA-B473-DF6C2211D4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{75DE7E69-4289-49AA-B473-DF6C2211D48D}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{75DE7E69-4289-49AA-B473-DF6C2211D48D}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