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AE1FA6-699B-4F41-81AB-ACCD3F1108FB}">
  <a:tblStyle styleId="{15AE1FA6-699B-4F41-81AB-ACCD3F1108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{15AE1FA6-699B-4F41-81AB-ACCD3F1108FB}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{15AE1FA6-699B-4F41-81AB-ACCD3F1108FB}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