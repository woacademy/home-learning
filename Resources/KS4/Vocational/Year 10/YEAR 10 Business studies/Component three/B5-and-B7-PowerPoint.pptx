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589B5D-BBFB-4A29-89FC-7FAB082CA13D}">
  <a:tblStyle styleId="{D2589B5D-BBFB-4A29-89FC-7FAB082CA1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{D2589B5D-BBFB-4A29-89FC-7FAB082CA13D}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{D2589B5D-BBFB-4A29-89FC-7FAB082CA13D}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