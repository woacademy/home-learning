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147746-6548-41E6-9C8D-55DA6513831A}">
  <a:tblStyle styleId="{A9147746-6548-41E6-9C8D-55DA651383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{A9147746-6548-41E6-9C8D-55DA6513831A}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{A9147746-6548-41E6-9C8D-55DA6513831A}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