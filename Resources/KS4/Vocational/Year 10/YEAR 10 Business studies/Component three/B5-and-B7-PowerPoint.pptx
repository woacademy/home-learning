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B5CB1E-21A6-4882-B42A-C91DE64362A0}">
  <a:tblStyle styleId="{1DB5CB1E-21A6-4882-B42A-C91DE64362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{1DB5CB1E-21A6-4882-B42A-C91DE64362A0}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{1DB5CB1E-21A6-4882-B42A-C91DE64362A0}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