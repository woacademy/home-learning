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2937C0B-CB14-4945-AA91-8ED9F990EC4D}">
  <a:tblStyle styleId="{D2937C0B-CB14-4945-AA91-8ED9F990EC4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{D2937C0B-CB14-4945-AA91-8ED9F990EC4D}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{D2937C0B-CB14-4945-AA91-8ED9F990EC4D}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