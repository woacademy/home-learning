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BD98C2-8481-44D8-A7FE-193062EF58DD}">
  <a:tblStyle styleId="{A3BD98C2-8481-44D8-A7FE-193062EF58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{A3BD98C2-8481-44D8-A7FE-193062EF58DD}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{A3BD98C2-8481-44D8-A7FE-193062EF58DD}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