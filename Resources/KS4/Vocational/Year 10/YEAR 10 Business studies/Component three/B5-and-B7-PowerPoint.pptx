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961161-F893-45A6-A954-C51525CB737E}">
  <a:tblStyle styleId="{05961161-F893-45A6-A954-C51525CB73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{05961161-F893-45A6-A954-C51525CB737E}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{05961161-F893-45A6-A954-C51525CB737E}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