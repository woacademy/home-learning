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B87B62-6594-4377-A007-17A124744F49}">
  <a:tblStyle styleId="{08B87B62-6594-4377-A007-17A124744F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{08B87B62-6594-4377-A007-17A124744F49}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{08B87B62-6594-4377-A007-17A124744F49}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