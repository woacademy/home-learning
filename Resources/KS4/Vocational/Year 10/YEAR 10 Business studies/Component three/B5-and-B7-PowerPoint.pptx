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116188C-CF5B-4F8F-B77B-AFE35C67E4ED}">
  <a:tblStyle styleId="{2116188C-CF5B-4F8F-B77B-AFE35C67E4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{2116188C-CF5B-4F8F-B77B-AFE35C67E4ED}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{2116188C-CF5B-4F8F-B77B-AFE35C67E4ED}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