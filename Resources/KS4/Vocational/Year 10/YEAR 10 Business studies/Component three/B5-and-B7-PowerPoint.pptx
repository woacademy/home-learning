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ABC9A2-06F0-40A4-AD34-A73CE86DCDCE}">
  <a:tblStyle styleId="{61ABC9A2-06F0-40A4-AD34-A73CE86DCD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{61ABC9A2-06F0-40A4-AD34-A73CE86DCDCE}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{61ABC9A2-06F0-40A4-AD34-A73CE86DCDCE}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