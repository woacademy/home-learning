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3DDFCA7-95B2-431F-BF41-1AE0E58CCB35}">
  <a:tblStyle styleId="{A3DDFCA7-95B2-431F-BF41-1AE0E58CCB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{A3DDFCA7-95B2-431F-BF41-1AE0E58CCB35}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{A3DDFCA7-95B2-431F-BF41-1AE0E58CCB35}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