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293557-7402-45BA-A6FE-B65FC8CE227E}">
  <a:tblStyle styleId="{B8293557-7402-45BA-A6FE-B65FC8CE22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{B8293557-7402-45BA-A6FE-B65FC8CE227E}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{B8293557-7402-45BA-A6FE-B65FC8CE227E}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