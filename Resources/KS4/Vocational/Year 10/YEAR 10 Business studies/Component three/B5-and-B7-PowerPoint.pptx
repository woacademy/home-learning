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F9D94F-4651-4909-8EB9-6F181F62A05B}">
  <a:tblStyle styleId="{96F9D94F-4651-4909-8EB9-6F181F62A0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{96F9D94F-4651-4909-8EB9-6F181F62A05B}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{96F9D94F-4651-4909-8EB9-6F181F62A05B}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