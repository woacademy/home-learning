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50EAEA-6B11-4112-9A63-CB9DC6488435}">
  <a:tblStyle styleId="{4250EAEA-6B11-4112-9A63-CB9DC64884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{4250EAEA-6B11-4112-9A63-CB9DC6488435}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{4250EAEA-6B11-4112-9A63-CB9DC6488435}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