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4C2955A-0E37-447B-BE0A-5B5F57F71CE8}">
  <a:tblStyle styleId="{E4C2955A-0E37-447B-BE0A-5B5F57F71CE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{E4C2955A-0E37-447B-BE0A-5B5F57F71CE8}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{E4C2955A-0E37-447B-BE0A-5B5F57F71CE8}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