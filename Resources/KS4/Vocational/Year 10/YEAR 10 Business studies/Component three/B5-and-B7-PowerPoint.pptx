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98DCC-A296-4C83-903F-7CDA18890378}">
  <a:tblStyle styleId="{05298DCC-A296-4C83-903F-7CDA188903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{05298DCC-A296-4C83-903F-7CDA18890378}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{05298DCC-A296-4C83-903F-7CDA18890378}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