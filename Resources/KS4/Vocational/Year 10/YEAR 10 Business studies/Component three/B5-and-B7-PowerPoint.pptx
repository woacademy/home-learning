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BE3F1C-B68B-4BA9-8870-05F36CCE1DF7}">
  <a:tblStyle styleId="{92BE3F1C-B68B-4BA9-8870-05F36CCE1D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{92BE3F1C-B68B-4BA9-8870-05F36CCE1DF7}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{92BE3F1C-B68B-4BA9-8870-05F36CCE1DF7}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