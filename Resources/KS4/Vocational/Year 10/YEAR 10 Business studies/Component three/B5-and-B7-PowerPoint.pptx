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EB7DC2-117E-41A1-AE8D-F995BDB38AED}">
  <a:tblStyle styleId="{56EB7DC2-117E-41A1-AE8D-F995BDB38A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{56EB7DC2-117E-41A1-AE8D-F995BDB38AED}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{56EB7DC2-117E-41A1-AE8D-F995BDB38AED}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