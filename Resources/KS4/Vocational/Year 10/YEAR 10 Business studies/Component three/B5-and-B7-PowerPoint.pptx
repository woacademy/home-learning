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24B0BE-5EF5-4BA1-8736-BA38ECB9E423}">
  <a:tblStyle styleId="{AE24B0BE-5EF5-4BA1-8736-BA38ECB9E4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{AE24B0BE-5EF5-4BA1-8736-BA38ECB9E423}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{AE24B0BE-5EF5-4BA1-8736-BA38ECB9E423}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