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8C70F02-9626-499B-88F4-52977E04BB4F}">
  <a:tblStyle styleId="{D8C70F02-9626-499B-88F4-52977E04BB4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8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{D8C70F02-9626-499B-88F4-52977E04BB4F}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{D8C70F02-9626-499B-88F4-52977E04BB4F}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