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5A5E5D-6E87-435F-A4D5-3713B56D6269}">
  <a:tblStyle styleId="{CB5A5E5D-6E87-435F-A4D5-3713B56D626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{CB5A5E5D-6E87-435F-A4D5-3713B56D6269}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{CB5A5E5D-6E87-435F-A4D5-3713B56D6269}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