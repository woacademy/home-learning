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C6F44A-3580-4B25-9C78-9BF6B5AFC8D1}">
  <a:tblStyle styleId="{5CC6F44A-3580-4B25-9C78-9BF6B5AFC8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{5CC6F44A-3580-4B25-9C78-9BF6B5AFC8D1}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{5CC6F44A-3580-4B25-9C78-9BF6B5AFC8D1}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