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C02975-A74E-4057-84BB-90A0D75B567F}">
  <a:tblStyle styleId="{BFC02975-A74E-4057-84BB-90A0D75B567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{BFC02975-A74E-4057-84BB-90A0D75B567F}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{BFC02975-A74E-4057-84BB-90A0D75B567F}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