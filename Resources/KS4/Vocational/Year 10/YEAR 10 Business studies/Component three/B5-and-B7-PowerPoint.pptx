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F083FE-82DF-4DAC-86EE-A6648F306840}">
  <a:tblStyle styleId="{A0F083FE-82DF-4DAC-86EE-A6648F3068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{A0F083FE-82DF-4DAC-86EE-A6648F306840}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{A0F083FE-82DF-4DAC-86EE-A6648F306840}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