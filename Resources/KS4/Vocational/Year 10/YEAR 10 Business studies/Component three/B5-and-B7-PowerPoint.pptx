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CC7D57-71C7-4681-89E4-E06CF1014CF7}">
  <a:tblStyle styleId="{4FCC7D57-71C7-4681-89E4-E06CF1014C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{4FCC7D57-71C7-4681-89E4-E06CF1014CF7}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{4FCC7D57-71C7-4681-89E4-E06CF1014CF7}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