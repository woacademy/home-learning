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376D8C-08FA-457B-A89A-ED4798995469}">
  <a:tblStyle styleId="{14376D8C-08FA-457B-A89A-ED47989954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{14376D8C-08FA-457B-A89A-ED4798995469}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{14376D8C-08FA-457B-A89A-ED4798995469}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