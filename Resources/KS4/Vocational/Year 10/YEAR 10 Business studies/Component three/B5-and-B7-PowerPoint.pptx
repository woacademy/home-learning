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9B4E0F-C3EC-4BC5-AE98-D2F4DAFFB86F}">
  <a:tblStyle styleId="{4A9B4E0F-C3EC-4BC5-AE98-D2F4DAFFB8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{4A9B4E0F-C3EC-4BC5-AE98-D2F4DAFFB86F}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{4A9B4E0F-C3EC-4BC5-AE98-D2F4DAFFB86F}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