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14E4F5-A094-40F5-B8D5-DD7EF3253429}">
  <a:tblStyle styleId="{AF14E4F5-A094-40F5-B8D5-DD7EF32534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{AF14E4F5-A094-40F5-B8D5-DD7EF3253429}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{AF14E4F5-A094-40F5-B8D5-DD7EF3253429}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