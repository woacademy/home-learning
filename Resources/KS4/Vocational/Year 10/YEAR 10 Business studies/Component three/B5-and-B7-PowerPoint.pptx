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2EF277-BE0B-474C-9544-899A86C6E042}">
  <a:tblStyle styleId="{972EF277-BE0B-474C-9544-899A86C6E0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{972EF277-BE0B-474C-9544-899A86C6E042}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{972EF277-BE0B-474C-9544-899A86C6E042}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