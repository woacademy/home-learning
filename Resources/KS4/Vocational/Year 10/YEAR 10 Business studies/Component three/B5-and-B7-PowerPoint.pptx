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97CD167-D8A5-4F1D-B2D5-68D99CE3F293}">
  <a:tblStyle styleId="{597CD167-D8A5-4F1D-B2D5-68D99CE3F29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{597CD167-D8A5-4F1D-B2D5-68D99CE3F293}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{597CD167-D8A5-4F1D-B2D5-68D99CE3F293}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