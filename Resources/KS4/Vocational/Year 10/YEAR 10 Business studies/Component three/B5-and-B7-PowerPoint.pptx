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3E5923-5E35-47D1-945D-25229816D5FD}">
  <a:tblStyle styleId="{393E5923-5E35-47D1-945D-25229816D5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{393E5923-5E35-47D1-945D-25229816D5FD}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{393E5923-5E35-47D1-945D-25229816D5FD}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