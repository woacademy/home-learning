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0E08D2-0B38-4F12-B263-2519664CC580}">
  <a:tblStyle styleId="{CE0E08D2-0B38-4F12-B263-2519664CC5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{CE0E08D2-0B38-4F12-B263-2519664CC580}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{CE0E08D2-0B38-4F12-B263-2519664CC580}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