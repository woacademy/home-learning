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599EC5-3BF4-40B1-B66C-EC224242C496}">
  <a:tblStyle styleId="{66599EC5-3BF4-40B1-B66C-EC224242C4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{66599EC5-3BF4-40B1-B66C-EC224242C496}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{66599EC5-3BF4-40B1-B66C-EC224242C496}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