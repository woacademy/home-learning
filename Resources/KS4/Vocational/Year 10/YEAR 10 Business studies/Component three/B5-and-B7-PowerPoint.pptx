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A134C4-EF0A-40E8-B88A-5E5A5347972B}">
  <a:tblStyle styleId="{45A134C4-EF0A-40E8-B88A-5E5A534797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{45A134C4-EF0A-40E8-B88A-5E5A5347972B}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{45A134C4-EF0A-40E8-B88A-5E5A5347972B}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