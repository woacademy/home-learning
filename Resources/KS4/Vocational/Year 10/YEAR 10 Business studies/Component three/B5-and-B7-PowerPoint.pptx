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A1A4C9-09CB-4175-9B86-5C78AC6C5D94}">
  <a:tblStyle styleId="{D2A1A4C9-09CB-4175-9B86-5C78AC6C5D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{D2A1A4C9-09CB-4175-9B86-5C78AC6C5D94}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{D2A1A4C9-09CB-4175-9B86-5C78AC6C5D94}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