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C3C9C4-5AF5-40D9-A61F-252EDD97E7DF}">
  <a:tblStyle styleId="{18C3C9C4-5AF5-40D9-A61F-252EDD97E7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{18C3C9C4-5AF5-40D9-A61F-252EDD97E7DF}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{18C3C9C4-5AF5-40D9-A61F-252EDD97E7DF}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