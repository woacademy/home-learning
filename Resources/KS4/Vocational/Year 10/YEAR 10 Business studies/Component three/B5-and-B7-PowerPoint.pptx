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255835-EF46-467B-91DA-E1A7ED29A3EB}">
  <a:tblStyle styleId="{56255835-EF46-467B-91DA-E1A7ED29A3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{56255835-EF46-467B-91DA-E1A7ED29A3EB}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{56255835-EF46-467B-91DA-E1A7ED29A3EB}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