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4031A-4C9E-445F-BEAC-E02BCAC23963}">
  <a:tblStyle styleId="{45E4031A-4C9E-445F-BEAC-E02BCAC239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{45E4031A-4C9E-445F-BEAC-E02BCAC23963}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{45E4031A-4C9E-445F-BEAC-E02BCAC23963}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