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85E71E-EDE2-4CD9-848C-1B23FA53AE5F}">
  <a:tblStyle styleId="{9385E71E-EDE2-4CD9-848C-1B23FA53AE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{9385E71E-EDE2-4CD9-848C-1B23FA53AE5F}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{9385E71E-EDE2-4CD9-848C-1B23FA53AE5F}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