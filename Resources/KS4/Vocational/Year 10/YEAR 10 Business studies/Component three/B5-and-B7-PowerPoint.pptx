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6970845-F750-425E-9A95-BDE162C6C85C}">
  <a:tblStyle styleId="{56970845-F750-425E-9A95-BDE162C6C85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9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2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7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5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3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5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1.png"/><Relationship Id="rId4" Type="http://schemas.openxmlformats.org/officeDocument/2006/relationships/image" Target="../media/image8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{56970845-F750-425E-9A95-BDE162C6C85C}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{56970845-F750-425E-9A95-BDE162C6C85C}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