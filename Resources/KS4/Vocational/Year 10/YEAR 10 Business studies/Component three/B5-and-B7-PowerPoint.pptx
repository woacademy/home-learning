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C77EEA-0E00-407D-9144-1F6861405CD8}">
  <a:tblStyle styleId="{09C77EEA-0E00-407D-9144-1F6861405C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{09C77EEA-0E00-407D-9144-1F6861405CD8}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{09C77EEA-0E00-407D-9144-1F6861405CD8}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