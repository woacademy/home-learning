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3A379B-2AB5-41F3-AD40-C876A8234572}">
  <a:tblStyle styleId="{5A3A379B-2AB5-41F3-AD40-C876A82345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{5A3A379B-2AB5-41F3-AD40-C876A8234572}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{5A3A379B-2AB5-41F3-AD40-C876A8234572}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