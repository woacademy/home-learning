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3D447-160C-4A7A-B34A-F5BE4FAF535C}">
  <a:tblStyle styleId="{EE63D447-160C-4A7A-B34A-F5BE4FAF5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{EE63D447-160C-4A7A-B34A-F5BE4FAF535C}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{EE63D447-160C-4A7A-B34A-F5BE4FAF535C}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