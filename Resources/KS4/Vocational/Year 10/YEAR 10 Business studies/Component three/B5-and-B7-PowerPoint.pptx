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DF52B94-5B86-42A3-98C8-D32590248407}">
  <a:tblStyle styleId="{2DF52B94-5B86-42A3-98C8-D3259024840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{2DF52B94-5B86-42A3-98C8-D32590248407}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{2DF52B94-5B86-42A3-98C8-D32590248407}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