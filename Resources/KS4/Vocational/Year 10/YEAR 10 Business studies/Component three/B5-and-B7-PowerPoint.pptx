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D216D3-6CFF-43F2-99FA-7BBB7D4F5BC2}">
  <a:tblStyle styleId="{35D216D3-6CFF-43F2-99FA-7BBB7D4F5B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{35D216D3-6CFF-43F2-99FA-7BBB7D4F5BC2}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{35D216D3-6CFF-43F2-99FA-7BBB7D4F5BC2}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