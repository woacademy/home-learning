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15D663E-83DA-4BE1-9DE9-A1947661EE66}">
  <a:tblStyle styleId="{D15D663E-83DA-4BE1-9DE9-A1947661EE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{D15D663E-83DA-4BE1-9DE9-A1947661EE66}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{D15D663E-83DA-4BE1-9DE9-A1947661EE66}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