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9C28A2-6189-4172-AD8F-659AD3B0C34E}">
  <a:tblStyle styleId="{9F9C28A2-6189-4172-AD8F-659AD3B0C3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{9F9C28A2-6189-4172-AD8F-659AD3B0C34E}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{9F9C28A2-6189-4172-AD8F-659AD3B0C34E}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