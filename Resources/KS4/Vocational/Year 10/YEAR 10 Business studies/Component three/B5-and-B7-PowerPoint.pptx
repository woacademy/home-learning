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C039A5A-18E0-4403-B328-EED9F3D49690}">
  <a:tblStyle styleId="{0C039A5A-18E0-4403-B328-EED9F3D4969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{0C039A5A-18E0-4403-B328-EED9F3D49690}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{0C039A5A-18E0-4403-B328-EED9F3D49690}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