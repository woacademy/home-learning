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9DE0EE7-C59E-45CE-83E8-905A9DBAC19A}">
  <a:tblStyle styleId="{A9DE0EE7-C59E-45CE-83E8-905A9DBAC19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{A9DE0EE7-C59E-45CE-83E8-905A9DBAC19A}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{A9DE0EE7-C59E-45CE-83E8-905A9DBAC19A}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