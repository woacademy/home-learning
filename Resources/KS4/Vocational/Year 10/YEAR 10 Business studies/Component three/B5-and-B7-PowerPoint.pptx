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867F729-9FD8-44B0-AB46-8DFFAC7087AD}">
  <a:tblStyle styleId="{9867F729-9FD8-44B0-AB46-8DFFAC7087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{9867F729-9FD8-44B0-AB46-8DFFAC7087AD}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{9867F729-9FD8-44B0-AB46-8DFFAC7087AD}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