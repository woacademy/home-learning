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E2E8C1-370F-46D9-9D4E-19F805A423B0}">
  <a:tblStyle styleId="{BBE2E8C1-370F-46D9-9D4E-19F805A423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{BBE2E8C1-370F-46D9-9D4E-19F805A423B0}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{BBE2E8C1-370F-46D9-9D4E-19F805A423B0}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