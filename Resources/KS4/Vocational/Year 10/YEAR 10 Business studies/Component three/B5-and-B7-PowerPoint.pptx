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4C96DF-9251-40EE-B3B8-1D4BB1E4DE17}">
  <a:tblStyle styleId="{CB4C96DF-9251-40EE-B3B8-1D4BB1E4DE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{CB4C96DF-9251-40EE-B3B8-1D4BB1E4DE17}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{CB4C96DF-9251-40EE-B3B8-1D4BB1E4DE17}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