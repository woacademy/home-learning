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C5443A-E345-4ACA-B3F1-6ED4F5FE427D}">
  <a:tblStyle styleId="{7DC5443A-E345-4ACA-B3F1-6ED4F5FE42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{7DC5443A-E345-4ACA-B3F1-6ED4F5FE427D}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{7DC5443A-E345-4ACA-B3F1-6ED4F5FE427D}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