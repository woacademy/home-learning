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3FD7C-44D3-48E0-BBF3-0ECE80A47A6E}">
  <a:tblStyle styleId="{1D33FD7C-44D3-48E0-BBF3-0ECE80A47A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{1D33FD7C-44D3-48E0-BBF3-0ECE80A47A6E}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{1D33FD7C-44D3-48E0-BBF3-0ECE80A47A6E}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