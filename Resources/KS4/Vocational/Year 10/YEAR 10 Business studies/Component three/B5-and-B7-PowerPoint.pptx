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70DCB6-F8EF-4BA9-BC28-3C07FB355199}">
  <a:tblStyle styleId="{F270DCB6-F8EF-4BA9-BC28-3C07FB3551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{F270DCB6-F8EF-4BA9-BC28-3C07FB355199}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{F270DCB6-F8EF-4BA9-BC28-3C07FB355199}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