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27D8905-A5DF-4FC7-8BD2-575AEB893D4D}">
  <a:tblStyle styleId="{327D8905-A5DF-4FC7-8BD2-575AEB893D4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{327D8905-A5DF-4FC7-8BD2-575AEB893D4D}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{327D8905-A5DF-4FC7-8BD2-575AEB893D4D}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