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DD735-6C71-4BF9-A055-2AC1CCE90FB7}">
  <a:tblStyle styleId="{A82DD735-6C71-4BF9-A055-2AC1CCE90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{A82DD735-6C71-4BF9-A055-2AC1CCE90FB7}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{A82DD735-6C71-4BF9-A055-2AC1CCE90FB7}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