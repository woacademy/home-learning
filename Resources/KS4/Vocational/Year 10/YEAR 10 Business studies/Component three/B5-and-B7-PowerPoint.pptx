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0FCB7A-5208-4678-B3B4-70E6324A19AB}">
  <a:tblStyle styleId="{BA0FCB7A-5208-4678-B3B4-70E6324A19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{BA0FCB7A-5208-4678-B3B4-70E6324A19AB}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{BA0FCB7A-5208-4678-B3B4-70E6324A19AB}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