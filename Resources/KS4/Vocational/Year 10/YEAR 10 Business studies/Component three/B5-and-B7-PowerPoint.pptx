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578545-6737-4C4A-8B3F-9C2ABD3B86BD}">
  <a:tblStyle styleId="{F5578545-6737-4C4A-8B3F-9C2ABD3B86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{F5578545-6737-4C4A-8B3F-9C2ABD3B86BD}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{F5578545-6737-4C4A-8B3F-9C2ABD3B86BD}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