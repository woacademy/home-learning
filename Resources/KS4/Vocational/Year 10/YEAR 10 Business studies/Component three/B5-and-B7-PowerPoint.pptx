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9CC416-CB8C-4A6D-BE17-900E7BB9084E}">
  <a:tblStyle styleId="{B99CC416-CB8C-4A6D-BE17-900E7BB908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{B99CC416-CB8C-4A6D-BE17-900E7BB9084E}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{B99CC416-CB8C-4A6D-BE17-900E7BB9084E}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