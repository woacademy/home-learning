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B1B7C05-A6CD-46BF-AACC-1E7EC2AC2163}">
  <a:tblStyle styleId="{9B1B7C05-A6CD-46BF-AACC-1E7EC2AC216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{9B1B7C05-A6CD-46BF-AACC-1E7EC2AC2163}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{9B1B7C05-A6CD-46BF-AACC-1E7EC2AC2163}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