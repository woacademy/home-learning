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1036AE-FDCE-4A9F-9837-66DE81BC9BD1}">
  <a:tblStyle styleId="{D01036AE-FDCE-4A9F-9837-66DE81BC9BD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{D01036AE-FDCE-4A9F-9837-66DE81BC9BD1}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{D01036AE-FDCE-4A9F-9837-66DE81BC9BD1}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