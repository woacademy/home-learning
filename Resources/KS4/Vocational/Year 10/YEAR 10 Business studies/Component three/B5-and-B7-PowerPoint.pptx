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84887A-98B9-4DFB-A31A-A59B44BDC62D}">
  <a:tblStyle styleId="{6E84887A-98B9-4DFB-A31A-A59B44BDC6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{6E84887A-98B9-4DFB-A31A-A59B44BDC62D}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{6E84887A-98B9-4DFB-A31A-A59B44BDC62D}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