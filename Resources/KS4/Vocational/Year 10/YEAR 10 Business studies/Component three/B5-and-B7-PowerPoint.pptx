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A6E6646-AB04-49D4-BEF8-4277CCAB982F}">
  <a:tblStyle styleId="{6A6E6646-AB04-49D4-BEF8-4277CCAB98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{6A6E6646-AB04-49D4-BEF8-4277CCAB982F}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{6A6E6646-AB04-49D4-BEF8-4277CCAB982F}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