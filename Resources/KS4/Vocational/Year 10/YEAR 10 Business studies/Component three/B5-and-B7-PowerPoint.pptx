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EDD333-91DE-4E93-B457-B28315F2A35B}">
  <a:tblStyle styleId="{B6EDD333-91DE-4E93-B457-B28315F2A3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{B6EDD333-91DE-4E93-B457-B28315F2A35B}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{B6EDD333-91DE-4E93-B457-B28315F2A35B}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