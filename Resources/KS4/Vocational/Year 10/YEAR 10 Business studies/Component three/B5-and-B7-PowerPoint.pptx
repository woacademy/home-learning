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67192C-967E-4896-A828-F45BDA5BFD57}">
  <a:tblStyle styleId="{7867192C-967E-4896-A828-F45BDA5BFD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{7867192C-967E-4896-A828-F45BDA5BFD57}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{7867192C-967E-4896-A828-F45BDA5BFD57}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