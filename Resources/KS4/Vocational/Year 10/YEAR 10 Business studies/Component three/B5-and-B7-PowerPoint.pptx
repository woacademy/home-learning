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CC28DD-5482-449D-AA6B-02CDBAF432C0}">
  <a:tblStyle styleId="{97CC28DD-5482-449D-AA6B-02CDBAF43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{97CC28DD-5482-449D-AA6B-02CDBAF432C0}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{97CC28DD-5482-449D-AA6B-02CDBAF432C0}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