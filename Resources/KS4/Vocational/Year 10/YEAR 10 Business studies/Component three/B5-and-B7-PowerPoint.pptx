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C27EED-242B-4E0E-8602-D5CD09B8A090}">
  <a:tblStyle styleId="{C7C27EED-242B-4E0E-8602-D5CD09B8A0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{C7C27EED-242B-4E0E-8602-D5CD09B8A090}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{C7C27EED-242B-4E0E-8602-D5CD09B8A090}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