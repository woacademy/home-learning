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6F6622-07FE-40A1-A620-80004C31EEFF}">
  <a:tblStyle styleId="{506F6622-07FE-40A1-A620-80004C31EE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{506F6622-07FE-40A1-A620-80004C31EEFF}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{506F6622-07FE-40A1-A620-80004C31EEFF}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