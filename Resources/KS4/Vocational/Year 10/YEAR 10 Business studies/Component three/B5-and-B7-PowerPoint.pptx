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A0F048-B9CD-49EE-AB5E-35253D00288F}">
  <a:tblStyle styleId="{B2A0F048-B9CD-49EE-AB5E-35253D00288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{B2A0F048-B9CD-49EE-AB5E-35253D00288F}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{B2A0F048-B9CD-49EE-AB5E-35253D00288F}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