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4EBE52-95B0-4D4A-A01E-49D40B014170}">
  <a:tblStyle styleId="{6C4EBE52-95B0-4D4A-A01E-49D40B0141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{6C4EBE52-95B0-4D4A-A01E-49D40B014170}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{6C4EBE52-95B0-4D4A-A01E-49D40B014170}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