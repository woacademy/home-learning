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16D509-DC97-4F62-85CB-C9AAE1009DF9}">
  <a:tblStyle styleId="{2416D509-DC97-4F62-85CB-C9AAE1009D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{2416D509-DC97-4F62-85CB-C9AAE1009DF9}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{2416D509-DC97-4F62-85CB-C9AAE1009DF9}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