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5E0C7-4462-46D8-8C82-E37DB253D97D}">
  <a:tblStyle styleId="{F7A5E0C7-4462-46D8-8C82-E37DB253D9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{F7A5E0C7-4462-46D8-8C82-E37DB253D97D}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{F7A5E0C7-4462-46D8-8C82-E37DB253D97D}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