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A4DB15E-46BB-49AB-8EDA-2F398F3EEFDA}">
  <a:tblStyle styleId="{9A4DB15E-46BB-49AB-8EDA-2F398F3EEF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{9A4DB15E-46BB-49AB-8EDA-2F398F3EEFDA}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{9A4DB15E-46BB-49AB-8EDA-2F398F3EEFDA}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