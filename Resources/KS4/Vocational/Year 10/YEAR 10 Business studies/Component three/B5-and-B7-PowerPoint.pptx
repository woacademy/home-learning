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473B24-969A-4BD0-A02C-EC43B7CE9FB7}">
  <a:tblStyle styleId="{1F473B24-969A-4BD0-A02C-EC43B7CE9F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{1F473B24-969A-4BD0-A02C-EC43B7CE9FB7}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{1F473B24-969A-4BD0-A02C-EC43B7CE9FB7}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