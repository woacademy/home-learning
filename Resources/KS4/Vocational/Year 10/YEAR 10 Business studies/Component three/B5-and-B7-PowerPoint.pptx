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C58A8FD-9E5B-449C-9B69-ADF4291DF73D}">
  <a:tblStyle styleId="{2C58A8FD-9E5B-449C-9B69-ADF4291DF73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6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{2C58A8FD-9E5B-449C-9B69-ADF4291DF73D}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{2C58A8FD-9E5B-449C-9B69-ADF4291DF73D}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