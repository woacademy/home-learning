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952C2B-0047-438E-97BF-192BCA4626EB}">
  <a:tblStyle styleId="{4C952C2B-0047-438E-97BF-192BCA462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{4C952C2B-0047-438E-97BF-192BCA4626EB}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{4C952C2B-0047-438E-97BF-192BCA4626EB}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