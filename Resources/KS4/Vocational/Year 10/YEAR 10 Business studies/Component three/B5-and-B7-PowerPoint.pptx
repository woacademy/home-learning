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062071-6443-4389-A860-98DD8927C476}">
  <a:tblStyle styleId="{3A062071-6443-4389-A860-98DD8927C4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{3A062071-6443-4389-A860-98DD8927C476}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{3A062071-6443-4389-A860-98DD8927C476}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