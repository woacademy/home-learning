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01E98-84BD-446A-91F0-B72FE74F0020}">
  <a:tblStyle styleId="{CE501E98-84BD-446A-91F0-B72FE74F00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{CE501E98-84BD-446A-91F0-B72FE74F0020}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{CE501E98-84BD-446A-91F0-B72FE74F0020}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