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1E3389-796A-4ACA-B065-FAE9B3964135}">
  <a:tblStyle styleId="{F21E3389-796A-4ACA-B065-FAE9B39641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{F21E3389-796A-4ACA-B065-FAE9B3964135}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{F21E3389-796A-4ACA-B065-FAE9B3964135}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