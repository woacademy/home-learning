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1AE2F8-A37E-4BCA-AA75-23DD16EC79BD}">
  <a:tblStyle styleId="{F11AE2F8-A37E-4BCA-AA75-23DD16EC79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{F11AE2F8-A37E-4BCA-AA75-23DD16EC79BD}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{F11AE2F8-A37E-4BCA-AA75-23DD16EC79BD}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