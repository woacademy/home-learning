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D3B6CC-E366-487D-8004-E0C2C07F461E}">
  <a:tblStyle styleId="{87D3B6CC-E366-487D-8004-E0C2C07F46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{87D3B6CC-E366-487D-8004-E0C2C07F461E}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{87D3B6CC-E366-487D-8004-E0C2C07F461E}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