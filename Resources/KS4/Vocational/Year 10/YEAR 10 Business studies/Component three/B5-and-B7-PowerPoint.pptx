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7D4DA-6FE8-4454-81AE-0CDCDEAEBAD4}">
  <a:tblStyle styleId="{4847D4DA-6FE8-4454-81AE-0CDCDEAEBA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{4847D4DA-6FE8-4454-81AE-0CDCDEAEBAD4}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{4847D4DA-6FE8-4454-81AE-0CDCDEAEBAD4}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