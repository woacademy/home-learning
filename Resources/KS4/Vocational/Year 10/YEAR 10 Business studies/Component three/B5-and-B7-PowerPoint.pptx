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723C6D4-847F-4D22-854A-AACA7D685332}">
  <a:tblStyle styleId="{3723C6D4-847F-4D22-854A-AACA7D68533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7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6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4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0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5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1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2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5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{3723C6D4-847F-4D22-854A-AACA7D685332}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{3723C6D4-847F-4D22-854A-AACA7D685332}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