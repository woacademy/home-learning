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7A199A-D4B7-4352-AE61-C0B6BF4638D8}">
  <a:tblStyle styleId="{4C7A199A-D4B7-4352-AE61-C0B6BF4638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{4C7A199A-D4B7-4352-AE61-C0B6BF4638D8}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{4C7A199A-D4B7-4352-AE61-C0B6BF4638D8}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