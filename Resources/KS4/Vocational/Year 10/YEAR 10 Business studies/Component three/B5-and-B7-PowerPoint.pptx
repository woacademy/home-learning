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06EA27-20FA-4A55-BE5D-6482205F6D32}">
  <a:tblStyle styleId="{2106EA27-20FA-4A55-BE5D-6482205F6D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{2106EA27-20FA-4A55-BE5D-6482205F6D32}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{2106EA27-20FA-4A55-BE5D-6482205F6D32}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