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D7B086-74B2-40AF-8E3D-C51B31CCF743}">
  <a:tblStyle styleId="{E7D7B086-74B2-40AF-8E3D-C51B31CCF7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{E7D7B086-74B2-40AF-8E3D-C51B31CCF743}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{E7D7B086-74B2-40AF-8E3D-C51B31CCF743}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