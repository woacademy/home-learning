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349959-47F2-4E98-AB5F-EE141191C752}">
  <a:tblStyle styleId="{F4349959-47F2-4E98-AB5F-EE141191C7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{F4349959-47F2-4E98-AB5F-EE141191C752}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{F4349959-47F2-4E98-AB5F-EE141191C752}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