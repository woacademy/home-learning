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5F4ACB-1451-4124-A606-58636D01364A}">
  <a:tblStyle styleId="{695F4ACB-1451-4124-A606-58636D0136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{695F4ACB-1451-4124-A606-58636D01364A}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{695F4ACB-1451-4124-A606-58636D01364A}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