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F9D403-2D56-48E1-A8F3-D7ED7D3FBF7E}">
  <a:tblStyle styleId="{1CF9D403-2D56-48E1-A8F3-D7ED7D3FBF7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{1CF9D403-2D56-48E1-A8F3-D7ED7D3FBF7E}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{1CF9D403-2D56-48E1-A8F3-D7ED7D3FBF7E}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