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57A251-9247-4A35-AD0D-39240C98E25B}">
  <a:tblStyle styleId="{BD57A251-9247-4A35-AD0D-39240C98E2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{BD57A251-9247-4A35-AD0D-39240C98E25B}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{BD57A251-9247-4A35-AD0D-39240C98E25B}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