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43D3C7-CDF8-4964-94F2-B590632A1DEB}">
  <a:tblStyle styleId="{3E43D3C7-CDF8-4964-94F2-B590632A1D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{3E43D3C7-CDF8-4964-94F2-B590632A1DEB}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{3E43D3C7-CDF8-4964-94F2-B590632A1DEB}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