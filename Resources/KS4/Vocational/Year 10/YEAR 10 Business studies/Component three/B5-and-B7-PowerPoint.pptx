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029EE7-CF4E-4ED5-9788-40B98BA1E7AF}">
  <a:tblStyle styleId="{7F029EE7-CF4E-4ED5-9788-40B98BA1E7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{7F029EE7-CF4E-4ED5-9788-40B98BA1E7AF}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{7F029EE7-CF4E-4ED5-9788-40B98BA1E7AF}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