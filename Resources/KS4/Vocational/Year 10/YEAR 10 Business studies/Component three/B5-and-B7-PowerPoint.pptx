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14338D-3EBD-4344-B946-7BC2199CB05E}">
  <a:tblStyle styleId="{E614338D-3EBD-4344-B946-7BC2199CB0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{E614338D-3EBD-4344-B946-7BC2199CB05E}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{E614338D-3EBD-4344-B946-7BC2199CB05E}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