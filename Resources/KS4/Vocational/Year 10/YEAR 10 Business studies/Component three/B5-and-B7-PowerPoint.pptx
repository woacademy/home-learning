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054529-3B22-4E46-84E1-76C98449D7FC}">
  <a:tblStyle styleId="{D4054529-3B22-4E46-84E1-76C98449D7F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{D4054529-3B22-4E46-84E1-76C98449D7FC}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{D4054529-3B22-4E46-84E1-76C98449D7FC}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