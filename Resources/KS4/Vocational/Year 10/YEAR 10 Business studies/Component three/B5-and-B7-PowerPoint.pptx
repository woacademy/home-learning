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DC8BAF-DE1B-4C4E-BC61-D2809A83985D}">
  <a:tblStyle styleId="{88DC8BAF-DE1B-4C4E-BC61-D2809A8398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{88DC8BAF-DE1B-4C4E-BC61-D2809A83985D}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{88DC8BAF-DE1B-4C4E-BC61-D2809A83985D}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