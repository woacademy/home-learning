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66D23-B75A-412B-8FDD-F23DBF33986A}">
  <a:tblStyle styleId="{91A66D23-B75A-412B-8FDD-F23DBF3398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{91A66D23-B75A-412B-8FDD-F23DBF33986A}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{91A66D23-B75A-412B-8FDD-F23DBF33986A}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