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EDB2F2-FAB4-4F57-A373-3E52327623BC}">
  <a:tblStyle styleId="{55EDB2F2-FAB4-4F57-A373-3E52327623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{55EDB2F2-FAB4-4F57-A373-3E52327623BC}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{55EDB2F2-FAB4-4F57-A373-3E52327623BC}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