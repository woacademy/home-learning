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F091FE-7A61-4CCC-9032-1261DE0AD70C}">
  <a:tblStyle styleId="{ADF091FE-7A61-4CCC-9032-1261DE0AD7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{ADF091FE-7A61-4CCC-9032-1261DE0AD70C}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{ADF091FE-7A61-4CCC-9032-1261DE0AD70C}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