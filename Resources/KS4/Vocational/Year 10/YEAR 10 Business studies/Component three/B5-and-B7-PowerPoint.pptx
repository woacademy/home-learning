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314D75-D84B-4DB8-9824-6318289F04D7}">
  <a:tblStyle styleId="{DD314D75-D84B-4DB8-9824-6318289F04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{DD314D75-D84B-4DB8-9824-6318289F04D7}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{DD314D75-D84B-4DB8-9824-6318289F04D7}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