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521A20-98E5-4EEF-AAC0-18A1C3D41139}">
  <a:tblStyle styleId="{49521A20-98E5-4EEF-AAC0-18A1C3D411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{49521A20-98E5-4EEF-AAC0-18A1C3D41139}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{49521A20-98E5-4EEF-AAC0-18A1C3D41139}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