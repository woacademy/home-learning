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C54B4E-4892-4CB4-BC4D-7B3745C4C844}">
  <a:tblStyle styleId="{18C54B4E-4892-4CB4-BC4D-7B3745C4C8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{18C54B4E-4892-4CB4-BC4D-7B3745C4C844}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{18C54B4E-4892-4CB4-BC4D-7B3745C4C844}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