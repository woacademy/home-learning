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AD6828-EE61-44F7-900A-D4FFC6F2E4AC}">
  <a:tblStyle styleId="{C3AD6828-EE61-44F7-900A-D4FFC6F2E4A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{C3AD6828-EE61-44F7-900A-D4FFC6F2E4AC}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{C3AD6828-EE61-44F7-900A-D4FFC6F2E4AC}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