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B43135-6633-46E8-BF46-6AD36B068782}">
  <a:tblStyle styleId="{A5B43135-6633-46E8-BF46-6AD36B068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{A5B43135-6633-46E8-BF46-6AD36B068782}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{A5B43135-6633-46E8-BF46-6AD36B068782}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