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A66965-7A24-4528-BC50-E18A950DC11B}">
  <a:tblStyle styleId="{12A66965-7A24-4528-BC50-E18A950DC1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{12A66965-7A24-4528-BC50-E18A950DC11B}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{12A66965-7A24-4528-BC50-E18A950DC11B}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