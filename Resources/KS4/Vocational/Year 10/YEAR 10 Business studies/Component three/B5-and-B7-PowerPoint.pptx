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462BC4-9937-49AD-A390-CBE5489C2FE7}">
  <a:tblStyle styleId="{1B462BC4-9937-49AD-A390-CBE5489C2FE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{1B462BC4-9937-49AD-A390-CBE5489C2FE7}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{1B462BC4-9937-49AD-A390-CBE5489C2FE7}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