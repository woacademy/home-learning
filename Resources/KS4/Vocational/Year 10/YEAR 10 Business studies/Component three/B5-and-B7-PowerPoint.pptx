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3E3168-CFBC-4DC3-956A-4EFD0742C7EA}">
  <a:tblStyle styleId="{763E3168-CFBC-4DC3-956A-4EFD0742C7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{763E3168-CFBC-4DC3-956A-4EFD0742C7EA}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{763E3168-CFBC-4DC3-956A-4EFD0742C7EA}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