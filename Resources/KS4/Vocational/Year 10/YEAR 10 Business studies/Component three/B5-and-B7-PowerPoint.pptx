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AD49C5-3699-48F6-9A0B-743D4DD42EB8}">
  <a:tblStyle styleId="{85AD49C5-3699-48F6-9A0B-743D4DD42E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{85AD49C5-3699-48F6-9A0B-743D4DD42EB8}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{85AD49C5-3699-48F6-9A0B-743D4DD42EB8}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