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2690A0-2AA6-4CE9-A8A3-D6E37E4A7B95}">
  <a:tblStyle styleId="{BD2690A0-2AA6-4CE9-A8A3-D6E37E4A7B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{BD2690A0-2AA6-4CE9-A8A3-D6E37E4A7B95}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{BD2690A0-2AA6-4CE9-A8A3-D6E37E4A7B95}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