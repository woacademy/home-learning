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9A715D-77EC-44C0-9149-EE204A9DCDB3}">
  <a:tblStyle styleId="{CF9A715D-77EC-44C0-9149-EE204A9DCD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{CF9A715D-77EC-44C0-9149-EE204A9DCDB3}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{CF9A715D-77EC-44C0-9149-EE204A9DCDB3}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