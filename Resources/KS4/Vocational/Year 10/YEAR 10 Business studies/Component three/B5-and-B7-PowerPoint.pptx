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74A697-D8B4-4E96-BEBD-7FD25737976D}">
  <a:tblStyle styleId="{5874A697-D8B4-4E96-BEBD-7FD25737976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{5874A697-D8B4-4E96-BEBD-7FD25737976D}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{5874A697-D8B4-4E96-BEBD-7FD25737976D}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