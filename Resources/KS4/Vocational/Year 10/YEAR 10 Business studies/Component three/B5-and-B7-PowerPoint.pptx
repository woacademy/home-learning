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F28F2-A5FF-4654-8C63-A8F9EE022C36}">
  <a:tblStyle styleId="{D56F28F2-A5FF-4654-8C63-A8F9EE022C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{D56F28F2-A5FF-4654-8C63-A8F9EE022C36}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{D56F28F2-A5FF-4654-8C63-A8F9EE022C36}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