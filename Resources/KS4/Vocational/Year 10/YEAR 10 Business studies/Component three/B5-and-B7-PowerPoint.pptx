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B3C549-0DFC-412B-8E20-32BF7B39AD18}">
  <a:tblStyle styleId="{D9B3C549-0DFC-412B-8E20-32BF7B39AD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{D9B3C549-0DFC-412B-8E20-32BF7B39AD18}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{D9B3C549-0DFC-412B-8E20-32BF7B39AD18}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