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16AF0-9182-4E10-B233-1974044F80C8}">
  <a:tblStyle styleId="{59C16AF0-9182-4E10-B233-1974044F80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{59C16AF0-9182-4E10-B233-1974044F80C8}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{59C16AF0-9182-4E10-B233-1974044F80C8}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