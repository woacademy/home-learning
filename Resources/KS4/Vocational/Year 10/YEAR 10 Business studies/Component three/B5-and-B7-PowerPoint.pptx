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1EF6C-A4A2-48A4-A25B-535674EF1551}">
  <a:tblStyle styleId="{B311EF6C-A4A2-48A4-A25B-535674EF15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{B311EF6C-A4A2-48A4-A25B-535674EF1551}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{B311EF6C-A4A2-48A4-A25B-535674EF1551}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