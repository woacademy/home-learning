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964B93-BB78-499D-B82E-C204FA97ED32}">
  <a:tblStyle styleId="{12964B93-BB78-499D-B82E-C204FA97ED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{12964B93-BB78-499D-B82E-C204FA97ED32}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{12964B93-BB78-499D-B82E-C204FA97ED32}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