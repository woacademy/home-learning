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A6432D3-9835-4689-B2EE-FBB7B1E4443F}">
  <a:tblStyle styleId="{DA6432D3-9835-4689-B2EE-FBB7B1E444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{DA6432D3-9835-4689-B2EE-FBB7B1E4443F}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{DA6432D3-9835-4689-B2EE-FBB7B1E4443F}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