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82E32D-68C4-4B39-ADA5-C33671E1F266}">
  <a:tblStyle styleId="{7882E32D-68C4-4B39-ADA5-C33671E1F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{7882E32D-68C4-4B39-ADA5-C33671E1F266}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{7882E32D-68C4-4B39-ADA5-C33671E1F266}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