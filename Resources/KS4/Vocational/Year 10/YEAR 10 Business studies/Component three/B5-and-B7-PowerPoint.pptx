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D5FCB3-EA9F-4B83-9050-B8BBBB86298F}">
  <a:tblStyle styleId="{89D5FCB3-EA9F-4B83-9050-B8BBBB8629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{89D5FCB3-EA9F-4B83-9050-B8BBBB86298F}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{89D5FCB3-EA9F-4B83-9050-B8BBBB86298F}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