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5C89BDB-2974-4DF4-ABA8-D0ED36625267}">
  <a:tblStyle styleId="{E5C89BDB-2974-4DF4-ABA8-D0ED3662526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{E5C89BDB-2974-4DF4-ABA8-D0ED36625267}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{E5C89BDB-2974-4DF4-ABA8-D0ED36625267}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