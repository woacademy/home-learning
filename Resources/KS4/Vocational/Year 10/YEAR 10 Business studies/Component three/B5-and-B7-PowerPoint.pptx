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FFC44-A1A9-4ACE-95F6-2928B047081A}">
  <a:tblStyle styleId="{2FFFFC44-A1A9-4ACE-95F6-2928B04708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{2FFFFC44-A1A9-4ACE-95F6-2928B047081A}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{2FFFFC44-A1A9-4ACE-95F6-2928B047081A}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