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4F187-44F0-4849-BA7E-9F95D55B8939}">
  <a:tblStyle styleId="{E764F187-44F0-4849-BA7E-9F95D55B8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{E764F187-44F0-4849-BA7E-9F95D55B8939}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{E764F187-44F0-4849-BA7E-9F95D55B8939}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