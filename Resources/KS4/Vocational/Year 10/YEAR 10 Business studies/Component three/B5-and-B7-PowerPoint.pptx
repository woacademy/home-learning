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0A7568-A5A2-458D-85BD-4404B8CAA5F9}">
  <a:tblStyle styleId="{B70A7568-A5A2-458D-85BD-4404B8CAA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{B70A7568-A5A2-458D-85BD-4404B8CAA5F9}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{B70A7568-A5A2-458D-85BD-4404B8CAA5F9}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