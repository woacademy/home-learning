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C090A3-AB7A-4148-9DF4-2D9119B22FD3}">
  <a:tblStyle styleId="{D0C090A3-AB7A-4148-9DF4-2D9119B22F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{D0C090A3-AB7A-4148-9DF4-2D9119B22FD3}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{D0C090A3-AB7A-4148-9DF4-2D9119B22FD3}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