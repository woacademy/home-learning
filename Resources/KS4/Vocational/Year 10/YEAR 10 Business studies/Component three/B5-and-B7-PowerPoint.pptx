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8AF2E7-A3BC-4B9B-B1A8-3FC7FF83B448}">
  <a:tblStyle styleId="{0C8AF2E7-A3BC-4B9B-B1A8-3FC7FF83B4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{0C8AF2E7-A3BC-4B9B-B1A8-3FC7FF83B448}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{0C8AF2E7-A3BC-4B9B-B1A8-3FC7FF83B448}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