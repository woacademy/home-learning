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5D230B8-2FBA-4BD5-A5E2-F62B47C7D895}">
  <a:tblStyle styleId="{B5D230B8-2FBA-4BD5-A5E2-F62B47C7D8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{B5D230B8-2FBA-4BD5-A5E2-F62B47C7D895}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{B5D230B8-2FBA-4BD5-A5E2-F62B47C7D895}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