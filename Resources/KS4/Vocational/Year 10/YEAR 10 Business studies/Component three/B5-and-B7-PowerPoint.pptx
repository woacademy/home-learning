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1B63CC-4BAC-4897-B6DC-542F80017BB2}">
  <a:tblStyle styleId="{901B63CC-4BAC-4897-B6DC-542F80017B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{901B63CC-4BAC-4897-B6DC-542F80017BB2}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{901B63CC-4BAC-4897-B6DC-542F80017BB2}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