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F46644-CAEF-41A6-B88C-E5D52478BA4C}">
  <a:tblStyle styleId="{EAF46644-CAEF-41A6-B88C-E5D52478BA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{EAF46644-CAEF-41A6-B88C-E5D52478BA4C}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{EAF46644-CAEF-41A6-B88C-E5D52478BA4C}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