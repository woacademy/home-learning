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F8A13B-68F2-4A48-814C-9500F48F223B}">
  <a:tblStyle styleId="{58F8A13B-68F2-4A48-814C-9500F48F22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{58F8A13B-68F2-4A48-814C-9500F48F223B}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{58F8A13B-68F2-4A48-814C-9500F48F223B}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