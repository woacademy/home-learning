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7D6B4A-6D28-49ED-B5AA-6705A4AB7B18}">
  <a:tblStyle styleId="{887D6B4A-6D28-49ED-B5AA-6705A4AB7B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{887D6B4A-6D28-49ED-B5AA-6705A4AB7B18}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{887D6B4A-6D28-49ED-B5AA-6705A4AB7B18}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