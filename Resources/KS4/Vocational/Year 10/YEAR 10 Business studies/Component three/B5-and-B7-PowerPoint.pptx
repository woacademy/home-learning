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6A6F3D-F69F-4E33-A627-C72A3995447F}">
  <a:tblStyle styleId="{CE6A6F3D-F69F-4E33-A627-C72A399544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{CE6A6F3D-F69F-4E33-A627-C72A3995447F}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{CE6A6F3D-F69F-4E33-A627-C72A3995447F}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