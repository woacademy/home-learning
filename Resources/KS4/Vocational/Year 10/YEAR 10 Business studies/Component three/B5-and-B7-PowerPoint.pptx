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336208-FC03-4F83-81AA-8E7B049727B0}">
  <a:tblStyle styleId="{58336208-FC03-4F83-81AA-8E7B049727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{58336208-FC03-4F83-81AA-8E7B049727B0}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{58336208-FC03-4F83-81AA-8E7B049727B0}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