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54537-6545-4EA9-8FA3-37D5D97FA47F}">
  <a:tblStyle styleId="{39C54537-6545-4EA9-8FA3-37D5D97FA4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{39C54537-6545-4EA9-8FA3-37D5D97FA47F}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{39C54537-6545-4EA9-8FA3-37D5D97FA47F}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