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E1E72-4861-46BD-A158-525679D65047}">
  <a:tblStyle styleId="{235E1E72-4861-46BD-A158-525679D650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{235E1E72-4861-46BD-A158-525679D65047}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{235E1E72-4861-46BD-A158-525679D65047}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