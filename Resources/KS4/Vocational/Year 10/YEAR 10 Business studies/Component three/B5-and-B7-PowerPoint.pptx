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D42B36-3E1E-4FB7-AEBB-7D0B214EB7ED}">
  <a:tblStyle styleId="{ABD42B36-3E1E-4FB7-AEBB-7D0B214EB7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{ABD42B36-3E1E-4FB7-AEBB-7D0B214EB7ED}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{ABD42B36-3E1E-4FB7-AEBB-7D0B214EB7ED}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