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87BA315-9CD7-45C7-874B-6F3F3EB52CBF}">
  <a:tblStyle styleId="{C87BA315-9CD7-45C7-874B-6F3F3EB52CB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{C87BA315-9CD7-45C7-874B-6F3F3EB52CBF}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{C87BA315-9CD7-45C7-874B-6F3F3EB52CBF}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