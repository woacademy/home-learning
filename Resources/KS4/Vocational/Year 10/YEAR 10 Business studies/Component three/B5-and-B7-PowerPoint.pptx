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FA6CF-018A-45C7-BCAA-3E8270E554CB}">
  <a:tblStyle styleId="{6D9FA6CF-018A-45C7-BCAA-3E8270E554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{6D9FA6CF-018A-45C7-BCAA-3E8270E554CB}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{6D9FA6CF-018A-45C7-BCAA-3E8270E554CB}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