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9D6E8B-AE22-42C2-82E5-055E5DE9F488}">
  <a:tblStyle styleId="{099D6E8B-AE22-42C2-82E5-055E5DE9F4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{099D6E8B-AE22-42C2-82E5-055E5DE9F488}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{099D6E8B-AE22-42C2-82E5-055E5DE9F488}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