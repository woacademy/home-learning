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6C5E76-DF39-408A-BF02-7D4876053422}">
  <a:tblStyle styleId="{7D6C5E76-DF39-408A-BF02-7D48760534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{7D6C5E76-DF39-408A-BF02-7D4876053422}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{7D6C5E76-DF39-408A-BF02-7D4876053422}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