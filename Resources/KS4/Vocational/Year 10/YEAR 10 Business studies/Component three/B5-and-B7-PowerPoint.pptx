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65AEB1-38E0-4774-A24C-EF1FD3C7D773}">
  <a:tblStyle styleId="{9A65AEB1-38E0-4774-A24C-EF1FD3C7D7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{9A65AEB1-38E0-4774-A24C-EF1FD3C7D773}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{9A65AEB1-38E0-4774-A24C-EF1FD3C7D773}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