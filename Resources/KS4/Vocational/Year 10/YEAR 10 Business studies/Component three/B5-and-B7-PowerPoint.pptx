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649771-280D-455A-AA2E-07BE36347F83}">
  <a:tblStyle styleId="{B6649771-280D-455A-AA2E-07BE36347F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{B6649771-280D-455A-AA2E-07BE36347F83}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{B6649771-280D-455A-AA2E-07BE36347F83}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