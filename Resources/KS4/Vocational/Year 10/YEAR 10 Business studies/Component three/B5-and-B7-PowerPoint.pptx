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2C6D39-FF54-4ECC-A5C7-73FFBC1EE98A}">
  <a:tblStyle styleId="{AA2C6D39-FF54-4ECC-A5C7-73FFBC1EE9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{AA2C6D39-FF54-4ECC-A5C7-73FFBC1EE98A}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{AA2C6D39-FF54-4ECC-A5C7-73FFBC1EE98A}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