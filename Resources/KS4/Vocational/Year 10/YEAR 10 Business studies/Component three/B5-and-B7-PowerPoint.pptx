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1961B-16B9-48C9-9459-96BC596CEE17}">
  <a:tblStyle styleId="{6701961B-16B9-48C9-9459-96BC596CEE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{6701961B-16B9-48C9-9459-96BC596CEE17}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{6701961B-16B9-48C9-9459-96BC596CEE17}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