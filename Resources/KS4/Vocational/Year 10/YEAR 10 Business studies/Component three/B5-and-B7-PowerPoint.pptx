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8DE5D0-EC3A-4055-8616-4BB1503FF73D}">
  <a:tblStyle styleId="{2E8DE5D0-EC3A-4055-8616-4BB1503FF7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{2E8DE5D0-EC3A-4055-8616-4BB1503FF73D}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{2E8DE5D0-EC3A-4055-8616-4BB1503FF73D}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