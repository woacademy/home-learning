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40D2DB-6CC8-4743-AC10-5D98EEB6556A}">
  <a:tblStyle styleId="{5E40D2DB-6CC8-4743-AC10-5D98EEB655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{5E40D2DB-6CC8-4743-AC10-5D98EEB6556A}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{5E40D2DB-6CC8-4743-AC10-5D98EEB6556A}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