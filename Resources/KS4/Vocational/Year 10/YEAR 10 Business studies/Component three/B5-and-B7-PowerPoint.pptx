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4EC69C-3E64-464D-8D0D-1088E4BA9899}">
  <a:tblStyle styleId="{884EC69C-3E64-464D-8D0D-1088E4BA98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{884EC69C-3E64-464D-8D0D-1088E4BA9899}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{884EC69C-3E64-464D-8D0D-1088E4BA9899}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