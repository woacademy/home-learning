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84FD35-A8C9-4084-92EA-6C129DA197C9}">
  <a:tblStyle styleId="{DC84FD35-A8C9-4084-92EA-6C129DA197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{DC84FD35-A8C9-4084-92EA-6C129DA197C9}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{DC84FD35-A8C9-4084-92EA-6C129DA197C9}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