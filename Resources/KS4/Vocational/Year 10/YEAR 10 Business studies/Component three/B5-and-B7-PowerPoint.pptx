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C3B74B-A073-49A3-B55D-B16E67AA3914}">
  <a:tblStyle styleId="{78C3B74B-A073-49A3-B55D-B16E67AA39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{78C3B74B-A073-49A3-B55D-B16E67AA3914}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{78C3B74B-A073-49A3-B55D-B16E67AA3914}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