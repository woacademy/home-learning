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E8FAE1-0120-4AD7-AD4F-8F693E0E8087}">
  <a:tblStyle styleId="{9DE8FAE1-0120-4AD7-AD4F-8F693E0E80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{9DE8FAE1-0120-4AD7-AD4F-8F693E0E8087}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{9DE8FAE1-0120-4AD7-AD4F-8F693E0E8087}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