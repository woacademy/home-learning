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955F0F-49BC-4A31-B86F-94D3B6450F8B}">
  <a:tblStyle styleId="{EB955F0F-49BC-4A31-B86F-94D3B6450F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{EB955F0F-49BC-4A31-B86F-94D3B6450F8B}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{EB955F0F-49BC-4A31-B86F-94D3B6450F8B}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