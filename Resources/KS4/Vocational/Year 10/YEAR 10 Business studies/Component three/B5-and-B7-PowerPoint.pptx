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29B40D-9955-4FDF-B877-2A4A2993A958}">
  <a:tblStyle styleId="{4829B40D-9955-4FDF-B877-2A4A2993A9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{4829B40D-9955-4FDF-B877-2A4A2993A958}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{4829B40D-9955-4FDF-B877-2A4A2993A958}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