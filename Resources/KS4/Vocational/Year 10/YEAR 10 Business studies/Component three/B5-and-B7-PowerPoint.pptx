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1C2338-9674-4BBA-B172-CF5D761C08B4}">
  <a:tblStyle styleId="{121C2338-9674-4BBA-B172-CF5D761C08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{121C2338-9674-4BBA-B172-CF5D761C08B4}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{121C2338-9674-4BBA-B172-CF5D761C08B4}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