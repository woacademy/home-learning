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19D577-F32C-448E-B49B-16765A956739}">
  <a:tblStyle styleId="{1919D577-F32C-448E-B49B-16765A9567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{1919D577-F32C-448E-B49B-16765A956739}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{1919D577-F32C-448E-B49B-16765A956739}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