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5C6FF4-8E8C-43C2-AA0B-E23FC0D8EEBE}">
  <a:tblStyle styleId="{B85C6FF4-8E8C-43C2-AA0B-E23FC0D8EE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{B85C6FF4-8E8C-43C2-AA0B-E23FC0D8EEBE}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{B85C6FF4-8E8C-43C2-AA0B-E23FC0D8EEBE}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