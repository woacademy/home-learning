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75EFDFE-DE98-4A51-B7DF-B01F9958C37C}">
  <a:tblStyle styleId="{075EFDFE-DE98-4A51-B7DF-B01F9958C37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{075EFDFE-DE98-4A51-B7DF-B01F9958C37C}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{075EFDFE-DE98-4A51-B7DF-B01F9958C37C}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