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65B240-FEB8-48DE-B897-86C33D43CC33}">
  <a:tblStyle styleId="{3965B240-FEB8-48DE-B897-86C33D43CC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{3965B240-FEB8-48DE-B897-86C33D43CC33}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{3965B240-FEB8-48DE-B897-86C33D43CC33}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