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BA702F-F1BB-40C5-BEE1-34806611B4CE}">
  <a:tblStyle styleId="{8DBA702F-F1BB-40C5-BEE1-34806611B4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{8DBA702F-F1BB-40C5-BEE1-34806611B4CE}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{8DBA702F-F1BB-40C5-BEE1-34806611B4CE}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