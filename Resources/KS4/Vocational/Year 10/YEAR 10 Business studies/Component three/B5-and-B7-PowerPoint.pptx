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1330AC-BD51-4924-BDC1-57DE12CAA752}">
  <a:tblStyle styleId="{B41330AC-BD51-4924-BDC1-57DE12CAA7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{B41330AC-BD51-4924-BDC1-57DE12CAA752}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{B41330AC-BD51-4924-BDC1-57DE12CAA752}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