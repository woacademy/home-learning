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A68962-9EB7-48E5-AFB0-70D91A575A45}">
  <a:tblStyle styleId="{5FA68962-9EB7-48E5-AFB0-70D91A575A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{5FA68962-9EB7-48E5-AFB0-70D91A575A45}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{5FA68962-9EB7-48E5-AFB0-70D91A575A45}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