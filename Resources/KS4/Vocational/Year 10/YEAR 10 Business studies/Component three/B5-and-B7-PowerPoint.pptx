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8D9A84-F9B9-4D6E-823C-5F99B06F0F99}">
  <a:tblStyle styleId="{0A8D9A84-F9B9-4D6E-823C-5F99B06F0F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{0A8D9A84-F9B9-4D6E-823C-5F99B06F0F99}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{0A8D9A84-F9B9-4D6E-823C-5F99B06F0F99}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