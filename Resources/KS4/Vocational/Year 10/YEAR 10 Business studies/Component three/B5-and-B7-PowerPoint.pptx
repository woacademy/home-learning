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807A4-9CD3-4501-B6A6-20174BE12F75}">
  <a:tblStyle styleId="{D35807A4-9CD3-4501-B6A6-20174BE12F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{D35807A4-9CD3-4501-B6A6-20174BE12F75}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{D35807A4-9CD3-4501-B6A6-20174BE12F75}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