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DCAA02D-7287-44B3-A843-E3E7DDDAFBC9}">
  <a:tblStyle styleId="{0DCAA02D-7287-44B3-A843-E3E7DDDAFBC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2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0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1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3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9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4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3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7.png"/><Relationship Id="rId4" Type="http://schemas.openxmlformats.org/officeDocument/2006/relationships/image" Target="../media/image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{0DCAA02D-7287-44B3-A843-E3E7DDDAFBC9}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{0DCAA02D-7287-44B3-A843-E3E7DDDAFBC9}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