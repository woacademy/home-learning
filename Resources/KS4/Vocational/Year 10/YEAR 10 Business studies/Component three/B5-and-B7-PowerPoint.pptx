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D05290-35E4-4C91-B017-1958FADADA35}">
  <a:tblStyle styleId="{BCD05290-35E4-4C91-B017-1958FADADA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{BCD05290-35E4-4C91-B017-1958FADADA35}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{BCD05290-35E4-4C91-B017-1958FADADA35}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