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87F044-D73E-4794-9121-2E65D89A7F10}">
  <a:tblStyle styleId="{6287F044-D73E-4794-9121-2E65D89A7F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{6287F044-D73E-4794-9121-2E65D89A7F10}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{6287F044-D73E-4794-9121-2E65D89A7F10}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