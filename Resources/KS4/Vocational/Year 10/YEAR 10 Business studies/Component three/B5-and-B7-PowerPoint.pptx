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C111B0-6D08-469B-BBB4-A00E404DCE88}">
  <a:tblStyle styleId="{14C111B0-6D08-469B-BBB4-A00E404DCE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{14C111B0-6D08-469B-BBB4-A00E404DCE88}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{14C111B0-6D08-469B-BBB4-A00E404DCE88}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