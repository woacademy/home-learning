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C92A91-6148-4984-84AE-4A6E3D3F0684}">
  <a:tblStyle styleId="{0EC92A91-6148-4984-84AE-4A6E3D3F06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{0EC92A91-6148-4984-84AE-4A6E3D3F0684}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{0EC92A91-6148-4984-84AE-4A6E3D3F0684}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