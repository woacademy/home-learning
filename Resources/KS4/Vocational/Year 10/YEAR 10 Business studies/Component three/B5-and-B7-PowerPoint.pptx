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47722A-BC75-4296-96B6-0B057E71F041}">
  <a:tblStyle styleId="{F147722A-BC75-4296-96B6-0B057E71F0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{F147722A-BC75-4296-96B6-0B057E71F041}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{F147722A-BC75-4296-96B6-0B057E71F041}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