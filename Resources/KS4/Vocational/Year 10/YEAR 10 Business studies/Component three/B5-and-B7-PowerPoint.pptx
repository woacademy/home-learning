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DED52F-5517-4741-8191-243CCB000000}">
  <a:tblStyle styleId="{73DED52F-5517-4741-8191-243CCB0000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{73DED52F-5517-4741-8191-243CCB000000}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{73DED52F-5517-4741-8191-243CCB000000}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