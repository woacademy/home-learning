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0274E-3E99-4982-AD74-7892EA85E33A}">
  <a:tblStyle styleId="{AC80274E-3E99-4982-AD74-7892EA85E3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{AC80274E-3E99-4982-AD74-7892EA85E33A}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{AC80274E-3E99-4982-AD74-7892EA85E33A}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