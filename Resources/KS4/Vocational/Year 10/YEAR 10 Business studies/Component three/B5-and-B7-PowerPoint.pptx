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E39680-6714-4CCB-AA67-771983159C1A}">
  <a:tblStyle styleId="{5CE39680-6714-4CCB-AA67-771983159C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{5CE39680-6714-4CCB-AA67-771983159C1A}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{5CE39680-6714-4CCB-AA67-771983159C1A}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