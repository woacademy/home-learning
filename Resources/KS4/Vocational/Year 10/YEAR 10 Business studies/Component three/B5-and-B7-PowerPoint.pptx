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4E5CEC-300C-4BCA-9A8E-739E4437AF32}">
  <a:tblStyle styleId="{E34E5CEC-300C-4BCA-9A8E-739E4437AF3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{E34E5CEC-300C-4BCA-9A8E-739E4437AF32}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{E34E5CEC-300C-4BCA-9A8E-739E4437AF32}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