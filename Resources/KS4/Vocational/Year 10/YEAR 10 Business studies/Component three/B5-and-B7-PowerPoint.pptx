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FBF0C4-299D-42D9-990E-EE8CC3FF3397}">
  <a:tblStyle styleId="{72FBF0C4-299D-42D9-990E-EE8CC3FF33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{72FBF0C4-299D-42D9-990E-EE8CC3FF3397}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{72FBF0C4-299D-42D9-990E-EE8CC3FF3397}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