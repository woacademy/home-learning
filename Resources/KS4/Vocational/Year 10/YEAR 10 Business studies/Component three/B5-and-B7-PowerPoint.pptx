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C888A34-A779-423A-A93C-443C148A7B11}">
  <a:tblStyle styleId="{EC888A34-A779-423A-A93C-443C148A7B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{EC888A34-A779-423A-A93C-443C148A7B11}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{EC888A34-A779-423A-A93C-443C148A7B11}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