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F2D90C-140E-40D1-99A3-981043FB5623}">
  <a:tblStyle styleId="{1BF2D90C-140E-40D1-99A3-981043FB56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{1BF2D90C-140E-40D1-99A3-981043FB5623}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{1BF2D90C-140E-40D1-99A3-981043FB5623}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