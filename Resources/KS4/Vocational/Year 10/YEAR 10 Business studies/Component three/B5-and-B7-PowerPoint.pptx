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5DC4ED-3A67-4FD4-8C9C-7E941847252E}">
  <a:tblStyle styleId="{615DC4ED-3A67-4FD4-8C9C-7E94184725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{615DC4ED-3A67-4FD4-8C9C-7E941847252E}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{615DC4ED-3A67-4FD4-8C9C-7E941847252E}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