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F941ED-539C-4752-A744-63F8AA642865}">
  <a:tblStyle styleId="{45F941ED-539C-4752-A744-63F8AA6428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{45F941ED-539C-4752-A744-63F8AA642865}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{45F941ED-539C-4752-A744-63F8AA642865}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