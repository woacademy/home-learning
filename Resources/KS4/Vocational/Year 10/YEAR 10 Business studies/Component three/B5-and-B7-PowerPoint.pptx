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613B7B-5438-47AA-BAF5-2114BD53F3A0}">
  <a:tblStyle styleId="{35613B7B-5438-47AA-BAF5-2114BD53F3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{35613B7B-5438-47AA-BAF5-2114BD53F3A0}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{35613B7B-5438-47AA-BAF5-2114BD53F3A0}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