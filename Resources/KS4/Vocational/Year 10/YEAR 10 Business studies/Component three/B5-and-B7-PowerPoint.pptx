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03507D-4B53-498D-A75B-0542244BF0C4}">
  <a:tblStyle styleId="{7F03507D-4B53-498D-A75B-0542244BF0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{7F03507D-4B53-498D-A75B-0542244BF0C4}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{7F03507D-4B53-498D-A75B-0542244BF0C4}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