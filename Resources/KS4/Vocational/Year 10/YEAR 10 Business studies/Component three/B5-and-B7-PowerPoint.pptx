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0AE4D6-5F2A-4F81-9BFE-815B308FBB0E}">
  <a:tblStyle styleId="{A00AE4D6-5F2A-4F81-9BFE-815B308FBB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{A00AE4D6-5F2A-4F81-9BFE-815B308FBB0E}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{A00AE4D6-5F2A-4F81-9BFE-815B308FBB0E}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