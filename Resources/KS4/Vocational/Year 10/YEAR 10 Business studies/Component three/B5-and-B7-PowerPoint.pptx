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EE17EC-15D6-4455-8526-2B9F9E7E019D}">
  <a:tblStyle styleId="{2BEE17EC-15D6-4455-8526-2B9F9E7E01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{2BEE17EC-15D6-4455-8526-2B9F9E7E019D}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{2BEE17EC-15D6-4455-8526-2B9F9E7E019D}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