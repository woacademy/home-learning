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2266E-3D94-4C43-8F51-12A365043B00}">
  <a:tblStyle styleId="{60E2266E-3D94-4C43-8F51-12A365043B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{60E2266E-3D94-4C43-8F51-12A365043B00}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{60E2266E-3D94-4C43-8F51-12A365043B00}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