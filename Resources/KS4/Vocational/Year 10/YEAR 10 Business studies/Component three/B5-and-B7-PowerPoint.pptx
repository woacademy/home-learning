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7BEEBA-6642-4109-B38B-332D919CD0CC}">
  <a:tblStyle styleId="{AC7BEEBA-6642-4109-B38B-332D919CD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{AC7BEEBA-6642-4109-B38B-332D919CD0CC}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{AC7BEEBA-6642-4109-B38B-332D919CD0CC}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