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E44A6C-2317-4EF3-B989-21082A9D490F}">
  <a:tblStyle styleId="{77E44A6C-2317-4EF3-B989-21082A9D49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{77E44A6C-2317-4EF3-B989-21082A9D490F}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{77E44A6C-2317-4EF3-B989-21082A9D490F}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