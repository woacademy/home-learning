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41260E-387A-42DA-8CAD-370AD17401CC}">
  <a:tblStyle styleId="{9D41260E-387A-42DA-8CAD-370AD17401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{9D41260E-387A-42DA-8CAD-370AD17401CC}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{9D41260E-387A-42DA-8CAD-370AD17401CC}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