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444E20-B7B6-4185-9619-4BD96837EA84}">
  <a:tblStyle styleId="{49444E20-B7B6-4185-9619-4BD96837EA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{49444E20-B7B6-4185-9619-4BD96837EA84}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{49444E20-B7B6-4185-9619-4BD96837EA84}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