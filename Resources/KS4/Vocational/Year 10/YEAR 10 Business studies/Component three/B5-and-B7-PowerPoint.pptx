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C5640-C241-4D07-9FAA-A438B567233B}">
  <a:tblStyle styleId="{2F2C5640-C241-4D07-9FAA-A438B56723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{2F2C5640-C241-4D07-9FAA-A438B567233B}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{2F2C5640-C241-4D07-9FAA-A438B567233B}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