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A74A26-0F93-456B-9096-D11AE1BDEBBA}">
  <a:tblStyle styleId="{D2A74A26-0F93-456B-9096-D11AE1BDEB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{D2A74A26-0F93-456B-9096-D11AE1BDEBBA}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{D2A74A26-0F93-456B-9096-D11AE1BDEBBA}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