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01BD1FC-382B-42EC-B1F8-486906F6E333}">
  <a:tblStyle styleId="{901BD1FC-382B-42EC-B1F8-486906F6E3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{901BD1FC-382B-42EC-B1F8-486906F6E333}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{901BD1FC-382B-42EC-B1F8-486906F6E333}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