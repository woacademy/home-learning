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E24D17-A1D3-43D9-A632-0689EAF3636D}">
  <a:tblStyle styleId="{F3E24D17-A1D3-43D9-A632-0689EAF3636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{F3E24D17-A1D3-43D9-A632-0689EAF3636D}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{F3E24D17-A1D3-43D9-A632-0689EAF3636D}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