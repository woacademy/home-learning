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9B8C330-30DC-43A4-AA86-EEB6C3C8CE60}">
  <a:tblStyle styleId="{69B8C330-30DC-43A4-AA86-EEB6C3C8CE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{69B8C330-30DC-43A4-AA86-EEB6C3C8CE60}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{69B8C330-30DC-43A4-AA86-EEB6C3C8CE60}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