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E57C61-85F4-4924-AA69-1618125A7933}">
  <a:tblStyle styleId="{49E57C61-85F4-4924-AA69-1618125A79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{49E57C61-85F4-4924-AA69-1618125A7933}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{49E57C61-85F4-4924-AA69-1618125A7933}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