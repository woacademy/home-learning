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A3FE6F-3780-4B07-9913-4D2E4826D18B}">
  <a:tblStyle styleId="{B8A3FE6F-3780-4B07-9913-4D2E4826D1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{B8A3FE6F-3780-4B07-9913-4D2E4826D18B}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{B8A3FE6F-3780-4B07-9913-4D2E4826D18B}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