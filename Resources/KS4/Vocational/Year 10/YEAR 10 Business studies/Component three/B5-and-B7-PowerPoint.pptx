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4D2335-72B8-420A-BBFB-D98FEFCCA15A}">
  <a:tblStyle styleId="{2D4D2335-72B8-420A-BBFB-D98FEFCCA1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{2D4D2335-72B8-420A-BBFB-D98FEFCCA15A}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{2D4D2335-72B8-420A-BBFB-D98FEFCCA15A}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