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76BC82-DEB5-46E9-BE85-102E4D5AF528}">
  <a:tblStyle styleId="{7576BC82-DEB5-46E9-BE85-102E4D5AF5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{7576BC82-DEB5-46E9-BE85-102E4D5AF528}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{7576BC82-DEB5-46E9-BE85-102E4D5AF528}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