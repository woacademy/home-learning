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6BB7E6-6A50-4112-89B2-E64602D40F39}">
  <a:tblStyle styleId="{FE6BB7E6-6A50-4112-89B2-E64602D40F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{FE6BB7E6-6A50-4112-89B2-E64602D40F39}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{FE6BB7E6-6A50-4112-89B2-E64602D40F39}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