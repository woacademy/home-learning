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71E52A-4086-4F28-84FA-D0C85CA55DFB}">
  <a:tblStyle styleId="{7471E52A-4086-4F28-84FA-D0C85CA55D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{7471E52A-4086-4F28-84FA-D0C85CA55DFB}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{7471E52A-4086-4F28-84FA-D0C85CA55DFB}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