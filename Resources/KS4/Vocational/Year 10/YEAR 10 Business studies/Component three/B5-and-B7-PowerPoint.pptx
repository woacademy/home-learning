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3D2613-5F9E-43C8-97C0-E6246ED2BB10}">
  <a:tblStyle styleId="{903D2613-5F9E-43C8-97C0-E6246ED2BB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{903D2613-5F9E-43C8-97C0-E6246ED2BB10}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{903D2613-5F9E-43C8-97C0-E6246ED2BB10}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