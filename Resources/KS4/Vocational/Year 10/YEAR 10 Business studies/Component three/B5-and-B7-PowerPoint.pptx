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8B8187-4CF7-4C75-B3BF-D8573B89421D}">
  <a:tblStyle styleId="{168B8187-4CF7-4C75-B3BF-D8573B8942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{168B8187-4CF7-4C75-B3BF-D8573B89421D}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{168B8187-4CF7-4C75-B3BF-D8573B89421D}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