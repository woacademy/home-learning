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965E1B5-7919-4E17-B765-89EB95A73E6C}">
  <a:tblStyle styleId="{F965E1B5-7919-4E17-B765-89EB95A73E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{F965E1B5-7919-4E17-B765-89EB95A73E6C}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{F965E1B5-7919-4E17-B765-89EB95A73E6C}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