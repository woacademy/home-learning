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FD1E4C-0AE4-48B7-9A22-8E22C8202CA5}">
  <a:tblStyle styleId="{1DFD1E4C-0AE4-48B7-9A22-8E22C8202CA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{1DFD1E4C-0AE4-48B7-9A22-8E22C8202CA5}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{1DFD1E4C-0AE4-48B7-9A22-8E22C8202CA5}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