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B48431-1886-4E0D-B235-9DE2606A74D5}">
  <a:tblStyle styleId="{25B48431-1886-4E0D-B235-9DE2606A74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{25B48431-1886-4E0D-B235-9DE2606A74D5}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{25B48431-1886-4E0D-B235-9DE2606A74D5}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