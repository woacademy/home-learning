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8E8468-87B2-4A22-B498-AF7042921280}">
  <a:tblStyle styleId="{108E8468-87B2-4A22-B498-AF70429212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{108E8468-87B2-4A22-B498-AF7042921280}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{108E8468-87B2-4A22-B498-AF7042921280}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