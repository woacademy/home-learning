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1367F6-052A-43AF-927F-66F78280320D}">
  <a:tblStyle styleId="{B51367F6-052A-43AF-927F-66F7828032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{B51367F6-052A-43AF-927F-66F78280320D}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{B51367F6-052A-43AF-927F-66F78280320D}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