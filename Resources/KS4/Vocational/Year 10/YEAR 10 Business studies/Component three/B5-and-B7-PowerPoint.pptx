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BEFAF-8022-41AE-933C-9DF6C8AC8F21}">
  <a:tblStyle styleId="{CA3BEFAF-8022-41AE-933C-9DF6C8AC8F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{CA3BEFAF-8022-41AE-933C-9DF6C8AC8F21}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{CA3BEFAF-8022-41AE-933C-9DF6C8AC8F21}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