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107F33-0033-4ABE-AEDD-331302C72282}">
  <a:tblStyle styleId="{32107F33-0033-4ABE-AEDD-331302C722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{32107F33-0033-4ABE-AEDD-331302C72282}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{32107F33-0033-4ABE-AEDD-331302C72282}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