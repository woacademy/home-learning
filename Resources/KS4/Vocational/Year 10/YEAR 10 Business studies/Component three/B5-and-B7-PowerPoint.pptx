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EEDB61E-7799-4365-8B2F-E6D4F6F8E4D0}">
  <a:tblStyle styleId="{0EEDB61E-7799-4365-8B2F-E6D4F6F8E4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{0EEDB61E-7799-4365-8B2F-E6D4F6F8E4D0}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{0EEDB61E-7799-4365-8B2F-E6D4F6F8E4D0}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