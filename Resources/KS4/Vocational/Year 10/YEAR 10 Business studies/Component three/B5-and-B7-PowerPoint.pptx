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12C27-566B-4EFD-95D0-F52E3F7C6955}">
  <a:tblStyle styleId="{76312C27-566B-4EFD-95D0-F52E3F7C69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{76312C27-566B-4EFD-95D0-F52E3F7C6955}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{76312C27-566B-4EFD-95D0-F52E3F7C6955}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