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BD9A49-E8FE-41B1-955E-0E5807AED07C}">
  <a:tblStyle styleId="{E6BD9A49-E8FE-41B1-955E-0E5807AED0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{E6BD9A49-E8FE-41B1-955E-0E5807AED07C}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{E6BD9A49-E8FE-41B1-955E-0E5807AED07C}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