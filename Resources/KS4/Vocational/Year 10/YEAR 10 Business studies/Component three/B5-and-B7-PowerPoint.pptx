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CFB1A4-B178-4F72-8A0F-1A982ADD9B6C}">
  <a:tblStyle styleId="{B5CFB1A4-B178-4F72-8A0F-1A982ADD9B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{B5CFB1A4-B178-4F72-8A0F-1A982ADD9B6C}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{B5CFB1A4-B178-4F72-8A0F-1A982ADD9B6C}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