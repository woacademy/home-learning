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30599-2D3A-45E4-A32C-A9D3B07B64D3}">
  <a:tblStyle styleId="{01930599-2D3A-45E4-A32C-A9D3B07B64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{01930599-2D3A-45E4-A32C-A9D3B07B64D3}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{01930599-2D3A-45E4-A32C-A9D3B07B64D3}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