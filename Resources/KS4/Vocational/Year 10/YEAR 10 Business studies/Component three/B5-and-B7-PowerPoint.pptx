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1145DE-1E11-492C-B3AD-73FC993A4696}">
  <a:tblStyle styleId="{531145DE-1E11-492C-B3AD-73FC993A46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{531145DE-1E11-492C-B3AD-73FC993A4696}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{531145DE-1E11-492C-B3AD-73FC993A4696}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