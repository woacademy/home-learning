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0493D7-9978-4973-86B8-07D1FDC66292}">
  <a:tblStyle styleId="{5B0493D7-9978-4973-86B8-07D1FDC662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{5B0493D7-9978-4973-86B8-07D1FDC66292}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{5B0493D7-9978-4973-86B8-07D1FDC66292}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