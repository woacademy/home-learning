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1D8327-F65A-486E-8001-BBCDB3520FCE}">
  <a:tblStyle styleId="{0C1D8327-F65A-486E-8001-BBCDB3520F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{0C1D8327-F65A-486E-8001-BBCDB3520FCE}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{0C1D8327-F65A-486E-8001-BBCDB3520FCE}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