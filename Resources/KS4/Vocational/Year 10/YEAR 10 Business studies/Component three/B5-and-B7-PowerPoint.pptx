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84730D-E69D-4550-A923-B84FB987FF18}">
  <a:tblStyle styleId="{0584730D-E69D-4550-A923-B84FB987FF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{0584730D-E69D-4550-A923-B84FB987FF18}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{0584730D-E69D-4550-A923-B84FB987FF18}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