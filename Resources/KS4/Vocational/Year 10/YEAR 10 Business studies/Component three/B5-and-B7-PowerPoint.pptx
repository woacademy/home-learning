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AC2562-02C2-4BDE-9A69-ED88400DB6F0}">
  <a:tblStyle styleId="{A2AC2562-02C2-4BDE-9A69-ED88400DB6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{A2AC2562-02C2-4BDE-9A69-ED88400DB6F0}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{A2AC2562-02C2-4BDE-9A69-ED88400DB6F0}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/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