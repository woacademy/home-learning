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E5CE67E-E7BD-4613-B714-66E13601D805}">
  <a:tblStyle styleId="{EE5CE67E-E7BD-4613-B714-66E13601D80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8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{EE5CE67E-E7BD-4613-B714-66E13601D805}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{EE5CE67E-E7BD-4613-B714-66E13601D805}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