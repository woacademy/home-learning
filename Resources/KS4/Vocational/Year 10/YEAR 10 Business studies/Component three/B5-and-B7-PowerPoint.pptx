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20A1AB-30FA-4D6E-AEAE-93EF01245174}">
  <a:tblStyle styleId="{A420A1AB-30FA-4D6E-AEAE-93EF0124517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{A420A1AB-30FA-4D6E-AEAE-93EF01245174}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{A420A1AB-30FA-4D6E-AEAE-93EF01245174}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