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64C752-F2A8-4142-94D5-7AAD36E08B3B}">
  <a:tblStyle styleId="{3664C752-F2A8-4142-94D5-7AAD36E08B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{3664C752-F2A8-4142-94D5-7AAD36E08B3B}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{3664C752-F2A8-4142-94D5-7AAD36E08B3B}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