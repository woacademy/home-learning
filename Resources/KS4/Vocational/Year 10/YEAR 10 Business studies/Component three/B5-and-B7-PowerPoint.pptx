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A7CEB3-F23D-4FA3-BB73-B04602637F03}">
  <a:tblStyle styleId="{1FA7CEB3-F23D-4FA3-BB73-B04602637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{1FA7CEB3-F23D-4FA3-BB73-B04602637F03}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{1FA7CEB3-F23D-4FA3-BB73-B04602637F03}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