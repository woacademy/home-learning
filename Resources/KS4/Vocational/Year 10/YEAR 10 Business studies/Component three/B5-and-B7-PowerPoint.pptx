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95F33D-C807-49C0-BCE6-AB94B5566FC0}">
  <a:tblStyle styleId="{A395F33D-C807-49C0-BCE6-AB94B5566F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{A395F33D-C807-49C0-BCE6-AB94B5566FC0}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{A395F33D-C807-49C0-BCE6-AB94B5566FC0}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