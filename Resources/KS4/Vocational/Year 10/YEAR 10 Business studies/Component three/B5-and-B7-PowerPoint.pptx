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4AC34C-2ED5-4A50-BCDB-4B89CDD7FDEA}">
  <a:tblStyle styleId="{054AC34C-2ED5-4A50-BCDB-4B89CDD7FDE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{054AC34C-2ED5-4A50-BCDB-4B89CDD7FDEA}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{054AC34C-2ED5-4A50-BCDB-4B89CDD7FDEA}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