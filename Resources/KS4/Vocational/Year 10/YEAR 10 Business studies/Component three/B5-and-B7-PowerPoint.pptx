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5CCBF6-E4B2-4B3C-A203-AF728E3962C0}">
  <a:tblStyle styleId="{195CCBF6-E4B2-4B3C-A203-AF728E3962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{195CCBF6-E4B2-4B3C-A203-AF728E3962C0}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{195CCBF6-E4B2-4B3C-A203-AF728E3962C0}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