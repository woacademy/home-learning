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470ABF-51DD-44EB-A22F-E2EE59FF4889}">
  <a:tblStyle styleId="{46470ABF-51DD-44EB-A22F-E2EE59FF48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{46470ABF-51DD-44EB-A22F-E2EE59FF4889}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{46470ABF-51DD-44EB-A22F-E2EE59FF4889}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