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2AC31-2DE9-4A12-93A5-DE7493E9D3DF}">
  <a:tblStyle styleId="{A822AC31-2DE9-4A12-93A5-DE7493E9D3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{A822AC31-2DE9-4A12-93A5-DE7493E9D3DF}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{A822AC31-2DE9-4A12-93A5-DE7493E9D3DF}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