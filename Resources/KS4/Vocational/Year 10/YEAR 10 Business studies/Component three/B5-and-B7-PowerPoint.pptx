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15D489-1225-43F7-95AC-10420C914EAB}">
  <a:tblStyle styleId="{F915D489-1225-43F7-95AC-10420C914E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{F915D489-1225-43F7-95AC-10420C914EAB}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{F915D489-1225-43F7-95AC-10420C914EAB}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