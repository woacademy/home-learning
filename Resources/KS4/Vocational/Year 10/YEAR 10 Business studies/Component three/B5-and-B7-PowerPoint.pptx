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807F3CB-505E-4D72-BA3D-43E3CFC7F8F9}">
  <a:tblStyle styleId="{8807F3CB-505E-4D72-BA3D-43E3CFC7F8F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9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8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2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0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6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5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4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5.png"/><Relationship Id="rId4" Type="http://schemas.openxmlformats.org/officeDocument/2006/relationships/image" Target="../media/image11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{8807F3CB-505E-4D72-BA3D-43E3CFC7F8F9}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{8807F3CB-505E-4D72-BA3D-43E3CFC7F8F9}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