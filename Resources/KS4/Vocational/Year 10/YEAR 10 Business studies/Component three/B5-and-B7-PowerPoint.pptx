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565FB6-BD67-43C2-9E69-E96D20D752AA}">
  <a:tblStyle styleId="{31565FB6-BD67-43C2-9E69-E96D20D752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{31565FB6-BD67-43C2-9E69-E96D20D752AA}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{31565FB6-BD67-43C2-9E69-E96D20D752AA}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