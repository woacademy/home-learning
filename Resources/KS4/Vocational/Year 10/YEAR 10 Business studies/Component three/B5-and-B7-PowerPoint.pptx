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FC6F10-E215-46F1-874C-FC38DE48BBDC}">
  <a:tblStyle styleId="{BDFC6F10-E215-46F1-874C-FC38DE48BB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{BDFC6F10-E215-46F1-874C-FC38DE48BBDC}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{BDFC6F10-E215-46F1-874C-FC38DE48BBDC}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