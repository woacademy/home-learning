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1DD878-A4A1-4134-9A9D-2B0B878551EF}">
  <a:tblStyle styleId="{581DD878-A4A1-4134-9A9D-2B0B878551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{581DD878-A4A1-4134-9A9D-2B0B878551EF}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{581DD878-A4A1-4134-9A9D-2B0B878551EF}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