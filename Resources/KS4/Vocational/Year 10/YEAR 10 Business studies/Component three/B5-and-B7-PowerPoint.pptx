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18C8AC-0390-4964-A4DB-E0572E7D9BA5}">
  <a:tblStyle styleId="{7E18C8AC-0390-4964-A4DB-E0572E7D9B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{7E18C8AC-0390-4964-A4DB-E0572E7D9BA5}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{7E18C8AC-0390-4964-A4DB-E0572E7D9BA5}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