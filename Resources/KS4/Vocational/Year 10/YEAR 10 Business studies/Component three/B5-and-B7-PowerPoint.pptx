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28FB3-F5A0-4DFE-BE08-FAE2383AD32F}">
  <a:tblStyle styleId="{A8228FB3-F5A0-4DFE-BE08-FAE2383AD3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{A8228FB3-F5A0-4DFE-BE08-FAE2383AD32F}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{A8228FB3-F5A0-4DFE-BE08-FAE2383AD32F}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