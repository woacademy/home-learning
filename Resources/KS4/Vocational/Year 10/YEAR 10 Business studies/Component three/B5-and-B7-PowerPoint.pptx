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BE9FD0-C742-4FE4-BA5F-99F0B2997464}">
  <a:tblStyle styleId="{B9BE9FD0-C742-4FE4-BA5F-99F0B29974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{B9BE9FD0-C742-4FE4-BA5F-99F0B2997464}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{B9BE9FD0-C742-4FE4-BA5F-99F0B2997464}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