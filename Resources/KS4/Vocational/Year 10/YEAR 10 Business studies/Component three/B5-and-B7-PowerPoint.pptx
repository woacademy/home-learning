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8B19AB-9E93-43CF-A5B0-CA9285445F0E}">
  <a:tblStyle styleId="{718B19AB-9E93-43CF-A5B0-CA9285445F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{718B19AB-9E93-43CF-A5B0-CA9285445F0E}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{718B19AB-9E93-43CF-A5B0-CA9285445F0E}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