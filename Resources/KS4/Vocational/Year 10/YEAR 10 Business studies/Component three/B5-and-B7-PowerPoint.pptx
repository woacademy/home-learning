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8C860-4920-4538-86AD-BE3EAA3ACF37}">
  <a:tblStyle styleId="{CDB8C860-4920-4538-86AD-BE3EAA3ACF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{CDB8C860-4920-4538-86AD-BE3EAA3ACF37}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{CDB8C860-4920-4538-86AD-BE3EAA3ACF37}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