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D08B35-E1F3-4A6D-97BC-7A1E1E7FE90D}">
  <a:tblStyle styleId="{8CD08B35-E1F3-4A6D-97BC-7A1E1E7FE9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{8CD08B35-E1F3-4A6D-97BC-7A1E1E7FE90D}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{8CD08B35-E1F3-4A6D-97BC-7A1E1E7FE90D}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