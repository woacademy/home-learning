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64B41D-5F7F-48FE-B74D-22F121F010E0}">
  <a:tblStyle styleId="{5864B41D-5F7F-48FE-B74D-22F121F010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{5864B41D-5F7F-48FE-B74D-22F121F010E0}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{5864B41D-5F7F-48FE-B74D-22F121F010E0}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