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17152-B15A-4CE6-8F5C-B1EEC8A3AA62}">
  <a:tblStyle styleId="{0E617152-B15A-4CE6-8F5C-B1EEC8A3AA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{0E617152-B15A-4CE6-8F5C-B1EEC8A3AA62}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{0E617152-B15A-4CE6-8F5C-B1EEC8A3AA62}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