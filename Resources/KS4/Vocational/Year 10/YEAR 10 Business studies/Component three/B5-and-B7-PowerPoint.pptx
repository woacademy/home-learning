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7DF8A6-EC22-410D-8C56-6EBDEAF9129D}">
  <a:tblStyle styleId="{687DF8A6-EC22-410D-8C56-6EBDEAF912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{687DF8A6-EC22-410D-8C56-6EBDEAF9129D}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{687DF8A6-EC22-410D-8C56-6EBDEAF9129D}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