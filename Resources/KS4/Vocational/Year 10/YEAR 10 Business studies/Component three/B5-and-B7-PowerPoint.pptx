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8D0FBD-5DF8-452E-BD8A-71BDB64E6A1E}">
  <a:tblStyle styleId="{CB8D0FBD-5DF8-452E-BD8A-71BDB64E6A1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{CB8D0FBD-5DF8-452E-BD8A-71BDB64E6A1E}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{CB8D0FBD-5DF8-452E-BD8A-71BDB64E6A1E}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