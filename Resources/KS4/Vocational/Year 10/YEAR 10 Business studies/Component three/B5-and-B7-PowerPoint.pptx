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23B15E-030B-42F4-BECD-A1436F850659}">
  <a:tblStyle styleId="{5423B15E-030B-42F4-BECD-A1436F8506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{5423B15E-030B-42F4-BECD-A1436F850659}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{5423B15E-030B-42F4-BECD-A1436F850659}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