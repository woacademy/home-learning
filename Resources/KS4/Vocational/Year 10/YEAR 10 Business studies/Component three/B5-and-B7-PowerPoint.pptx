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FB69B8-4F36-4884-8A51-B039733DF8D8}">
  <a:tblStyle styleId="{FAFB69B8-4F36-4884-8A51-B039733DF8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{FAFB69B8-4F36-4884-8A51-B039733DF8D8}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{FAFB69B8-4F36-4884-8A51-B039733DF8D8}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