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386C0B-64E7-4CE8-B99A-4C579599B8EA}">
  <a:tblStyle styleId="{60386C0B-64E7-4CE8-B99A-4C579599B8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{60386C0B-64E7-4CE8-B99A-4C579599B8EA}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{60386C0B-64E7-4CE8-B99A-4C579599B8EA}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