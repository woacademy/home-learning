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DFB0DE-7962-4E7A-A32A-2077F6E9307D}">
  <a:tblStyle styleId="{C7DFB0DE-7962-4E7A-A32A-2077F6E930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{C7DFB0DE-7962-4E7A-A32A-2077F6E9307D}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{C7DFB0DE-7962-4E7A-A32A-2077F6E9307D}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