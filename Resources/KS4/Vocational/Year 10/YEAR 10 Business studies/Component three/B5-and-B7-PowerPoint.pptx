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303006-348D-472B-AE51-D7B4C3BDE780}">
  <a:tblStyle styleId="{9B303006-348D-472B-AE51-D7B4C3BDE7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{9B303006-348D-472B-AE51-D7B4C3BDE780}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{9B303006-348D-472B-AE51-D7B4C3BDE780}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