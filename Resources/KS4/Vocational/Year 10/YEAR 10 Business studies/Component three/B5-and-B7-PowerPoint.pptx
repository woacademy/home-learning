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B66277-9306-458C-8783-FF5370025CCE}">
  <a:tblStyle styleId="{D4B66277-9306-458C-8783-FF5370025C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{D4B66277-9306-458C-8783-FF5370025CCE}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{D4B66277-9306-458C-8783-FF5370025CCE}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