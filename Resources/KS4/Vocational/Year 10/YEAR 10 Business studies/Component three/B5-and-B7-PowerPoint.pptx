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9F6B08-EF5F-426B-A6BA-82FEF1857A85}">
  <a:tblStyle styleId="{099F6B08-EF5F-426B-A6BA-82FEF1857A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{099F6B08-EF5F-426B-A6BA-82FEF1857A85}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{099F6B08-EF5F-426B-A6BA-82FEF1857A85}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