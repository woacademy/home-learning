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3351BF-2071-4929-AC86-3077878FEC6F}">
  <a:tblStyle styleId="{CD3351BF-2071-4929-AC86-3077878FEC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{CD3351BF-2071-4929-AC86-3077878FEC6F}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{CD3351BF-2071-4929-AC86-3077878FEC6F}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