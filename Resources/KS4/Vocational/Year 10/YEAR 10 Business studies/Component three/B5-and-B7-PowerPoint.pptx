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9F832D-AAB0-4D55-9AA7-7CF16219E5C5}">
  <a:tblStyle styleId="{A09F832D-AAB0-4D55-9AA7-7CF16219E5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{A09F832D-AAB0-4D55-9AA7-7CF16219E5C5}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{A09F832D-AAB0-4D55-9AA7-7CF16219E5C5}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