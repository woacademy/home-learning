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1CB9A5-1C27-4F92-8382-2DE672080C3F}">
  <a:tblStyle styleId="{E81CB9A5-1C27-4F92-8382-2DE672080C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{E81CB9A5-1C27-4F92-8382-2DE672080C3F}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{E81CB9A5-1C27-4F92-8382-2DE672080C3F}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