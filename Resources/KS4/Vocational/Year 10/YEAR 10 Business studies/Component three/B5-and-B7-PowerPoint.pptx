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810AEDE-2228-47AC-875F-555685E88CA9}">
  <a:tblStyle styleId="{6810AEDE-2228-47AC-875F-555685E88C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4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{6810AEDE-2228-47AC-875F-555685E88CA9}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{6810AEDE-2228-47AC-875F-555685E88CA9}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