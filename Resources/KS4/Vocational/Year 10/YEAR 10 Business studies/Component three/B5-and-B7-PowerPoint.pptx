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9F5F4-233A-4497-8175-DFBEB9EB69C8}">
  <a:tblStyle styleId="{7779F5F4-233A-4497-8175-DFBEB9EB69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{7779F5F4-233A-4497-8175-DFBEB9EB69C8}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{7779F5F4-233A-4497-8175-DFBEB9EB69C8}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