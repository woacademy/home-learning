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6E180-A5B3-415A-A1C1-0D8C0EB4ACCF}">
  <a:tblStyle styleId="{85B6E180-A5B3-415A-A1C1-0D8C0EB4AC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{85B6E180-A5B3-415A-A1C1-0D8C0EB4ACCF}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{85B6E180-A5B3-415A-A1C1-0D8C0EB4ACCF}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