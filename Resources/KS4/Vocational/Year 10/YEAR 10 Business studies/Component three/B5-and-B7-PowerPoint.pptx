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1E41B6-FC58-4471-B81F-742CF996BD7C}">
  <a:tblStyle styleId="{781E41B6-FC58-4471-B81F-742CF996BD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{781E41B6-FC58-4471-B81F-742CF996BD7C}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{781E41B6-FC58-4471-B81F-742CF996BD7C}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