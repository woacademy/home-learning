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94B692-49C0-42BB-AB23-9923E55E4AD2}">
  <a:tblStyle styleId="{EE94B692-49C0-42BB-AB23-9923E55E4A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{EE94B692-49C0-42BB-AB23-9923E55E4AD2}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{EE94B692-49C0-42BB-AB23-9923E55E4AD2}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