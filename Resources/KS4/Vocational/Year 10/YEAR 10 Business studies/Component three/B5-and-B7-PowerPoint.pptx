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539456-5A1F-48A6-A49F-90826336631F}">
  <a:tblStyle styleId="{6D539456-5A1F-48A6-A49F-9082633663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{6D539456-5A1F-48A6-A49F-90826336631F}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{6D539456-5A1F-48A6-A49F-90826336631F}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