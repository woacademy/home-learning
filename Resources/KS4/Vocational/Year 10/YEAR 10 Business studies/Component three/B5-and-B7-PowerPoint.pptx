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34A7B8-21E2-4DCF-AE2A-D90C3031FC6F}">
  <a:tblStyle styleId="{F034A7B8-21E2-4DCF-AE2A-D90C3031FC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{F034A7B8-21E2-4DCF-AE2A-D90C3031FC6F}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{F034A7B8-21E2-4DCF-AE2A-D90C3031FC6F}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