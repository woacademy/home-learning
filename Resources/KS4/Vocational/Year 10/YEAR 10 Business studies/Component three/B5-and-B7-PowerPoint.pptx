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5FDA5D-6A07-4856-812C-57ED581EE778}">
  <a:tblStyle styleId="{655FDA5D-6A07-4856-812C-57ED581EE7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{655FDA5D-6A07-4856-812C-57ED581EE778}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{655FDA5D-6A07-4856-812C-57ED581EE778}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