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B1F83A-2F6D-4DA1-A119-AB87ECD1F0B9}">
  <a:tblStyle styleId="{C4B1F83A-2F6D-4DA1-A119-AB87ECD1F0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{C4B1F83A-2F6D-4DA1-A119-AB87ECD1F0B9}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{C4B1F83A-2F6D-4DA1-A119-AB87ECD1F0B9}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