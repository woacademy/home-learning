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61E1AE-8C79-414B-9032-B81974FE2E7C}">
  <a:tblStyle styleId="{8361E1AE-8C79-414B-9032-B81974FE2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{8361E1AE-8C79-414B-9032-B81974FE2E7C}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{8361E1AE-8C79-414B-9032-B81974FE2E7C}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