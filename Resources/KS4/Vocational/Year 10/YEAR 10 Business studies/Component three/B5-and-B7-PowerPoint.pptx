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DF4ADD-932C-47C6-83DB-A94EB1807DF5}">
  <a:tblStyle styleId="{EADF4ADD-932C-47C6-83DB-A94EB1807D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{EADF4ADD-932C-47C6-83DB-A94EB1807DF5}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{EADF4ADD-932C-47C6-83DB-A94EB1807DF5}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