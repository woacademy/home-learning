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CB7ED2-B49F-4D82-B112-92FEF5453299}">
  <a:tblStyle styleId="{C8CB7ED2-B49F-4D82-B112-92FEF54532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{C8CB7ED2-B49F-4D82-B112-92FEF5453299}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{C8CB7ED2-B49F-4D82-B112-92FEF5453299}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