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D9E443-05CA-4077-B087-D6EE7B48D029}">
  <a:tblStyle styleId="{23D9E443-05CA-4077-B087-D6EE7B48D0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{23D9E443-05CA-4077-B087-D6EE7B48D029}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{23D9E443-05CA-4077-B087-D6EE7B48D029}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