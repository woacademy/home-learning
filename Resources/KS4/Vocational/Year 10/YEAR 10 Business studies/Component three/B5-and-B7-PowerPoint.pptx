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5F4013-B8D8-464E-94DD-6947EF039347}">
  <a:tblStyle styleId="{4B5F4013-B8D8-464E-94DD-6947EF0393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{4B5F4013-B8D8-464E-94DD-6947EF039347}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{4B5F4013-B8D8-464E-94DD-6947EF039347}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