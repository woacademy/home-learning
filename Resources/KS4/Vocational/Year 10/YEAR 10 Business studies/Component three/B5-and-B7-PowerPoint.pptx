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765A19-C945-4BAC-8AD1-8AC55E918015}">
  <a:tblStyle styleId="{9E765A19-C945-4BAC-8AD1-8AC55E9180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{9E765A19-C945-4BAC-8AD1-8AC55E918015}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{9E765A19-C945-4BAC-8AD1-8AC55E918015}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