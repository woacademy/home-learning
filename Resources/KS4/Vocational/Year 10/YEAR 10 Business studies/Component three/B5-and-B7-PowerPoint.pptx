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C009D7-F098-43E1-8D1A-60CA320C4251}">
  <a:tblStyle styleId="{6BC009D7-F098-43E1-8D1A-60CA320C42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{6BC009D7-F098-43E1-8D1A-60CA320C4251}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{6BC009D7-F098-43E1-8D1A-60CA320C4251}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