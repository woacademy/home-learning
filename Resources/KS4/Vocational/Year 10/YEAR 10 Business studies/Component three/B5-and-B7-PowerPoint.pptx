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2193B4E-B86F-41BF-AC5A-7A99573875E9}">
  <a:tblStyle styleId="{E2193B4E-B86F-41BF-AC5A-7A99573875E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0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8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3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4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5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14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6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2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{E2193B4E-B86F-41BF-AC5A-7A99573875E9}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{E2193B4E-B86F-41BF-AC5A-7A99573875E9}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