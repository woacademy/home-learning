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B35D1-AA52-46F5-9F6B-C1F9AF13C399}">
  <a:tblStyle styleId="{83DB35D1-AA52-46F5-9F6B-C1F9AF13C3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{83DB35D1-AA52-46F5-9F6B-C1F9AF13C399}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{83DB35D1-AA52-46F5-9F6B-C1F9AF13C399}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