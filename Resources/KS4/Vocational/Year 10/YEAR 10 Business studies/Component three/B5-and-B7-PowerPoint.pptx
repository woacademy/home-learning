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851B54-2815-4192-A17A-2B1B1509238C}">
  <a:tblStyle styleId="{3E851B54-2815-4192-A17A-2B1B150923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{3E851B54-2815-4192-A17A-2B1B1509238C}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{3E851B54-2815-4192-A17A-2B1B1509238C}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