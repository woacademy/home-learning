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693B8C-DBCB-48A8-9877-76ECF29DD935}">
  <a:tblStyle styleId="{E6693B8C-DBCB-48A8-9877-76ECF29DD9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{E6693B8C-DBCB-48A8-9877-76ECF29DD935}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{E6693B8C-DBCB-48A8-9877-76ECF29DD935}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