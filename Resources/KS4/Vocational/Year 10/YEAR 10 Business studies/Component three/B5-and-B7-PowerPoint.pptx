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77A296-2C4D-4006-9F7C-745FC1781C86}">
  <a:tblStyle styleId="{5377A296-2C4D-4006-9F7C-745FC1781C8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{5377A296-2C4D-4006-9F7C-745FC1781C86}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{5377A296-2C4D-4006-9F7C-745FC1781C86}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