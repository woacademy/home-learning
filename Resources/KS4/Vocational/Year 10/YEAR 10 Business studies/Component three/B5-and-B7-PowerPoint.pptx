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939B4C-55C3-4104-A30D-8EBCDAAFD629}">
  <a:tblStyle styleId="{27939B4C-55C3-4104-A30D-8EBCDAAFD6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{27939B4C-55C3-4104-A30D-8EBCDAAFD629}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{27939B4C-55C3-4104-A30D-8EBCDAAFD629}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