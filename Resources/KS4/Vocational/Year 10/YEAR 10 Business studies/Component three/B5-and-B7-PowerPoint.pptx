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367054-33C5-43B6-8D61-B56953ADDA15}">
  <a:tblStyle styleId="{41367054-33C5-43B6-8D61-B56953ADDA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{41367054-33C5-43B6-8D61-B56953ADDA15}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{41367054-33C5-43B6-8D61-B56953ADDA15}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