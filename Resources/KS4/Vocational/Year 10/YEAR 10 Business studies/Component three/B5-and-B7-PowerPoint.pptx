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8F050B-35DA-4D2A-BF5A-F9188647C524}">
  <a:tblStyle styleId="{BD8F050B-35DA-4D2A-BF5A-F9188647C5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{BD8F050B-35DA-4D2A-BF5A-F9188647C524}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{BD8F050B-35DA-4D2A-BF5A-F9188647C524}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