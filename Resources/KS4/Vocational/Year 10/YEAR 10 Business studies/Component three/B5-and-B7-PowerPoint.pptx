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E9693D-72ED-4095-8BF2-4B01150575F4}">
  <a:tblStyle styleId="{64E9693D-72ED-4095-8BF2-4B01150575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{64E9693D-72ED-4095-8BF2-4B01150575F4}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{64E9693D-72ED-4095-8BF2-4B01150575F4}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