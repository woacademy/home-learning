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2A18AC-350B-4D14-9123-8B26B6E5AC4E}">
  <a:tblStyle styleId="{FE2A18AC-350B-4D14-9123-8B26B6E5AC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{FE2A18AC-350B-4D14-9123-8B26B6E5AC4E}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{FE2A18AC-350B-4D14-9123-8B26B6E5AC4E}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