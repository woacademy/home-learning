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DDC5F87-E304-4E79-8334-C299E2944DA0}">
  <a:tblStyle styleId="{5DDC5F87-E304-4E79-8334-C299E2944DA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8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3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6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9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{5DDC5F87-E304-4E79-8334-C299E2944DA0}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{5DDC5F87-E304-4E79-8334-C299E2944DA0}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