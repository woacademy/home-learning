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665A6B-8A1C-48E3-877B-BFFE2CAD32CF}">
  <a:tblStyle styleId="{85665A6B-8A1C-48E3-877B-BFFE2CAD32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{85665A6B-8A1C-48E3-877B-BFFE2CAD32CF}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{85665A6B-8A1C-48E3-877B-BFFE2CAD32CF}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