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4823E6-C49C-4B09-93F9-158C65D13532}">
  <a:tblStyle styleId="{604823E6-C49C-4B09-93F9-158C65D135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{604823E6-C49C-4B09-93F9-158C65D13532}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{604823E6-C49C-4B09-93F9-158C65D13532}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