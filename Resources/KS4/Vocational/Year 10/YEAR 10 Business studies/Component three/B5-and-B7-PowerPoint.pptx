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5E4C2D-7647-43D5-B16D-71260788DBD0}">
  <a:tblStyle styleId="{595E4C2D-7647-43D5-B16D-71260788DB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{595E4C2D-7647-43D5-B16D-71260788DBD0}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{595E4C2D-7647-43D5-B16D-71260788DBD0}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