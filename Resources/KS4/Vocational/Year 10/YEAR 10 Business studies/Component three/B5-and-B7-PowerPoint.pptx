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FAABD4-B07D-43E9-BC17-98C9F17410B5}">
  <a:tblStyle styleId="{9DFAABD4-B07D-43E9-BC17-98C9F17410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{9DFAABD4-B07D-43E9-BC17-98C9F17410B5}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{9DFAABD4-B07D-43E9-BC17-98C9F17410B5}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