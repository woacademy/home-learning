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9AF86D-2B8A-4E19-8A41-2D791A403A5E}">
  <a:tblStyle styleId="{D39AF86D-2B8A-4E19-8A41-2D791A403A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{D39AF86D-2B8A-4E19-8A41-2D791A403A5E}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{D39AF86D-2B8A-4E19-8A41-2D791A403A5E}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