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56B56-8B0C-459B-947F-613B03BD8DDC}">
  <a:tblStyle styleId="{B6A56B56-8B0C-459B-947F-613B03BD8D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{B6A56B56-8B0C-459B-947F-613B03BD8DDC}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{B6A56B56-8B0C-459B-947F-613B03BD8DDC}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