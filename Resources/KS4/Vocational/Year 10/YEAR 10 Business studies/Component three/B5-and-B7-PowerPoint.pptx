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C57A0-3202-48F2-BF72-319905081407}">
  <a:tblStyle styleId="{7CEC57A0-3202-48F2-BF72-3199050814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{7CEC57A0-3202-48F2-BF72-319905081407}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{7CEC57A0-3202-48F2-BF72-319905081407}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