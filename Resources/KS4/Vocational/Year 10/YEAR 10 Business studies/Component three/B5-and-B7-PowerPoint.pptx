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27013C-14BD-442A-90D2-47D932856992}">
  <a:tblStyle styleId="{4027013C-14BD-442A-90D2-47D9328569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{4027013C-14BD-442A-90D2-47D932856992}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{4027013C-14BD-442A-90D2-47D932856992}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