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4A1F1-DDFC-4EED-8BA7-F950B625B44B}">
  <a:tblStyle styleId="{2184A1F1-DDFC-4EED-8BA7-F950B625B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{2184A1F1-DDFC-4EED-8BA7-F950B625B44B}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{2184A1F1-DDFC-4EED-8BA7-F950B625B44B}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