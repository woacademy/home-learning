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BFF0C3-E0BA-47F4-8D53-7F62E4CCF19E}">
  <a:tblStyle styleId="{37BFF0C3-E0BA-47F4-8D53-7F62E4CCF1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{37BFF0C3-E0BA-47F4-8D53-7F62E4CCF19E}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{37BFF0C3-E0BA-47F4-8D53-7F62E4CCF19E}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