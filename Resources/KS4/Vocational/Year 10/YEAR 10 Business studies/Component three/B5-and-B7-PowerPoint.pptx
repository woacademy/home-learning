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CEB2DB-592B-4C10-9DCA-8F67BA05EA7C}">
  <a:tblStyle styleId="{9FCEB2DB-592B-4C10-9DCA-8F67BA05EA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{9FCEB2DB-592B-4C10-9DCA-8F67BA05EA7C}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{9FCEB2DB-592B-4C10-9DCA-8F67BA05EA7C}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