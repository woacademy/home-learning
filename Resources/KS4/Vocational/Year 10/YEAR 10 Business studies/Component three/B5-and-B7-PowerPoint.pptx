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84E98A-3626-41C9-8C0F-A4E20ACEE1B5}">
  <a:tblStyle styleId="{C284E98A-3626-41C9-8C0F-A4E20ACEE1B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{C284E98A-3626-41C9-8C0F-A4E20ACEE1B5}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{C284E98A-3626-41C9-8C0F-A4E20ACEE1B5}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