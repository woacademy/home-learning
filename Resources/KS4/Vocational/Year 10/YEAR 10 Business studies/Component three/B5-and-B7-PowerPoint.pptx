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DFCAF04-FA92-4F06-A9E7-24AE9DC53315}">
  <a:tblStyle styleId="{EDFCAF04-FA92-4F06-A9E7-24AE9DC533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{EDFCAF04-FA92-4F06-A9E7-24AE9DC53315}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{EDFCAF04-FA92-4F06-A9E7-24AE9DC53315}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