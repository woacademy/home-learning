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0EE73F-61D7-40C1-A8F4-898379D0FCEB}">
  <a:tblStyle styleId="{350EE73F-61D7-40C1-A8F4-898379D0FC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{350EE73F-61D7-40C1-A8F4-898379D0FCEB}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{350EE73F-61D7-40C1-A8F4-898379D0FCEB}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