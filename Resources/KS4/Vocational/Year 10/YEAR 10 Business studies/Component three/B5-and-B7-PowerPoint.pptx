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87EAF-0E7D-4452-AACB-DA1B854D3C94}">
  <a:tblStyle styleId="{8D487EAF-0E7D-4452-AACB-DA1B854D3C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{8D487EAF-0E7D-4452-AACB-DA1B854D3C94}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{8D487EAF-0E7D-4452-AACB-DA1B854D3C94}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