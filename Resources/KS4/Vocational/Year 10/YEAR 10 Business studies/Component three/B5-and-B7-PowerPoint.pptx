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36D03-B08C-4F57-9268-1AC64FAC85FA}">
  <a:tblStyle styleId="{E9C36D03-B08C-4F57-9268-1AC64FAC8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{E9C36D03-B08C-4F57-9268-1AC64FAC85FA}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{E9C36D03-B08C-4F57-9268-1AC64FAC85FA}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