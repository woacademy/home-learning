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66122F-4E9F-4802-AFF4-6EC0A66BAAEC}">
  <a:tblStyle styleId="{5766122F-4E9F-4802-AFF4-6EC0A66BAA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{5766122F-4E9F-4802-AFF4-6EC0A66BAAEC}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{5766122F-4E9F-4802-AFF4-6EC0A66BAAEC}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