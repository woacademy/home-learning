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E5B183-99CC-4912-8AB3-E0E5E6E18F6A}">
  <a:tblStyle styleId="{78E5B183-99CC-4912-8AB3-E0E5E6E18F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{78E5B183-99CC-4912-8AB3-E0E5E6E18F6A}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{78E5B183-99CC-4912-8AB3-E0E5E6E18F6A}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