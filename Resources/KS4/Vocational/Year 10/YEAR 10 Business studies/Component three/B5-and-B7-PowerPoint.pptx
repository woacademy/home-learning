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B01D3B-A928-4417-A53E-019E6EEF7BD2}">
  <a:tblStyle styleId="{05B01D3B-A928-4417-A53E-019E6EEF7B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{05B01D3B-A928-4417-A53E-019E6EEF7BD2}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{05B01D3B-A928-4417-A53E-019E6EEF7BD2}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