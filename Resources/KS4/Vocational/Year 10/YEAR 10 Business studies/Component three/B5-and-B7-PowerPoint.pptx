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BF7E5D4-D7A9-4B3A-8BD5-9D63C19C48B7}">
  <a:tblStyle styleId="{2BF7E5D4-D7A9-4B3A-8BD5-9D63C19C48B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6.png"/><Relationship Id="rId4" Type="http://schemas.openxmlformats.org/officeDocument/2006/relationships/image" Target="../media/image1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7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9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{2BF7E5D4-D7A9-4B3A-8BD5-9D63C19C48B7}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{2BF7E5D4-D7A9-4B3A-8BD5-9D63C19C48B7}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