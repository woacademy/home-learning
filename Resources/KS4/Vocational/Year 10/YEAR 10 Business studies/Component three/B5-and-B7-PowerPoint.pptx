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8E3E2-09DD-4A62-99B9-5E9B235ECC78}">
  <a:tblStyle styleId="{0928E3E2-09DD-4A62-99B9-5E9B235ECC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{0928E3E2-09DD-4A62-99B9-5E9B235ECC78}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{0928E3E2-09DD-4A62-99B9-5E9B235ECC78}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