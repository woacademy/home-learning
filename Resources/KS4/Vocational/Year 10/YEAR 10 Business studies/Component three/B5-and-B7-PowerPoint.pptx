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491952-31F9-48EA-81CF-CAC3802CEEA2}">
  <a:tblStyle styleId="{B9491952-31F9-48EA-81CF-CAC3802CEE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{B9491952-31F9-48EA-81CF-CAC3802CEEA2}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{B9491952-31F9-48EA-81CF-CAC3802CEEA2}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