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4731D0-E295-434D-A703-8CC49759F4D1}">
  <a:tblStyle styleId="{654731D0-E295-434D-A703-8CC49759F4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{654731D0-E295-434D-A703-8CC49759F4D1}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{654731D0-E295-434D-A703-8CC49759F4D1}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