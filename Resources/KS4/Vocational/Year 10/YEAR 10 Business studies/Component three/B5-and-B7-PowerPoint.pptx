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E16F95-4A8B-48C3-9980-ABDB0BBBFF4B}">
  <a:tblStyle styleId="{FEE16F95-4A8B-48C3-9980-ABDB0BBBFF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{FEE16F95-4A8B-48C3-9980-ABDB0BBBFF4B}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{FEE16F95-4A8B-48C3-9980-ABDB0BBBFF4B}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