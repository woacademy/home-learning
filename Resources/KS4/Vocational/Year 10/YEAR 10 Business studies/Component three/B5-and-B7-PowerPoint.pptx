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9C9651-8E3A-4F21-A419-935C2AA36EBA}">
  <a:tblStyle styleId="{7C9C9651-8E3A-4F21-A419-935C2AA36E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{7C9C9651-8E3A-4F21-A419-935C2AA36EBA}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{7C9C9651-8E3A-4F21-A419-935C2AA36EBA}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