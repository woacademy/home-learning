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9BA7EF-F2F0-4DEF-9CB3-B209C2C81759}">
  <a:tblStyle styleId="{079BA7EF-F2F0-4DEF-9CB3-B209C2C817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{079BA7EF-F2F0-4DEF-9CB3-B209C2C81759}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{079BA7EF-F2F0-4DEF-9CB3-B209C2C81759}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