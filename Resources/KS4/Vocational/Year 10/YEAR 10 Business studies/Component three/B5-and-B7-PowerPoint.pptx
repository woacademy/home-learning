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986519-9DF3-44E8-8FDA-ED95D32F7BAA}">
  <a:tblStyle styleId="{72986519-9DF3-44E8-8FDA-ED95D32F7B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{72986519-9DF3-44E8-8FDA-ED95D32F7BAA}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{72986519-9DF3-44E8-8FDA-ED95D32F7BAA}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