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F54899-7774-474D-86DC-927DC0962D53}">
  <a:tblStyle styleId="{A9F54899-7774-474D-86DC-927DC0962D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{A9F54899-7774-474D-86DC-927DC0962D53}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{A9F54899-7774-474D-86DC-927DC0962D53}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