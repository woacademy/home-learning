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5C55C5-AAD1-4516-A253-9856F1B8599C}">
  <a:tblStyle styleId="{235C55C5-AAD1-4516-A253-9856F1B859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{235C55C5-AAD1-4516-A253-9856F1B8599C}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{235C55C5-AAD1-4516-A253-9856F1B8599C}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