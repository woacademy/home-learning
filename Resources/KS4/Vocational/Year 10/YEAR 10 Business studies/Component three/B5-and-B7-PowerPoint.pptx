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F1445C-F5EF-420C-AF73-174666EDC304}">
  <a:tblStyle styleId="{58F1445C-F5EF-420C-AF73-174666EDC3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{58F1445C-F5EF-420C-AF73-174666EDC304}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{58F1445C-F5EF-420C-AF73-174666EDC304}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