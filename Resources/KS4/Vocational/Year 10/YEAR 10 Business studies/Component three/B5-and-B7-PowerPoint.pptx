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E39796-591A-49F6-95C6-D8072E721CFD}">
  <a:tblStyle styleId="{F6E39796-591A-49F6-95C6-D8072E721C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{F6E39796-591A-49F6-95C6-D8072E721CFD}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{F6E39796-591A-49F6-95C6-D8072E721CFD}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