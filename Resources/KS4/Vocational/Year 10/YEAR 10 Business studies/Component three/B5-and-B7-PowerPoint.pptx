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B4275B-B10D-48C2-BB63-42E6169EDCBA}">
  <a:tblStyle styleId="{47B4275B-B10D-48C2-BB63-42E6169EDC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{47B4275B-B10D-48C2-BB63-42E6169EDCBA}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{47B4275B-B10D-48C2-BB63-42E6169EDCBA}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