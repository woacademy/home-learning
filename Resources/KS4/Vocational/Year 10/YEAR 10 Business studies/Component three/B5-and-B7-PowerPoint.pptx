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600FDB-780B-4CB7-8F70-BEF7705C7152}">
  <a:tblStyle styleId="{94600FDB-780B-4CB7-8F70-BEF7705C71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{94600FDB-780B-4CB7-8F70-BEF7705C7152}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{94600FDB-780B-4CB7-8F70-BEF7705C7152}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