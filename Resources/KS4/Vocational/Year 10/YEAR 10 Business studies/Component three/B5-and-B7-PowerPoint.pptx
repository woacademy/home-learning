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6B5056-5328-4836-B83A-9B616D777CA7}">
  <a:tblStyle styleId="{846B5056-5328-4836-B83A-9B616D777C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{846B5056-5328-4836-B83A-9B616D777CA7}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{846B5056-5328-4836-B83A-9B616D777CA7}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