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E229DB-1C54-4B2B-BC42-9B21420660E1}">
  <a:tblStyle styleId="{45E229DB-1C54-4B2B-BC42-9B21420660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{45E229DB-1C54-4B2B-BC42-9B21420660E1}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{45E229DB-1C54-4B2B-BC42-9B21420660E1}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