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4603B-AC59-4195-9F06-DD65D4FB2A7B}">
  <a:tblStyle styleId="{E024603B-AC59-4195-9F06-DD65D4FB2A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{E024603B-AC59-4195-9F06-DD65D4FB2A7B}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{E024603B-AC59-4195-9F06-DD65D4FB2A7B}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