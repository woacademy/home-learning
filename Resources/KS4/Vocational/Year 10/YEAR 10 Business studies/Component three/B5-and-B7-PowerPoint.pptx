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FEEDA-B3C6-4971-A8D7-5C72B05495B0}">
  <a:tblStyle styleId="{865FEEDA-B3C6-4971-A8D7-5C72B05495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{865FEEDA-B3C6-4971-A8D7-5C72B05495B0}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{865FEEDA-B3C6-4971-A8D7-5C72B05495B0}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