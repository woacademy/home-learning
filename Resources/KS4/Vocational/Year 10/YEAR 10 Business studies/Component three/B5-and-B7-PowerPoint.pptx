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58C86-DC1A-41EF-859A-4BE9334238C4}">
  <a:tblStyle styleId="{B8758C86-DC1A-41EF-859A-4BE9334238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{B8758C86-DC1A-41EF-859A-4BE9334238C4}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{B8758C86-DC1A-41EF-859A-4BE9334238C4}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