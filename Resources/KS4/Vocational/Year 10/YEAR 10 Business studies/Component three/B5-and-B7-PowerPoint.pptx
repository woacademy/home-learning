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F7598D-0B23-4C26-93B8-5925BDC815D4}">
  <a:tblStyle styleId="{51F7598D-0B23-4C26-93B8-5925BDC815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{51F7598D-0B23-4C26-93B8-5925BDC815D4}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{51F7598D-0B23-4C26-93B8-5925BDC815D4}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