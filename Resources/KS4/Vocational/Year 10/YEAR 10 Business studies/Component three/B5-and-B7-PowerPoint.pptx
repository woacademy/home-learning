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6D5E57-1BEA-4181-A00A-1E92F5B38CC0}">
  <a:tblStyle styleId="{CA6D5E57-1BEA-4181-A00A-1E92F5B38C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{CA6D5E57-1BEA-4181-A00A-1E92F5B38CC0}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{CA6D5E57-1BEA-4181-A00A-1E92F5B38CC0}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