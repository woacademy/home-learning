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B59CB8-0633-4CB4-8387-8F5C7B9AF9EB}">
  <a:tblStyle styleId="{28B59CB8-0633-4CB4-8387-8F5C7B9AF9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{28B59CB8-0633-4CB4-8387-8F5C7B9AF9EB}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{28B59CB8-0633-4CB4-8387-8F5C7B9AF9EB}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