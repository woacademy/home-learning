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B6B367-4F1F-4AB4-9640-4CFC16BEADB2}">
  <a:tblStyle styleId="{B8B6B367-4F1F-4AB4-9640-4CFC16BEAD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{B8B6B367-4F1F-4AB4-9640-4CFC16BEADB2}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{B8B6B367-4F1F-4AB4-9640-4CFC16BEADB2}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