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9DC2989-9116-4972-B151-95B246E415C6}">
  <a:tblStyle styleId="{49DC2989-9116-4972-B151-95B246E415C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{49DC2989-9116-4972-B151-95B246E415C6}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{49DC2989-9116-4972-B151-95B246E415C6}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