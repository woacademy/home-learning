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4BEE1A-17C0-48DE-95E8-B6BD55210554}">
  <a:tblStyle styleId="{254BEE1A-17C0-48DE-95E8-B6BD552105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{254BEE1A-17C0-48DE-95E8-B6BD55210554}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{254BEE1A-17C0-48DE-95E8-B6BD55210554}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