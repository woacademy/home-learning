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AE4E46-BCFA-4C2D-9E2A-45633C46A0E5}">
  <a:tblStyle styleId="{69AE4E46-BCFA-4C2D-9E2A-45633C46A0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{69AE4E46-BCFA-4C2D-9E2A-45633C46A0E5}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{69AE4E46-BCFA-4C2D-9E2A-45633C46A0E5}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