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1A6C6F-3FEB-47E6-8BDC-80E45D7122FC}">
  <a:tblStyle styleId="{2B1A6C6F-3FEB-47E6-8BDC-80E45D7122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{2B1A6C6F-3FEB-47E6-8BDC-80E45D7122FC}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{2B1A6C6F-3FEB-47E6-8BDC-80E45D7122FC}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