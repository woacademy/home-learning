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543E59-42C9-48AF-A4C4-C38F796BF505}">
  <a:tblStyle styleId="{60543E59-42C9-48AF-A4C4-C38F796BF5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{60543E59-42C9-48AF-A4C4-C38F796BF505}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{60543E59-42C9-48AF-A4C4-C38F796BF505}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