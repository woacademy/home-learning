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5D5CAF-D8C2-4A9F-BCCC-D74884FC75EC}">
  <a:tblStyle styleId="{385D5CAF-D8C2-4A9F-BCCC-D74884FC75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{385D5CAF-D8C2-4A9F-BCCC-D74884FC75EC}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{385D5CAF-D8C2-4A9F-BCCC-D74884FC75EC}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