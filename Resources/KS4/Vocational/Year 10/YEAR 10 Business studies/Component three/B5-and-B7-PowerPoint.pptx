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EBB3FB-6421-4C65-AFDF-17C098F9596C}">
  <a:tblStyle styleId="{64EBB3FB-6421-4C65-AFDF-17C098F959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{64EBB3FB-6421-4C65-AFDF-17C098F9596C}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{64EBB3FB-6421-4C65-AFDF-17C098F9596C}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