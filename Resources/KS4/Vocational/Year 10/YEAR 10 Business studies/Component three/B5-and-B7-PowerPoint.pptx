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6519F-AB11-403E-81AE-4A05C1F89189}">
  <a:tblStyle styleId="{A046519F-AB11-403E-81AE-4A05C1F891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{A046519F-AB11-403E-81AE-4A05C1F89189}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{A046519F-AB11-403E-81AE-4A05C1F89189}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