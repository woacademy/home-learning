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B226A3-9CB6-4EAB-BE69-CC85DFFF7D5B}">
  <a:tblStyle styleId="{79B226A3-9CB6-4EAB-BE69-CC85DFFF7D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{79B226A3-9CB6-4EAB-BE69-CC85DFFF7D5B}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{79B226A3-9CB6-4EAB-BE69-CC85DFFF7D5B}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