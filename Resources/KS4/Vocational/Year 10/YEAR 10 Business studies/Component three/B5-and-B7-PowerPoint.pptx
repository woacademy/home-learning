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C40A69C-A0B7-4068-84A6-A7A6FB469128}">
  <a:tblStyle styleId="{BC40A69C-A0B7-4068-84A6-A7A6FB46912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{BC40A69C-A0B7-4068-84A6-A7A6FB469128}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{BC40A69C-A0B7-4068-84A6-A7A6FB469128}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