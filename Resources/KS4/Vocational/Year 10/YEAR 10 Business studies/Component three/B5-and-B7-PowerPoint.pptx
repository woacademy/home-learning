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008F6-E154-4990-8A1B-823112EDB1DA}">
  <a:tblStyle styleId="{732008F6-E154-4990-8A1B-823112EDB1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{732008F6-E154-4990-8A1B-823112EDB1DA}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{732008F6-E154-4990-8A1B-823112EDB1DA}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