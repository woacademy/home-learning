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645260-CB59-43FC-A728-AD06B395B961}">
  <a:tblStyle styleId="{AB645260-CB59-43FC-A728-AD06B395B9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{AB645260-CB59-43FC-A728-AD06B395B961}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{AB645260-CB59-43FC-A728-AD06B395B961}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