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2AD6ED-1A0A-4922-AD50-D5215D2FFCA1}">
  <a:tblStyle styleId="{972AD6ED-1A0A-4922-AD50-D5215D2FFC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{972AD6ED-1A0A-4922-AD50-D5215D2FFCA1}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{972AD6ED-1A0A-4922-AD50-D5215D2FFCA1}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