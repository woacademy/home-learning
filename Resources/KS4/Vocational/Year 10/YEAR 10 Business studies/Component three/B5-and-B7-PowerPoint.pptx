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AEC5C-0ECC-45A2-932F-16B3ED48AE52}">
  <a:tblStyle styleId="{4F9AEC5C-0ECC-45A2-932F-16B3ED48A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{4F9AEC5C-0ECC-45A2-932F-16B3ED48AE52}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{4F9AEC5C-0ECC-45A2-932F-16B3ED48AE52}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