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AC3D3-D37D-4AD4-909C-24A363A19BE7}">
  <a:tblStyle styleId="{47EAC3D3-D37D-4AD4-909C-24A363A19B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{47EAC3D3-D37D-4AD4-909C-24A363A19BE7}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{47EAC3D3-D37D-4AD4-909C-24A363A19BE7}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