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057429-8EE3-4DEC-9B89-897187C5FA67}">
  <a:tblStyle styleId="{D4057429-8EE3-4DEC-9B89-897187C5FA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{D4057429-8EE3-4DEC-9B89-897187C5FA67}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{D4057429-8EE3-4DEC-9B89-897187C5FA67}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