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F2ACA5-C0AB-4145-A762-F7BBDAEC1718}">
  <a:tblStyle styleId="{DDF2ACA5-C0AB-4145-A762-F7BBDAEC17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{DDF2ACA5-C0AB-4145-A762-F7BBDAEC1718}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{DDF2ACA5-C0AB-4145-A762-F7BBDAEC1718}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