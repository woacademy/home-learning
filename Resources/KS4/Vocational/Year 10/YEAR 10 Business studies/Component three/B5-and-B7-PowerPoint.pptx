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400E51-C10F-4A26-9E81-468BE7BA7F2A}">
  <a:tblStyle styleId="{9E400E51-C10F-4A26-9E81-468BE7BA7F2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{9E400E51-C10F-4A26-9E81-468BE7BA7F2A}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{9E400E51-C10F-4A26-9E81-468BE7BA7F2A}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