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312031-2739-4040-82E7-783792DF1A13}">
  <a:tblStyle styleId="{EF312031-2739-4040-82E7-783792DF1A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{EF312031-2739-4040-82E7-783792DF1A13}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{EF312031-2739-4040-82E7-783792DF1A13}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