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7ECC2-42D9-4A9A-B326-2585B10BBE6B}">
  <a:tblStyle styleId="{1D47ECC2-42D9-4A9A-B326-2585B10BBE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{1D47ECC2-42D9-4A9A-B326-2585B10BBE6B}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{1D47ECC2-42D9-4A9A-B326-2585B10BBE6B}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