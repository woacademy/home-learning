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614C3A-EA6A-441E-84B9-5B389FB32581}">
  <a:tblStyle styleId="{DF614C3A-EA6A-441E-84B9-5B389FB325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{DF614C3A-EA6A-441E-84B9-5B389FB32581}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{DF614C3A-EA6A-441E-84B9-5B389FB32581}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