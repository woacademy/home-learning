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FA3433-6F75-4E12-B0D0-2FF062580AF8}">
  <a:tblStyle styleId="{47FA3433-6F75-4E12-B0D0-2FF062580A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{47FA3433-6F75-4E12-B0D0-2FF062580AF8}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{47FA3433-6F75-4E12-B0D0-2FF062580AF8}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