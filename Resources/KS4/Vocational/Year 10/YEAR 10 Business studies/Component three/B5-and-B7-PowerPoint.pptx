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A046F5-67C4-43CD-97F7-CC226429F0FE}">
  <a:tblStyle styleId="{8FA046F5-67C4-43CD-97F7-CC226429F0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{8FA046F5-67C4-43CD-97F7-CC226429F0FE}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{8FA046F5-67C4-43CD-97F7-CC226429F0FE}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