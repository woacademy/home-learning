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49803A-DDB5-47EB-9145-3EECB456D51C}">
  <a:tblStyle styleId="{5949803A-DDB5-47EB-9145-3EECB456D5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{5949803A-DDB5-47EB-9145-3EECB456D51C}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{5949803A-DDB5-47EB-9145-3EECB456D51C}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