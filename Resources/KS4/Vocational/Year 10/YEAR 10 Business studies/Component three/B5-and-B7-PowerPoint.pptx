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4CC2A7-DB0F-4575-90D6-82B538BFE406}">
  <a:tblStyle styleId="{364CC2A7-DB0F-4575-90D6-82B538BFE4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{364CC2A7-DB0F-4575-90D6-82B538BFE406}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{364CC2A7-DB0F-4575-90D6-82B538BFE406}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