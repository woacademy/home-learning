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1DA5E2-F899-477F-AE65-54E68C917379}">
  <a:tblStyle styleId="{E21DA5E2-F899-477F-AE65-54E68C9173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{E21DA5E2-F899-477F-AE65-54E68C917379}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{E21DA5E2-F899-477F-AE65-54E68C917379}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