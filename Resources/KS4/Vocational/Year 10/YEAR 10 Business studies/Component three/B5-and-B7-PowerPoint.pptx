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BC1075-DE1F-451D-9A5D-0251D16F7758}">
  <a:tblStyle styleId="{C2BC1075-DE1F-451D-9A5D-0251D16F77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{C2BC1075-DE1F-451D-9A5D-0251D16F7758}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{C2BC1075-DE1F-451D-9A5D-0251D16F7758}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