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76DB3BA-8A78-4D62-9DA6-FCF41036A1B3}">
  <a:tblStyle styleId="{376DB3BA-8A78-4D62-9DA6-FCF41036A1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{376DB3BA-8A78-4D62-9DA6-FCF41036A1B3}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{376DB3BA-8A78-4D62-9DA6-FCF41036A1B3}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