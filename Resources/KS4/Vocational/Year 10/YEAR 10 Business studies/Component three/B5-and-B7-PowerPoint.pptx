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AAD56B-C9E7-467C-A2CA-41A2E3A8A13A}">
  <a:tblStyle styleId="{6AAAD56B-C9E7-467C-A2CA-41A2E3A8A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{6AAAD56B-C9E7-467C-A2CA-41A2E3A8A13A}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{6AAAD56B-C9E7-467C-A2CA-41A2E3A8A13A}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