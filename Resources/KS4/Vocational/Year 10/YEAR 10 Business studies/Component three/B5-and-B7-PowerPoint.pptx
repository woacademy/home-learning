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B7663-E2C0-4139-A2E2-2E5EECC66C9C}">
  <a:tblStyle styleId="{E1DB7663-E2C0-4139-A2E2-2E5EECC66C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{E1DB7663-E2C0-4139-A2E2-2E5EECC66C9C}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{E1DB7663-E2C0-4139-A2E2-2E5EECC66C9C}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