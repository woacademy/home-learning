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87EFDEE-B329-4E7B-821F-63CF587B3405}">
  <a:tblStyle styleId="{D87EFDEE-B329-4E7B-821F-63CF587B34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{D87EFDEE-B329-4E7B-821F-63CF587B3405}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{D87EFDEE-B329-4E7B-821F-63CF587B3405}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