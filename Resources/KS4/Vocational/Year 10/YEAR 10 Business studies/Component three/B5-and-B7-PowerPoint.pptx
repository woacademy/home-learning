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E650EE-81C6-4E85-AE84-BB96289767AE}">
  <a:tblStyle styleId="{01E650EE-81C6-4E85-AE84-BB96289767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{01E650EE-81C6-4E85-AE84-BB96289767AE}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{01E650EE-81C6-4E85-AE84-BB96289767AE}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