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5520F2-05AD-4B3B-A59F-0B2E24D5F1AA}">
  <a:tblStyle styleId="{115520F2-05AD-4B3B-A59F-0B2E24D5F1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{115520F2-05AD-4B3B-A59F-0B2E24D5F1AA}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{115520F2-05AD-4B3B-A59F-0B2E24D5F1AA}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