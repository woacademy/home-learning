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416089CE-4629-4CDE-B083-6E189E39F963}">
  <a:tblStyle styleId="{416089CE-4629-4CDE-B083-6E189E39F96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2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8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9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3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5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6.png"/><Relationship Id="rId4" Type="http://schemas.openxmlformats.org/officeDocument/2006/relationships/image" Target="../media/image14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3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{416089CE-4629-4CDE-B083-6E189E39F963}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{416089CE-4629-4CDE-B083-6E189E39F963}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