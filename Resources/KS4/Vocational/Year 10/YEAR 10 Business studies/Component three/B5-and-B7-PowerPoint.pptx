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39AF18-CCC0-4023-98E4-3DDA277FA1B2}">
  <a:tblStyle styleId="{4739AF18-CCC0-4023-98E4-3DDA277FA1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{4739AF18-CCC0-4023-98E4-3DDA277FA1B2}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{4739AF18-CCC0-4023-98E4-3DDA277FA1B2}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