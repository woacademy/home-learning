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E804F7-7611-4968-93AB-54A9E42B70F3}">
  <a:tblStyle styleId="{E0E804F7-7611-4968-93AB-54A9E42B70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{E0E804F7-7611-4968-93AB-54A9E42B70F3}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{E0E804F7-7611-4968-93AB-54A9E42B70F3}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