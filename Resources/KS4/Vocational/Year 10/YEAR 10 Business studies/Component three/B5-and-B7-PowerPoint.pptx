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6EA3CC-9990-418B-8046-7D2BEB721FDE}">
  <a:tblStyle styleId="{186EA3CC-9990-418B-8046-7D2BEB721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{186EA3CC-9990-418B-8046-7D2BEB721FDE}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{186EA3CC-9990-418B-8046-7D2BEB721FDE}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