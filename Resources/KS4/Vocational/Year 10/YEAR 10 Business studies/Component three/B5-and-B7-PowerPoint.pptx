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1C6E0B-A6F6-49E3-887A-E26C34856DE9}">
  <a:tblStyle styleId="{911C6E0B-A6F6-49E3-887A-E26C34856D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{911C6E0B-A6F6-49E3-887A-E26C34856DE9}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{911C6E0B-A6F6-49E3-887A-E26C34856DE9}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