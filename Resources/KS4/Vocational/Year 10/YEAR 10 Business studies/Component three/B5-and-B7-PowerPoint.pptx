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F514FD-B7C4-4A74-BF7D-4B53C9D0785D}">
  <a:tblStyle styleId="{D5F514FD-B7C4-4A74-BF7D-4B53C9D0785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{D5F514FD-B7C4-4A74-BF7D-4B53C9D0785D}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{D5F514FD-B7C4-4A74-BF7D-4B53C9D0785D}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