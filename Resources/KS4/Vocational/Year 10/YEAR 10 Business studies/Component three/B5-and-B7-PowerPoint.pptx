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059E33-4CE2-4F9E-A51C-96DE620837D0}">
  <a:tblStyle styleId="{1C059E33-4CE2-4F9E-A51C-96DE620837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{1C059E33-4CE2-4F9E-A51C-96DE620837D0}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{1C059E33-4CE2-4F9E-A51C-96DE620837D0}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