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7150C-2409-42F9-BB5C-BD5106B101D4}">
  <a:tblStyle styleId="{9E67150C-2409-42F9-BB5C-BD5106B101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{9E67150C-2409-42F9-BB5C-BD5106B101D4}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{9E67150C-2409-42F9-BB5C-BD5106B101D4}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