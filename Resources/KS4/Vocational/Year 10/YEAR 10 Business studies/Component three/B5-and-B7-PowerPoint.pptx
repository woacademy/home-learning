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A8AE71A-904E-40F3-A52E-3D3275D02DC8}">
  <a:tblStyle styleId="{DA8AE71A-904E-40F3-A52E-3D3275D02DC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{DA8AE71A-904E-40F3-A52E-3D3275D02DC8}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{DA8AE71A-904E-40F3-A52E-3D3275D02DC8}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