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817CFD-2C54-414A-BB31-19215D70ACFD}">
  <a:tblStyle styleId="{0C817CFD-2C54-414A-BB31-19215D70AC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{0C817CFD-2C54-414A-BB31-19215D70ACFD}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{0C817CFD-2C54-414A-BB31-19215D70ACFD}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