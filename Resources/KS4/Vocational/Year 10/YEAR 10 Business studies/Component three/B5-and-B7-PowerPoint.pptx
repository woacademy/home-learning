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B714E-0371-4274-B533-B447015F0EDD}">
  <a:tblStyle styleId="{EEAB714E-0371-4274-B533-B447015F0E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{EEAB714E-0371-4274-B533-B447015F0EDD}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{EEAB714E-0371-4274-B533-B447015F0EDD}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