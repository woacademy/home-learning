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A67E23-3C77-4E01-95EF-2C8CA61C0BDE}">
  <a:tblStyle styleId="{95A67E23-3C77-4E01-95EF-2C8CA61C0B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{95A67E23-3C77-4E01-95EF-2C8CA61C0BDE}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{95A67E23-3C77-4E01-95EF-2C8CA61C0BDE}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