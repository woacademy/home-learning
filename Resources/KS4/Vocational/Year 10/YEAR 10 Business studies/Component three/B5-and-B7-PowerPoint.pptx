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355B9C-7D8B-4F6A-851A-EAB50730C7E3}">
  <a:tblStyle styleId="{DE355B9C-7D8B-4F6A-851A-EAB50730C7E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{DE355B9C-7D8B-4F6A-851A-EAB50730C7E3}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{DE355B9C-7D8B-4F6A-851A-EAB50730C7E3}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