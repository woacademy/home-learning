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AAB6A5-191F-48BE-A156-7DCABA460084}">
  <a:tblStyle styleId="{13AAB6A5-191F-48BE-A156-7DCABA4600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{13AAB6A5-191F-48BE-A156-7DCABA460084}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{13AAB6A5-191F-48BE-A156-7DCABA460084}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