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1B7274-E96D-418C-B5A2-122CD8245037}">
  <a:tblStyle styleId="{511B7274-E96D-418C-B5A2-122CD82450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{511B7274-E96D-418C-B5A2-122CD8245037}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{511B7274-E96D-418C-B5A2-122CD8245037}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