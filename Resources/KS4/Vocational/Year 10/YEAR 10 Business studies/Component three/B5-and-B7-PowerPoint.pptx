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9FB74C-7025-49EF-8D24-14803F88630F}">
  <a:tblStyle styleId="{A09FB74C-7025-49EF-8D24-14803F8863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{A09FB74C-7025-49EF-8D24-14803F88630F}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{A09FB74C-7025-49EF-8D24-14803F88630F}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