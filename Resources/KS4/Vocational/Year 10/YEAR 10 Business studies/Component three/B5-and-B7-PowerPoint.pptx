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0AD9A9-476A-42AB-AD87-21822AE5040F}">
  <a:tblStyle styleId="{AC0AD9A9-476A-42AB-AD87-21822AE504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{AC0AD9A9-476A-42AB-AD87-21822AE5040F}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{AC0AD9A9-476A-42AB-AD87-21822AE5040F}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