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F5C67E-1477-43C4-BE3D-25341F347C4C}">
  <a:tblStyle styleId="{6EF5C67E-1477-43C4-BE3D-25341F347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{6EF5C67E-1477-43C4-BE3D-25341F347C4C}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{6EF5C67E-1477-43C4-BE3D-25341F347C4C}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