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9BF3CC-0D6F-448E-886E-27DF4CBE03A3}">
  <a:tblStyle styleId="{D59BF3CC-0D6F-448E-886E-27DF4CBE03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{D59BF3CC-0D6F-448E-886E-27DF4CBE03A3}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{D59BF3CC-0D6F-448E-886E-27DF4CBE03A3}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