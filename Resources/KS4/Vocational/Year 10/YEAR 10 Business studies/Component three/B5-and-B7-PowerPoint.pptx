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5AB61D-3A75-45DA-997A-CD9BBF1C7ACC}">
  <a:tblStyle styleId="{B25AB61D-3A75-45DA-997A-CD9BBF1C7A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{B25AB61D-3A75-45DA-997A-CD9BBF1C7ACC}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{B25AB61D-3A75-45DA-997A-CD9BBF1C7ACC}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