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D2CE34-FAA7-48F1-BA6A-4CFA0373465E}">
  <a:tblStyle styleId="{5ED2CE34-FAA7-48F1-BA6A-4CFA037346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{5ED2CE34-FAA7-48F1-BA6A-4CFA0373465E}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{5ED2CE34-FAA7-48F1-BA6A-4CFA0373465E}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