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F4C7D4-4297-4E2A-BD63-70B54E165250}">
  <a:tblStyle styleId="{FBF4C7D4-4297-4E2A-BD63-70B54E1652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{FBF4C7D4-4297-4E2A-BD63-70B54E165250}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{FBF4C7D4-4297-4E2A-BD63-70B54E165250}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