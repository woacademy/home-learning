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401C35-7064-4801-B768-8E0A43F07CB6}">
  <a:tblStyle styleId="{C9401C35-7064-4801-B768-8E0A43F07C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{C9401C35-7064-4801-B768-8E0A43F07CB6}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{C9401C35-7064-4801-B768-8E0A43F07CB6}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