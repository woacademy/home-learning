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925BBE-11D3-4D81-8CB2-1539249E16AB}">
  <a:tblStyle styleId="{66925BBE-11D3-4D81-8CB2-1539249E16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{66925BBE-11D3-4D81-8CB2-1539249E16AB}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{66925BBE-11D3-4D81-8CB2-1539249E16AB}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