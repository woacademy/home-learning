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F2693-B243-4FAA-BEFB-1008743DB9AB}">
  <a:tblStyle styleId="{B6AF2693-B243-4FAA-BEFB-1008743DB9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{B6AF2693-B243-4FAA-BEFB-1008743DB9AB}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{B6AF2693-B243-4FAA-BEFB-1008743DB9AB}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