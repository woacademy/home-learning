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DEFC8A-3DD6-484D-B20E-6AA9CCC0F78F}">
  <a:tblStyle styleId="{CDDEFC8A-3DD6-484D-B20E-6AA9CCC0F7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{CDDEFC8A-3DD6-484D-B20E-6AA9CCC0F78F}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{CDDEFC8A-3DD6-484D-B20E-6AA9CCC0F78F}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