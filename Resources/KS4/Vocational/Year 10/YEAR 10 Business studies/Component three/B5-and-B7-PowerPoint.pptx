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C52047D-8378-4767-AC23-2B26EEF9F820}">
  <a:tblStyle styleId="{5C52047D-8378-4767-AC23-2B26EEF9F8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{5C52047D-8378-4767-AC23-2B26EEF9F820}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{5C52047D-8378-4767-AC23-2B26EEF9F820}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