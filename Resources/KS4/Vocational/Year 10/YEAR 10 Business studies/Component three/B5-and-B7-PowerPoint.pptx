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C3A08D9-5F0A-4F17-8A64-2FD1565DD448}">
  <a:tblStyle styleId="{6C3A08D9-5F0A-4F17-8A64-2FD1565DD4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{6C3A08D9-5F0A-4F17-8A64-2FD1565DD448}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{6C3A08D9-5F0A-4F17-8A64-2FD1565DD448}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