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0A1B7F-5665-49FA-8F75-18673AC82547}">
  <a:tblStyle styleId="{990A1B7F-5665-49FA-8F75-18673AC825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{990A1B7F-5665-49FA-8F75-18673AC82547}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{990A1B7F-5665-49FA-8F75-18673AC82547}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