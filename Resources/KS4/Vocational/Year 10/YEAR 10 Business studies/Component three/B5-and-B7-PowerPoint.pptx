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70D4A5-9452-45B0-9652-6201219098BC}">
  <a:tblStyle styleId="{4170D4A5-9452-45B0-9652-6201219098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{4170D4A5-9452-45B0-9652-6201219098BC}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{4170D4A5-9452-45B0-9652-6201219098BC}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