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9C0E11-DCEC-44BA-AB2F-C46A967B955E}">
  <a:tblStyle styleId="{BB9C0E11-DCEC-44BA-AB2F-C46A967B95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{BB9C0E11-DCEC-44BA-AB2F-C46A967B955E}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{BB9C0E11-DCEC-44BA-AB2F-C46A967B955E}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