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F990C0-1E58-4C94-BC56-C1FA219F4ACB}">
  <a:tblStyle styleId="{4AF990C0-1E58-4C94-BC56-C1FA219F4A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{4AF990C0-1E58-4C94-BC56-C1FA219F4ACB}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{4AF990C0-1E58-4C94-BC56-C1FA219F4ACB}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