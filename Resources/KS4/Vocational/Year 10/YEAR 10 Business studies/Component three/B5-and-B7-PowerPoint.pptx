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C6453-3B05-41D3-8B46-A5EB4BDFB15A}">
  <a:tblStyle styleId="{AFDC6453-3B05-41D3-8B46-A5EB4BDFB1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{AFDC6453-3B05-41D3-8B46-A5EB4BDFB15A}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{AFDC6453-3B05-41D3-8B46-A5EB4BDFB15A}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