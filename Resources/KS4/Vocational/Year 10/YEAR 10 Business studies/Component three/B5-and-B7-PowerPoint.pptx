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86C882-56B5-4806-97AC-CA5B0D15180C}">
  <a:tblStyle styleId="{E686C882-56B5-4806-97AC-CA5B0D1518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{E686C882-56B5-4806-97AC-CA5B0D15180C}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{E686C882-56B5-4806-97AC-CA5B0D15180C}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