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AF685B5F-7843-4285-8B0E-241E4324A0C5}">
  <a:tblStyle styleId="{AF685B5F-7843-4285-8B0E-241E4324A0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{AF685B5F-7843-4285-8B0E-241E4324A0C5}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{AF685B5F-7843-4285-8B0E-241E4324A0C5}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