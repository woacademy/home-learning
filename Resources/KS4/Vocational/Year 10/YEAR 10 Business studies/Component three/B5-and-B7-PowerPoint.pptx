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18D609-7964-490B-B78A-DA97C5F25222}">
  <a:tblStyle styleId="{5318D609-7964-490B-B78A-DA97C5F252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{5318D609-7964-490B-B78A-DA97C5F25222}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{5318D609-7964-490B-B78A-DA97C5F25222}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