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656D61-7B28-475B-969F-5A3BE5681BAA}">
  <a:tblStyle styleId="{D7656D61-7B28-475B-969F-5A3BE5681B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{D7656D61-7B28-475B-969F-5A3BE5681BAA}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{D7656D61-7B28-475B-969F-5A3BE5681BAA}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