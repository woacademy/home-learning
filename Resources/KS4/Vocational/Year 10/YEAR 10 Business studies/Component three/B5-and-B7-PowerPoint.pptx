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46D190-353A-48F3-8D34-AF76906397F4}">
  <a:tblStyle styleId="{5446D190-353A-48F3-8D34-AF76906397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{5446D190-353A-48F3-8D34-AF76906397F4}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{5446D190-353A-48F3-8D34-AF76906397F4}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