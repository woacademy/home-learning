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A089A-A5D7-4F10-872A-6CD014370F78}">
  <a:tblStyle styleId="{FE8A089A-A5D7-4F10-872A-6CD014370F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{FE8A089A-A5D7-4F10-872A-6CD014370F78}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{FE8A089A-A5D7-4F10-872A-6CD014370F78}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