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13EF87-108C-4253-92DB-7081B029220B}">
  <a:tblStyle styleId="{5613EF87-108C-4253-92DB-7081B0292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{5613EF87-108C-4253-92DB-7081B029220B}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{5613EF87-108C-4253-92DB-7081B029220B}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