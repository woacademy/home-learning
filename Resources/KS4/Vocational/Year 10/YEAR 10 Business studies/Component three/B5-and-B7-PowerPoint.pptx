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B65092-F770-4DB6-8A76-F4CA8B03F282}">
  <a:tblStyle styleId="{42B65092-F770-4DB6-8A76-F4CA8B03F2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{42B65092-F770-4DB6-8A76-F4CA8B03F282}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{42B65092-F770-4DB6-8A76-F4CA8B03F282}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