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593963-E91B-49BB-B1E1-667C3757A577}">
  <a:tblStyle styleId="{0A593963-E91B-49BB-B1E1-667C3757A5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{0A593963-E91B-49BB-B1E1-667C3757A577}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{0A593963-E91B-49BB-B1E1-667C3757A577}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