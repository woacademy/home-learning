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72C61C-F66B-4E00-9EC9-F0CE2302BA21}">
  <a:tblStyle styleId="{EB72C61C-F66B-4E00-9EC9-F0CE2302BA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{EB72C61C-F66B-4E00-9EC9-F0CE2302BA21}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{EB72C61C-F66B-4E00-9EC9-F0CE2302BA21}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