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4A488E-92CB-4B74-989E-2F06615B742F}">
  <a:tblStyle styleId="{2C4A488E-92CB-4B74-989E-2F06615B74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{2C4A488E-92CB-4B74-989E-2F06615B742F}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{2C4A488E-92CB-4B74-989E-2F06615B742F}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