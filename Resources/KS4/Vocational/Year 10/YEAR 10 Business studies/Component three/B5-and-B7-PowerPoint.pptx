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B2EC44-C651-4096-94D2-46C3AF810BDD}">
  <a:tblStyle styleId="{53B2EC44-C651-4096-94D2-46C3AF810B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{53B2EC44-C651-4096-94D2-46C3AF810BDD}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{53B2EC44-C651-4096-94D2-46C3AF810BDD}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