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EB77A-C589-4359-B09A-C957D11F1B58}">
  <a:tblStyle styleId="{607EB77A-C589-4359-B09A-C957D11F1B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{607EB77A-C589-4359-B09A-C957D11F1B58}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{607EB77A-C589-4359-B09A-C957D11F1B58}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