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BB0A47-1A8E-4457-A36D-99FAC854AD59}">
  <a:tblStyle styleId="{6BBB0A47-1A8E-4457-A36D-99FAC854AD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{6BBB0A47-1A8E-4457-A36D-99FAC854AD59}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{6BBB0A47-1A8E-4457-A36D-99FAC854AD59}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