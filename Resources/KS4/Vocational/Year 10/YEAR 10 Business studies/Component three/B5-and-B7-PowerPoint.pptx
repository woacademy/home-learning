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6AD780-E2A9-46A1-B20C-95FA9D869BAF}">
  <a:tblStyle styleId="{AA6AD780-E2A9-46A1-B20C-95FA9D869B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{AA6AD780-E2A9-46A1-B20C-95FA9D869BAF}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{AA6AD780-E2A9-46A1-B20C-95FA9D869BAF}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