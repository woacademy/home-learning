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DFCC8F-4F6C-448A-968B-EA033D077ACD}">
  <a:tblStyle styleId="{83DFCC8F-4F6C-448A-968B-EA033D077A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{83DFCC8F-4F6C-448A-968B-EA033D077ACD}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{83DFCC8F-4F6C-448A-968B-EA033D077ACD}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