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F469A2-0EE3-4556-9FDA-E7B9ED2137D4}">
  <a:tblStyle styleId="{84F469A2-0EE3-4556-9FDA-E7B9ED2137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{84F469A2-0EE3-4556-9FDA-E7B9ED2137D4}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{84F469A2-0EE3-4556-9FDA-E7B9ED2137D4}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