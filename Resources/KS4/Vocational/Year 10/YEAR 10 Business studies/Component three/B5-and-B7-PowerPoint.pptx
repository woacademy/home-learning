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187269-5E25-4DC4-8B38-18CD0756ED87}">
  <a:tblStyle styleId="{C6187269-5E25-4DC4-8B38-18CD0756ED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{C6187269-5E25-4DC4-8B38-18CD0756ED87}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{C6187269-5E25-4DC4-8B38-18CD0756ED87}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