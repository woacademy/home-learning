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7B6C35-73CF-46D7-8C2D-53BBAC44FC14}">
  <a:tblStyle styleId="{227B6C35-73CF-46D7-8C2D-53BBAC44FC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{227B6C35-73CF-46D7-8C2D-53BBAC44FC14}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{227B6C35-73CF-46D7-8C2D-53BBAC44FC14}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