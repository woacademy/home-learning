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E0A925-3AA5-40B0-9714-5EFA13681E36}">
  <a:tblStyle styleId="{1BE0A925-3AA5-40B0-9714-5EFA13681E3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{1BE0A925-3AA5-40B0-9714-5EFA13681E36}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{1BE0A925-3AA5-40B0-9714-5EFA13681E36}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