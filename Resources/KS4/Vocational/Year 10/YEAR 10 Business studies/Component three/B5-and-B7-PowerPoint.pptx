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66C270-811F-48F3-9544-29EA1E965BEF}">
  <a:tblStyle styleId="{1566C270-811F-48F3-9544-29EA1E965B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{1566C270-811F-48F3-9544-29EA1E965BEF}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{1566C270-811F-48F3-9544-29EA1E965BEF}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