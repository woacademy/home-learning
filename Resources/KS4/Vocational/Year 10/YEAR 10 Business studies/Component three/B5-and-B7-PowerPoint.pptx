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DA0A6-F87F-4073-9AB0-2A1F7E6B62C7}">
  <a:tblStyle styleId="{469DA0A6-F87F-4073-9AB0-2A1F7E6B62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{469DA0A6-F87F-4073-9AB0-2A1F7E6B62C7}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{469DA0A6-F87F-4073-9AB0-2A1F7E6B62C7}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