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B0B5A9-23F2-4C28-A71A-18FE948FC5E9}">
  <a:tblStyle styleId="{28B0B5A9-23F2-4C28-A71A-18FE948FC5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{28B0B5A9-23F2-4C28-A71A-18FE948FC5E9}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{28B0B5A9-23F2-4C28-A71A-18FE948FC5E9}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