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961C6A-E1BC-447F-9D7E-46D845E2B094}">
  <a:tblStyle styleId="{93961C6A-E1BC-447F-9D7E-46D845E2B0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{93961C6A-E1BC-447F-9D7E-46D845E2B094}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{93961C6A-E1BC-447F-9D7E-46D845E2B094}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