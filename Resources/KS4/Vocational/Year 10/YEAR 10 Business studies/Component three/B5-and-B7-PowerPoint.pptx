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958AD4-FBE5-4D64-B466-67EC85829F38}">
  <a:tblStyle styleId="{61958AD4-FBE5-4D64-B466-67EC85829F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{61958AD4-FBE5-4D64-B466-67EC85829F38}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{61958AD4-FBE5-4D64-B466-67EC85829F38}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