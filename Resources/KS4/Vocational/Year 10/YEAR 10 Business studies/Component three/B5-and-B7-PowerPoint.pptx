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2208D62-8C88-44E0-99E9-0B404F0EDA3F}">
  <a:tblStyle styleId="{72208D62-8C88-44E0-99E9-0B404F0EDA3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{72208D62-8C88-44E0-99E9-0B404F0EDA3F}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{72208D62-8C88-44E0-99E9-0B404F0EDA3F}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