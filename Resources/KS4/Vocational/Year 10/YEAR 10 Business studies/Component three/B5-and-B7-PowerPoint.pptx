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A5DD77-45DF-4450-B239-84E490C78589}">
  <a:tblStyle styleId="{3DA5DD77-45DF-4450-B239-84E490C7858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{3DA5DD77-45DF-4450-B239-84E490C78589}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{3DA5DD77-45DF-4450-B239-84E490C78589}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