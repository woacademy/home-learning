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8B1BEF-4D89-47F8-B585-89692E8FB523}">
  <a:tblStyle styleId="{678B1BEF-4D89-47F8-B585-89692E8FB5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{678B1BEF-4D89-47F8-B585-89692E8FB523}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{678B1BEF-4D89-47F8-B585-89692E8FB523}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