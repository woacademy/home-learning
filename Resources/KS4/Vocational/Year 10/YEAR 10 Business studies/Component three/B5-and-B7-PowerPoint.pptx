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CC508E-53E8-473E-83E6-BCBD708623E2}">
  <a:tblStyle styleId="{5DCC508E-53E8-473E-83E6-BCBD708623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{5DCC508E-53E8-473E-83E6-BCBD708623E2}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{5DCC508E-53E8-473E-83E6-BCBD708623E2}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