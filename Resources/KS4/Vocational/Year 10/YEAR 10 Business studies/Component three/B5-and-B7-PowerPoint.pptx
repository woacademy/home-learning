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36445F-6772-475F-A8ED-E9E4F3D3482B}">
  <a:tblStyle styleId="{8036445F-6772-475F-A8ED-E9E4F3D348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{8036445F-6772-475F-A8ED-E9E4F3D3482B}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{8036445F-6772-475F-A8ED-E9E4F3D3482B}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