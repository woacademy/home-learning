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E8AF803-2F6C-4352-A433-E9D2BE7F566B}">
  <a:tblStyle styleId="{BE8AF803-2F6C-4352-A433-E9D2BE7F56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{BE8AF803-2F6C-4352-A433-E9D2BE7F566B}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{BE8AF803-2F6C-4352-A433-E9D2BE7F566B}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