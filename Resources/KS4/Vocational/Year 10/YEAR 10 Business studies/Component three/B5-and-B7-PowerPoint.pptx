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A37D75-DE1F-4F44-999C-04B229E5445D}">
  <a:tblStyle styleId="{0AA37D75-DE1F-4F44-999C-04B229E544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{0AA37D75-DE1F-4F44-999C-04B229E5445D}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{0AA37D75-DE1F-4F44-999C-04B229E5445D}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