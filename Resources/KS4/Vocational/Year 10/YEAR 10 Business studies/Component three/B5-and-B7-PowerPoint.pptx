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538E7D-9D27-44B6-877D-750C0A561EB1}">
  <a:tblStyle styleId="{DA538E7D-9D27-44B6-877D-750C0A561E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{DA538E7D-9D27-44B6-877D-750C0A561EB1}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{DA538E7D-9D27-44B6-877D-750C0A561EB1}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