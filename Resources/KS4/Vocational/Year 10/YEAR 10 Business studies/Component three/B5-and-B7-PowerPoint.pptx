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9546CF-0EFF-48DC-A8B8-4648A849FC14}">
  <a:tblStyle styleId="{E69546CF-0EFF-48DC-A8B8-4648A849FC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{E69546CF-0EFF-48DC-A8B8-4648A849FC14}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{E69546CF-0EFF-48DC-A8B8-4648A849FC14}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