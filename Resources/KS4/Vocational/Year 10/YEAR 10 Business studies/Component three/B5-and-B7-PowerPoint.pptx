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DA430-D3D6-4BED-AEC7-D074FAE2A0AB}">
  <a:tblStyle styleId="{A52DA430-D3D6-4BED-AEC7-D074FAE2A0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{A52DA430-D3D6-4BED-AEC7-D074FAE2A0AB}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{A52DA430-D3D6-4BED-AEC7-D074FAE2A0AB}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