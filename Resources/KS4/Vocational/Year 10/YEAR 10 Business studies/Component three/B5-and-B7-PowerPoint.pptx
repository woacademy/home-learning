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ECC650-7FDC-46BD-B644-D50356B933B9}">
  <a:tblStyle styleId="{E3ECC650-7FDC-46BD-B644-D50356B933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{E3ECC650-7FDC-46BD-B644-D50356B933B9}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{E3ECC650-7FDC-46BD-B644-D50356B933B9}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