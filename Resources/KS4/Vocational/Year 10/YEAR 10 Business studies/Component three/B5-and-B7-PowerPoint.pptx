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12400C5-88F8-4BB9-A11B-415F7297CD97}">
  <a:tblStyle styleId="{612400C5-88F8-4BB9-A11B-415F7297CD9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{612400C5-88F8-4BB9-A11B-415F7297CD97}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{612400C5-88F8-4BB9-A11B-415F7297CD97}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