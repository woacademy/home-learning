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5AE5D1-65BA-44F6-9687-4716298762EF}">
  <a:tblStyle styleId="{265AE5D1-65BA-44F6-9687-4716298762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{265AE5D1-65BA-44F6-9687-4716298762EF}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{265AE5D1-65BA-44F6-9687-4716298762EF}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