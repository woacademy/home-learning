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D4DC06-CBAA-4D68-BEE1-348A5B36E321}">
  <a:tblStyle styleId="{57D4DC06-CBAA-4D68-BEE1-348A5B36E3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{57D4DC06-CBAA-4D68-BEE1-348A5B36E321}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{57D4DC06-CBAA-4D68-BEE1-348A5B36E321}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