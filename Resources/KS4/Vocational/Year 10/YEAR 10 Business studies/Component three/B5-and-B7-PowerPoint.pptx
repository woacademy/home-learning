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4E68C3-BA0A-4FDE-A6D5-82458B5357C4}">
  <a:tblStyle styleId="{BA4E68C3-BA0A-4FDE-A6D5-82458B5357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{BA4E68C3-BA0A-4FDE-A6D5-82458B5357C4}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{BA4E68C3-BA0A-4FDE-A6D5-82458B5357C4}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