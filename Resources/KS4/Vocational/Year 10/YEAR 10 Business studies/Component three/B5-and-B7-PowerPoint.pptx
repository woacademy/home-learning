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CAFAE9-0F15-4D6F-8B20-D5CE94AE6333}">
  <a:tblStyle styleId="{45CAFAE9-0F15-4D6F-8B20-D5CE94AE63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{45CAFAE9-0F15-4D6F-8B20-D5CE94AE6333}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{45CAFAE9-0F15-4D6F-8B20-D5CE94AE6333}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