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AE726C-1354-4623-810E-BE5A2D9DB568}">
  <a:tblStyle styleId="{AAAE726C-1354-4623-810E-BE5A2D9DB5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{AAAE726C-1354-4623-810E-BE5A2D9DB568}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{AAAE726C-1354-4623-810E-BE5A2D9DB568}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