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532D61-99E8-439A-97B8-3245E5E91611}">
  <a:tblStyle styleId="{5F532D61-99E8-439A-97B8-3245E5E916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{5F532D61-99E8-439A-97B8-3245E5E91611}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{5F532D61-99E8-439A-97B8-3245E5E91611}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