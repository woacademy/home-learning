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A966BA-88A3-4361-BEA4-A7487668D478}">
  <a:tblStyle styleId="{64A966BA-88A3-4361-BEA4-A7487668D4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{64A966BA-88A3-4361-BEA4-A7487668D478}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{64A966BA-88A3-4361-BEA4-A7487668D478}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