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F1A1C-29CA-4C56-B9AF-CBE3F2EF503B}">
  <a:tblStyle styleId="{8EDF1A1C-29CA-4C56-B9AF-CBE3F2EF50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{8EDF1A1C-29CA-4C56-B9AF-CBE3F2EF503B}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{8EDF1A1C-29CA-4C56-B9AF-CBE3F2EF503B}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