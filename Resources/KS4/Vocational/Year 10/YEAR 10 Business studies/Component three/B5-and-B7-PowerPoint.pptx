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8FCEA2-2490-4BEB-9450-A7305401151D}">
  <a:tblStyle styleId="{758FCEA2-2490-4BEB-9450-A730540115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{758FCEA2-2490-4BEB-9450-A7305401151D}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{758FCEA2-2490-4BEB-9450-A7305401151D}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