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3E1195-0967-4F11-BBA7-900DE594EDDD}">
  <a:tblStyle styleId="{663E1195-0967-4F11-BBA7-900DE594ED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{663E1195-0967-4F11-BBA7-900DE594EDDD}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{663E1195-0967-4F11-BBA7-900DE594EDDD}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