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E196B67-603D-4C79-A226-5EB75E48D2C1}">
  <a:tblStyle styleId="{7E196B67-603D-4C79-A226-5EB75E48D2C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8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{7E196B67-603D-4C79-A226-5EB75E48D2C1}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{7E196B67-603D-4C79-A226-5EB75E48D2C1}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