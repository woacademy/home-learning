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E0BB39-9AAB-463A-A21C-23B870CA4FA4}">
  <a:tblStyle styleId="{2CE0BB39-9AAB-463A-A21C-23B870CA4F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{2CE0BB39-9AAB-463A-A21C-23B870CA4FA4}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{2CE0BB39-9AAB-463A-A21C-23B870CA4FA4}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