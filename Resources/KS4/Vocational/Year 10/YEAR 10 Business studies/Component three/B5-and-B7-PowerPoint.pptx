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249FC29-9FF4-4B34-A9D7-A096D1C5C74D}">
  <a:tblStyle styleId="{2249FC29-9FF4-4B34-A9D7-A096D1C5C74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6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5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{2249FC29-9FF4-4B34-A9D7-A096D1C5C74D}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{2249FC29-9FF4-4B34-A9D7-A096D1C5C74D}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