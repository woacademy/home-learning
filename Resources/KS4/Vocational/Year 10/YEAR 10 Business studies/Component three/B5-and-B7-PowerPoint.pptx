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74B6A4-D005-470B-8CFB-B93EB983525E}">
  <a:tblStyle styleId="{F174B6A4-D005-470B-8CFB-B93EB9835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{F174B6A4-D005-470B-8CFB-B93EB983525E}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{F174B6A4-D005-470B-8CFB-B93EB983525E}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