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F556B-E24C-4CFB-A133-FCAF01791AC3}">
  <a:tblStyle styleId="{61DF556B-E24C-4CFB-A133-FCAF01791A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{61DF556B-E24C-4CFB-A133-FCAF01791AC3}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{61DF556B-E24C-4CFB-A133-FCAF01791AC3}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