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055C95-15BF-4430-9936-2468264BA99E}">
  <a:tblStyle styleId="{D9055C95-15BF-4430-9936-2468264BA9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{D9055C95-15BF-4430-9936-2468264BA99E}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{D9055C95-15BF-4430-9936-2468264BA99E}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