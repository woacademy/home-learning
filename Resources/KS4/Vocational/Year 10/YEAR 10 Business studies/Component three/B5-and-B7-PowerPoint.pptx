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9742F0-5F8E-4885-BA87-1FB073B1ACDC}">
  <a:tblStyle styleId="{589742F0-5F8E-4885-BA87-1FB073B1AC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{589742F0-5F8E-4885-BA87-1FB073B1ACDC}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{589742F0-5F8E-4885-BA87-1FB073B1ACDC}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