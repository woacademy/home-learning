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A1BA61-5C68-402C-9A49-B6DB30574925}">
  <a:tblStyle styleId="{83A1BA61-5C68-402C-9A49-B6DB3057492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{83A1BA61-5C68-402C-9A49-B6DB30574925}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{83A1BA61-5C68-402C-9A49-B6DB30574925}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