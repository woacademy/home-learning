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F7D0E5-98DE-425C-9778-00D7B67E962F}">
  <a:tblStyle styleId="{A0F7D0E5-98DE-425C-9778-00D7B67E96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{A0F7D0E5-98DE-425C-9778-00D7B67E962F}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{A0F7D0E5-98DE-425C-9778-00D7B67E962F}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