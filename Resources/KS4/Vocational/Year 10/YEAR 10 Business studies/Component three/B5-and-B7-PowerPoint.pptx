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FC68DF-E0B6-4EE1-88F3-06C41540202D}">
  <a:tblStyle styleId="{BEFC68DF-E0B6-4EE1-88F3-06C4154020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{BEFC68DF-E0B6-4EE1-88F3-06C41540202D}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{BEFC68DF-E0B6-4EE1-88F3-06C41540202D}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