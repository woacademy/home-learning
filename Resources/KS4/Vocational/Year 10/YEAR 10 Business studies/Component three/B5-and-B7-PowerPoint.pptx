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B723BD-1F38-4C7A-BCE6-4711100E07CB}">
  <a:tblStyle styleId="{7FB723BD-1F38-4C7A-BCE6-4711100E07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{7FB723BD-1F38-4C7A-BCE6-4711100E07CB}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{7FB723BD-1F38-4C7A-BCE6-4711100E07CB}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