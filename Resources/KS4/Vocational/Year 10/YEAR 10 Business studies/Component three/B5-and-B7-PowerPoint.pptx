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F2D27F-FA04-4DAB-AC95-0D46F6E91AD7}">
  <a:tblStyle styleId="{52F2D27F-FA04-4DAB-AC95-0D46F6E91A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{52F2D27F-FA04-4DAB-AC95-0D46F6E91AD7}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{52F2D27F-FA04-4DAB-AC95-0D46F6E91AD7}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