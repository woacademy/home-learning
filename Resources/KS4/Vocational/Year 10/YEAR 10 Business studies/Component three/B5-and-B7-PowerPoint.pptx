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C847CD-FCCE-463D-8E36-0E6516B51D6B}">
  <a:tblStyle styleId="{D1C847CD-FCCE-463D-8E36-0E6516B51D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{D1C847CD-FCCE-463D-8E36-0E6516B51D6B}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{D1C847CD-FCCE-463D-8E36-0E6516B51D6B}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