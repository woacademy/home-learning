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F18659-9E9B-43D0-A436-9220578B802D}">
  <a:tblStyle styleId="{7BF18659-9E9B-43D0-A436-9220578B80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{7BF18659-9E9B-43D0-A436-9220578B802D}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{7BF18659-9E9B-43D0-A436-9220578B802D}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