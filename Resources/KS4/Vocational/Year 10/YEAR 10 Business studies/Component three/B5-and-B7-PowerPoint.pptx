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BCE97F-60C0-427B-8830-7D0722F20062}">
  <a:tblStyle styleId="{F3BCE97F-60C0-427B-8830-7D0722F200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{F3BCE97F-60C0-427B-8830-7D0722F20062}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{F3BCE97F-60C0-427B-8830-7D0722F20062}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