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B775824-1D3D-400A-9CEA-1D6965993F7C}">
  <a:tblStyle styleId="{EB775824-1D3D-400A-9CEA-1D6965993F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{EB775824-1D3D-400A-9CEA-1D6965993F7C}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{EB775824-1D3D-400A-9CEA-1D6965993F7C}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