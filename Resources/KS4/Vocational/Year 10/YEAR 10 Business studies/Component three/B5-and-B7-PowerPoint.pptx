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F19EFE-234D-416A-804D-C5C534D520EE}">
  <a:tblStyle styleId="{96F19EFE-234D-416A-804D-C5C534D520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{96F19EFE-234D-416A-804D-C5C534D520EE}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{96F19EFE-234D-416A-804D-C5C534D520EE}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