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4C6C1-1D12-44F1-8A3C-F4E64F21C1DA}">
  <a:tblStyle styleId="{88D4C6C1-1D12-44F1-8A3C-F4E64F21C1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{88D4C6C1-1D12-44F1-8A3C-F4E64F21C1DA}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{88D4C6C1-1D12-44F1-8A3C-F4E64F21C1DA}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