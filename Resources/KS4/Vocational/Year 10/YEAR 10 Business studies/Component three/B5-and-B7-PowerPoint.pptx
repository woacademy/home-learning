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54CE84-4CDD-4E99-ABC8-DDB61ED56265}">
  <a:tblStyle styleId="{5B54CE84-4CDD-4E99-ABC8-DDB61ED562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{5B54CE84-4CDD-4E99-ABC8-DDB61ED56265}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{5B54CE84-4CDD-4E99-ABC8-DDB61ED56265}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