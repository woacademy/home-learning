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A41E75-71B7-4652-8DAF-7D4A4DC3D963}">
  <a:tblStyle styleId="{10A41E75-71B7-4652-8DAF-7D4A4DC3D9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{10A41E75-71B7-4652-8DAF-7D4A4DC3D963}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{10A41E75-71B7-4652-8DAF-7D4A4DC3D963}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