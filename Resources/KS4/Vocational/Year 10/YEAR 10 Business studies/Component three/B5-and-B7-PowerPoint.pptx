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4D9493-0108-4E72-AF96-8DA3D59B90A9}">
  <a:tblStyle styleId="{A74D9493-0108-4E72-AF96-8DA3D59B90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{A74D9493-0108-4E72-AF96-8DA3D59B90A9}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{A74D9493-0108-4E72-AF96-8DA3D59B90A9}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