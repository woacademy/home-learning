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5267B-E342-45CE-96A6-38FCE6B7E1C5}">
  <a:tblStyle styleId="{1605267B-E342-45CE-96A6-38FCE6B7E1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{1605267B-E342-45CE-96A6-38FCE6B7E1C5}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{1605267B-E342-45CE-96A6-38FCE6B7E1C5}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