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AE50EA-BFF7-4323-8D47-6597A8F20BE7}">
  <a:tblStyle styleId="{D0AE50EA-BFF7-4323-8D47-6597A8F20BE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{D0AE50EA-BFF7-4323-8D47-6597A8F20BE7}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{D0AE50EA-BFF7-4323-8D47-6597A8F20BE7}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