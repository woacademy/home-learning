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18CAFC-E8CA-4800-AB05-97A08398D3DD}">
  <a:tblStyle styleId="{DF18CAFC-E8CA-4800-AB05-97A08398D3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{DF18CAFC-E8CA-4800-AB05-97A08398D3DD}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{DF18CAFC-E8CA-4800-AB05-97A08398D3DD}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