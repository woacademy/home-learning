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9E0BB2-9C26-45C7-824A-68F6F89C7E5B}">
  <a:tblStyle styleId="{809E0BB2-9C26-45C7-824A-68F6F89C7E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{809E0BB2-9C26-45C7-824A-68F6F89C7E5B}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{809E0BB2-9C26-45C7-824A-68F6F89C7E5B}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