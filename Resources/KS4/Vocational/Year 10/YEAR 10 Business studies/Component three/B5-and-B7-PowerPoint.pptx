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642F09-C9C4-4CF6-8269-664C802893EF}">
  <a:tblStyle styleId="{CF642F09-C9C4-4CF6-8269-664C802893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{CF642F09-C9C4-4CF6-8269-664C802893EF}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{CF642F09-C9C4-4CF6-8269-664C802893EF}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