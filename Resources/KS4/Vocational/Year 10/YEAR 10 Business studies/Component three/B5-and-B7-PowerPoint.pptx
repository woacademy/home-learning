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2B8064-57C7-4BF6-879E-25D5E1CA2C2B}">
  <a:tblStyle styleId="{A22B8064-57C7-4BF6-879E-25D5E1CA2C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{A22B8064-57C7-4BF6-879E-25D5E1CA2C2B}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{A22B8064-57C7-4BF6-879E-25D5E1CA2C2B}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