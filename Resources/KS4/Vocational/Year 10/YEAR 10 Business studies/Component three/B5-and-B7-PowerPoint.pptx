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1855AB-CF8B-48F5-8DF1-2CADD693BA1E}">
  <a:tblStyle styleId="{541855AB-CF8B-48F5-8DF1-2CADD693BA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{541855AB-CF8B-48F5-8DF1-2CADD693BA1E}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{541855AB-CF8B-48F5-8DF1-2CADD693BA1E}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