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A8BC75-36E7-4A86-BE48-2D3A0D6F3768}">
  <a:tblStyle styleId="{D3A8BC75-36E7-4A86-BE48-2D3A0D6F3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{D3A8BC75-36E7-4A86-BE48-2D3A0D6F3768}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{D3A8BC75-36E7-4A86-BE48-2D3A0D6F3768}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