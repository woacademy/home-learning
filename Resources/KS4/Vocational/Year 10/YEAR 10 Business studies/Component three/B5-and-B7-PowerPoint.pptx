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48AABB-0BDD-492A-A84A-FF7599D04A9F}">
  <a:tblStyle styleId="{8248AABB-0BDD-492A-A84A-FF7599D04A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{8248AABB-0BDD-492A-A84A-FF7599D04A9F}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{8248AABB-0BDD-492A-A84A-FF7599D04A9F}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