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CDE486-7BF8-443E-B0D6-7D497B1EDC1A}">
  <a:tblStyle styleId="{53CDE486-7BF8-443E-B0D6-7D497B1EDC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{53CDE486-7BF8-443E-B0D6-7D497B1EDC1A}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{53CDE486-7BF8-443E-B0D6-7D497B1EDC1A}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