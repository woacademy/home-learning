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680BE4E-81CD-4F2F-808B-FCDE9000CFAC}">
  <a:tblStyle styleId="{3680BE4E-81CD-4F2F-808B-FCDE9000CF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{3680BE4E-81CD-4F2F-808B-FCDE9000CFAC}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{3680BE4E-81CD-4F2F-808B-FCDE9000CFAC}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