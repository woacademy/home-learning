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41CB94-C88A-4528-AD47-902710D80FD1}">
  <a:tblStyle styleId="{B441CB94-C88A-4528-AD47-902710D80F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{B441CB94-C88A-4528-AD47-902710D80FD1}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{B441CB94-C88A-4528-AD47-902710D80FD1}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