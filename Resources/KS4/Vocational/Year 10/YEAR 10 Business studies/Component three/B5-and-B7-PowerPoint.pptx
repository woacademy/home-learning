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152373-2BB4-4E56-AEC1-B5FB526ACEEE}">
  <a:tblStyle styleId="{84152373-2BB4-4E56-AEC1-B5FB526ACE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{84152373-2BB4-4E56-AEC1-B5FB526ACEEE}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{84152373-2BB4-4E56-AEC1-B5FB526ACEEE}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