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88600C-011A-49F9-95C0-E53C4F4B4C61}">
  <a:tblStyle styleId="{FF88600C-011A-49F9-95C0-E53C4F4B4C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{FF88600C-011A-49F9-95C0-E53C4F4B4C61}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{FF88600C-011A-49F9-95C0-E53C4F4B4C61}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