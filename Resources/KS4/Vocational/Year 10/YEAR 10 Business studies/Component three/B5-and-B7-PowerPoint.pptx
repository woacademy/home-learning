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D997D2-82FD-4139-80B5-6D0C8870BD95}">
  <a:tblStyle styleId="{BDD997D2-82FD-4139-80B5-6D0C8870BD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{BDD997D2-82FD-4139-80B5-6D0C8870BD95}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{BDD997D2-82FD-4139-80B5-6D0C8870BD95}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