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048A79-5E32-4FC9-B163-616C737471D8}">
  <a:tblStyle styleId="{AB048A79-5E32-4FC9-B163-616C737471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{AB048A79-5E32-4FC9-B163-616C737471D8}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{AB048A79-5E32-4FC9-B163-616C737471D8}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