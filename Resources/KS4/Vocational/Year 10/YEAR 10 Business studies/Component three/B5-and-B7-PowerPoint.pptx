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3062C-B9D2-4D23-9C87-FFAFC9B29E7C}">
  <a:tblStyle styleId="{2183062C-B9D2-4D23-9C87-FFAFC9B29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{2183062C-B9D2-4D23-9C87-FFAFC9B29E7C}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{2183062C-B9D2-4D23-9C87-FFAFC9B29E7C}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