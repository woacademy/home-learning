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A10295-B2E8-4C55-B942-7928FF4EF104}">
  <a:tblStyle styleId="{46A10295-B2E8-4C55-B942-7928FF4EF1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{46A10295-B2E8-4C55-B942-7928FF4EF104}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{46A10295-B2E8-4C55-B942-7928FF4EF104}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