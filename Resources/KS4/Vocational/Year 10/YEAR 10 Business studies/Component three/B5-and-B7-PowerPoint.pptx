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1A1130-6492-4145-BBAF-566D7D7F9E7A}">
  <a:tblStyle styleId="{201A1130-6492-4145-BBAF-566D7D7F9E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{201A1130-6492-4145-BBAF-566D7D7F9E7A}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{201A1130-6492-4145-BBAF-566D7D7F9E7A}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