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222C54D-8AC4-4517-9913-53E9C096FC62}">
  <a:tblStyle styleId="{9222C54D-8AC4-4517-9913-53E9C096FC6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{9222C54D-8AC4-4517-9913-53E9C096FC62}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{9222C54D-8AC4-4517-9913-53E9C096FC62}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