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4C24F57-56F3-4A02-BF84-BC88CBD39865}">
  <a:tblStyle styleId="{F4C24F57-56F3-4A02-BF84-BC88CBD3986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{F4C24F57-56F3-4A02-BF84-BC88CBD39865}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{F4C24F57-56F3-4A02-BF84-BC88CBD39865}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