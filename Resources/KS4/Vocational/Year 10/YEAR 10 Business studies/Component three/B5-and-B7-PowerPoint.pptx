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0B2830-70ED-4101-9127-C626A59DEBC8}">
  <a:tblStyle styleId="{D40B2830-70ED-4101-9127-C626A59DEBC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{D40B2830-70ED-4101-9127-C626A59DEBC8}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{D40B2830-70ED-4101-9127-C626A59DEBC8}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