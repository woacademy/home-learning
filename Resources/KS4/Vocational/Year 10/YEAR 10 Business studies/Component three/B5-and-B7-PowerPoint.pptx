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0731D5-227D-47ED-8D7B-AD83DDDEF002}">
  <a:tblStyle styleId="{190731D5-227D-47ED-8D7B-AD83DDDEF0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{190731D5-227D-47ED-8D7B-AD83DDDEF002}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{190731D5-227D-47ED-8D7B-AD83DDDEF002}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