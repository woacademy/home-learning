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7C9E2D-0445-4CAE-BDB7-C55DB0824305}">
  <a:tblStyle styleId="{B57C9E2D-0445-4CAE-BDB7-C55DB08243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{B57C9E2D-0445-4CAE-BDB7-C55DB0824305}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{B57C9E2D-0445-4CAE-BDB7-C55DB0824305}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