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FDC498-F482-48F4-97B2-C9D46839F1E9}">
  <a:tblStyle styleId="{2EFDC498-F482-48F4-97B2-C9D46839F1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{2EFDC498-F482-48F4-97B2-C9D46839F1E9}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{2EFDC498-F482-48F4-97B2-C9D46839F1E9}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