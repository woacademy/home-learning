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F4C83A-E776-41A0-97F4-357700D24D31}">
  <a:tblStyle styleId="{41F4C83A-E776-41A0-97F4-357700D24D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{41F4C83A-E776-41A0-97F4-357700D24D31}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{41F4C83A-E776-41A0-97F4-357700D24D31}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