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AF195-2BB3-43F6-AFE6-28D09A735B35}">
  <a:tblStyle styleId="{A39AF195-2BB3-43F6-AFE6-28D09A735B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{A39AF195-2BB3-43F6-AFE6-28D09A735B35}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{A39AF195-2BB3-43F6-AFE6-28D09A735B35}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