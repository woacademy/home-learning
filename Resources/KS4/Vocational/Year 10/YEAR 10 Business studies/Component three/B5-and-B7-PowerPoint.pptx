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79BFAF2-A0DE-4C0B-A931-C678831F8127}">
  <a:tblStyle styleId="{279BFAF2-A0DE-4C0B-A931-C678831F812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1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9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8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4.png"/><Relationship Id="rId4" Type="http://schemas.openxmlformats.org/officeDocument/2006/relationships/image" Target="../media/image7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0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{279BFAF2-A0DE-4C0B-A931-C678831F8127}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{279BFAF2-A0DE-4C0B-A931-C678831F8127}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