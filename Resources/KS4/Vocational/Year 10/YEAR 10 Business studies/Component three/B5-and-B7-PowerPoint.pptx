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A47DAD-B244-4188-A2FD-D20912FC76AA}">
  <a:tblStyle styleId="{01A47DAD-B244-4188-A2FD-D20912FC76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{01A47DAD-B244-4188-A2FD-D20912FC76AA}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{01A47DAD-B244-4188-A2FD-D20912FC76AA}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