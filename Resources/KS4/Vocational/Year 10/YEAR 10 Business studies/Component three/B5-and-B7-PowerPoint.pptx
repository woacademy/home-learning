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734033-0A7A-4833-B7AF-B7E90FEB0C4C}">
  <a:tblStyle styleId="{29734033-0A7A-4833-B7AF-B7E90FEB0C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{29734033-0A7A-4833-B7AF-B7E90FEB0C4C}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{29734033-0A7A-4833-B7AF-B7E90FEB0C4C}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