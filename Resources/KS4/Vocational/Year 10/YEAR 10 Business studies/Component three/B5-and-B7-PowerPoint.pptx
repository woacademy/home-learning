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E6CC9C-12BE-412C-B561-4358DE826368}">
  <a:tblStyle styleId="{94E6CC9C-12BE-412C-B561-4358DE8263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{94E6CC9C-12BE-412C-B561-4358DE826368}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{94E6CC9C-12BE-412C-B561-4358DE826368}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