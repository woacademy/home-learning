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78B845-9BA8-4109-9ED6-A72DC9A3F7FC}">
  <a:tblStyle styleId="{8578B845-9BA8-4109-9ED6-A72DC9A3F7F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{8578B845-9BA8-4109-9ED6-A72DC9A3F7FC}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{8578B845-9BA8-4109-9ED6-A72DC9A3F7FC}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