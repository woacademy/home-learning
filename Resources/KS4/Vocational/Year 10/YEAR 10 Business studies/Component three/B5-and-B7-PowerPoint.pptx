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66FC8-8657-4B81-9A8C-85FC4CDED52C}">
  <a:tblStyle styleId="{64266FC8-8657-4B81-9A8C-85FC4CDED5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{64266FC8-8657-4B81-9A8C-85FC4CDED52C}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{64266FC8-8657-4B81-9A8C-85FC4CDED52C}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