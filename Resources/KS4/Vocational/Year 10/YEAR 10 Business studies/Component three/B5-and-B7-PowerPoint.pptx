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670D46-4E44-4E93-ABA6-7AD42A3B9F6C}">
  <a:tblStyle styleId="{EB670D46-4E44-4E93-ABA6-7AD42A3B9F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{EB670D46-4E44-4E93-ABA6-7AD42A3B9F6C}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{EB670D46-4E44-4E93-ABA6-7AD42A3B9F6C}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