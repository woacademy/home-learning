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1989E8-7433-4DF2-A01F-F41DE2DFD879}">
  <a:tblStyle styleId="{261989E8-7433-4DF2-A01F-F41DE2DFD8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{261989E8-7433-4DF2-A01F-F41DE2DFD879}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{261989E8-7433-4DF2-A01F-F41DE2DFD879}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