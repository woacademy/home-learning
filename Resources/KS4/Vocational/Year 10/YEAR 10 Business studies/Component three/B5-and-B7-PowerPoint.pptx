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EEA2FE-34AE-4808-88E6-537DE23B27DB}">
  <a:tblStyle styleId="{EAEEA2FE-34AE-4808-88E6-537DE23B27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{EAEEA2FE-34AE-4808-88E6-537DE23B27DB}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{EAEEA2FE-34AE-4808-88E6-537DE23B27DB}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