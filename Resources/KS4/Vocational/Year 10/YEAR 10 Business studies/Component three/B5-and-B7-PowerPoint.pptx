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1F6D88-A241-4641-B2AF-D00A0E853A61}">
  <a:tblStyle styleId="{831F6D88-A241-4641-B2AF-D00A0E853A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{831F6D88-A241-4641-B2AF-D00A0E853A61}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{831F6D88-A241-4641-B2AF-D00A0E853A61}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