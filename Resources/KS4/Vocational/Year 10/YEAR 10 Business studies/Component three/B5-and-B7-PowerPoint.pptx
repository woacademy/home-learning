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0E4284-068E-4413-924C-EB6A364BC468}">
  <a:tblStyle styleId="{4C0E4284-068E-4413-924C-EB6A364BC4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{4C0E4284-068E-4413-924C-EB6A364BC468}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{4C0E4284-068E-4413-924C-EB6A364BC468}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