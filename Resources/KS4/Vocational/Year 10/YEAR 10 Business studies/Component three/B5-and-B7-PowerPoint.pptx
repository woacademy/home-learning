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04A586-1114-4514-9BD4-A9EA408EE44B}">
  <a:tblStyle styleId="{C604A586-1114-4514-9BD4-A9EA408EE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{C604A586-1114-4514-9BD4-A9EA408EE44B}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{C604A586-1114-4514-9BD4-A9EA408EE44B}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