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B33E33-D90B-4961-A4E7-63F6DB53B408}">
  <a:tblStyle styleId="{2AB33E33-D90B-4961-A4E7-63F6DB53B4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{2AB33E33-D90B-4961-A4E7-63F6DB53B408}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{2AB33E33-D90B-4961-A4E7-63F6DB53B408}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