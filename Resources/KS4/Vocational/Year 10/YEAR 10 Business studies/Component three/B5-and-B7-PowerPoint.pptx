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C8209-3075-4033-A686-37C245EA41E4}">
  <a:tblStyle styleId="{7BAC8209-3075-4033-A686-37C245EA41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{7BAC8209-3075-4033-A686-37C245EA41E4}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{7BAC8209-3075-4033-A686-37C245EA41E4}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