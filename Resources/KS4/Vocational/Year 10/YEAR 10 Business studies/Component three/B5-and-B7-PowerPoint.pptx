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5A6B85-4FD1-46AB-9831-086EA3CB1B7C}">
  <a:tblStyle styleId="{6E5A6B85-4FD1-46AB-9831-086EA3CB1B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{6E5A6B85-4FD1-46AB-9831-086EA3CB1B7C}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{6E5A6B85-4FD1-46AB-9831-086EA3CB1B7C}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