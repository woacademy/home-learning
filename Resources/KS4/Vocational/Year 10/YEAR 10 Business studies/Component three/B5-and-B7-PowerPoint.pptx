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CB7312-2B05-44E8-8D4D-D832BE7A21BD}">
  <a:tblStyle styleId="{59CB7312-2B05-44E8-8D4D-D832BE7A21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{59CB7312-2B05-44E8-8D4D-D832BE7A21BD}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{59CB7312-2B05-44E8-8D4D-D832BE7A21BD}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