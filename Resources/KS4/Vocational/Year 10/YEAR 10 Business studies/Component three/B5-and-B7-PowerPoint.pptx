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70BB176-A357-4BB7-A010-7A068C63FDAA}">
  <a:tblStyle styleId="{870BB176-A357-4BB7-A010-7A068C63FDA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8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0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1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9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4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7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{870BB176-A357-4BB7-A010-7A068C63FDAA}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{870BB176-A357-4BB7-A010-7A068C63FDAA}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