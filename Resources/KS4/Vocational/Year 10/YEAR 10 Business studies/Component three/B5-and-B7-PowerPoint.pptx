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4E525E-5C0A-4614-95A8-2A06C73B6D17}">
  <a:tblStyle styleId="{E14E525E-5C0A-4614-95A8-2A06C73B6D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{E14E525E-5C0A-4614-95A8-2A06C73B6D17}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{E14E525E-5C0A-4614-95A8-2A06C73B6D17}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