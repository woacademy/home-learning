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C2B066-4F28-45AD-9A05-93222677311D}">
  <a:tblStyle styleId="{7CC2B066-4F28-45AD-9A05-9322267731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{7CC2B066-4F28-45AD-9A05-93222677311D}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{7CC2B066-4F28-45AD-9A05-93222677311D}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