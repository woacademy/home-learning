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15119-3071-4DC8-9E5D-A7A07B787239}">
  <a:tblStyle styleId="{BE915119-3071-4DC8-9E5D-A7A07B7872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{BE915119-3071-4DC8-9E5D-A7A07B787239}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{BE915119-3071-4DC8-9E5D-A7A07B787239}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