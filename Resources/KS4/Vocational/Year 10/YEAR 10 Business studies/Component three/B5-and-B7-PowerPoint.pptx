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C1FA7268-FFA2-4D6B-AB00-84BFB3EE3242}">
  <a:tblStyle styleId="{C1FA7268-FFA2-4D6B-AB00-84BFB3EE3242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6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5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4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10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7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8.png"/><Relationship Id="rId4" Type="http://schemas.openxmlformats.org/officeDocument/2006/relationships/image" Target="../media/image9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11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2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4.png"/><Relationship Id="rId4" Type="http://schemas.openxmlformats.org/officeDocument/2006/relationships/image" Target="../media/image13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6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5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{C1FA7268-FFA2-4D6B-AB00-84BFB3EE3242}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{C1FA7268-FFA2-4D6B-AB00-84BFB3EE3242}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