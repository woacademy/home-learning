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5CD9C81-3090-4C71-915A-3E5941AE84B9}">
  <a:tblStyle styleId="{05CD9C81-3090-4C71-915A-3E5941AE84B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0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{05CD9C81-3090-4C71-915A-3E5941AE84B9}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{05CD9C81-3090-4C71-915A-3E5941AE84B9}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