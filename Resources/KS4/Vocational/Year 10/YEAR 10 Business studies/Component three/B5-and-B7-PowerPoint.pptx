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A25B9-F5D3-4B38-ADB1-396C2D490DD4}">
  <a:tblStyle styleId="{B17A25B9-F5D3-4B38-ADB1-396C2D490D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{B17A25B9-F5D3-4B38-ADB1-396C2D490DD4}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{B17A25B9-F5D3-4B38-ADB1-396C2D490DD4}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