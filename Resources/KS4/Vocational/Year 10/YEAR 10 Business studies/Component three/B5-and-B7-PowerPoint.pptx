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C541F2-732A-4D2E-ADC7-EFFD7E50B0BF}">
  <a:tblStyle styleId="{27C541F2-732A-4D2E-ADC7-EFFD7E50B0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{27C541F2-732A-4D2E-ADC7-EFFD7E50B0BF}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{27C541F2-732A-4D2E-ADC7-EFFD7E50B0BF}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