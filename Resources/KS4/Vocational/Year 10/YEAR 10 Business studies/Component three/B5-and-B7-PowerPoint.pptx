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2A00F2E-5539-4426-875C-1C7A5BBF2FA1}">
  <a:tblStyle styleId="{B2A00F2E-5539-4426-875C-1C7A5BBF2FA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{B2A00F2E-5539-4426-875C-1C7A5BBF2FA1}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{B2A00F2E-5539-4426-875C-1C7A5BBF2FA1}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