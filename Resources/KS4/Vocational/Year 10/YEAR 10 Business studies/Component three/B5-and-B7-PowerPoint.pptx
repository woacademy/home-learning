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D416F2-5A6F-4581-8B93-96BA18FE736F}">
  <a:tblStyle styleId="{56D416F2-5A6F-4581-8B93-96BA18FE73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{56D416F2-5A6F-4581-8B93-96BA18FE736F}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{56D416F2-5A6F-4581-8B93-96BA18FE736F}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