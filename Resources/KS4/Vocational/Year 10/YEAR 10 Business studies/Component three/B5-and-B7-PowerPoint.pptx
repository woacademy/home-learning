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00D635-B746-4CC0-801E-935D2A4D4225}">
  <a:tblStyle styleId="{2000D635-B746-4CC0-801E-935D2A4D42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{2000D635-B746-4CC0-801E-935D2A4D4225}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{2000D635-B746-4CC0-801E-935D2A4D4225}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