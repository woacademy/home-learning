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E49204-5C73-49DA-8A88-AEDB2922FAEC}">
  <a:tblStyle styleId="{39E49204-5C73-49DA-8A88-AEDB2922FA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{39E49204-5C73-49DA-8A88-AEDB2922FAEC}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{39E49204-5C73-49DA-8A88-AEDB2922FAEC}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