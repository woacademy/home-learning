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EAE993-62D7-48E7-AE64-DB600B3DD071}">
  <a:tblStyle styleId="{03EAE993-62D7-48E7-AE64-DB600B3DD0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{03EAE993-62D7-48E7-AE64-DB600B3DD071}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{03EAE993-62D7-48E7-AE64-DB600B3DD071}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