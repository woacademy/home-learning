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10548B3-D1CF-42D4-B73B-B477A8FE882A}">
  <a:tblStyle styleId="{410548B3-D1CF-42D4-B73B-B477A8FE882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{410548B3-D1CF-42D4-B73B-B477A8FE882A}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{410548B3-D1CF-42D4-B73B-B477A8FE882A}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