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BC74D0-A4CA-4B21-8129-2A8C22E10405}">
  <a:tblStyle styleId="{E0BC74D0-A4CA-4B21-8129-2A8C22E104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{E0BC74D0-A4CA-4B21-8129-2A8C22E10405}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{E0BC74D0-A4CA-4B21-8129-2A8C22E10405}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