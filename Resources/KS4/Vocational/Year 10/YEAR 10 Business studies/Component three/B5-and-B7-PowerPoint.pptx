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142DF9-5005-4E89-88AE-AB13C9B27ECB}">
  <a:tblStyle styleId="{56142DF9-5005-4E89-88AE-AB13C9B27E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{56142DF9-5005-4E89-88AE-AB13C9B27ECB}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{56142DF9-5005-4E89-88AE-AB13C9B27ECB}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