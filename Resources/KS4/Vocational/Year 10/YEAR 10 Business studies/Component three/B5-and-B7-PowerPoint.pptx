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3CA02E5-D17A-4269-9F42-C851AB37ED39}">
  <a:tblStyle styleId="{93CA02E5-D17A-4269-9F42-C851AB37ED3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0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7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{93CA02E5-D17A-4269-9F42-C851AB37ED39}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{93CA02E5-D17A-4269-9F42-C851AB37ED39}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