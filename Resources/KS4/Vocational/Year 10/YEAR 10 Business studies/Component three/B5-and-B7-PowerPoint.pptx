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9184F-FC5F-462E-8BA4-5D785446D082}">
  <a:tblStyle styleId="{5349184F-FC5F-462E-8BA4-5D785446D0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{5349184F-FC5F-462E-8BA4-5D785446D082}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{5349184F-FC5F-462E-8BA4-5D785446D082}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