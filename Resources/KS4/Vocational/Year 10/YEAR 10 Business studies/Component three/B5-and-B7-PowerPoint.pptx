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92B0D5-AAA9-4594-8B20-E4761729250B}">
  <a:tblStyle styleId="{DA92B0D5-AAA9-4594-8B20-E476172925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{DA92B0D5-AAA9-4594-8B20-E4761729250B}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{DA92B0D5-AAA9-4594-8B20-E4761729250B}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