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DEC803-75B1-49A1-9B70-21B23DF62047}">
  <a:tblStyle styleId="{21DEC803-75B1-49A1-9B70-21B23DF620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{21DEC803-75B1-49A1-9B70-21B23DF62047}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{21DEC803-75B1-49A1-9B70-21B23DF62047}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