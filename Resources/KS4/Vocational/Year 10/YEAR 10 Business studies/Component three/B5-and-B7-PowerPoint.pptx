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3D6CAC-B5CB-46C1-AD15-57DA7CAE5090}">
  <a:tblStyle styleId="{D13D6CAC-B5CB-46C1-AD15-57DA7CAE50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{D13D6CAC-B5CB-46C1-AD15-57DA7CAE5090}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{D13D6CAC-B5CB-46C1-AD15-57DA7CAE5090}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