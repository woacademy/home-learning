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3AE106-CFF2-409B-B936-C934B3DB8F63}">
  <a:tblStyle styleId="{713AE106-CFF2-409B-B936-C934B3DB8F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{713AE106-CFF2-409B-B936-C934B3DB8F63}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{713AE106-CFF2-409B-B936-C934B3DB8F63}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