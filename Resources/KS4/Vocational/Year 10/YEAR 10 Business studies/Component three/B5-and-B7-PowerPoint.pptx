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63E967-B2B6-43B6-B42A-BCB044AFF831}">
  <a:tblStyle styleId="{EF63E967-B2B6-43B6-B42A-BCB044AFF8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{EF63E967-B2B6-43B6-B42A-BCB044AFF831}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{EF63E967-B2B6-43B6-B42A-BCB044AFF831}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