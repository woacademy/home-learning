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90EF03-3A61-4BB2-AFDC-33B2A4FB4EC4}">
  <a:tblStyle styleId="{E490EF03-3A61-4BB2-AFDC-33B2A4FB4E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{E490EF03-3A61-4BB2-AFDC-33B2A4FB4EC4}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{E490EF03-3A61-4BB2-AFDC-33B2A4FB4EC4}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