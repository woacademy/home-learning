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F820FA-6D61-4387-89F7-9AD80E1503AD}">
  <a:tblStyle styleId="{37F820FA-6D61-4387-89F7-9AD80E1503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{37F820FA-6D61-4387-89F7-9AD80E1503AD}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{37F820FA-6D61-4387-89F7-9AD80E1503AD}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