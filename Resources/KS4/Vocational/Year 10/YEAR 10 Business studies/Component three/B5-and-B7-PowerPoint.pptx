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673C7A-8997-45D7-B993-89591B89908D}">
  <a:tblStyle styleId="{06673C7A-8997-45D7-B993-89591B8990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{06673C7A-8997-45D7-B993-89591B89908D}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{06673C7A-8997-45D7-B993-89591B89908D}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