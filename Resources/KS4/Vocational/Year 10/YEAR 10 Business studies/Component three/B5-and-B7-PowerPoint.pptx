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4052A2-B85A-4288-8277-FD8F02D8DEE8}">
  <a:tblStyle styleId="{184052A2-B85A-4288-8277-FD8F02D8DE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{184052A2-B85A-4288-8277-FD8F02D8DEE8}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{184052A2-B85A-4288-8277-FD8F02D8DEE8}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