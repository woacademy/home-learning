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1FB33-2BE2-4047-B5BB-1842A65097DF}">
  <a:tblStyle styleId="{1291FB33-2BE2-4047-B5BB-1842A6509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{1291FB33-2BE2-4047-B5BB-1842A65097DF}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{1291FB33-2BE2-4047-B5BB-1842A65097DF}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