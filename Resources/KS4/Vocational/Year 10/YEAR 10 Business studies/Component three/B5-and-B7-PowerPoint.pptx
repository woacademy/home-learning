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07B0DA-F521-4166-BC59-B9E498164F4C}">
  <a:tblStyle styleId="{B107B0DA-F521-4166-BC59-B9E498164F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{B107B0DA-F521-4166-BC59-B9E498164F4C}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{B107B0DA-F521-4166-BC59-B9E498164F4C}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