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8868B6-C18A-4E57-B65B-582548354CD6}">
  <a:tblStyle styleId="{428868B6-C18A-4E57-B65B-582548354C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{428868B6-C18A-4E57-B65B-582548354CD6}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{428868B6-C18A-4E57-B65B-582548354CD6}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