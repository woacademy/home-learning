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39933D-CC24-456E-8FE3-D19F2E2ABA72}">
  <a:tblStyle styleId="{F239933D-CC24-456E-8FE3-D19F2E2ABA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{F239933D-CC24-456E-8FE3-D19F2E2ABA72}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{F239933D-CC24-456E-8FE3-D19F2E2ABA72}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