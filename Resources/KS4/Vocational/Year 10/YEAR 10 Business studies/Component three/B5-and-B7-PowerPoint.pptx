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59E1C5-3881-486F-BE7D-E3CD68DC348F}">
  <a:tblStyle styleId="{4859E1C5-3881-486F-BE7D-E3CD68DC34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{4859E1C5-3881-486F-BE7D-E3CD68DC348F}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{4859E1C5-3881-486F-BE7D-E3CD68DC348F}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