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CEFFF72-0EC7-4750-88CB-D31052DB5EEE}">
  <a:tblStyle styleId="{2CEFFF72-0EC7-4750-88CB-D31052DB5EE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{2CEFFF72-0EC7-4750-88CB-D31052DB5EEE}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{2CEFFF72-0EC7-4750-88CB-D31052DB5EEE}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