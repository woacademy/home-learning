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F34D69-9C7F-414A-BBF9-6FB20D94A52B}">
  <a:tblStyle styleId="{01F34D69-9C7F-414A-BBF9-6FB20D94A52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{01F34D69-9C7F-414A-BBF9-6FB20D94A52B}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{01F34D69-9C7F-414A-BBF9-6FB20D94A52B}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