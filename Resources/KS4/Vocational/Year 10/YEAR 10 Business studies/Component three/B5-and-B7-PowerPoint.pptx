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1176A3-C914-41E1-81BA-4704C37DF0E1}">
  <a:tblStyle styleId="{461176A3-C914-41E1-81BA-4704C37DF0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{461176A3-C914-41E1-81BA-4704C37DF0E1}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{461176A3-C914-41E1-81BA-4704C37DF0E1}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