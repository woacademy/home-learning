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DA3465-066C-4428-A0A8-BB92D8BCC47B}">
  <a:tblStyle styleId="{04DA3465-066C-4428-A0A8-BB92D8BCC4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{04DA3465-066C-4428-A0A8-BB92D8BCC47B}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{04DA3465-066C-4428-A0A8-BB92D8BCC47B}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