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27ED13-1FA4-4EAD-B42F-B6C1F08138B0}">
  <a:tblStyle styleId="{6727ED13-1FA4-4EAD-B42F-B6C1F08138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{6727ED13-1FA4-4EAD-B42F-B6C1F08138B0}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{6727ED13-1FA4-4EAD-B42F-B6C1F08138B0}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