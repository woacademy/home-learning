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02464-1F04-4B85-9F80-BB840E964792}">
  <a:tblStyle styleId="{86102464-1F04-4B85-9F80-BB840E9647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{86102464-1F04-4B85-9F80-BB840E964792}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{86102464-1F04-4B85-9F80-BB840E964792}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