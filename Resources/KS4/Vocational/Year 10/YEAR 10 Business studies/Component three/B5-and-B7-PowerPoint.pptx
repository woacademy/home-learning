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A4623E-FB1F-4B5A-97A4-EBFEC5CCB358}">
  <a:tblStyle styleId="{C8A4623E-FB1F-4B5A-97A4-EBFEC5CCB35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{C8A4623E-FB1F-4B5A-97A4-EBFEC5CCB358}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{C8A4623E-FB1F-4B5A-97A4-EBFEC5CCB358}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