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275B63-6BCF-4FA2-BBC2-F64EB4AE1559}">
  <a:tblStyle styleId="{77275B63-6BCF-4FA2-BBC2-F64EB4AE15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{77275B63-6BCF-4FA2-BBC2-F64EB4AE1559}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{77275B63-6BCF-4FA2-BBC2-F64EB4AE1559}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