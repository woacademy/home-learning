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99B461-C89F-4945-A447-259862A55A9C}">
  <a:tblStyle styleId="{7299B461-C89F-4945-A447-259862A55A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{7299B461-C89F-4945-A447-259862A55A9C}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{7299B461-C89F-4945-A447-259862A55A9C}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