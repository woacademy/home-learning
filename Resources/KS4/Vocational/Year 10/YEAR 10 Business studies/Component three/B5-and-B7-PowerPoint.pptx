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E86EE2-521B-4DCF-A1AA-32405013DDA6}">
  <a:tblStyle styleId="{1BE86EE2-521B-4DCF-A1AA-32405013DD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{1BE86EE2-521B-4DCF-A1AA-32405013DDA6}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{1BE86EE2-521B-4DCF-A1AA-32405013DDA6}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