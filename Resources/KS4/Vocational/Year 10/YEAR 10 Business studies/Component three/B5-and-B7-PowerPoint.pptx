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1F3F93-442E-430A-9656-C1348F299E33}">
  <a:tblStyle styleId="{F11F3F93-442E-430A-9656-C1348F299E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{F11F3F93-442E-430A-9656-C1348F299E33}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{F11F3F93-442E-430A-9656-C1348F299E33}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