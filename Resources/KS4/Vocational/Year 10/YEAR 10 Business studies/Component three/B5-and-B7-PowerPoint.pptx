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3F05B-8E31-413D-B63C-99653726E554}">
  <a:tblStyle styleId="{41F3F05B-8E31-413D-B63C-99653726E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{41F3F05B-8E31-413D-B63C-99653726E554}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{41F3F05B-8E31-413D-B63C-99653726E554}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