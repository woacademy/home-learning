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7B7808-49D5-4C01-A75E-614B25986C49}">
  <a:tblStyle styleId="{F97B7808-49D5-4C01-A75E-614B25986C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{F97B7808-49D5-4C01-A75E-614B25986C49}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{F97B7808-49D5-4C01-A75E-614B25986C49}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