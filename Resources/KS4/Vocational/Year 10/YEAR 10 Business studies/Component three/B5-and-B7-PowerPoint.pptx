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C183A7-231C-4A40-9355-3D3D27FBA093}">
  <a:tblStyle styleId="{45C183A7-231C-4A40-9355-3D3D27FBA0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{45C183A7-231C-4A40-9355-3D3D27FBA093}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{45C183A7-231C-4A40-9355-3D3D27FBA093}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