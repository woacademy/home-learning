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D3018-6B2B-47C7-87B7-6B9FABCB0C56}">
  <a:tblStyle styleId="{413D3018-6B2B-47C7-87B7-6B9FABCB0C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{413D3018-6B2B-47C7-87B7-6B9FABCB0C56}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{413D3018-6B2B-47C7-87B7-6B9FABCB0C56}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