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96748A-2E75-465A-AA2E-3AA4311C8DCF}">
  <a:tblStyle styleId="{6796748A-2E75-465A-AA2E-3AA4311C8D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{6796748A-2E75-465A-AA2E-3AA4311C8DCF}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{6796748A-2E75-465A-AA2E-3AA4311C8DCF}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