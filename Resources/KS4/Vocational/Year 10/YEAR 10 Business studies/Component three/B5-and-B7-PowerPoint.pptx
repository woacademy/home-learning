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BE285D-4AAF-40B5-9FBE-7EDDCA8A2AF3}">
  <a:tblStyle styleId="{44BE285D-4AAF-40B5-9FBE-7EDDCA8A2A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{44BE285D-4AAF-40B5-9FBE-7EDDCA8A2AF3}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{44BE285D-4AAF-40B5-9FBE-7EDDCA8A2AF3}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