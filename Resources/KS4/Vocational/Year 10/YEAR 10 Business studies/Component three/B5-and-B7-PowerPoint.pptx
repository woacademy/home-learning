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90E440-E50C-49CD-8261-618AA953A8A3}">
  <a:tblStyle styleId="{3690E440-E50C-49CD-8261-618AA953A8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{3690E440-E50C-49CD-8261-618AA953A8A3}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{3690E440-E50C-49CD-8261-618AA953A8A3}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