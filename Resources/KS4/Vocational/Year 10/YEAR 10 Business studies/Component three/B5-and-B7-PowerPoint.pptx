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1AC97-8016-48A3-8F97-123B2A3E1637}">
  <a:tblStyle styleId="{3321AC97-8016-48A3-8F97-123B2A3E16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{3321AC97-8016-48A3-8F97-123B2A3E1637}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{3321AC97-8016-48A3-8F97-123B2A3E1637}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