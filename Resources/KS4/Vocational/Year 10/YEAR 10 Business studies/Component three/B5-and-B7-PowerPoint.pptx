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EA3753-DA76-4B3E-933A-AC4D4CDEBFF7}">
  <a:tblStyle styleId="{DCEA3753-DA76-4B3E-933A-AC4D4CDEBF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{DCEA3753-DA76-4B3E-933A-AC4D4CDEBFF7}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{DCEA3753-DA76-4B3E-933A-AC4D4CDEBFF7}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