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55A50A-8FCF-40E6-AC61-69A2415E250E}">
  <a:tblStyle styleId="{4955A50A-8FCF-40E6-AC61-69A2415E25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{4955A50A-8FCF-40E6-AC61-69A2415E250E}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{4955A50A-8FCF-40E6-AC61-69A2415E250E}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