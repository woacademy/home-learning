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DF70E7-EB10-4C61-92D6-826250E62FD9}">
  <a:tblStyle styleId="{11DF70E7-EB10-4C61-92D6-826250E62F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{11DF70E7-EB10-4C61-92D6-826250E62FD9}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{11DF70E7-EB10-4C61-92D6-826250E62FD9}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