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F8FDAE-F414-4ACB-BDAE-B75F4B349F42}">
  <a:tblStyle styleId="{DAF8FDAE-F414-4ACB-BDAE-B75F4B349F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{DAF8FDAE-F414-4ACB-BDAE-B75F4B349F42}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{DAF8FDAE-F414-4ACB-BDAE-B75F4B349F42}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