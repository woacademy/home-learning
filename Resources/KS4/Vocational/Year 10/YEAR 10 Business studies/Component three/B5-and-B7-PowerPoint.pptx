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3DF08-1414-463B-91DD-F8D4F1A990A2}">
  <a:tblStyle styleId="{3EB3DF08-1414-463B-91DD-F8D4F1A990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{3EB3DF08-1414-463B-91DD-F8D4F1A990A2}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{3EB3DF08-1414-463B-91DD-F8D4F1A990A2}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