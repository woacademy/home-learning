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13952F-ED9F-47EA-A0B2-0741BBEA85E3}">
  <a:tblStyle styleId="{B513952F-ED9F-47EA-A0B2-0741BBEA85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{B513952F-ED9F-47EA-A0B2-0741BBEA85E3}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{B513952F-ED9F-47EA-A0B2-0741BBEA85E3}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