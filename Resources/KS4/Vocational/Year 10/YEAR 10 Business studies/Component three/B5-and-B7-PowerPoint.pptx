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D6EC6-709C-4562-A99F-C3E3684042AF}">
  <a:tblStyle styleId="{FD5D6EC6-709C-4562-A99F-C3E3684042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{FD5D6EC6-709C-4562-A99F-C3E3684042AF}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{FD5D6EC6-709C-4562-A99F-C3E3684042AF}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