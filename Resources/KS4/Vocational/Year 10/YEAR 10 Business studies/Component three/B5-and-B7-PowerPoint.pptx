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240803-10FA-42C5-9651-81C14A8B8162}">
  <a:tblStyle styleId="{15240803-10FA-42C5-9651-81C14A8B81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{15240803-10FA-42C5-9651-81C14A8B8162}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{15240803-10FA-42C5-9651-81C14A8B8162}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