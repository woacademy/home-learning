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F99E5C-3E51-4D56-9A50-C2235964B9CB}">
  <a:tblStyle styleId="{A7F99E5C-3E51-4D56-9A50-C2235964B9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{A7F99E5C-3E51-4D56-9A50-C2235964B9CB}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{A7F99E5C-3E51-4D56-9A50-C2235964B9CB}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