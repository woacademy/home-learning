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3DCF0B-DCCC-4577-9F62-38C5173A1F81}">
  <a:tblStyle styleId="{D43DCF0B-DCCC-4577-9F62-38C5173A1F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{D43DCF0B-DCCC-4577-9F62-38C5173A1F81}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{D43DCF0B-DCCC-4577-9F62-38C5173A1F81}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