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5809E3-E2FD-447E-8E7F-8EBD80BEEAB8}">
  <a:tblStyle styleId="{205809E3-E2FD-447E-8E7F-8EBD80BEEA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{205809E3-E2FD-447E-8E7F-8EBD80BEEAB8}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{205809E3-E2FD-447E-8E7F-8EBD80BEEAB8}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