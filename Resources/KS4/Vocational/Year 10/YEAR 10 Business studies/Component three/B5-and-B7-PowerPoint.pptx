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7A36B5-E946-476B-9243-0990B6AAF241}">
  <a:tblStyle styleId="{BA7A36B5-E946-476B-9243-0990B6AAF2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{BA7A36B5-E946-476B-9243-0990B6AAF241}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{BA7A36B5-E946-476B-9243-0990B6AAF241}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