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6C9CF3-A203-4139-9D50-662B58A01A42}">
  <a:tblStyle styleId="{256C9CF3-A203-4139-9D50-662B58A01A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{256C9CF3-A203-4139-9D50-662B58A01A42}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{256C9CF3-A203-4139-9D50-662B58A01A42}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