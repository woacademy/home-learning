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3BF697-7621-493A-B59A-D6AFDD19944B}">
  <a:tblStyle styleId="{453BF697-7621-493A-B59A-D6AFDD199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{453BF697-7621-493A-B59A-D6AFDD19944B}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{453BF697-7621-493A-B59A-D6AFDD19944B}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