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68375A-5400-436C-BFB0-52E3931FC90D}">
  <a:tblStyle styleId="{9C68375A-5400-436C-BFB0-52E3931FC9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{9C68375A-5400-436C-BFB0-52E3931FC90D}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{9C68375A-5400-436C-BFB0-52E3931FC90D}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