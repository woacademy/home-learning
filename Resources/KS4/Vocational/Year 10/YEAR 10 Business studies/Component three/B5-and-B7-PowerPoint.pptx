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7C18A-819C-42B3-992E-180A902A1D42}">
  <a:tblStyle styleId="{ECB7C18A-819C-42B3-992E-180A902A1D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{ECB7C18A-819C-42B3-992E-180A902A1D42}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{ECB7C18A-819C-42B3-992E-180A902A1D42}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