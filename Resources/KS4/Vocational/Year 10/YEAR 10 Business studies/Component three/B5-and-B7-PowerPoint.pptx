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B745C-F190-42E0-B398-A866B0B385EF}">
  <a:tblStyle styleId="{42EB745C-F190-42E0-B398-A866B0B385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{42EB745C-F190-42E0-B398-A866B0B385EF}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{42EB745C-F190-42E0-B398-A866B0B385EF}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