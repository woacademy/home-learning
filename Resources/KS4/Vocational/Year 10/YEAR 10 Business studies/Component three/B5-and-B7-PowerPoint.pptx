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0CD398-6360-4296-8BE3-B4AF4332DFA2}">
  <a:tblStyle styleId="{590CD398-6360-4296-8BE3-B4AF4332DF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{590CD398-6360-4296-8BE3-B4AF4332DFA2}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{590CD398-6360-4296-8BE3-B4AF4332DFA2}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