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07CD89-CD05-400F-9773-608ADBBA8ED3}">
  <a:tblStyle styleId="{4507CD89-CD05-400F-9773-608ADBBA8E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{4507CD89-CD05-400F-9773-608ADBBA8ED3}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{4507CD89-CD05-400F-9773-608ADBBA8ED3}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