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9A5FDC-C64C-422D-A6EE-CB960E21169A}">
  <a:tblStyle styleId="{5C9A5FDC-C64C-422D-A6EE-CB960E2116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{5C9A5FDC-C64C-422D-A6EE-CB960E21169A}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{5C9A5FDC-C64C-422D-A6EE-CB960E21169A}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