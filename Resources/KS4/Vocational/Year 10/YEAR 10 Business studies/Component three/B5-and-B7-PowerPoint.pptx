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0532A-B740-46EA-8B50-68E13E33F7E4}">
  <a:tblStyle styleId="{0E70532A-B740-46EA-8B50-68E13E33F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{0E70532A-B740-46EA-8B50-68E13E33F7E4}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{0E70532A-B740-46EA-8B50-68E13E33F7E4}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