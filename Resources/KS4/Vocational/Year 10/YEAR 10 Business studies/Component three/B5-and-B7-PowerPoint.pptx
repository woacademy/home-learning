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0E1094-6D41-4E75-AC6E-DC6843019E16}">
  <a:tblStyle styleId="{D00E1094-6D41-4E75-AC6E-DC6843019E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{D00E1094-6D41-4E75-AC6E-DC6843019E16}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{D00E1094-6D41-4E75-AC6E-DC6843019E16}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