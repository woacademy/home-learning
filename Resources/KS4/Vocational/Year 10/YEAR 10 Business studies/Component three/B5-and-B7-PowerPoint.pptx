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A637F6-98C3-44E0-A2D4-0934D76BC292}">
  <a:tblStyle styleId="{22A637F6-98C3-44E0-A2D4-0934D76BC2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{22A637F6-98C3-44E0-A2D4-0934D76BC292}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{22A637F6-98C3-44E0-A2D4-0934D76BC292}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