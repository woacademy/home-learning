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5873D27-6BCD-4274-8B86-2DDD18C7AD2E}">
  <a:tblStyle styleId="{25873D27-6BCD-4274-8B86-2DDD18C7AD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{25873D27-6BCD-4274-8B86-2DDD18C7AD2E}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{25873D27-6BCD-4274-8B86-2DDD18C7AD2E}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