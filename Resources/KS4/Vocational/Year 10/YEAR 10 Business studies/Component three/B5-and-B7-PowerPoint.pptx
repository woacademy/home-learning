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407578-F9B5-40D5-97C1-A86A1578CA79}">
  <a:tblStyle styleId="{54407578-F9B5-40D5-97C1-A86A1578CA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{54407578-F9B5-40D5-97C1-A86A1578CA79}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{54407578-F9B5-40D5-97C1-A86A1578CA79}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