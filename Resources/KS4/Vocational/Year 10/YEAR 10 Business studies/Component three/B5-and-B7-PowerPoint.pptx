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901A38-B716-43B8-80B9-6AD6582C61FC}">
  <a:tblStyle styleId="{C4901A38-B716-43B8-80B9-6AD6582C61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{C4901A38-B716-43B8-80B9-6AD6582C61FC}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{C4901A38-B716-43B8-80B9-6AD6582C61FC}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