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70D69E-4B00-411D-8FC6-D51F89BD0BC2}">
  <a:tblStyle styleId="{6270D69E-4B00-411D-8FC6-D51F89BD0B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{6270D69E-4B00-411D-8FC6-D51F89BD0BC2}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{6270D69E-4B00-411D-8FC6-D51F89BD0BC2}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