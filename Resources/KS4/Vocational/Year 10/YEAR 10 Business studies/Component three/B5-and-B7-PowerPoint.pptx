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ADD52-DA8F-4246-A02E-6B4E3A78942C}">
  <a:tblStyle styleId="{A5FADD52-DA8F-4246-A02E-6B4E3A7894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{A5FADD52-DA8F-4246-A02E-6B4E3A78942C}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{A5FADD52-DA8F-4246-A02E-6B4E3A78942C}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