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526514-7C34-4FB9-B364-96D215B14661}">
  <a:tblStyle styleId="{9B526514-7C34-4FB9-B364-96D215B146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{9B526514-7C34-4FB9-B364-96D215B14661}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{9B526514-7C34-4FB9-B364-96D215B14661}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