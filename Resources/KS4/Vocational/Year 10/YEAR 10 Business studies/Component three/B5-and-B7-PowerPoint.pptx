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0992AC-D729-40CC-A1D4-F542F619401B}">
  <a:tblStyle styleId="{5F0992AC-D729-40CC-A1D4-F542F61940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{5F0992AC-D729-40CC-A1D4-F542F619401B}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{5F0992AC-D729-40CC-A1D4-F542F619401B}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