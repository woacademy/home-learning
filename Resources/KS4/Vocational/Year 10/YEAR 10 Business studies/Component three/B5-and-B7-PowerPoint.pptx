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06FF1-7F4A-44C5-BA10-50C26552D0BF}">
  <a:tblStyle styleId="{19E06FF1-7F4A-44C5-BA10-50C26552D0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{19E06FF1-7F4A-44C5-BA10-50C26552D0BF}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{19E06FF1-7F4A-44C5-BA10-50C26552D0BF}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