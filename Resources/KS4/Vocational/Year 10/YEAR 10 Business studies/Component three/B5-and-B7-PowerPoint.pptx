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B7E7AC-0B30-40F1-87D9-ECF83CC55E34}">
  <a:tblStyle styleId="{A0B7E7AC-0B30-40F1-87D9-ECF83CC55E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{A0B7E7AC-0B30-40F1-87D9-ECF83CC55E34}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{A0B7E7AC-0B30-40F1-87D9-ECF83CC55E34}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