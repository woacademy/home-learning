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244B6-2A9B-485B-BFA6-0CFA754E9E45}">
  <a:tblStyle styleId="{F99244B6-2A9B-485B-BFA6-0CFA754E9E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{F99244B6-2A9B-485B-BFA6-0CFA754E9E45}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{F99244B6-2A9B-485B-BFA6-0CFA754E9E45}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