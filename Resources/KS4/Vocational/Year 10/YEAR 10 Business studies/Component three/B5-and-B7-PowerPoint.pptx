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D59B81-1517-4C91-8137-860D5809EB7F}">
  <a:tblStyle styleId="{B9D59B81-1517-4C91-8137-860D5809EB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{B9D59B81-1517-4C91-8137-860D5809EB7F}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{B9D59B81-1517-4C91-8137-860D5809EB7F}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