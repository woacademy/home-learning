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55643D-3290-4C46-B1C0-500B47AF96DD}">
  <a:tblStyle styleId="{4355643D-3290-4C46-B1C0-500B47AF96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{4355643D-3290-4C46-B1C0-500B47AF96DD}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{4355643D-3290-4C46-B1C0-500B47AF96DD}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