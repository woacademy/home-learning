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A913502-D525-4CDF-AB59-972C380BDE69}">
  <a:tblStyle styleId="{DA913502-D525-4CDF-AB59-972C380BDE6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3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{DA913502-D525-4CDF-AB59-972C380BDE69}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{DA913502-D525-4CDF-AB59-972C380BDE69}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