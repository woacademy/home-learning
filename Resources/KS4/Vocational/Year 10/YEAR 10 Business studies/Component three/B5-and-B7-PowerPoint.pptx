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45E823-A59C-4F8A-B27C-7648DDDE3793}">
  <a:tblStyle styleId="{4745E823-A59C-4F8A-B27C-7648DDDE37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{4745E823-A59C-4F8A-B27C-7648DDDE3793}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{4745E823-A59C-4F8A-B27C-7648DDDE3793}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