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AC58CF-C56D-4AE2-BF50-F73A662D8F03}">
  <a:tblStyle styleId="{3EAC58CF-C56D-4AE2-BF50-F73A662D8F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{3EAC58CF-C56D-4AE2-BF50-F73A662D8F03}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{3EAC58CF-C56D-4AE2-BF50-F73A662D8F03}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