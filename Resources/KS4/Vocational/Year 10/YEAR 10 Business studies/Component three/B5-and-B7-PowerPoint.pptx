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41C37F-C753-47C0-80D4-C6FDFB7C0057}">
  <a:tblStyle styleId="{0A41C37F-C753-47C0-80D4-C6FDFB7C00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{0A41C37F-C753-47C0-80D4-C6FDFB7C0057}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{0A41C37F-C753-47C0-80D4-C6FDFB7C0057}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