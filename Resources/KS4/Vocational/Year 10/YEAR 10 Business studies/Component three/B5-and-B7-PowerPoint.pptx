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A78B97-A990-42D0-B793-0D442E260304}">
  <a:tblStyle styleId="{EEA78B97-A990-42D0-B793-0D442E2603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{EEA78B97-A990-42D0-B793-0D442E260304}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{EEA78B97-A990-42D0-B793-0D442E260304}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