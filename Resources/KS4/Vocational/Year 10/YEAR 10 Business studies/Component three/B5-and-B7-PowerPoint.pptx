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D91FCB-8DC0-4093-8DAA-C0EE2129AB1A}">
  <a:tblStyle styleId="{A4D91FCB-8DC0-4093-8DAA-C0EE2129AB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{A4D91FCB-8DC0-4093-8DAA-C0EE2129AB1A}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{A4D91FCB-8DC0-4093-8DAA-C0EE2129AB1A}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