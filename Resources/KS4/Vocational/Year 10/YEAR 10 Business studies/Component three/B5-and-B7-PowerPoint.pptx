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151359-E5CF-4D76-BF02-8DB9A5AD730B}">
  <a:tblStyle styleId="{9C151359-E5CF-4D76-BF02-8DB9A5AD73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{9C151359-E5CF-4D76-BF02-8DB9A5AD730B}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{9C151359-E5CF-4D76-BF02-8DB9A5AD730B}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