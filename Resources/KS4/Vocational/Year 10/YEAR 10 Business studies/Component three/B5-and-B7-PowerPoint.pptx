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B876C8-6E35-4E13-A7E2-C63F6B7A3F2D}">
  <a:tblStyle styleId="{50B876C8-6E35-4E13-A7E2-C63F6B7A3F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{50B876C8-6E35-4E13-A7E2-C63F6B7A3F2D}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{50B876C8-6E35-4E13-A7E2-C63F6B7A3F2D}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