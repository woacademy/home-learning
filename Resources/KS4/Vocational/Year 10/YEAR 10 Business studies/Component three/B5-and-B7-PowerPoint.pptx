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68BB58-94EA-402C-98CE-23BB77CAAC8B}">
  <a:tblStyle styleId="{6168BB58-94EA-402C-98CE-23BB77CAAC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{6168BB58-94EA-402C-98CE-23BB77CAAC8B}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{6168BB58-94EA-402C-98CE-23BB77CAAC8B}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