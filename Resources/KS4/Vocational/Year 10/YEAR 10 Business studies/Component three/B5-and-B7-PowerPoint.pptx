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B856C1C-1FAB-478F-BC2B-218D83C6330C}">
  <a:tblStyle styleId="{0B856C1C-1FAB-478F-BC2B-218D83C6330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{0B856C1C-1FAB-478F-BC2B-218D83C6330C}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{0B856C1C-1FAB-478F-BC2B-218D83C6330C}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