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50F27E-7DED-457A-8F44-3C2FA4E3C143}">
  <a:tblStyle styleId="{7750F27E-7DED-457A-8F44-3C2FA4E3C1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{7750F27E-7DED-457A-8F44-3C2FA4E3C143}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{7750F27E-7DED-457A-8F44-3C2FA4E3C143}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