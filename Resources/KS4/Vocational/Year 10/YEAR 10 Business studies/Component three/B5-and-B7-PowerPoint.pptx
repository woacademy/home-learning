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1BB1ED-2A50-4639-A7CD-1181CB28C181}">
  <a:tblStyle styleId="{D51BB1ED-2A50-4639-A7CD-1181CB28C1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{D51BB1ED-2A50-4639-A7CD-1181CB28C181}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{D51BB1ED-2A50-4639-A7CD-1181CB28C181}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