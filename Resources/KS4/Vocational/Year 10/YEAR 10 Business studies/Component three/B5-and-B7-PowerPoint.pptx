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5DD2BB-F626-49F5-8D55-61AB40F378FF}">
  <a:tblStyle styleId="{905DD2BB-F626-49F5-8D55-61AB40F378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{905DD2BB-F626-49F5-8D55-61AB40F378FF}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{905DD2BB-F626-49F5-8D55-61AB40F378FF}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