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7FE196-DFA4-454F-A963-505ACADCEE4E}">
  <a:tblStyle styleId="{217FE196-DFA4-454F-A963-505ACADCEE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{217FE196-DFA4-454F-A963-505ACADCEE4E}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{217FE196-DFA4-454F-A963-505ACADCEE4E}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