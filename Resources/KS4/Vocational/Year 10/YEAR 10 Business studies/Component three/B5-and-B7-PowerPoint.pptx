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B16C11-0F6A-4AD5-B030-859AEC5DB75C}">
  <a:tblStyle styleId="{A5B16C11-0F6A-4AD5-B030-859AEC5DB7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{A5B16C11-0F6A-4AD5-B030-859AEC5DB75C}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{A5B16C11-0F6A-4AD5-B030-859AEC5DB75C}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