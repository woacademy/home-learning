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2B68F5-23E9-45B4-9BD8-D730CD0FC834}">
  <a:tblStyle styleId="{112B68F5-23E9-45B4-9BD8-D730CD0FC8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{112B68F5-23E9-45B4-9BD8-D730CD0FC834}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{112B68F5-23E9-45B4-9BD8-D730CD0FC834}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