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D32CF4-1475-467A-A7E3-830B42AD40EF}">
  <a:tblStyle styleId="{C9D32CF4-1475-467A-A7E3-830B42AD4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{C9D32CF4-1475-467A-A7E3-830B42AD40EF}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{C9D32CF4-1475-467A-A7E3-830B42AD40EF}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