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802844-0CD8-4080-AD82-93A945ABB67C}">
  <a:tblStyle styleId="{57802844-0CD8-4080-AD82-93A945ABB6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{57802844-0CD8-4080-AD82-93A945ABB67C}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{57802844-0CD8-4080-AD82-93A945ABB67C}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