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413747-20DF-48C3-B659-9192B70798FD}">
  <a:tblStyle styleId="{B2413747-20DF-48C3-B659-9192B70798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{B2413747-20DF-48C3-B659-9192B70798FD}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{B2413747-20DF-48C3-B659-9192B70798FD}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