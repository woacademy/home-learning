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21AF2B-C056-4208-AAEE-E18F43380ACA}">
  <a:tblStyle styleId="{9A21AF2B-C056-4208-AAEE-E18F43380A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{9A21AF2B-C056-4208-AAEE-E18F43380ACA}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{9A21AF2B-C056-4208-AAEE-E18F43380ACA}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