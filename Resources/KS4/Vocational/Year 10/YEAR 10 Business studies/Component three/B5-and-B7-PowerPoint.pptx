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D43613-807B-4B13-A208-776703E28501}">
  <a:tblStyle styleId="{DDD43613-807B-4B13-A208-776703E285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{DDD43613-807B-4B13-A208-776703E28501}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{DDD43613-807B-4B13-A208-776703E28501}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