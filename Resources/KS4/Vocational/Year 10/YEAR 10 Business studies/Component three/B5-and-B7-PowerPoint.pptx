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C93B38-C99A-4121-9650-DE3BF107180E}">
  <a:tblStyle styleId="{63C93B38-C99A-4121-9650-DE3BF10718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{63C93B38-C99A-4121-9650-DE3BF107180E}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{63C93B38-C99A-4121-9650-DE3BF107180E}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