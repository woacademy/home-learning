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7A22DB8-F75C-4BCD-B38D-8AF417AD81FB}">
  <a:tblStyle styleId="{A7A22DB8-F75C-4BCD-B38D-8AF417AD81F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8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{A7A22DB8-F75C-4BCD-B38D-8AF417AD81FB}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{A7A22DB8-F75C-4BCD-B38D-8AF417AD81FB}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