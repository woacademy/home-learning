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D5BF84-C7AC-40BA-86BB-D60B03AB43E6}">
  <a:tblStyle styleId="{6BD5BF84-C7AC-40BA-86BB-D60B03AB43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{6BD5BF84-C7AC-40BA-86BB-D60B03AB43E6}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{6BD5BF84-C7AC-40BA-86BB-D60B03AB43E6}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