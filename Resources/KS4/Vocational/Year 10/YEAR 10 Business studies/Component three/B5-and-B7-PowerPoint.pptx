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490824-A2FA-4234-88E3-EF8B34D9D494}">
  <a:tblStyle styleId="{22490824-A2FA-4234-88E3-EF8B34D9D4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{22490824-A2FA-4234-88E3-EF8B34D9D494}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{22490824-A2FA-4234-88E3-EF8B34D9D494}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