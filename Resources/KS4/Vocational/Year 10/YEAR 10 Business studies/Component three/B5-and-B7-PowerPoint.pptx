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D2BAB5E-E7F1-43E9-B638-C8A86BF6F885}">
  <a:tblStyle styleId="{3D2BAB5E-E7F1-43E9-B638-C8A86BF6F8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{3D2BAB5E-E7F1-43E9-B638-C8A86BF6F885}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{3D2BAB5E-E7F1-43E9-B638-C8A86BF6F885}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