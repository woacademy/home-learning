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E74861-874D-41E4-B213-895811412A82}">
  <a:tblStyle styleId="{0FE74861-874D-41E4-B213-895811412A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{0FE74861-874D-41E4-B213-895811412A82}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{0FE74861-874D-41E4-B213-895811412A82}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