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E407DD-D1E8-46C9-A466-FF0E19ECC61A}">
  <a:tblStyle styleId="{49E407DD-D1E8-46C9-A466-FF0E19ECC6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{49E407DD-D1E8-46C9-A466-FF0E19ECC61A}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{49E407DD-D1E8-46C9-A466-FF0E19ECC61A}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