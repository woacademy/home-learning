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44AA5-7D5B-42DA-8B00-8B18EC2B475D}">
  <a:tblStyle styleId="{A9244AA5-7D5B-42DA-8B00-8B18EC2B47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{A9244AA5-7D5B-42DA-8B00-8B18EC2B475D}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{A9244AA5-7D5B-42DA-8B00-8B18EC2B475D}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