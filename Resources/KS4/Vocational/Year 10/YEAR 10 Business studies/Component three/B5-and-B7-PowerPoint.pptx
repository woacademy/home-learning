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CE4280-C435-4B78-BAAF-B75608D79A10}">
  <a:tblStyle styleId="{D9CE4280-C435-4B78-BAAF-B75608D79A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{D9CE4280-C435-4B78-BAAF-B75608D79A10}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{D9CE4280-C435-4B78-BAAF-B75608D79A10}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