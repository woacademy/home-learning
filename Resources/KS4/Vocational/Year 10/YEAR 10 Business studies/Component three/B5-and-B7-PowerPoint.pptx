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24C21D-6AFA-4328-8C4A-68837D36360F}">
  <a:tblStyle styleId="{4224C21D-6AFA-4328-8C4A-68837D3636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{4224C21D-6AFA-4328-8C4A-68837D36360F}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{4224C21D-6AFA-4328-8C4A-68837D36360F}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