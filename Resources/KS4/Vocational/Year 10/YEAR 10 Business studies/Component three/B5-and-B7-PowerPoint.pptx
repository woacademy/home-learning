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5E6399-82C4-4919-9C09-E99A295BDEF9}">
  <a:tblStyle styleId="{325E6399-82C4-4919-9C09-E99A295BDE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{325E6399-82C4-4919-9C09-E99A295BDEF9}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{325E6399-82C4-4919-9C09-E99A295BDEF9}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