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6FA9A6-178F-4645-946A-85EF14831450}">
  <a:tblStyle styleId="{A26FA9A6-178F-4645-946A-85EF148314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{A26FA9A6-178F-4645-946A-85EF14831450}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{A26FA9A6-178F-4645-946A-85EF14831450}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