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74BF40A-615B-4436-80E8-FD5278B2B6AB}">
  <a:tblStyle styleId="{E74BF40A-615B-4436-80E8-FD5278B2B6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{E74BF40A-615B-4436-80E8-FD5278B2B6AB}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{E74BF40A-615B-4436-80E8-FD5278B2B6AB}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