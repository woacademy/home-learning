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FBB21D-9F10-43FC-940D-7473D27E28C4}">
  <a:tblStyle styleId="{43FBB21D-9F10-43FC-940D-7473D27E28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{43FBB21D-9F10-43FC-940D-7473D27E28C4}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{43FBB21D-9F10-43FC-940D-7473D27E28C4}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