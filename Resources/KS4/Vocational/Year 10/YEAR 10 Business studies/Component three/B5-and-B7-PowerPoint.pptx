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32D88C-A9DA-4C6D-885D-4EAEF5BA563E}">
  <a:tblStyle styleId="{4E32D88C-A9DA-4C6D-885D-4EAEF5BA56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{4E32D88C-A9DA-4C6D-885D-4EAEF5BA563E}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{4E32D88C-A9DA-4C6D-885D-4EAEF5BA563E}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