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FFDB67-64AB-4D7E-AD66-FEA5D364BF3E}">
  <a:tblStyle styleId="{A7FFDB67-64AB-4D7E-AD66-FEA5D364BF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{A7FFDB67-64AB-4D7E-AD66-FEA5D364BF3E}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{A7FFDB67-64AB-4D7E-AD66-FEA5D364BF3E}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