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BDE6D9-F7FD-4844-B436-02F015493EED}">
  <a:tblStyle styleId="{04BDE6D9-F7FD-4844-B436-02F015493E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{04BDE6D9-F7FD-4844-B436-02F015493EED}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{04BDE6D9-F7FD-4844-B436-02F015493EED}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