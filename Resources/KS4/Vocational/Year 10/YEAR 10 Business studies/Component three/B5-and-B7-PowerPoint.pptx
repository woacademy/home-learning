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D0DA40-B120-4CA7-A97F-C6E246A7F3A3}">
  <a:tblStyle styleId="{25D0DA40-B120-4CA7-A97F-C6E246A7F3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{25D0DA40-B120-4CA7-A97F-C6E246A7F3A3}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{25D0DA40-B120-4CA7-A97F-C6E246A7F3A3}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