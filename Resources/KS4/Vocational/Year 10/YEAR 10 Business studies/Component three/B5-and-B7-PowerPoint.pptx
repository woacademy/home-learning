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8D593F-A4C0-4EA4-99EF-088965E9545E}">
  <a:tblStyle styleId="{C68D593F-A4C0-4EA4-99EF-088965E954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{C68D593F-A4C0-4EA4-99EF-088965E9545E}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{C68D593F-A4C0-4EA4-99EF-088965E9545E}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