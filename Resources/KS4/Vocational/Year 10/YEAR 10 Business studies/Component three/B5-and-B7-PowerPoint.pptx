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FA44A-45BB-41CE-B6AF-F29CA4D3E9E2}">
  <a:tblStyle styleId="{FFAFA44A-45BB-41CE-B6AF-F29CA4D3E9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{FFAFA44A-45BB-41CE-B6AF-F29CA4D3E9E2}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{FFAFA44A-45BB-41CE-B6AF-F29CA4D3E9E2}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