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2B6942-8991-4B65-B903-DD23DF77A46B}">
  <a:tblStyle styleId="{5A2B6942-8991-4B65-B903-DD23DF77A4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{5A2B6942-8991-4B65-B903-DD23DF77A46B}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{5A2B6942-8991-4B65-B903-DD23DF77A46B}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