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5CE2E-ED15-4F33-8AA6-E7A31D8C2EB9}">
  <a:tblStyle styleId="{88C5CE2E-ED15-4F33-8AA6-E7A31D8C2E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{88C5CE2E-ED15-4F33-8AA6-E7A31D8C2EB9}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{88C5CE2E-ED15-4F33-8AA6-E7A31D8C2EB9}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