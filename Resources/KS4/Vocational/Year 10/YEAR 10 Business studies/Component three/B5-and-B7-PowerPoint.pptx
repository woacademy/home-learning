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911D68-A0E9-4156-B651-346F8309CF10}">
  <a:tblStyle styleId="{9C911D68-A0E9-4156-B651-346F8309CF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{9C911D68-A0E9-4156-B651-346F8309CF10}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{9C911D68-A0E9-4156-B651-346F8309CF10}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