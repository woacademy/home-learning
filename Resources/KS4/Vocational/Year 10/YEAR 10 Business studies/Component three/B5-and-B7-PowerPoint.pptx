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2C3E0BC-BB7B-43F2-B3D7-16B925367B4F}">
  <a:tblStyle styleId="{12C3E0BC-BB7B-43F2-B3D7-16B925367B4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9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7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{12C3E0BC-BB7B-43F2-B3D7-16B925367B4F}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{12C3E0BC-BB7B-43F2-B3D7-16B925367B4F}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