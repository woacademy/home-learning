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69BC47-A828-466E-85C6-A182C2289DDB}">
  <a:tblStyle styleId="{7D69BC47-A828-466E-85C6-A182C2289D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{7D69BC47-A828-466E-85C6-A182C2289DDB}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{7D69BC47-A828-466E-85C6-A182C2289DDB}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