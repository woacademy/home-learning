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49FB13-5A15-412B-B5DF-888576A068A5}">
  <a:tblStyle styleId="{E149FB13-5A15-412B-B5DF-888576A068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{E149FB13-5A15-412B-B5DF-888576A068A5}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{E149FB13-5A15-412B-B5DF-888576A068A5}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