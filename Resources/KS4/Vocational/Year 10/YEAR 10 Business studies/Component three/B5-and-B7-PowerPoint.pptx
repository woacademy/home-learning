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FC75F-498A-4127-90A9-E185BF45927F}">
  <a:tblStyle styleId="{C1CFC75F-498A-4127-90A9-E185BF4592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{C1CFC75F-498A-4127-90A9-E185BF45927F}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{C1CFC75F-498A-4127-90A9-E185BF45927F}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