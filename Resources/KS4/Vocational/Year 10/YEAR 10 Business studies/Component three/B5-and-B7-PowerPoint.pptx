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BF7C3C-CBF4-4401-96CE-2051D34231AE}">
  <a:tblStyle styleId="{E3BF7C3C-CBF4-4401-96CE-2051D34231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{E3BF7C3C-CBF4-4401-96CE-2051D34231AE}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{E3BF7C3C-CBF4-4401-96CE-2051D34231AE}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