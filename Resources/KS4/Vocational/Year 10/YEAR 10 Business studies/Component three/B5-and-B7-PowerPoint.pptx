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A2DC3C-3EF2-40B1-92A8-E298451575D7}">
  <a:tblStyle styleId="{E9A2DC3C-3EF2-40B1-92A8-E298451575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{E9A2DC3C-3EF2-40B1-92A8-E298451575D7}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{E9A2DC3C-3EF2-40B1-92A8-E298451575D7}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