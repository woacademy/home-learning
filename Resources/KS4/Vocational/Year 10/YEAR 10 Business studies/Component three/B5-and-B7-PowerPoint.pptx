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E44D9-B237-486F-BE9D-3858B332EBD9}">
  <a:tblStyle styleId="{BA3E44D9-B237-486F-BE9D-3858B332EB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{BA3E44D9-B237-486F-BE9D-3858B332EBD9}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{BA3E44D9-B237-486F-BE9D-3858B332EBD9}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