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017762-1EC8-4189-9CA1-09F84F625C75}">
  <a:tblStyle styleId="{D4017762-1EC8-4189-9CA1-09F84F625C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{D4017762-1EC8-4189-9CA1-09F84F625C75}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{D4017762-1EC8-4189-9CA1-09F84F625C75}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