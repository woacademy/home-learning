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8EA05-83F8-487D-9EA1-0E3790DF2325}">
  <a:tblStyle styleId="{54D8EA05-83F8-487D-9EA1-0E3790DF2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{54D8EA05-83F8-487D-9EA1-0E3790DF2325}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{54D8EA05-83F8-487D-9EA1-0E3790DF2325}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