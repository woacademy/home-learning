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97C29F-60D8-46AC-88D8-8B1CDCEB4BDD}">
  <a:tblStyle styleId="{7A97C29F-60D8-46AC-88D8-8B1CDCEB4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{7A97C29F-60D8-46AC-88D8-8B1CDCEB4BDD}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{7A97C29F-60D8-46AC-88D8-8B1CDCEB4BDD}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