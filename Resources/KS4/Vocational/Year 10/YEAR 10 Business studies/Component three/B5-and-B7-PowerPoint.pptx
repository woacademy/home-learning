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063A4B-B5B9-47B5-B9FA-53F1D720CE03}">
  <a:tblStyle styleId="{96063A4B-B5B9-47B5-B9FA-53F1D720CE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{96063A4B-B5B9-47B5-B9FA-53F1D720CE03}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{96063A4B-B5B9-47B5-B9FA-53F1D720CE03}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