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2D0D37-DBF8-4E08-8D4C-4CC690ADDCF3}">
  <a:tblStyle styleId="{4B2D0D37-DBF8-4E08-8D4C-4CC690ADDC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{4B2D0D37-DBF8-4E08-8D4C-4CC690ADDCF3}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{4B2D0D37-DBF8-4E08-8D4C-4CC690ADDCF3}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