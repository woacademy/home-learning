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8C09E0-5CDE-41B6-B691-F50B1ADC45AA}">
  <a:tblStyle styleId="{AD8C09E0-5CDE-41B6-B691-F50B1ADC45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{AD8C09E0-5CDE-41B6-B691-F50B1ADC45AA}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{AD8C09E0-5CDE-41B6-B691-F50B1ADC45AA}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