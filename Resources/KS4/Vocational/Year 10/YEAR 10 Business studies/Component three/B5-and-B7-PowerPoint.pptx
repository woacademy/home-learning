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3F7F013-04AE-4A2E-B03B-49342F9415C4}">
  <a:tblStyle styleId="{23F7F013-04AE-4A2E-B03B-49342F9415C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{23F7F013-04AE-4A2E-B03B-49342F9415C4}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{23F7F013-04AE-4A2E-B03B-49342F9415C4}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