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0E0680-683B-437D-883B-80564CB1D27A}">
  <a:tblStyle styleId="{9A0E0680-683B-437D-883B-80564CB1D2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{9A0E0680-683B-437D-883B-80564CB1D27A}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{9A0E0680-683B-437D-883B-80564CB1D27A}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