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3E39FF-997C-464E-B1D6-AD036FE12723}">
  <a:tblStyle styleId="{FD3E39FF-997C-464E-B1D6-AD036FE127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{FD3E39FF-997C-464E-B1D6-AD036FE12723}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{FD3E39FF-997C-464E-B1D6-AD036FE12723}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