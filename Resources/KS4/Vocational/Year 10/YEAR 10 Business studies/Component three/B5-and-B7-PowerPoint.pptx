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469FE1-80A0-4F67-B9FC-EC64611CAE6B}">
  <a:tblStyle styleId="{58469FE1-80A0-4F67-B9FC-EC64611CAE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{58469FE1-80A0-4F67-B9FC-EC64611CAE6B}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{58469FE1-80A0-4F67-B9FC-EC64611CAE6B}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