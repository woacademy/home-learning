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0018E3-D5E7-4E7E-81FF-7E29AFFBA472}">
  <a:tblStyle styleId="{CE0018E3-D5E7-4E7E-81FF-7E29AFFBA4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{CE0018E3-D5E7-4E7E-81FF-7E29AFFBA472}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{CE0018E3-D5E7-4E7E-81FF-7E29AFFBA472}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