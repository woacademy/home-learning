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9E6397-CD6A-4345-B6A7-B400F4DB4D5E}">
  <a:tblStyle styleId="{509E6397-CD6A-4345-B6A7-B400F4DB4D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{509E6397-CD6A-4345-B6A7-B400F4DB4D5E}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{509E6397-CD6A-4345-B6A7-B400F4DB4D5E}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