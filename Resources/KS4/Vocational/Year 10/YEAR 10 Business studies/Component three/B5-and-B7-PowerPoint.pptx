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941DB5-E9B1-4E93-981F-13C61F09A745}">
  <a:tblStyle styleId="{E7941DB5-E9B1-4E93-981F-13C61F09A7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{E7941DB5-E9B1-4E93-981F-13C61F09A745}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{E7941DB5-E9B1-4E93-981F-13C61F09A745}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