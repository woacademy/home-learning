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3356FC-B16C-4AB4-8DB2-92676DFB03CE}">
  <a:tblStyle styleId="{9C3356FC-B16C-4AB4-8DB2-92676DFB0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{9C3356FC-B16C-4AB4-8DB2-92676DFB03CE}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{9C3356FC-B16C-4AB4-8DB2-92676DFB03CE}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