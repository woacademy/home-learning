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E65F67-05EA-439F-BEE4-CF174A379007}">
  <a:tblStyle styleId="{44E65F67-05EA-439F-BEE4-CF174A3790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{44E65F67-05EA-439F-BEE4-CF174A379007}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{44E65F67-05EA-439F-BEE4-CF174A379007}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