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69C71C-5085-4BB5-A8A2-D113ED2A3A17}">
  <a:tblStyle styleId="{5069C71C-5085-4BB5-A8A2-D113ED2A3A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{5069C71C-5085-4BB5-A8A2-D113ED2A3A17}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{5069C71C-5085-4BB5-A8A2-D113ED2A3A17}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