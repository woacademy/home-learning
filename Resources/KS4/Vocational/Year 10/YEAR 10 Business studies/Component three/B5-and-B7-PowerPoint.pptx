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0BD35B-443A-420F-AA5E-D3327E64D96C}">
  <a:tblStyle styleId="{D30BD35B-443A-420F-AA5E-D3327E64D9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{D30BD35B-443A-420F-AA5E-D3327E64D96C}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{D30BD35B-443A-420F-AA5E-D3327E64D96C}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