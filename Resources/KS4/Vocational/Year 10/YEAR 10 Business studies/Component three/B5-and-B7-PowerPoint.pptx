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9376E8-A08B-40A6-9DC6-3E3353FED822}">
  <a:tblStyle styleId="{FE9376E8-A08B-40A6-9DC6-3E3353FED8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{FE9376E8-A08B-40A6-9DC6-3E3353FED822}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{FE9376E8-A08B-40A6-9DC6-3E3353FED822}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