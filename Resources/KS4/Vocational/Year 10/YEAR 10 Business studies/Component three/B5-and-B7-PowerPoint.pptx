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F5B2DF9-6C69-4219-B8CD-08B3DAA6935D}">
  <a:tblStyle styleId="{0F5B2DF9-6C69-4219-B8CD-08B3DAA6935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{0F5B2DF9-6C69-4219-B8CD-08B3DAA6935D}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{0F5B2DF9-6C69-4219-B8CD-08B3DAA6935D}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