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BA8C891-F227-4DED-AA99-8010690AAFF1}">
  <a:tblStyle styleId="{7BA8C891-F227-4DED-AA99-8010690AAF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{7BA8C891-F227-4DED-AA99-8010690AAFF1}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{7BA8C891-F227-4DED-AA99-8010690AAFF1}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