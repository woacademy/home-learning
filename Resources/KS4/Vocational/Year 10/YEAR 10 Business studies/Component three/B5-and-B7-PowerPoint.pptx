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456DD7-959A-4D8F-BE43-31898A5D352F}">
  <a:tblStyle styleId="{D9456DD7-959A-4D8F-BE43-31898A5D35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{D9456DD7-959A-4D8F-BE43-31898A5D352F}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{D9456DD7-959A-4D8F-BE43-31898A5D352F}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