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3F7D3C-9A0D-4425-BA05-683EDC92A7E5}">
  <a:tblStyle styleId="{E43F7D3C-9A0D-4425-BA05-683EDC92A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{E43F7D3C-9A0D-4425-BA05-683EDC92A7E5}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{E43F7D3C-9A0D-4425-BA05-683EDC92A7E5}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