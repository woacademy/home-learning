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DD4414-98D5-47AD-9A11-B0484DA785CB}">
  <a:tblStyle styleId="{6DDD4414-98D5-47AD-9A11-B0484DA785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{6DDD4414-98D5-47AD-9A11-B0484DA785CB}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{6DDD4414-98D5-47AD-9A11-B0484DA785CB}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