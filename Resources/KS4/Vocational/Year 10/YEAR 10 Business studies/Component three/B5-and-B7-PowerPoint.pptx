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B1B7A5-191F-4A5E-8CFB-797ED5F62D98}">
  <a:tblStyle styleId="{6FB1B7A5-191F-4A5E-8CFB-797ED5F62D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{6FB1B7A5-191F-4A5E-8CFB-797ED5F62D98}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{6FB1B7A5-191F-4A5E-8CFB-797ED5F62D98}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