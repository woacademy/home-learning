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48E78C-7F8A-4810-A6AD-C11075BE9C13}">
  <a:tblStyle styleId="{2948E78C-7F8A-4810-A6AD-C11075BE9C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{2948E78C-7F8A-4810-A6AD-C11075BE9C13}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{2948E78C-7F8A-4810-A6AD-C11075BE9C13}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