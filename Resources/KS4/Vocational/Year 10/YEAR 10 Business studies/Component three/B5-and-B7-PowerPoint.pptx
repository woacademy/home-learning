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0D21A5-F0D5-4799-9D45-D3F324062D4D}">
  <a:tblStyle styleId="{450D21A5-F0D5-4799-9D45-D3F324062D4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{450D21A5-F0D5-4799-9D45-D3F324062D4D}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{450D21A5-F0D5-4799-9D45-D3F324062D4D}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