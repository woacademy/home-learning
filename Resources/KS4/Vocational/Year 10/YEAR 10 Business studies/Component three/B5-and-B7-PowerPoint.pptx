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5AC4FF-C9B5-4F9B-8DA4-3C626F1C9573}">
  <a:tblStyle styleId="{235AC4FF-C9B5-4F9B-8DA4-3C626F1C95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{235AC4FF-C9B5-4F9B-8DA4-3C626F1C9573}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{235AC4FF-C9B5-4F9B-8DA4-3C626F1C9573}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