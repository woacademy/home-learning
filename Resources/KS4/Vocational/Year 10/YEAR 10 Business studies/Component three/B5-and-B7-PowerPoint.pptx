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222A79-4792-4294-90C5-C5C0371B7E66}">
  <a:tblStyle styleId="{59222A79-4792-4294-90C5-C5C0371B7E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{59222A79-4792-4294-90C5-C5C0371B7E66}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{59222A79-4792-4294-90C5-C5C0371B7E66}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