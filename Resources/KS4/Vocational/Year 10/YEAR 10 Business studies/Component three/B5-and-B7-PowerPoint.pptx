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EC8C55-9CF1-4BB2-8532-68526EC9AA42}">
  <a:tblStyle styleId="{42EC8C55-9CF1-4BB2-8532-68526EC9AA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{42EC8C55-9CF1-4BB2-8532-68526EC9AA42}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{42EC8C55-9CF1-4BB2-8532-68526EC9AA42}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