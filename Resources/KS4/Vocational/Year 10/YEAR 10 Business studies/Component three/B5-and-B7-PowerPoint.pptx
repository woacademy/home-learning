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F7DD3C-E0C1-46DA-9D5B-89E0839BF5E1}">
  <a:tblStyle styleId="{90F7DD3C-E0C1-46DA-9D5B-89E0839BF5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{90F7DD3C-E0C1-46DA-9D5B-89E0839BF5E1}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{90F7DD3C-E0C1-46DA-9D5B-89E0839BF5E1}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