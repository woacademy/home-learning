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6B6C70-7321-4E24-90D1-7B8D132D8FBC}">
  <a:tblStyle styleId="{476B6C70-7321-4E24-90D1-7B8D132D8F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{476B6C70-7321-4E24-90D1-7B8D132D8FBC}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{476B6C70-7321-4E24-90D1-7B8D132D8FBC}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