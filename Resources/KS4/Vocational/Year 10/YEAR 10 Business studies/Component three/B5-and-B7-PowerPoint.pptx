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6C3261-B83F-4B63-96E0-F76633EEBCC0}">
  <a:tblStyle styleId="{596C3261-B83F-4B63-96E0-F76633EEBC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{596C3261-B83F-4B63-96E0-F76633EEBCC0}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{596C3261-B83F-4B63-96E0-F76633EEBCC0}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