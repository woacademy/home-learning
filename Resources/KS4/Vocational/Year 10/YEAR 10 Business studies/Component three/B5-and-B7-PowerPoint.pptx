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8B7018-A044-42FA-812E-8CDF97F6EB0F}">
  <a:tblStyle styleId="{C28B7018-A044-42FA-812E-8CDF97F6EB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{C28B7018-A044-42FA-812E-8CDF97F6EB0F}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{C28B7018-A044-42FA-812E-8CDF97F6EB0F}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