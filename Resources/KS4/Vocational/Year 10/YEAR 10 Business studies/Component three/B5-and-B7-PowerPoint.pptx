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F5C23F-82E7-43B1-85F8-F8BF515FAF00}">
  <a:tblStyle styleId="{7FF5C23F-82E7-43B1-85F8-F8BF515FAF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{7FF5C23F-82E7-43B1-85F8-F8BF515FAF00}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{7FF5C23F-82E7-43B1-85F8-F8BF515FAF00}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