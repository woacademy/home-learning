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4F90A-FD2B-4017-B0FB-4792F8167B44}">
  <a:tblStyle styleId="{70F4F90A-FD2B-4017-B0FB-4792F8167B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{70F4F90A-FD2B-4017-B0FB-4792F8167B44}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{70F4F90A-FD2B-4017-B0FB-4792F8167B44}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