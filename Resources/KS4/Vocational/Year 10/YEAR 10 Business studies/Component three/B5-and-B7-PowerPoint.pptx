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942E32-E40D-4F2E-97AB-69A6F0E9F7C1}">
  <a:tblStyle styleId="{E4942E32-E40D-4F2E-97AB-69A6F0E9F7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{E4942E32-E40D-4F2E-97AB-69A6F0E9F7C1}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{E4942E32-E40D-4F2E-97AB-69A6F0E9F7C1}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