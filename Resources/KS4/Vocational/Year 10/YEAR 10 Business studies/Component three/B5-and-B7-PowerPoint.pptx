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E517A7-D3AB-41CC-BAC1-2F0FB94BBFAE}">
  <a:tblStyle styleId="{2DE517A7-D3AB-41CC-BAC1-2F0FB94BBF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{2DE517A7-D3AB-41CC-BAC1-2F0FB94BBFAE}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{2DE517A7-D3AB-41CC-BAC1-2F0FB94BBFAE}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