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93757C-29DF-4C8C-9A14-5C17AE98DA39}">
  <a:tblStyle styleId="{BF93757C-29DF-4C8C-9A14-5C17AE98DA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{BF93757C-29DF-4C8C-9A14-5C17AE98DA39}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{BF93757C-29DF-4C8C-9A14-5C17AE98DA39}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