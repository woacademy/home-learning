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2009F4-178B-4588-BB61-76C3F1923A3C}">
  <a:tblStyle styleId="{ED2009F4-178B-4588-BB61-76C3F1923A3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{ED2009F4-178B-4588-BB61-76C3F1923A3C}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{ED2009F4-178B-4588-BB61-76C3F1923A3C}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