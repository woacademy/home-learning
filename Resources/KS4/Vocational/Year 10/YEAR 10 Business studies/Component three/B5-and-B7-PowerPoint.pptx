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767012-8AB1-4C25-9D00-30A4429B2436}">
  <a:tblStyle styleId="{BE767012-8AB1-4C25-9D00-30A4429B24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{BE767012-8AB1-4C25-9D00-30A4429B2436}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{BE767012-8AB1-4C25-9D00-30A4429B2436}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