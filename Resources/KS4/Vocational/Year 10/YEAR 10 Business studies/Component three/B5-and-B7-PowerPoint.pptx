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0E3986-0AB1-407B-BE1A-3F25D9A46444}">
  <a:tblStyle styleId="{4A0E3986-0AB1-407B-BE1A-3F25D9A464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{4A0E3986-0AB1-407B-BE1A-3F25D9A46444}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{4A0E3986-0AB1-407B-BE1A-3F25D9A46444}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