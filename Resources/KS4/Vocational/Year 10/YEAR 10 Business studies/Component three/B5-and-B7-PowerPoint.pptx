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6A331-EFD2-4C87-9A3A-E82390DC883F}">
  <a:tblStyle styleId="{3D76A331-EFD2-4C87-9A3A-E82390DC88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{3D76A331-EFD2-4C87-9A3A-E82390DC883F}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{3D76A331-EFD2-4C87-9A3A-E82390DC883F}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