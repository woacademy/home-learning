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1604CE5-C168-4D5E-8ABA-91D677E34095}">
  <a:tblStyle styleId="{61604CE5-C168-4D5E-8ABA-91D677E340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{61604CE5-C168-4D5E-8ABA-91D677E34095}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{61604CE5-C168-4D5E-8ABA-91D677E34095}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