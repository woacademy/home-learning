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FB7BD85-1EEB-47D9-BC8A-7B93EF59F833}">
  <a:tblStyle styleId="{BFB7BD85-1EEB-47D9-BC8A-7B93EF59F83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2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1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{BFB7BD85-1EEB-47D9-BC8A-7B93EF59F833}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{BFB7BD85-1EEB-47D9-BC8A-7B93EF59F833}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