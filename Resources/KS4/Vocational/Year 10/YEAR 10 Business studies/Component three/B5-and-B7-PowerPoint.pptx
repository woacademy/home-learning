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1ED0F6-7869-456C-A969-FDE41339C9AA}">
  <a:tblStyle styleId="{3F1ED0F6-7869-456C-A969-FDE41339C9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{3F1ED0F6-7869-456C-A969-FDE41339C9AA}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{3F1ED0F6-7869-456C-A969-FDE41339C9AA}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