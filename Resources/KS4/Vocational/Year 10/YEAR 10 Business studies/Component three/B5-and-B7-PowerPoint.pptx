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DD158-55B1-409D-8E26-03B2424C219B}">
  <a:tblStyle styleId="{1D1DD158-55B1-409D-8E26-03B2424C21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{1D1DD158-55B1-409D-8E26-03B2424C219B}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{1D1DD158-55B1-409D-8E26-03B2424C219B}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