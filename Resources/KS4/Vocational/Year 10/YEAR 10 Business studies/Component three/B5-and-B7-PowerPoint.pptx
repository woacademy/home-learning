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492383-5AC4-4305-815B-9751E8C134DA}">
  <a:tblStyle styleId="{1E492383-5AC4-4305-815B-9751E8C134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{1E492383-5AC4-4305-815B-9751E8C134DA}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{1E492383-5AC4-4305-815B-9751E8C134DA}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