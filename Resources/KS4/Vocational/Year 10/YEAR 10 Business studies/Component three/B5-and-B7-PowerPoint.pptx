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E7C7F2F-3098-417B-9DB1-441F038EE13E}">
  <a:tblStyle styleId="{5E7C7F2F-3098-417B-9DB1-441F038EE1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{5E7C7F2F-3098-417B-9DB1-441F038EE13E}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{5E7C7F2F-3098-417B-9DB1-441F038EE13E}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