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FF6E2F-AA86-4E75-A8CB-D5303D43620A}">
  <a:tblStyle styleId="{99FF6E2F-AA86-4E75-A8CB-D5303D43620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{99FF6E2F-AA86-4E75-A8CB-D5303D43620A}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{99FF6E2F-AA86-4E75-A8CB-D5303D43620A}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