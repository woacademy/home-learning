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A4819A-C654-4E5E-A6CE-F48D563F3B03}">
  <a:tblStyle styleId="{FDA4819A-C654-4E5E-A6CE-F48D563F3B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{FDA4819A-C654-4E5E-A6CE-F48D563F3B03}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{FDA4819A-C654-4E5E-A6CE-F48D563F3B03}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