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0D24FE-568C-4601-88B3-4E159433DFB5}">
  <a:tblStyle styleId="{CD0D24FE-568C-4601-88B3-4E159433DF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{CD0D24FE-568C-4601-88B3-4E159433DFB5}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{CD0D24FE-568C-4601-88B3-4E159433DFB5}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