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5B2DDA-DE3B-4707-8F1D-C9E435F954CC}">
  <a:tblStyle styleId="{1C5B2DDA-DE3B-4707-8F1D-C9E435F954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{1C5B2DDA-DE3B-4707-8F1D-C9E435F954CC}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{1C5B2DDA-DE3B-4707-8F1D-C9E435F954CC}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