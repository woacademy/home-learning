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99429E-4E89-4276-9626-79A4D416F782}">
  <a:tblStyle styleId="{8599429E-4E89-4276-9626-79A4D416F7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{8599429E-4E89-4276-9626-79A4D416F782}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{8599429E-4E89-4276-9626-79A4D416F782}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