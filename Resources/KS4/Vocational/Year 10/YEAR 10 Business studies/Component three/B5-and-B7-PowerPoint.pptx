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A36433-1288-4895-AA61-D405487F3ABC}">
  <a:tblStyle styleId="{FFA36433-1288-4895-AA61-D405487F3A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{FFA36433-1288-4895-AA61-D405487F3ABC}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{FFA36433-1288-4895-AA61-D405487F3ABC}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