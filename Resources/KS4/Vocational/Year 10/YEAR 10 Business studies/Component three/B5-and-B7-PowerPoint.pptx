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E2DAD4-B406-4F0F-8821-9D6AE6499F92}">
  <a:tblStyle styleId="{64E2DAD4-B406-4F0F-8821-9D6AE6499F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{64E2DAD4-B406-4F0F-8821-9D6AE6499F92}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{64E2DAD4-B406-4F0F-8821-9D6AE6499F92}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