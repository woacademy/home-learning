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063C75-265D-4148-8C61-23AD311877BA}">
  <a:tblStyle styleId="{B5063C75-265D-4148-8C61-23AD311877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{B5063C75-265D-4148-8C61-23AD311877BA}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{B5063C75-265D-4148-8C61-23AD311877BA}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