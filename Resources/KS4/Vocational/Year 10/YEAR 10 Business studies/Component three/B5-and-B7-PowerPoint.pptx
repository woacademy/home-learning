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3A9C12F-C883-4499-B5D9-F309F9F7C062}">
  <a:tblStyle styleId="{43A9C12F-C883-4499-B5D9-F309F9F7C06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{43A9C12F-C883-4499-B5D9-F309F9F7C062}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{43A9C12F-C883-4499-B5D9-F309F9F7C062}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