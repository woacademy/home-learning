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7AD763-8E80-4DEE-AA96-6121BF2F1B1E}">
  <a:tblStyle styleId="{5A7AD763-8E80-4DEE-AA96-6121BF2F1B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{5A7AD763-8E80-4DEE-AA96-6121BF2F1B1E}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{5A7AD763-8E80-4DEE-AA96-6121BF2F1B1E}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