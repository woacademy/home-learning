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E5904D-E7A1-4AEE-8425-7F04169C5183}">
  <a:tblStyle styleId="{7EE5904D-E7A1-4AEE-8425-7F04169C51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{7EE5904D-E7A1-4AEE-8425-7F04169C5183}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{7EE5904D-E7A1-4AEE-8425-7F04169C5183}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