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9D3435-3680-4B4F-B5BC-89A6EC8CE66F}">
  <a:tblStyle styleId="{8D9D3435-3680-4B4F-B5BC-89A6EC8CE6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{8D9D3435-3680-4B4F-B5BC-89A6EC8CE66F}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{8D9D3435-3680-4B4F-B5BC-89A6EC8CE66F}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