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BC9A67-0A9F-4656-A94F-70F0CC727DE8}">
  <a:tblStyle styleId="{66BC9A67-0A9F-4656-A94F-70F0CC727D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{66BC9A67-0A9F-4656-A94F-70F0CC727DE8}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{66BC9A67-0A9F-4656-A94F-70F0CC727DE8}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