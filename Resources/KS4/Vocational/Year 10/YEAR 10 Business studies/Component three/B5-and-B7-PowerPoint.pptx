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4BAAFD-3CE7-4362-A805-FCBC2B68B1BD}">
  <a:tblStyle styleId="{4A4BAAFD-3CE7-4362-A805-FCBC2B68B1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{4A4BAAFD-3CE7-4362-A805-FCBC2B68B1BD}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{4A4BAAFD-3CE7-4362-A805-FCBC2B68B1BD}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