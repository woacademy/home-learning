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97ECB8-A55B-4D43-939B-86EB6E53E24D}">
  <a:tblStyle styleId="{F597ECB8-A55B-4D43-939B-86EB6E53E2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{F597ECB8-A55B-4D43-939B-86EB6E53E24D}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{F597ECB8-A55B-4D43-939B-86EB6E53E24D}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