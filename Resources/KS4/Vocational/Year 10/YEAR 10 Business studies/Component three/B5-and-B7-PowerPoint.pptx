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98AFE2-104C-41D3-95FA-6809C0511F13}">
  <a:tblStyle styleId="{7298AFE2-104C-41D3-95FA-6809C0511F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{7298AFE2-104C-41D3-95FA-6809C0511F13}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{7298AFE2-104C-41D3-95FA-6809C0511F13}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