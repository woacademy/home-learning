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7971DFC-A5FA-4EAD-819B-142953810F8B}">
  <a:tblStyle styleId="{A7971DFC-A5FA-4EAD-819B-142953810F8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{A7971DFC-A5FA-4EAD-819B-142953810F8B}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{A7971DFC-A5FA-4EAD-819B-142953810F8B}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