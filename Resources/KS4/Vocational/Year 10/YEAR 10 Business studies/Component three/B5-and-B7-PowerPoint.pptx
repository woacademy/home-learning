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46BC64-D438-4AAD-9D8E-BCCCA85F4ABB}">
  <a:tblStyle styleId="{7A46BC64-D438-4AAD-9D8E-BCCCA85F4A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{7A46BC64-D438-4AAD-9D8E-BCCCA85F4ABB}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{7A46BC64-D438-4AAD-9D8E-BCCCA85F4ABB}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