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7B02C-FFED-458B-A2B4-0F7D3FA66CDC}">
  <a:tblStyle styleId="{ACF7B02C-FFED-458B-A2B4-0F7D3FA66C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{ACF7B02C-FFED-458B-A2B4-0F7D3FA66CDC}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{ACF7B02C-FFED-458B-A2B4-0F7D3FA66CDC}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