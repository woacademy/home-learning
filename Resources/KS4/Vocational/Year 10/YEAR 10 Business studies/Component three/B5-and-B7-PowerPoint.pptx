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CBB88D-1D45-4DB8-B0C6-1C847E231508}">
  <a:tblStyle styleId="{91CBB88D-1D45-4DB8-B0C6-1C847E2315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{91CBB88D-1D45-4DB8-B0C6-1C847E231508}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{91CBB88D-1D45-4DB8-B0C6-1C847E231508}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