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BBC50-E341-4730-842E-D9A50E95CBEA}">
  <a:tblStyle styleId="{343BBC50-E341-4730-842E-D9A50E95CB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{343BBC50-E341-4730-842E-D9A50E95CBEA}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{343BBC50-E341-4730-842E-D9A50E95CBEA}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