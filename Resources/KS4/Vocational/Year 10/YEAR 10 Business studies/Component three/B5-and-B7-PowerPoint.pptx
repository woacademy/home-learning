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505965-5F74-45E8-BC2F-CB43A097C439}">
  <a:tblStyle styleId="{9B505965-5F74-45E8-BC2F-CB43A097C4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{9B505965-5F74-45E8-BC2F-CB43A097C439}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{9B505965-5F74-45E8-BC2F-CB43A097C439}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