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D4B890-7D05-4D66-B7EA-870E3D7ADB0F}">
  <a:tblStyle styleId="{EAD4B890-7D05-4D66-B7EA-870E3D7ADB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{EAD4B890-7D05-4D66-B7EA-870E3D7ADB0F}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{EAD4B890-7D05-4D66-B7EA-870E3D7ADB0F}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