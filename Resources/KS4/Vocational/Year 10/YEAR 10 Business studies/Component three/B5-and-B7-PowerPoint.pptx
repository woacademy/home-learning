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9FDCE8-210C-4B2C-8475-5142C3722BD4}">
  <a:tblStyle styleId="{109FDCE8-210C-4B2C-8475-5142C3722B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{109FDCE8-210C-4B2C-8475-5142C3722BD4}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{109FDCE8-210C-4B2C-8475-5142C3722BD4}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