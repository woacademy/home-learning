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C9016C-99B3-400A-8E9F-78456C32D651}">
  <a:tblStyle styleId="{53C9016C-99B3-400A-8E9F-78456C32D6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{53C9016C-99B3-400A-8E9F-78456C32D651}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{53C9016C-99B3-400A-8E9F-78456C32D651}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