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5CEA00-1417-43F2-A4B1-BD7F26C06E7C}">
  <a:tblStyle styleId="{C95CEA00-1417-43F2-A4B1-BD7F26C06E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{C95CEA00-1417-43F2-A4B1-BD7F26C06E7C}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{C95CEA00-1417-43F2-A4B1-BD7F26C06E7C}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