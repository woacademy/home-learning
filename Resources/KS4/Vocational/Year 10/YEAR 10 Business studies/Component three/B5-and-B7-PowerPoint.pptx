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183705-CABC-4E31-9F73-6CDDA66CDB81}">
  <a:tblStyle styleId="{DF183705-CABC-4E31-9F73-6CDDA66CDB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{DF183705-CABC-4E31-9F73-6CDDA66CDB81}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{DF183705-CABC-4E31-9F73-6CDDA66CDB81}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