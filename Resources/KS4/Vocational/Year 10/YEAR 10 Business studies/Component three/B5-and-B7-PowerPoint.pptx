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9539379-FD8A-4054-84F8-DEED92243AEF}">
  <a:tblStyle styleId="{89539379-FD8A-4054-84F8-DEED92243AE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{89539379-FD8A-4054-84F8-DEED92243AEF}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{89539379-FD8A-4054-84F8-DEED92243AEF}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