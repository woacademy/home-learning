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316E5-8205-4AAB-A4D6-7AC051B76CE8}">
  <a:tblStyle styleId="{EB4316E5-8205-4AAB-A4D6-7AC051B76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{EB4316E5-8205-4AAB-A4D6-7AC051B76CE8}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{EB4316E5-8205-4AAB-A4D6-7AC051B76CE8}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