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4692FE-28CB-41C6-9619-76065D8332A6}">
  <a:tblStyle styleId="{084692FE-28CB-41C6-9619-76065D8332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{084692FE-28CB-41C6-9619-76065D8332A6}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{084692FE-28CB-41C6-9619-76065D8332A6}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