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4C67B7-3964-4DAF-8F79-4886C333C44D}">
  <a:tblStyle styleId="{2D4C67B7-3964-4DAF-8F79-4886C333C4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{2D4C67B7-3964-4DAF-8F79-4886C333C44D}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{2D4C67B7-3964-4DAF-8F79-4886C333C44D}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