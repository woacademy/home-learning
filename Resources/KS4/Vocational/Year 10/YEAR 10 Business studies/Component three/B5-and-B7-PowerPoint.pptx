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C0E10E4-4DCB-4345-9B96-BE5DDDB41AF9}">
  <a:tblStyle styleId="{BC0E10E4-4DCB-4345-9B96-BE5DDDB41AF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{BC0E10E4-4DCB-4345-9B96-BE5DDDB41AF9}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{BC0E10E4-4DCB-4345-9B96-BE5DDDB41AF9}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