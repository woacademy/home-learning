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3545CC-B076-4D76-AE51-96FC98FEA1E3}">
  <a:tblStyle styleId="{483545CC-B076-4D76-AE51-96FC98FEA1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{483545CC-B076-4D76-AE51-96FC98FEA1E3}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{483545CC-B076-4D76-AE51-96FC98FEA1E3}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