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20450DA-62A4-4B30-B220-739AD8374846}">
  <a:tblStyle styleId="{120450DA-62A4-4B30-B220-739AD837484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{120450DA-62A4-4B30-B220-739AD8374846}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{120450DA-62A4-4B30-B220-739AD8374846}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