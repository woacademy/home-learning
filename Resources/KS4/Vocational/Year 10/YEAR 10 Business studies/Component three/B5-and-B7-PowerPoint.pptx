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470FC4-F8E2-46AE-813C-C90A989A52BC}">
  <a:tblStyle styleId="{02470FC4-F8E2-46AE-813C-C90A989A52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{02470FC4-F8E2-46AE-813C-C90A989A52BC}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{02470FC4-F8E2-46AE-813C-C90A989A52BC}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