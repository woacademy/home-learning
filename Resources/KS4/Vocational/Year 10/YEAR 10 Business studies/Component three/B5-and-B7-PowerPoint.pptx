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9CDDE9-3EB5-4378-8CC5-1F0F47901285}">
  <a:tblStyle styleId="{839CDDE9-3EB5-4378-8CC5-1F0F479012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{839CDDE9-3EB5-4378-8CC5-1F0F47901285}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{839CDDE9-3EB5-4378-8CC5-1F0F47901285}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