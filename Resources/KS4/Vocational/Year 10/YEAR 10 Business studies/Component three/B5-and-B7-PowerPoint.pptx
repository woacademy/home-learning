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2EEE587-87E4-42A2-9C5D-E30451D045FA}">
  <a:tblStyle styleId="{F2EEE587-87E4-42A2-9C5D-E30451D045F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5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{F2EEE587-87E4-42A2-9C5D-E30451D045FA}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{F2EEE587-87E4-42A2-9C5D-E30451D045FA}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