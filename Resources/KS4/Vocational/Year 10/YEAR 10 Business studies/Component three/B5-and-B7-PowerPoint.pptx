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5BCF29-8A60-4E4F-A724-14E61C1A8540}">
  <a:tblStyle styleId="{C65BCF29-8A60-4E4F-A724-14E61C1A85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{C65BCF29-8A60-4E4F-A724-14E61C1A8540}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{C65BCF29-8A60-4E4F-A724-14E61C1A8540}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