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A59AF2-71D5-4EFA-AA1E-F10E0EA51105}">
  <a:tblStyle styleId="{DFA59AF2-71D5-4EFA-AA1E-F10E0EA511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{DFA59AF2-71D5-4EFA-AA1E-F10E0EA51105}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{DFA59AF2-71D5-4EFA-AA1E-F10E0EA51105}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