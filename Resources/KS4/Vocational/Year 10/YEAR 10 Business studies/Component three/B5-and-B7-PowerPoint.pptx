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C73B6C-BD99-4C08-A363-1DD743E8D52D}">
  <a:tblStyle styleId="{99C73B6C-BD99-4C08-A363-1DD743E8D5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{99C73B6C-BD99-4C08-A363-1DD743E8D52D}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{99C73B6C-BD99-4C08-A363-1DD743E8D52D}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