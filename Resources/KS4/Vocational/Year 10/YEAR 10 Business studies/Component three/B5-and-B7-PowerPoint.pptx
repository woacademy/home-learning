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174EAA-B2BC-45C1-8D86-C459813429DE}">
  <a:tblStyle styleId="{EE174EAA-B2BC-45C1-8D86-C459813429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{EE174EAA-B2BC-45C1-8D86-C459813429DE}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{EE174EAA-B2BC-45C1-8D86-C459813429DE}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