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131553-2AC1-4806-A4D1-6A034CDD00AA}">
  <a:tblStyle styleId="{25131553-2AC1-4806-A4D1-6A034CDD00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{25131553-2AC1-4806-A4D1-6A034CDD00AA}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{25131553-2AC1-4806-A4D1-6A034CDD00AA}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