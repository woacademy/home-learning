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EED5CF-FF61-4C81-9F64-6DADF2EC9F4A}">
  <a:tblStyle styleId="{41EED5CF-FF61-4C81-9F64-6DADF2EC9F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{41EED5CF-FF61-4C81-9F64-6DADF2EC9F4A}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{41EED5CF-FF61-4C81-9F64-6DADF2EC9F4A}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