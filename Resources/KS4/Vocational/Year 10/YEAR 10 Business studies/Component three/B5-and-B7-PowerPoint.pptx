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457DB6D-B6FB-4A6F-B65C-0431F6CEFE3D}">
  <a:tblStyle styleId="{B457DB6D-B6FB-4A6F-B65C-0431F6CEFE3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{B457DB6D-B6FB-4A6F-B65C-0431F6CEFE3D}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{B457DB6D-B6FB-4A6F-B65C-0431F6CEFE3D}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