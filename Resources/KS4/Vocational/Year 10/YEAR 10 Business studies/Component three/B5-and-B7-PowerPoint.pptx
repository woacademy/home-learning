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C77FE4-66A4-4CF2-B250-EB11C12262E6}">
  <a:tblStyle styleId="{F6C77FE4-66A4-4CF2-B250-EB11C1226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{F6C77FE4-66A4-4CF2-B250-EB11C12262E6}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{F6C77FE4-66A4-4CF2-B250-EB11C12262E6}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