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CCEF7A-7D05-4BC0-BB22-877A5A91DAE3}">
  <a:tblStyle styleId="{CECCEF7A-7D05-4BC0-BB22-877A5A91DA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{CECCEF7A-7D05-4BC0-BB22-877A5A91DAE3}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{CECCEF7A-7D05-4BC0-BB22-877A5A91DAE3}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