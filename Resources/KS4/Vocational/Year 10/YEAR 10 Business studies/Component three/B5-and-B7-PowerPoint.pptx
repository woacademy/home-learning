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F30C75-90A3-4CEB-9A83-B6639915B7A5}">
  <a:tblStyle styleId="{DFF30C75-90A3-4CEB-9A83-B6639915B7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{DFF30C75-90A3-4CEB-9A83-B6639915B7A5}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{DFF30C75-90A3-4CEB-9A83-B6639915B7A5}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