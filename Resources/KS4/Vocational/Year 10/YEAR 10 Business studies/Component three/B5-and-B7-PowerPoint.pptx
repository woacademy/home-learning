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12ADD5-DCCB-45F8-9259-F4733190AE21}">
  <a:tblStyle styleId="{AE12ADD5-DCCB-45F8-9259-F4733190AE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{AE12ADD5-DCCB-45F8-9259-F4733190AE21}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{AE12ADD5-DCCB-45F8-9259-F4733190AE21}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