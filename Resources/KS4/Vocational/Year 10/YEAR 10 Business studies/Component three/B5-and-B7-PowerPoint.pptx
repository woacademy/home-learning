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2E4F136-679A-45F0-8F8B-660A5C3CEB4E}">
  <a:tblStyle styleId="{32E4F136-679A-45F0-8F8B-660A5C3CEB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{32E4F136-679A-45F0-8F8B-660A5C3CEB4E}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{32E4F136-679A-45F0-8F8B-660A5C3CEB4E}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