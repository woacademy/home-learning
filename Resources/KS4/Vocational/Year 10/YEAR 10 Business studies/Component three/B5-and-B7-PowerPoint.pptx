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24527-069B-4B8C-A3A2-968C211355C8}">
  <a:tblStyle styleId="{56D24527-069B-4B8C-A3A2-968C211355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{56D24527-069B-4B8C-A3A2-968C211355C8}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{56D24527-069B-4B8C-A3A2-968C211355C8}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