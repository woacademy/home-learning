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EE5703D-F247-4B0C-9903-8616D5E66107}">
  <a:tblStyle styleId="{2EE5703D-F247-4B0C-9903-8616D5E6610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{2EE5703D-F247-4B0C-9903-8616D5E66107}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{2EE5703D-F247-4B0C-9903-8616D5E66107}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