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BC9A3D9-1451-4597-B452-E8F108A46E8D}">
  <a:tblStyle styleId="{8BC9A3D9-1451-4597-B452-E8F108A46E8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8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{8BC9A3D9-1451-4597-B452-E8F108A46E8D}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{8BC9A3D9-1451-4597-B452-E8F108A46E8D}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