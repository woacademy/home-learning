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692848-173A-48A2-9885-AC369CBB239F}">
  <a:tblStyle styleId="{02692848-173A-48A2-9885-AC369CBB23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{02692848-173A-48A2-9885-AC369CBB239F}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{02692848-173A-48A2-9885-AC369CBB239F}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