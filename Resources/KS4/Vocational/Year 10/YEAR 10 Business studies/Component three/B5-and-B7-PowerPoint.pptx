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7B17957-5363-4FD2-8A43-E28842642285}">
  <a:tblStyle styleId="{97B17957-5363-4FD2-8A43-E288426422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{97B17957-5363-4FD2-8A43-E28842642285}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{97B17957-5363-4FD2-8A43-E28842642285}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