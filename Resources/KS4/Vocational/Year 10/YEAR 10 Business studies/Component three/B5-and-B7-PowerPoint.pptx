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DB3C9C-FFAC-4488-AA10-44FCCC4EA32E}">
  <a:tblStyle styleId="{6ADB3C9C-FFAC-4488-AA10-44FCCC4EA3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{6ADB3C9C-FFAC-4488-AA10-44FCCC4EA32E}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{6ADB3C9C-FFAC-4488-AA10-44FCCC4EA32E}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