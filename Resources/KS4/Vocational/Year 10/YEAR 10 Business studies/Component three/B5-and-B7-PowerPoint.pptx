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8A2CED-536D-4B08-8D9C-7B946FA852C6}">
  <a:tblStyle styleId="{B88A2CED-536D-4B08-8D9C-7B946FA852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{B88A2CED-536D-4B08-8D9C-7B946FA852C6}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{B88A2CED-536D-4B08-8D9C-7B946FA852C6}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