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B97FE9C-080D-4B81-866B-B11A71EE9144}">
  <a:tblStyle styleId="{DB97FE9C-080D-4B81-866B-B11A71EE91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{DB97FE9C-080D-4B81-866B-B11A71EE9144}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{DB97FE9C-080D-4B81-866B-B11A71EE9144}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