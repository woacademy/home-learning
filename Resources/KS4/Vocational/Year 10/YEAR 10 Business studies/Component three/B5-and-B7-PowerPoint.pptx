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F425D5-A315-46A4-9B4C-D7ADC6330C04}">
  <a:tblStyle styleId="{8EF425D5-A315-46A4-9B4C-D7ADC6330C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{8EF425D5-A315-46A4-9B4C-D7ADC6330C04}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{8EF425D5-A315-46A4-9B4C-D7ADC6330C04}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