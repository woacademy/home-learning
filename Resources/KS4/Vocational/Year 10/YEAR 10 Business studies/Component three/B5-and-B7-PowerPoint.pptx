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A4C8B-7195-4F6B-82DD-2EFA724B2685}">
  <a:tblStyle styleId="{0BCA4C8B-7195-4F6B-82DD-2EFA724B26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{0BCA4C8B-7195-4F6B-82DD-2EFA724B2685}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{0BCA4C8B-7195-4F6B-82DD-2EFA724B2685}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