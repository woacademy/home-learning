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BF8D14-6078-4400-91E6-EA546952F4CC}">
  <a:tblStyle styleId="{5ABF8D14-6078-4400-91E6-EA546952F4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{5ABF8D14-6078-4400-91E6-EA546952F4CC}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{5ABF8D14-6078-4400-91E6-EA546952F4CC}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