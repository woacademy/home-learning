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0AC13B-2AE2-4E2C-A233-7A913978DC3E}">
  <a:tblStyle styleId="{410AC13B-2AE2-4E2C-A233-7A913978DC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{410AC13B-2AE2-4E2C-A233-7A913978DC3E}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{410AC13B-2AE2-4E2C-A233-7A913978DC3E}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