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ABAAE81-D203-4455-B350-C201971119EF}">
  <a:tblStyle styleId="{0ABAAE81-D203-4455-B350-C201971119E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8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{0ABAAE81-D203-4455-B350-C201971119EF}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{0ABAAE81-D203-4455-B350-C201971119EF}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