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73CEBF-C953-436C-B2A3-AEEBA82DAEDD}">
  <a:tblStyle styleId="{A373CEBF-C953-436C-B2A3-AEEBA82DAE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{A373CEBF-C953-436C-B2A3-AEEBA82DAEDD}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{A373CEBF-C953-436C-B2A3-AEEBA82DAEDD}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