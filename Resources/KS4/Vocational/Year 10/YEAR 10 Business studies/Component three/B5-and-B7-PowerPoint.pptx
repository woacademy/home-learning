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3B02C8-0F27-4B64-934C-EF983B45892E}">
  <a:tblStyle styleId="{023B02C8-0F27-4B64-934C-EF983B4589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{023B02C8-0F27-4B64-934C-EF983B45892E}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{023B02C8-0F27-4B64-934C-EF983B45892E}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