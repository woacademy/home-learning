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A8947A-A526-438C-9213-FB5F472306A5}">
  <a:tblStyle styleId="{4CA8947A-A526-438C-9213-FB5F472306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{4CA8947A-A526-438C-9213-FB5F472306A5}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{4CA8947A-A526-438C-9213-FB5F472306A5}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