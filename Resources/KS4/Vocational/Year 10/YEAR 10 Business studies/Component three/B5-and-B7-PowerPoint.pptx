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0CD5B4-684B-4CC0-9FB3-3590BA04BC09}">
  <a:tblStyle styleId="{7C0CD5B4-684B-4CC0-9FB3-3590BA04BC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{7C0CD5B4-684B-4CC0-9FB3-3590BA04BC09}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{7C0CD5B4-684B-4CC0-9FB3-3590BA04BC09}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