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5EEBF8-A449-4BE0-8FC1-2FB0F357F6C8}">
  <a:tblStyle styleId="{CF5EEBF8-A449-4BE0-8FC1-2FB0F357F6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{CF5EEBF8-A449-4BE0-8FC1-2FB0F357F6C8}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{CF5EEBF8-A449-4BE0-8FC1-2FB0F357F6C8}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