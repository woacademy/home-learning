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CBA643-616E-469C-8ECB-F265F54D1B6B}">
  <a:tblStyle styleId="{F3CBA643-616E-469C-8ECB-F265F54D1B6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{F3CBA643-616E-469C-8ECB-F265F54D1B6B}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{F3CBA643-616E-469C-8ECB-F265F54D1B6B}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