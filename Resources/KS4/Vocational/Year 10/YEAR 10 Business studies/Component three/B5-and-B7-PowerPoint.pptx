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69DFE6-4167-4306-A9EF-98660B877E03}">
  <a:tblStyle styleId="{CB69DFE6-4167-4306-A9EF-98660B877E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{CB69DFE6-4167-4306-A9EF-98660B877E03}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{CB69DFE6-4167-4306-A9EF-98660B877E03}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