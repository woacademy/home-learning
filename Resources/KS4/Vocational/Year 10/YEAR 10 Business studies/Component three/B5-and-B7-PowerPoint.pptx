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63A7E7-4F32-46BE-B09F-D6CE76C8380E}">
  <a:tblStyle styleId="{4E63A7E7-4F32-46BE-B09F-D6CE76C838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{4E63A7E7-4F32-46BE-B09F-D6CE76C8380E}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{4E63A7E7-4F32-46BE-B09F-D6CE76C8380E}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