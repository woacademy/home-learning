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0CBB7B-6429-4C3A-AB6E-7CA3A6A27851}">
  <a:tblStyle styleId="{240CBB7B-6429-4C3A-AB6E-7CA3A6A278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{240CBB7B-6429-4C3A-AB6E-7CA3A6A27851}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{240CBB7B-6429-4C3A-AB6E-7CA3A6A27851}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