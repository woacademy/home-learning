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D5DB4-3F38-4FF0-88DE-12F504265437}">
  <a:tblStyle styleId="{251D5DB4-3F38-4FF0-88DE-12F5042654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{251D5DB4-3F38-4FF0-88DE-12F504265437}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{251D5DB4-3F38-4FF0-88DE-12F504265437}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