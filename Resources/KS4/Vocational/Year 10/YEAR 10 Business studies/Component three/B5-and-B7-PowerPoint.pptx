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50F42-FAC8-4F82-8C90-9A15B23C966A}">
  <a:tblStyle styleId="{67C50F42-FAC8-4F82-8C90-9A15B23C96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{67C50F42-FAC8-4F82-8C90-9A15B23C966A}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{67C50F42-FAC8-4F82-8C90-9A15B23C966A}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