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139285F-5AC0-4912-B8C8-D0DB0188F583}">
  <a:tblStyle styleId="{5139285F-5AC0-4912-B8C8-D0DB0188F58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{5139285F-5AC0-4912-B8C8-D0DB0188F583}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{5139285F-5AC0-4912-B8C8-D0DB0188F583}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