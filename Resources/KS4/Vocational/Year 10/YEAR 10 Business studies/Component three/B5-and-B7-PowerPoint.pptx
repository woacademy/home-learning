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E0E1176-62BC-4938-AC9F-2B4DAC1980EB}">
  <a:tblStyle styleId="{DE0E1176-62BC-4938-AC9F-2B4DAC1980E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{DE0E1176-62BC-4938-AC9F-2B4DAC1980EB}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{DE0E1176-62BC-4938-AC9F-2B4DAC1980EB}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