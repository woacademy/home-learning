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699BA7-96BE-46A4-9485-0242EA7AFEA0}">
  <a:tblStyle styleId="{59699BA7-96BE-46A4-9485-0242EA7AFE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{59699BA7-96BE-46A4-9485-0242EA7AFEA0}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{59699BA7-96BE-46A4-9485-0242EA7AFEA0}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