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B4139AF-03F4-4A89-9EA9-BC1994BB18F6}">
  <a:tblStyle styleId="{6B4139AF-03F4-4A89-9EA9-BC1994BB18F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8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1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{6B4139AF-03F4-4A89-9EA9-BC1994BB18F6}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{6B4139AF-03F4-4A89-9EA9-BC1994BB18F6}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