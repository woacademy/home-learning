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3B5A74-103C-4844-BC68-8CAE2805FFF3}">
  <a:tblStyle styleId="{103B5A74-103C-4844-BC68-8CAE2805FF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{103B5A74-103C-4844-BC68-8CAE2805FFF3}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{103B5A74-103C-4844-BC68-8CAE2805FFF3}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