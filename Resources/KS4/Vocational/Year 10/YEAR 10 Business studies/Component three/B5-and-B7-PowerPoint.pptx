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263FC8-6CFA-42BF-A767-E24C6EB0783F}">
  <a:tblStyle styleId="{64263FC8-6CFA-42BF-A767-E24C6EB0783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4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0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{64263FC8-6CFA-42BF-A767-E24C6EB0783F}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{64263FC8-6CFA-42BF-A767-E24C6EB0783F}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