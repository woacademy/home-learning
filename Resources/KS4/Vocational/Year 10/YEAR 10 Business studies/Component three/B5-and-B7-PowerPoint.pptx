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FE3779-46D5-49A1-A9D3-1E428DECB767}">
  <a:tblStyle styleId="{B8FE3779-46D5-49A1-A9D3-1E428DECB7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{B8FE3779-46D5-49A1-A9D3-1E428DECB767}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{B8FE3779-46D5-49A1-A9D3-1E428DECB767}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