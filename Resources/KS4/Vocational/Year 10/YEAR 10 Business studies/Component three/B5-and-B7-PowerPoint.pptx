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893F816-B5ED-4740-93B0-4363AFA56CFD}">
  <a:tblStyle styleId="{C893F816-B5ED-4740-93B0-4363AFA56CF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{C893F816-B5ED-4740-93B0-4363AFA56CFD}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{C893F816-B5ED-4740-93B0-4363AFA56CFD}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