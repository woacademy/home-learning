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7457E5-3BD7-49FB-8548-94CD5376BA03}">
  <a:tblStyle styleId="{ED7457E5-3BD7-49FB-8548-94CD5376BA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{ED7457E5-3BD7-49FB-8548-94CD5376BA03}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{ED7457E5-3BD7-49FB-8548-94CD5376BA03}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