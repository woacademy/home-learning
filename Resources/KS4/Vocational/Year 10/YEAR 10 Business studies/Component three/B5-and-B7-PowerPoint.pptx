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9CD4C6-3B2D-4FAE-93CC-64C44F32AB2B}">
  <a:tblStyle styleId="{A19CD4C6-3B2D-4FAE-93CC-64C44F32AB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{A19CD4C6-3B2D-4FAE-93CC-64C44F32AB2B}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{A19CD4C6-3B2D-4FAE-93CC-64C44F32AB2B}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