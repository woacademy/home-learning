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7D877B-EC3C-4713-B956-E28C52DD3C43}">
  <a:tblStyle styleId="{047D877B-EC3C-4713-B956-E28C52DD3C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{047D877B-EC3C-4713-B956-E28C52DD3C43}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{047D877B-EC3C-4713-B956-E28C52DD3C43}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