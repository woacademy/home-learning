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C020B5-1F98-4619-9359-4C9856EC1745}">
  <a:tblStyle styleId="{0BC020B5-1F98-4619-9359-4C9856EC17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{0BC020B5-1F98-4619-9359-4C9856EC1745}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{0BC020B5-1F98-4619-9359-4C9856EC1745}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