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B99D21-64A0-4279-B546-B09D24C6D0DA}">
  <a:tblStyle styleId="{97B99D21-64A0-4279-B546-B09D24C6D0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{97B99D21-64A0-4279-B546-B09D24C6D0DA}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{97B99D21-64A0-4279-B546-B09D24C6D0DA}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