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33CCEA-3E0D-4DEE-9DB8-90995BE4D337}">
  <a:tblStyle styleId="{9333CCEA-3E0D-4DEE-9DB8-90995BE4D3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{9333CCEA-3E0D-4DEE-9DB8-90995BE4D337}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{9333CCEA-3E0D-4DEE-9DB8-90995BE4D337}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