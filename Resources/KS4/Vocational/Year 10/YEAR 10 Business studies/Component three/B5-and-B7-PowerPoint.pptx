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61B76E-24E6-4A3B-AF5E-DEB7AF596EFB}">
  <a:tblStyle styleId="{0061B76E-24E6-4A3B-AF5E-DEB7AF596E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{0061B76E-24E6-4A3B-AF5E-DEB7AF596EFB}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{0061B76E-24E6-4A3B-AF5E-DEB7AF596EFB}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