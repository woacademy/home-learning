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C66E9E-300E-439C-828A-BD09AD5DE025}">
  <a:tblStyle styleId="{C0C66E9E-300E-439C-828A-BD09AD5DE0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{C0C66E9E-300E-439C-828A-BD09AD5DE025}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{C0C66E9E-300E-439C-828A-BD09AD5DE025}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