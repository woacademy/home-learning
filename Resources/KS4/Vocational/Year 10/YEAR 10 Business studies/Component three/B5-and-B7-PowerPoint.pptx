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E88B73-4FA2-4A3A-B1F4-266511E57376}">
  <a:tblStyle styleId="{C3E88B73-4FA2-4A3A-B1F4-266511E573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{C3E88B73-4FA2-4A3A-B1F4-266511E57376}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{C3E88B73-4FA2-4A3A-B1F4-266511E57376}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