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2D0D5-D639-487D-8646-115A04D1E8E2}">
  <a:tblStyle styleId="{4812D0D5-D639-487D-8646-115A04D1E8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{4812D0D5-D639-487D-8646-115A04D1E8E2}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{4812D0D5-D639-487D-8646-115A04D1E8E2}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