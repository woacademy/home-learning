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A901A0-27CE-4B33-923B-630C13B38C73}">
  <a:tblStyle styleId="{59A901A0-27CE-4B33-923B-630C13B38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{59A901A0-27CE-4B33-923B-630C13B38C73}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{59A901A0-27CE-4B33-923B-630C13B38C73}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