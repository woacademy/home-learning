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F37618-D27A-4F59-B35B-DD7309BA9631}">
  <a:tblStyle styleId="{00F37618-D27A-4F59-B35B-DD7309BA96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{00F37618-D27A-4F59-B35B-DD7309BA9631}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{00F37618-D27A-4F59-B35B-DD7309BA9631}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