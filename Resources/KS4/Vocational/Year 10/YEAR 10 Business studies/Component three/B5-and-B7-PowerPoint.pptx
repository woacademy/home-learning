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BBE3BDB-F040-4270-B680-FFA2DB2C6F59}">
  <a:tblStyle styleId="{3BBE3BDB-F040-4270-B680-FFA2DB2C6F5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{3BBE3BDB-F040-4270-B680-FFA2DB2C6F59}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{3BBE3BDB-F040-4270-B680-FFA2DB2C6F59}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