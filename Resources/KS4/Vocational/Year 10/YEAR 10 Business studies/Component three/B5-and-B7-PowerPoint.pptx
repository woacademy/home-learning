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ED2DEA-84A2-4144-B75C-58E2DB5F2E4E}">
  <a:tblStyle styleId="{68ED2DEA-84A2-4144-B75C-58E2DB5F2E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{68ED2DEA-84A2-4144-B75C-58E2DB5F2E4E}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{68ED2DEA-84A2-4144-B75C-58E2DB5F2E4E}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