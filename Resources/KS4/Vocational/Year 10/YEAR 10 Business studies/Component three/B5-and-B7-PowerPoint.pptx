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14252A-5BAF-48C5-9C7F-2147CC9F5883}">
  <a:tblStyle styleId="{B814252A-5BAF-48C5-9C7F-2147CC9F58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{B814252A-5BAF-48C5-9C7F-2147CC9F5883}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{B814252A-5BAF-48C5-9C7F-2147CC9F5883}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