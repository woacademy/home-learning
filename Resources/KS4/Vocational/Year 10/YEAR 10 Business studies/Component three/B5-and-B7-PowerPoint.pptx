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9F249E8-C6FF-4754-BB9C-DF2A8E642A08}">
  <a:tblStyle styleId="{D9F249E8-C6FF-4754-BB9C-DF2A8E642A0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2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{D9F249E8-C6FF-4754-BB9C-DF2A8E642A08}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{D9F249E8-C6FF-4754-BB9C-DF2A8E642A08}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