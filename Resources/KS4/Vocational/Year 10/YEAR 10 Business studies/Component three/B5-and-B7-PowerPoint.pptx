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BAD0C0-1DC7-4E0D-B4F2-55C8DF535A1C}">
  <a:tblStyle styleId="{3CBAD0C0-1DC7-4E0D-B4F2-55C8DF535A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{3CBAD0C0-1DC7-4E0D-B4F2-55C8DF535A1C}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{3CBAD0C0-1DC7-4E0D-B4F2-55C8DF535A1C}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