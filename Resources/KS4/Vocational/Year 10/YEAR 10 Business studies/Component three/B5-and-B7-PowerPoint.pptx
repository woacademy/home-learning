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41074F-8D2D-4EDC-867D-62C70DCC1D7B}">
  <a:tblStyle styleId="{BB41074F-8D2D-4EDC-867D-62C70DCC1D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{BB41074F-8D2D-4EDC-867D-62C70DCC1D7B}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{BB41074F-8D2D-4EDC-867D-62C70DCC1D7B}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