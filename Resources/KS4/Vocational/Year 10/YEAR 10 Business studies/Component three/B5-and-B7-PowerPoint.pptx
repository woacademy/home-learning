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F38C83-78F6-4BDB-966B-2264252091DF}">
  <a:tblStyle styleId="{2CF38C83-78F6-4BDB-966B-2264252091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{2CF38C83-78F6-4BDB-966B-2264252091DF}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{2CF38C83-78F6-4BDB-966B-2264252091DF}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