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01338B-841C-48F4-A3B9-76CAAA7DC6AE}">
  <a:tblStyle styleId="{6B01338B-841C-48F4-A3B9-76CAAA7DC6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{6B01338B-841C-48F4-A3B9-76CAAA7DC6AE}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{6B01338B-841C-48F4-A3B9-76CAAA7DC6AE}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