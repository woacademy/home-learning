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B480ACC-E9D3-4B86-8F60-51B7DED2BC0B}">
  <a:tblStyle styleId="{EB480ACC-E9D3-4B86-8F60-51B7DED2BC0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{EB480ACC-E9D3-4B86-8F60-51B7DED2BC0B}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{EB480ACC-E9D3-4B86-8F60-51B7DED2BC0B}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