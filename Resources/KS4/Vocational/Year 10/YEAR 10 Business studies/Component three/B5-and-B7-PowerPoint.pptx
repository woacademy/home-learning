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C6A28E-7501-4E49-A8B9-D54495A1E65A}">
  <a:tblStyle styleId="{6DC6A28E-7501-4E49-A8B9-D54495A1E65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{6DC6A28E-7501-4E49-A8B9-D54495A1E65A}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{6DC6A28E-7501-4E49-A8B9-D54495A1E65A}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