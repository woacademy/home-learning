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1359F-C542-4F3A-A610-328E8344A35A}">
  <a:tblStyle styleId="{C851359F-C542-4F3A-A610-328E8344A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{C851359F-C542-4F3A-A610-328E8344A35A}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{C851359F-C542-4F3A-A610-328E8344A35A}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