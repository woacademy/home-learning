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43A344-30F6-413F-8D25-739488F8506C}">
  <a:tblStyle styleId="{EA43A344-30F6-413F-8D25-739488F850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{EA43A344-30F6-413F-8D25-739488F8506C}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{EA43A344-30F6-413F-8D25-739488F8506C}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