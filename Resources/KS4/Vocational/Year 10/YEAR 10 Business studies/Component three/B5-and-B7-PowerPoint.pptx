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D3ADE8-2800-4B05-825B-075153C990ED}">
  <a:tblStyle styleId="{40D3ADE8-2800-4B05-825B-075153C990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{40D3ADE8-2800-4B05-825B-075153C990ED}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{40D3ADE8-2800-4B05-825B-075153C990ED}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