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6A16FE-D928-4BA5-A337-7A6B7FE0ECB6}">
  <a:tblStyle styleId="{EE6A16FE-D928-4BA5-A337-7A6B7FE0EC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{EE6A16FE-D928-4BA5-A337-7A6B7FE0ECB6}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{EE6A16FE-D928-4BA5-A337-7A6B7FE0ECB6}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