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9D69E4-254F-43FD-9B3C-DC929CAC0E82}">
  <a:tblStyle styleId="{E89D69E4-254F-43FD-9B3C-DC929CAC0E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{E89D69E4-254F-43FD-9B3C-DC929CAC0E82}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{E89D69E4-254F-43FD-9B3C-DC929CAC0E82}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