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9D56313-29F3-4D35-9842-E220FBFFD0E8}">
  <a:tblStyle styleId="{C9D56313-29F3-4D35-9842-E220FBFFD0E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{C9D56313-29F3-4D35-9842-E220FBFFD0E8}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{C9D56313-29F3-4D35-9842-E220FBFFD0E8}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