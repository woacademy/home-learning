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DB1FFA-A1DC-4578-A2F6-F16CB282C2CA}">
  <a:tblStyle styleId="{65DB1FFA-A1DC-4578-A2F6-F16CB282C2C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{65DB1FFA-A1DC-4578-A2F6-F16CB282C2CA}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{65DB1FFA-A1DC-4578-A2F6-F16CB282C2CA}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