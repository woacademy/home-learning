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C6278-B631-41D4-975A-D269AC7757BB}">
  <a:tblStyle styleId="{035C6278-B631-41D4-975A-D269AC7757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{035C6278-B631-41D4-975A-D269AC7757BB}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{035C6278-B631-41D4-975A-D269AC7757BB}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