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39B78C-D789-4BCC-A035-996A3C973011}">
  <a:tblStyle styleId="{0A39B78C-D789-4BCC-A035-996A3C9730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{0A39B78C-D789-4BCC-A035-996A3C973011}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{0A39B78C-D789-4BCC-A035-996A3C973011}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