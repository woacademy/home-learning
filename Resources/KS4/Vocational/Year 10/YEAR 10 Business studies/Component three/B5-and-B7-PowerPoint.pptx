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395D7-AF7A-4AB1-9FD1-E80F33E3F157}">
  <a:tblStyle styleId="{209395D7-AF7A-4AB1-9FD1-E80F33E3F15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{209395D7-AF7A-4AB1-9FD1-E80F33E3F157}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{209395D7-AF7A-4AB1-9FD1-E80F33E3F157}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