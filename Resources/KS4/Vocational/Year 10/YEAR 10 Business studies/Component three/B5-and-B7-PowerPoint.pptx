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679FA9-465A-4602-B111-D6449A08A510}">
  <a:tblStyle styleId="{F9679FA9-465A-4602-B111-D6449A08A5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{F9679FA9-465A-4602-B111-D6449A08A510}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{F9679FA9-465A-4602-B111-D6449A08A510}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