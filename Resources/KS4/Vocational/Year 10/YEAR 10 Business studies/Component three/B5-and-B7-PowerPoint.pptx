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82EE5F-C453-4464-AD1B-26F9B8895E4B}">
  <a:tblStyle styleId="{3982EE5F-C453-4464-AD1B-26F9B8895E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{3982EE5F-C453-4464-AD1B-26F9B8895E4B}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{3982EE5F-C453-4464-AD1B-26F9B8895E4B}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