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BC917-5A8E-4897-88D7-B3D60B3E27D0}">
  <a:tblStyle styleId="{798BC917-5A8E-4897-88D7-B3D60B3E27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{798BC917-5A8E-4897-88D7-B3D60B3E27D0}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{798BC917-5A8E-4897-88D7-B3D60B3E27D0}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