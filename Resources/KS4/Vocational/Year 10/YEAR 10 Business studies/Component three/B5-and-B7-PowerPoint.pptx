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796C52-F1C5-42E7-A5B4-71AEBF2D1D8C}">
  <a:tblStyle styleId="{B5796C52-F1C5-42E7-A5B4-71AEBF2D1D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{B5796C52-F1C5-42E7-A5B4-71AEBF2D1D8C}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{B5796C52-F1C5-42E7-A5B4-71AEBF2D1D8C}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