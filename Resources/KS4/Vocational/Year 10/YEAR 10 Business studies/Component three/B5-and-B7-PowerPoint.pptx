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83559A6-D4AB-4E59-95C2-E11C1527EE1C}">
  <a:tblStyle styleId="{583559A6-D4AB-4E59-95C2-E11C1527EE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{583559A6-D4AB-4E59-95C2-E11C1527EE1C}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{583559A6-D4AB-4E59-95C2-E11C1527EE1C}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