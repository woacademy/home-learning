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875ADC-2DB1-46E3-9D02-E099DEF81AAD}">
  <a:tblStyle styleId="{BB875ADC-2DB1-46E3-9D02-E099DEF81A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{BB875ADC-2DB1-46E3-9D02-E099DEF81AAD}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{BB875ADC-2DB1-46E3-9D02-E099DEF81AAD}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