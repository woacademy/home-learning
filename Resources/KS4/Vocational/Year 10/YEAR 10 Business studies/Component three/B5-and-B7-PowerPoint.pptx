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F8AE6-7A78-4033-B2CA-6AD46D04631D}">
  <a:tblStyle styleId="{A4EF8AE6-7A78-4033-B2CA-6AD46D0463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{A4EF8AE6-7A78-4033-B2CA-6AD46D04631D}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{A4EF8AE6-7A78-4033-B2CA-6AD46D04631D}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