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D4FCE-5B2D-4F49-A87B-DA88387E7015}">
  <a:tblStyle styleId="{D79D4FCE-5B2D-4F49-A87B-DA88387E70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{D79D4FCE-5B2D-4F49-A87B-DA88387E7015}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{D79D4FCE-5B2D-4F49-A87B-DA88387E7015}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