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ADB72-17FE-498B-A0AA-D908C2D3583E}">
  <a:tblStyle styleId="{A68ADB72-17FE-498B-A0AA-D908C2D358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{A68ADB72-17FE-498B-A0AA-D908C2D3583E}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{A68ADB72-17FE-498B-A0AA-D908C2D3583E}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