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638B43-D407-4834-B843-EF96D8C253F1}">
  <a:tblStyle styleId="{16638B43-D407-4834-B843-EF96D8C253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{16638B43-D407-4834-B843-EF96D8C253F1}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{16638B43-D407-4834-B843-EF96D8C253F1}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