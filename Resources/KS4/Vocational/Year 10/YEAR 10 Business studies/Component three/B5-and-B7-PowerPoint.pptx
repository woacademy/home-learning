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516F6D-745D-4C49-B02B-040957D32FEB}">
  <a:tblStyle styleId="{06516F6D-745D-4C49-B02B-040957D32F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{06516F6D-745D-4C49-B02B-040957D32FEB}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{06516F6D-745D-4C49-B02B-040957D32FEB}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