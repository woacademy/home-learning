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3A7004-2272-4578-82A8-40C6C646F128}">
  <a:tblStyle styleId="{593A7004-2272-4578-82A8-40C6C646F1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{593A7004-2272-4578-82A8-40C6C646F128}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{593A7004-2272-4578-82A8-40C6C646F128}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