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5D3C24-B246-451A-BF9D-F3E6D61AEBD0}">
  <a:tblStyle styleId="{305D3C24-B246-451A-BF9D-F3E6D61AEB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{305D3C24-B246-451A-BF9D-F3E6D61AEBD0}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{305D3C24-B246-451A-BF9D-F3E6D61AEBD0}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