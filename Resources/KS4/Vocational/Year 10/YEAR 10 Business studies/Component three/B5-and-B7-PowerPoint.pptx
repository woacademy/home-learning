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8B11158-B03E-4FA2-882A-6515BD7B4E38}">
  <a:tblStyle styleId="{C8B11158-B03E-4FA2-882A-6515BD7B4E3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{C8B11158-B03E-4FA2-882A-6515BD7B4E38}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{C8B11158-B03E-4FA2-882A-6515BD7B4E38}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