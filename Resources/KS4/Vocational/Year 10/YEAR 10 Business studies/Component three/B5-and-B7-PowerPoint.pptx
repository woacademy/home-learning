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2112D8-0635-4F73-9DB9-5B10815689B4}">
  <a:tblStyle styleId="{422112D8-0635-4F73-9DB9-5B10815689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{422112D8-0635-4F73-9DB9-5B10815689B4}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{422112D8-0635-4F73-9DB9-5B10815689B4}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