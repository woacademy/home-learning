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6BF969-DC39-4557-A69C-D7CC5D3E7CF5}">
  <a:tblStyle styleId="{896BF969-DC39-4557-A69C-D7CC5D3E7C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{896BF969-DC39-4557-A69C-D7CC5D3E7CF5}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{896BF969-DC39-4557-A69C-D7CC5D3E7CF5}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