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E9EE15-923E-419F-AA01-0694ED464CED}">
  <a:tblStyle styleId="{91E9EE15-923E-419F-AA01-0694ED464C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{91E9EE15-923E-419F-AA01-0694ED464CED}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{91E9EE15-923E-419F-AA01-0694ED464CED}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