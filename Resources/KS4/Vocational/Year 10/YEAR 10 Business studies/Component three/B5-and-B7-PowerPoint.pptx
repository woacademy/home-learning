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2DF608-CE25-430C-A005-73655473FE93}">
  <a:tblStyle styleId="{3C2DF608-CE25-430C-A005-73655473FE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{3C2DF608-CE25-430C-A005-73655473FE93}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{3C2DF608-CE25-430C-A005-73655473FE93}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