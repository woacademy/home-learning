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EB067A7-5CFD-4E20-90AB-A2B86CCA4D1B}">
  <a:tblStyle styleId="{CEB067A7-5CFD-4E20-90AB-A2B86CCA4D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{CEB067A7-5CFD-4E20-90AB-A2B86CCA4D1B}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{CEB067A7-5CFD-4E20-90AB-A2B86CCA4D1B}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