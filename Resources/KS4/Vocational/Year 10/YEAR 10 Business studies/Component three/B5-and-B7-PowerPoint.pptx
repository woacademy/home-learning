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06FDD1-E88D-4DC5-9BCA-97607FA4B3F2}">
  <a:tblStyle styleId="{F106FDD1-E88D-4DC5-9BCA-97607FA4B3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{F106FDD1-E88D-4DC5-9BCA-97607FA4B3F2}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{F106FDD1-E88D-4DC5-9BCA-97607FA4B3F2}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