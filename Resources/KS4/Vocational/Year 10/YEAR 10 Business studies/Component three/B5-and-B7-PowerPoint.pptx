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3C9B6B-F72A-4F2B-9DAB-B9FBF47208D1}">
  <a:tblStyle styleId="{D13C9B6B-F72A-4F2B-9DAB-B9FBF47208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{D13C9B6B-F72A-4F2B-9DAB-B9FBF47208D1}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{D13C9B6B-F72A-4F2B-9DAB-B9FBF47208D1}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