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4D6BF6-CF88-4EA2-9493-552870D37131}">
  <a:tblStyle styleId="{5D4D6BF6-CF88-4EA2-9493-552870D371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{5D4D6BF6-CF88-4EA2-9493-552870D37131}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{5D4D6BF6-CF88-4EA2-9493-552870D37131}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