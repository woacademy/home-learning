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6F67E0-FD57-4B36-8C1D-8F0774357D84}">
  <a:tblStyle styleId="{1C6F67E0-FD57-4B36-8C1D-8F0774357D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{1C6F67E0-FD57-4B36-8C1D-8F0774357D84}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{1C6F67E0-FD57-4B36-8C1D-8F0774357D84}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