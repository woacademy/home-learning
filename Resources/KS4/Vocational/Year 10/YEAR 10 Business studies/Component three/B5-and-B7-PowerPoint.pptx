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5ED674-E0FF-4D07-A53C-510409A2A4A5}">
  <a:tblStyle styleId="{B45ED674-E0FF-4D07-A53C-510409A2A4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{B45ED674-E0FF-4D07-A53C-510409A2A4A5}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{B45ED674-E0FF-4D07-A53C-510409A2A4A5}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