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0DB45C-E2E9-46E1-9557-D79F734C50F7}">
  <a:tblStyle styleId="{520DB45C-E2E9-46E1-9557-D79F734C50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{520DB45C-E2E9-46E1-9557-D79F734C50F7}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{520DB45C-E2E9-46E1-9557-D79F734C50F7}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