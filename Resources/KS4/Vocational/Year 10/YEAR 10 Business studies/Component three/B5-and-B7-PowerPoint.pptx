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02CD0B-D910-4C46-8332-FAF4BC545898}">
  <a:tblStyle styleId="{8502CD0B-D910-4C46-8332-FAF4BC5458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{8502CD0B-D910-4C46-8332-FAF4BC545898}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{8502CD0B-D910-4C46-8332-FAF4BC545898}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