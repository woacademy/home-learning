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163B4D3-F5C3-4384-85B6-E1BC5084EC16}">
  <a:tblStyle styleId="{7163B4D3-F5C3-4384-85B6-E1BC5084EC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{7163B4D3-F5C3-4384-85B6-E1BC5084EC16}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{7163B4D3-F5C3-4384-85B6-E1BC5084EC16}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