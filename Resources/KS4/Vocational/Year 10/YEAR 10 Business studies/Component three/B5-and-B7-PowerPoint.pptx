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808C72-D0C4-46C3-A21E-ACC9EDA34B50}">
  <a:tblStyle styleId="{45808C72-D0C4-46C3-A21E-ACC9EDA34B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{45808C72-D0C4-46C3-A21E-ACC9EDA34B50}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{45808C72-D0C4-46C3-A21E-ACC9EDA34B50}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