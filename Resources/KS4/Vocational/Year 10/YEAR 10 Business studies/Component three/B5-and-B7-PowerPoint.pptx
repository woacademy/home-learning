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08128B-954C-4F9A-AB9B-B5D92E25BBB0}">
  <a:tblStyle styleId="{1808128B-954C-4F9A-AB9B-B5D92E25BB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{1808128B-954C-4F9A-AB9B-B5D92E25BBB0}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{1808128B-954C-4F9A-AB9B-B5D92E25BBB0}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