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FB31DB-71C2-4617-A183-1196CE7A00B8}">
  <a:tblStyle styleId="{31FB31DB-71C2-4617-A183-1196CE7A00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{31FB31DB-71C2-4617-A183-1196CE7A00B8}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{31FB31DB-71C2-4617-A183-1196CE7A00B8}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