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863D22-53CD-4FD3-9ADE-95B3F193A70A}">
  <a:tblStyle styleId="{2D863D22-53CD-4FD3-9ADE-95B3F193A7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{2D863D22-53CD-4FD3-9ADE-95B3F193A70A}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{2D863D22-53CD-4FD3-9ADE-95B3F193A70A}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