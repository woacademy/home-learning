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C612CD2-567F-4671-B28C-26F99A82A071}">
  <a:tblStyle styleId="{8C612CD2-567F-4671-B28C-26F99A82A0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{8C612CD2-567F-4671-B28C-26F99A82A071}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{8C612CD2-567F-4671-B28C-26F99A82A071}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