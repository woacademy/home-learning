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20EE2A-3D3B-4A13-AD02-1E5AB25956AB}">
  <a:tblStyle styleId="{BC20EE2A-3D3B-4A13-AD02-1E5AB25956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{BC20EE2A-3D3B-4A13-AD02-1E5AB25956AB}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{BC20EE2A-3D3B-4A13-AD02-1E5AB25956AB}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