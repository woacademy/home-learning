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3A441B-C8FF-4328-ABCB-D32D0A18668E}">
  <a:tblStyle styleId="{183A441B-C8FF-4328-ABCB-D32D0A1866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{183A441B-C8FF-4328-ABCB-D32D0A18668E}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{183A441B-C8FF-4328-ABCB-D32D0A18668E}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