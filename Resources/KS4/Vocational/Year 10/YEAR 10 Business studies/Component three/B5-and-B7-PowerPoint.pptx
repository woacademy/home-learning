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69B192-9964-4548-9DF6-ACA332D97666}">
  <a:tblStyle styleId="{9669B192-9964-4548-9DF6-ACA332D976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{9669B192-9964-4548-9DF6-ACA332D97666}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{9669B192-9964-4548-9DF6-ACA332D97666}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