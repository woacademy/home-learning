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AEFE7E-2073-4A36-BD8C-BEC064CC5A3C}">
  <a:tblStyle styleId="{C0AEFE7E-2073-4A36-BD8C-BEC064CC5A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{C0AEFE7E-2073-4A36-BD8C-BEC064CC5A3C}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{C0AEFE7E-2073-4A36-BD8C-BEC064CC5A3C}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