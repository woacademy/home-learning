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6EDF37-8922-47C2-A92B-ABABB3082928}">
  <a:tblStyle styleId="{DB6EDF37-8922-47C2-A92B-ABABB30829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{DB6EDF37-8922-47C2-A92B-ABABB3082928}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{DB6EDF37-8922-47C2-A92B-ABABB3082928}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