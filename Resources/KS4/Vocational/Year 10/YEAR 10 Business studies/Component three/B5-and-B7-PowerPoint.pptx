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BDA56-A1E5-4F7B-8A64-B0D161DE01C9}">
  <a:tblStyle styleId="{D65BDA56-A1E5-4F7B-8A64-B0D161DE01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{D65BDA56-A1E5-4F7B-8A64-B0D161DE01C9}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{D65BDA56-A1E5-4F7B-8A64-B0D161DE01C9}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