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97D50A-2A54-4639-8CB6-C28B1814027C}">
  <a:tblStyle styleId="{ED97D50A-2A54-4639-8CB6-C28B181402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{ED97D50A-2A54-4639-8CB6-C28B1814027C}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{ED97D50A-2A54-4639-8CB6-C28B1814027C}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