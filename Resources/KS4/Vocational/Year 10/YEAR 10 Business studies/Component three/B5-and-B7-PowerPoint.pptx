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02D1F4-BA2E-420A-9CC6-F5B6FF2EB037}">
  <a:tblStyle styleId="{A802D1F4-BA2E-420A-9CC6-F5B6FF2EB0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{A802D1F4-BA2E-420A-9CC6-F5B6FF2EB037}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{A802D1F4-BA2E-420A-9CC6-F5B6FF2EB037}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