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36418F-2C71-4CCE-B635-EE0C78A29A04}">
  <a:tblStyle styleId="{A436418F-2C71-4CCE-B635-EE0C78A29A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{A436418F-2C71-4CCE-B635-EE0C78A29A04}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{A436418F-2C71-4CCE-B635-EE0C78A29A04}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