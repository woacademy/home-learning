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77B984-4370-468D-9266-F8CEEA545762}">
  <a:tblStyle styleId="{EE77B984-4370-468D-9266-F8CEEA5457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{EE77B984-4370-468D-9266-F8CEEA545762}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{EE77B984-4370-468D-9266-F8CEEA545762}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