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9FD399-6AD8-46F6-8440-257270ED2B60}">
  <a:tblStyle styleId="{DB9FD399-6AD8-46F6-8440-257270ED2B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{DB9FD399-6AD8-46F6-8440-257270ED2B60}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{DB9FD399-6AD8-46F6-8440-257270ED2B60}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