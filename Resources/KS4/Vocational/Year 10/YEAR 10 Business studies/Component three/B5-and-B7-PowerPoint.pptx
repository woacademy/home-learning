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E15FF9-A93E-4DAB-B482-3688E2A2698F}">
  <a:tblStyle styleId="{29E15FF9-A93E-4DAB-B482-3688E2A269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{29E15FF9-A93E-4DAB-B482-3688E2A2698F}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{29E15FF9-A93E-4DAB-B482-3688E2A2698F}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