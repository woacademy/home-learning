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F260055-411A-4E03-A12A-0D135AA8F538}">
  <a:tblStyle styleId="{CF260055-411A-4E03-A12A-0D135AA8F53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{CF260055-411A-4E03-A12A-0D135AA8F538}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{CF260055-411A-4E03-A12A-0D135AA8F538}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