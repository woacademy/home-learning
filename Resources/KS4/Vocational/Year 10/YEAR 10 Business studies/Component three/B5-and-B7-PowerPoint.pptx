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9375AE-DA37-473C-92DE-B14FBF6C71F9}">
  <a:tblStyle styleId="{4D9375AE-DA37-473C-92DE-B14FBF6C71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{4D9375AE-DA37-473C-92DE-B14FBF6C71F9}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{4D9375AE-DA37-473C-92DE-B14FBF6C71F9}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