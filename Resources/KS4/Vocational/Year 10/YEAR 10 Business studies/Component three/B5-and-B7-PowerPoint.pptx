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22A80D-3108-4143-B19E-736404B397E0}">
  <a:tblStyle styleId="{D422A80D-3108-4143-B19E-736404B397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{D422A80D-3108-4143-B19E-736404B397E0}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{D422A80D-3108-4143-B19E-736404B397E0}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