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B55ABC-F764-4BFD-B477-0116863F1691}">
  <a:tblStyle styleId="{7FB55ABC-F764-4BFD-B477-0116863F16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{7FB55ABC-F764-4BFD-B477-0116863F1691}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{7FB55ABC-F764-4BFD-B477-0116863F1691}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