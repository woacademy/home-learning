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44ED0F-39C3-461F-AEC9-4289F0B7715C}">
  <a:tblStyle styleId="{EB44ED0F-39C3-461F-AEC9-4289F0B771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{EB44ED0F-39C3-461F-AEC9-4289F0B7715C}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{EB44ED0F-39C3-461F-AEC9-4289F0B7715C}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