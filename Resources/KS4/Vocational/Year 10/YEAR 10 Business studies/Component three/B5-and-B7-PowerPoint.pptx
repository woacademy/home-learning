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C2FDF-8B93-4DBD-9795-8E8AA1F8CFA4}">
  <a:tblStyle styleId="{48FC2FDF-8B93-4DBD-9795-8E8AA1F8CF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{48FC2FDF-8B93-4DBD-9795-8E8AA1F8CFA4}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{48FC2FDF-8B93-4DBD-9795-8E8AA1F8CFA4}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