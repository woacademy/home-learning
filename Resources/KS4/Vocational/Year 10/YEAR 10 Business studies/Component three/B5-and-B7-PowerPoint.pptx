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713854-335F-4A66-A670-3C29BF0C983F}">
  <a:tblStyle styleId="{B1713854-335F-4A66-A670-3C29BF0C98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{B1713854-335F-4A66-A670-3C29BF0C983F}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{B1713854-335F-4A66-A670-3C29BF0C983F}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