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38895E-E750-4C66-B64E-A5A0FCF44933}">
  <a:tblStyle styleId="{C638895E-E750-4C66-B64E-A5A0FCF449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{C638895E-E750-4C66-B64E-A5A0FCF44933}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{C638895E-E750-4C66-B64E-A5A0FCF44933}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