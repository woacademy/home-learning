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D867A4-08CE-4014-AE8F-ADB4CA114FB5}">
  <a:tblStyle styleId="{8ED867A4-08CE-4014-AE8F-ADB4CA114F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{8ED867A4-08CE-4014-AE8F-ADB4CA114FB5}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{8ED867A4-08CE-4014-AE8F-ADB4CA114FB5}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