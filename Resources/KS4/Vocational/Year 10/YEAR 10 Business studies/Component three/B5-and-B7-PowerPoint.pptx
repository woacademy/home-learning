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90477E-E627-42D3-98B0-B16F132F18B9}">
  <a:tblStyle styleId="{A590477E-E627-42D3-98B0-B16F132F18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{A590477E-E627-42D3-98B0-B16F132F18B9}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{A590477E-E627-42D3-98B0-B16F132F18B9}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