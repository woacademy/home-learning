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756F41-A1B4-41B2-A522-7BF86CFD4D96}">
  <a:tblStyle styleId="{27756F41-A1B4-41B2-A522-7BF86CFD4D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{27756F41-A1B4-41B2-A522-7BF86CFD4D96}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{27756F41-A1B4-41B2-A522-7BF86CFD4D96}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