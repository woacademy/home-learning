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3DE093-C669-40B3-84B5-3D7A67A79689}">
  <a:tblStyle styleId="{613DE093-C669-40B3-84B5-3D7A67A796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{613DE093-C669-40B3-84B5-3D7A67A79689}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{613DE093-C669-40B3-84B5-3D7A67A79689}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