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ADF96C-5B11-4B0F-8672-40CCBE292EA2}">
  <a:tblStyle styleId="{E2ADF96C-5B11-4B0F-8672-40CCBE292E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{E2ADF96C-5B11-4B0F-8672-40CCBE292EA2}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{E2ADF96C-5B11-4B0F-8672-40CCBE292EA2}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