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AE79EA-65A9-4119-868E-907B4F3CBA3E}">
  <a:tblStyle styleId="{29AE79EA-65A9-4119-868E-907B4F3CBA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{29AE79EA-65A9-4119-868E-907B4F3CBA3E}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{29AE79EA-65A9-4119-868E-907B4F3CBA3E}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