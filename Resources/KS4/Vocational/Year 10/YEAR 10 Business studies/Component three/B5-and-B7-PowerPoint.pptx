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BADBA-EB3D-4D4C-BF01-C589EB066136}">
  <a:tblStyle styleId="{727BADBA-EB3D-4D4C-BF01-C589EB0661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{727BADBA-EB3D-4D4C-BF01-C589EB066136}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{727BADBA-EB3D-4D4C-BF01-C589EB066136}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