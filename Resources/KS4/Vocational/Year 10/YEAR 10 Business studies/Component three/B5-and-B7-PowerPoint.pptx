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43D27DE-909C-461F-B900-C79368219C39}">
  <a:tblStyle styleId="{343D27DE-909C-461F-B900-C79368219C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{343D27DE-909C-461F-B900-C79368219C39}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{343D27DE-909C-461F-B900-C79368219C39}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