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0408B09-40B6-49EB-A25A-69DC2A869117}">
  <a:tblStyle styleId="{C0408B09-40B6-49EB-A25A-69DC2A86911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1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9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{C0408B09-40B6-49EB-A25A-69DC2A869117}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{C0408B09-40B6-49EB-A25A-69DC2A869117}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