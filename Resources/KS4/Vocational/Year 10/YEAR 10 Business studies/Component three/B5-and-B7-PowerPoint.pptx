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DA287B-607C-443A-AFA6-6155A00BC2C4}">
  <a:tblStyle styleId="{5CDA287B-607C-443A-AFA6-6155A00BC2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{5CDA287B-607C-443A-AFA6-6155A00BC2C4}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{5CDA287B-607C-443A-AFA6-6155A00BC2C4}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