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F84CCD-B0F7-4251-B991-3DECFE2370E0}">
  <a:tblStyle styleId="{EAF84CCD-B0F7-4251-B991-3DECFE237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{EAF84CCD-B0F7-4251-B991-3DECFE2370E0}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{EAF84CCD-B0F7-4251-B991-3DECFE2370E0}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