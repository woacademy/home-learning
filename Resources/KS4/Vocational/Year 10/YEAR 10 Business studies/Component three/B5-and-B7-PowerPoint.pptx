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F8423-AB58-4182-AFD4-C5EDC30828B6}">
  <a:tblStyle styleId="{543F8423-AB58-4182-AFD4-C5EDC30828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{543F8423-AB58-4182-AFD4-C5EDC30828B6}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{543F8423-AB58-4182-AFD4-C5EDC30828B6}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