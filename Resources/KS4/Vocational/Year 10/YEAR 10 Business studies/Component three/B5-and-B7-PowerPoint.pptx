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4D4FF3-4D40-428F-83F0-121532C08183}">
  <a:tblStyle styleId="{F34D4FF3-4D40-428F-83F0-121532C0818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{F34D4FF3-4D40-428F-83F0-121532C08183}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{F34D4FF3-4D40-428F-83F0-121532C08183}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