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A27FC9E-1273-4CF0-AA53-6F643B0E99E8}">
  <a:tblStyle styleId="{FA27FC9E-1273-4CF0-AA53-6F643B0E99E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7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{FA27FC9E-1273-4CF0-AA53-6F643B0E99E8}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{FA27FC9E-1273-4CF0-AA53-6F643B0E99E8}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