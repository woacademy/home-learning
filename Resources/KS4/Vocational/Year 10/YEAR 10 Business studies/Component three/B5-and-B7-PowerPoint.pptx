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FEFE64-821D-4B0A-9AFB-ACE46FA01B1F}">
  <a:tblStyle styleId="{C6FEFE64-821D-4B0A-9AFB-ACE46FA01B1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{C6FEFE64-821D-4B0A-9AFB-ACE46FA01B1F}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{C6FEFE64-821D-4B0A-9AFB-ACE46FA01B1F}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