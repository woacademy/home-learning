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D22C49-1D9F-4378-A731-AA276E54CE30}">
  <a:tblStyle styleId="{47D22C49-1D9F-4378-A731-AA276E54CE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{47D22C49-1D9F-4378-A731-AA276E54CE30}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{47D22C49-1D9F-4378-A731-AA276E54CE30}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