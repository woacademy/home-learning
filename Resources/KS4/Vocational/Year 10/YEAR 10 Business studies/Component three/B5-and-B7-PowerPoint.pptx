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7E2626-77A6-46BA-B95A-D2737F8626E7}">
  <a:tblStyle styleId="{F47E2626-77A6-46BA-B95A-D2737F8626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{F47E2626-77A6-46BA-B95A-D2737F8626E7}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{F47E2626-77A6-46BA-B95A-D2737F8626E7}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