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84528-2071-4133-9FD5-CC3B615A660A}">
  <a:tblStyle styleId="{FFA84528-2071-4133-9FD5-CC3B615A66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{FFA84528-2071-4133-9FD5-CC3B615A660A}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{FFA84528-2071-4133-9FD5-CC3B615A660A}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