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44D30B-8AF3-49E9-B11B-5A9E357E3D7B}">
  <a:tblStyle styleId="{BD44D30B-8AF3-49E9-B11B-5A9E357E3D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{BD44D30B-8AF3-49E9-B11B-5A9E357E3D7B}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{BD44D30B-8AF3-49E9-B11B-5A9E357E3D7B}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