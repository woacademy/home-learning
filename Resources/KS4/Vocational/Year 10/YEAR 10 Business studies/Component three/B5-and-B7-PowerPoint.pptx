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E53B5C-C6C5-4E9D-A815-F32460083012}">
  <a:tblStyle styleId="{30E53B5C-C6C5-4E9D-A815-F324600830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{30E53B5C-C6C5-4E9D-A815-F32460083012}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{30E53B5C-C6C5-4E9D-A815-F32460083012}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