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F9FA50-DBA1-403F-9237-172755A035DD}">
  <a:tblStyle styleId="{59F9FA50-DBA1-403F-9237-172755A035D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{59F9FA50-DBA1-403F-9237-172755A035DD}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{59F9FA50-DBA1-403F-9237-172755A035DD}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