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010F36-8712-4F00-AD96-34E91E6120C0}">
  <a:tblStyle styleId="{CA010F36-8712-4F00-AD96-34E91E6120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{CA010F36-8712-4F00-AD96-34E91E6120C0}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{CA010F36-8712-4F00-AD96-34E91E6120C0}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