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B8C6D-5B10-49D9-9A8D-55C78CCF7238}">
  <a:tblStyle styleId="{A64B8C6D-5B10-49D9-9A8D-55C78CCF7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{A64B8C6D-5B10-49D9-9A8D-55C78CCF7238}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{A64B8C6D-5B10-49D9-9A8D-55C78CCF7238}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