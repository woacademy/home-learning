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33CAB1-3C62-4F06-8F1F-5E22BB88EA8C}">
  <a:tblStyle styleId="{DA33CAB1-3C62-4F06-8F1F-5E22BB88EA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{DA33CAB1-3C62-4F06-8F1F-5E22BB88EA8C}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{DA33CAB1-3C62-4F06-8F1F-5E22BB88EA8C}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