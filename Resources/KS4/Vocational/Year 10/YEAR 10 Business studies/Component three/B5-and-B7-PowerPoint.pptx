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23EC1B-8448-4DAD-82B6-EA2F982C340F}">
  <a:tblStyle styleId="{0323EC1B-8448-4DAD-82B6-EA2F982C34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{0323EC1B-8448-4DAD-82B6-EA2F982C340F}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{0323EC1B-8448-4DAD-82B6-EA2F982C340F}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