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CA4569-B97E-47CC-BA41-E2B5AA685245}">
  <a:tblStyle styleId="{E2CA4569-B97E-47CC-BA41-E2B5AA6852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{E2CA4569-B97E-47CC-BA41-E2B5AA685245}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{E2CA4569-B97E-47CC-BA41-E2B5AA685245}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