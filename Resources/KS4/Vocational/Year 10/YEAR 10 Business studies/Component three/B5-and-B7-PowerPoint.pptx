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B05D79-F909-40F9-956B-75158082673C}">
  <a:tblStyle styleId="{B5B05D79-F909-40F9-956B-7515808267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{B5B05D79-F909-40F9-956B-75158082673C}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{B5B05D79-F909-40F9-956B-75158082673C}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