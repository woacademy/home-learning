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320C2C-F8B7-4E50-82A9-27A06B36C1AA}">
  <a:tblStyle styleId="{C4320C2C-F8B7-4E50-82A9-27A06B36C1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{C4320C2C-F8B7-4E50-82A9-27A06B36C1AA}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{C4320C2C-F8B7-4E50-82A9-27A06B36C1AA}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