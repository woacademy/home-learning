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DF565D-D0BD-489E-93C8-8FEA3EEDD4AA}">
  <a:tblStyle styleId="{EEDF565D-D0BD-489E-93C8-8FEA3EEDD4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{EEDF565D-D0BD-489E-93C8-8FEA3EEDD4AA}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{EEDF565D-D0BD-489E-93C8-8FEA3EEDD4AA}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