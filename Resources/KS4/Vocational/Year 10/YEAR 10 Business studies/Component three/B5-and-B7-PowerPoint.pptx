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F5D750-9AD6-47FF-85B7-BFA7B10C3252}">
  <a:tblStyle styleId="{85F5D750-9AD6-47FF-85B7-BFA7B10C32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{85F5D750-9AD6-47FF-85B7-BFA7B10C3252}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{85F5D750-9AD6-47FF-85B7-BFA7B10C3252}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