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3E8BB6-C6D6-4ADC-A623-746E5B05007D}">
  <a:tblStyle styleId="{C53E8BB6-C6D6-4ADC-A623-746E5B050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{C53E8BB6-C6D6-4ADC-A623-746E5B05007D}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{C53E8BB6-C6D6-4ADC-A623-746E5B05007D}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