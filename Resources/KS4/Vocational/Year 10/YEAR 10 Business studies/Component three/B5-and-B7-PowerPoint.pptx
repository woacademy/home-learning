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32DC2C6-2C7D-4B52-9100-E6206AF602C0}">
  <a:tblStyle styleId="{432DC2C6-2C7D-4B52-9100-E6206AF602C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1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6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7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{432DC2C6-2C7D-4B52-9100-E6206AF602C0}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{432DC2C6-2C7D-4B52-9100-E6206AF602C0}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