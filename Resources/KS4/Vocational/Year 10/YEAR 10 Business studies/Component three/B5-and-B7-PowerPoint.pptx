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8A7B09-EBB9-414C-AB1E-48C94995BD28}">
  <a:tblStyle styleId="{658A7B09-EBB9-414C-AB1E-48C94995BD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{658A7B09-EBB9-414C-AB1E-48C94995BD28}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{658A7B09-EBB9-414C-AB1E-48C94995BD28}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