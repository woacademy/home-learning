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8E2D1C-FBD5-481D-8F07-C5DB7E76AE05}">
  <a:tblStyle styleId="{608E2D1C-FBD5-481D-8F07-C5DB7E76AE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{608E2D1C-FBD5-481D-8F07-C5DB7E76AE05}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{608E2D1C-FBD5-481D-8F07-C5DB7E76AE05}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