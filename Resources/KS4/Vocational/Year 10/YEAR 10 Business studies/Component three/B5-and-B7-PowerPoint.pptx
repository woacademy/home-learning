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D6649F-FCC0-421F-BFC5-10A7843545DD}">
  <a:tblStyle styleId="{35D6649F-FCC0-421F-BFC5-10A7843545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{35D6649F-FCC0-421F-BFC5-10A7843545DD}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{35D6649F-FCC0-421F-BFC5-10A7843545DD}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