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3E7E63-D6DE-405B-85AD-C4E42B0F9C2E}">
  <a:tblStyle styleId="{9E3E7E63-D6DE-405B-85AD-C4E42B0F9C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{9E3E7E63-D6DE-405B-85AD-C4E42B0F9C2E}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{9E3E7E63-D6DE-405B-85AD-C4E42B0F9C2E}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