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275D545-9202-4404-91F0-7F5A11789C5D}">
  <a:tblStyle styleId="{6275D545-9202-4404-91F0-7F5A11789C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{6275D545-9202-4404-91F0-7F5A11789C5D}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{6275D545-9202-4404-91F0-7F5A11789C5D}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