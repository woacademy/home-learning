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BC15A5-F711-4DA6-AE79-8E1ABDCC55B8}">
  <a:tblStyle styleId="{3FBC15A5-F711-4DA6-AE79-8E1ABDCC55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{3FBC15A5-F711-4DA6-AE79-8E1ABDCC55B8}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{3FBC15A5-F711-4DA6-AE79-8E1ABDCC55B8}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