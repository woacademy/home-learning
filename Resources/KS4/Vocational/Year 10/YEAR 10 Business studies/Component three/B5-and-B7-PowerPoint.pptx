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3DB5F7-9C54-48AE-AD9F-1575C8E8C19B}">
  <a:tblStyle styleId="{583DB5F7-9C54-48AE-AD9F-1575C8E8C1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{583DB5F7-9C54-48AE-AD9F-1575C8E8C19B}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{583DB5F7-9C54-48AE-AD9F-1575C8E8C19B}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