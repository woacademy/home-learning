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98EBB2-729D-4F10-869F-47C62EA26561}">
  <a:tblStyle styleId="{2B98EBB2-729D-4F10-869F-47C62EA265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{2B98EBB2-729D-4F10-869F-47C62EA26561}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{2B98EBB2-729D-4F10-869F-47C62EA26561}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