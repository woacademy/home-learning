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1B84B5-82C8-4EEB-A818-0BA7D91FC329}">
  <a:tblStyle styleId="{DE1B84B5-82C8-4EEB-A818-0BA7D91FC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{DE1B84B5-82C8-4EEB-A818-0BA7D91FC329}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{DE1B84B5-82C8-4EEB-A818-0BA7D91FC329}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