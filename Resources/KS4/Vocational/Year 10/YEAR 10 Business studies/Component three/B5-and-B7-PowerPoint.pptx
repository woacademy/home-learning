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EC7F89B-48DF-4B84-8F77-410CB9EB49F2}">
  <a:tblStyle styleId="{AEC7F89B-48DF-4B84-8F77-410CB9EB49F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{AEC7F89B-48DF-4B84-8F77-410CB9EB49F2}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{AEC7F89B-48DF-4B84-8F77-410CB9EB49F2}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