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50D1D-76F5-4BE4-8CCE-1CDF127E5E2D}">
  <a:tblStyle styleId="{63B50D1D-76F5-4BE4-8CCE-1CDF127E5E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{63B50D1D-76F5-4BE4-8CCE-1CDF127E5E2D}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{63B50D1D-76F5-4BE4-8CCE-1CDF127E5E2D}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