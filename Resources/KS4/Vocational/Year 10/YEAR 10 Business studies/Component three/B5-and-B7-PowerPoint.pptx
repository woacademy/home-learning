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1D537D-031C-4DEC-B860-D0483B709623}">
  <a:tblStyle styleId="{A21D537D-031C-4DEC-B860-D0483B7096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{A21D537D-031C-4DEC-B860-D0483B709623}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{A21D537D-031C-4DEC-B860-D0483B709623}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