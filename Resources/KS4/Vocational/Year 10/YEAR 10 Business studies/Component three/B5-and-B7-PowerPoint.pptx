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07D2E-CD26-4A2F-8A48-B6C867CE32BF}">
  <a:tblStyle styleId="{37C07D2E-CD26-4A2F-8A48-B6C867CE3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{37C07D2E-CD26-4A2F-8A48-B6C867CE32BF}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{37C07D2E-CD26-4A2F-8A48-B6C867CE32BF}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