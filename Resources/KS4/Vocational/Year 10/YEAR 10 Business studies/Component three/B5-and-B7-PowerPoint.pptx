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A83C7-032C-4268-8FA9-06A835606434}">
  <a:tblStyle styleId="{E0BA83C7-032C-4268-8FA9-06A8356064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{E0BA83C7-032C-4268-8FA9-06A835606434}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{E0BA83C7-032C-4268-8FA9-06A835606434}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