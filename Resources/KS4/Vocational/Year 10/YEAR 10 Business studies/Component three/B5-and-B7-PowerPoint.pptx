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D05DB1-8318-466B-9AEC-A2508ECB44C1}">
  <a:tblStyle styleId="{33D05DB1-8318-466B-9AEC-A2508ECB44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{33D05DB1-8318-466B-9AEC-A2508ECB44C1}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{33D05DB1-8318-466B-9AEC-A2508ECB44C1}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