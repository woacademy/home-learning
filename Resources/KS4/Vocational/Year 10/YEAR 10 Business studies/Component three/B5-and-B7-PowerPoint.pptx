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909DF2-0F4B-4FD9-A3C2-196116CA651A}">
  <a:tblStyle styleId="{26909DF2-0F4B-4FD9-A3C2-196116CA65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{26909DF2-0F4B-4FD9-A3C2-196116CA651A}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{26909DF2-0F4B-4FD9-A3C2-196116CA651A}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