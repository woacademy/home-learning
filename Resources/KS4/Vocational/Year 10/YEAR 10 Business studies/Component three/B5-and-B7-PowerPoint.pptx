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802310-A776-4CFA-87FE-15EF9B7C53ED}">
  <a:tblStyle styleId="{0B802310-A776-4CFA-87FE-15EF9B7C53E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{0B802310-A776-4CFA-87FE-15EF9B7C53ED}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{0B802310-A776-4CFA-87FE-15EF9B7C53ED}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