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3F5B67-0490-4A86-99C1-773E23E6EC91}">
  <a:tblStyle styleId="{123F5B67-0490-4A86-99C1-773E23E6EC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{123F5B67-0490-4A86-99C1-773E23E6EC91}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{123F5B67-0490-4A86-99C1-773E23E6EC91}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