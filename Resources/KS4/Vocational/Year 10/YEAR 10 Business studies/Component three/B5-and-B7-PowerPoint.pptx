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EA80A0-8D83-4FD3-B90B-8B19F08793B2}">
  <a:tblStyle styleId="{FEEA80A0-8D83-4FD3-B90B-8B19F08793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{FEEA80A0-8D83-4FD3-B90B-8B19F08793B2}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{FEEA80A0-8D83-4FD3-B90B-8B19F08793B2}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