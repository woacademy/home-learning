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745FC7-F67F-4683-8A35-2D78A9B22FF2}">
  <a:tblStyle styleId="{89745FC7-F67F-4683-8A35-2D78A9B22F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{89745FC7-F67F-4683-8A35-2D78A9B22FF2}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{89745FC7-F67F-4683-8A35-2D78A9B22FF2}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