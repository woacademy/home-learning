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FCE654-9EA4-431A-ABCB-F5315FA5BC11}">
  <a:tblStyle styleId="{5FFCE654-9EA4-431A-ABCB-F5315FA5BC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{5FFCE654-9EA4-431A-ABCB-F5315FA5BC11}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{5FFCE654-9EA4-431A-ABCB-F5315FA5BC11}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