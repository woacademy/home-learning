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A31C1E-3A2E-4091-AA63-19299C73439D}">
  <a:tblStyle styleId="{F9A31C1E-3A2E-4091-AA63-19299C7343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{F9A31C1E-3A2E-4091-AA63-19299C73439D}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{F9A31C1E-3A2E-4091-AA63-19299C73439D}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