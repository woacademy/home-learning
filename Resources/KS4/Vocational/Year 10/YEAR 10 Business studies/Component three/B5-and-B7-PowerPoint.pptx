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12578-E08E-492F-9AA8-C3B4B01812B9}">
  <a:tblStyle styleId="{0E412578-E08E-492F-9AA8-C3B4B01812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{0E412578-E08E-492F-9AA8-C3B4B01812B9}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{0E412578-E08E-492F-9AA8-C3B4B01812B9}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