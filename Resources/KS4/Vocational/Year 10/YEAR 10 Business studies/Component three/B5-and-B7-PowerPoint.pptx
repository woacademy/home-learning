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2AD854-499D-4406-928B-9BA02B540898}">
  <a:tblStyle styleId="{782AD854-499D-4406-928B-9BA02B5408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{782AD854-499D-4406-928B-9BA02B540898}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{782AD854-499D-4406-928B-9BA02B540898}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