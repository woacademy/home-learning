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05A698-DD36-43B0-950C-D38F6BECCA81}">
  <a:tblStyle styleId="{E305A698-DD36-43B0-950C-D38F6BECCA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{E305A698-DD36-43B0-950C-D38F6BECCA81}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{E305A698-DD36-43B0-950C-D38F6BECCA81}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