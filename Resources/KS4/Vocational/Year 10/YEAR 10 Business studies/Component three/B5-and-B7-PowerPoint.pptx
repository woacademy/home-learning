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E09F76E-E0DC-4D7C-9911-8378FEEE7952}">
  <a:tblStyle styleId="{0E09F76E-E0DC-4D7C-9911-8378FEEE795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2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7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{0E09F76E-E0DC-4D7C-9911-8378FEEE7952}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{0E09F76E-E0DC-4D7C-9911-8378FEEE7952}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