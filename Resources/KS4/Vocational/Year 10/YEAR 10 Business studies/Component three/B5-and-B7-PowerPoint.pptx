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E2284-6FC2-4B9C-88A2-0917AF3C042C}">
  <a:tblStyle styleId="{455E2284-6FC2-4B9C-88A2-0917AF3C0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{455E2284-6FC2-4B9C-88A2-0917AF3C042C}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{455E2284-6FC2-4B9C-88A2-0917AF3C042C}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