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4092A9-A7E5-47A7-AD35-ABADE8349B79}">
  <a:tblStyle styleId="{724092A9-A7E5-47A7-AD35-ABADE8349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{724092A9-A7E5-47A7-AD35-ABADE8349B79}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{724092A9-A7E5-47A7-AD35-ABADE8349B79}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