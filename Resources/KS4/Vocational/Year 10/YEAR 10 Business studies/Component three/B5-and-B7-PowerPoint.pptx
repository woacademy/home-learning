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B0970E-574A-4F9B-B873-33A0000D121E}">
  <a:tblStyle styleId="{D9B0970E-574A-4F9B-B873-33A0000D12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{D9B0970E-574A-4F9B-B873-33A0000D121E}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{D9B0970E-574A-4F9B-B873-33A0000D121E}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