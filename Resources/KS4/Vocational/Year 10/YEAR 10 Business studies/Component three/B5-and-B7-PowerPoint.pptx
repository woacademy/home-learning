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BE0A5E-E214-4573-8F66-40FA98CB484E}">
  <a:tblStyle styleId="{71BE0A5E-E214-4573-8F66-40FA98CB48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{71BE0A5E-E214-4573-8F66-40FA98CB484E}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{71BE0A5E-E214-4573-8F66-40FA98CB484E}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