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061152-7710-4916-9F70-111769053B8C}">
  <a:tblStyle styleId="{04061152-7710-4916-9F70-111769053B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{04061152-7710-4916-9F70-111769053B8C}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{04061152-7710-4916-9F70-111769053B8C}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