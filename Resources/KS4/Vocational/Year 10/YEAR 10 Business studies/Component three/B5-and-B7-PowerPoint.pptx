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A6D221-1DAA-4019-8D60-9BD6F3215E8C}">
  <a:tblStyle styleId="{B6A6D221-1DAA-4019-8D60-9BD6F3215E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{B6A6D221-1DAA-4019-8D60-9BD6F3215E8C}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{B6A6D221-1DAA-4019-8D60-9BD6F3215E8C}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