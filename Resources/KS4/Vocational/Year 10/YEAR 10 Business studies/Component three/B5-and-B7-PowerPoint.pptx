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6AEEE4-F3E4-4D29-95FF-E3F6F6455F3B}">
  <a:tblStyle styleId="{B96AEEE4-F3E4-4D29-95FF-E3F6F6455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{B96AEEE4-F3E4-4D29-95FF-E3F6F6455F3B}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{B96AEEE4-F3E4-4D29-95FF-E3F6F6455F3B}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