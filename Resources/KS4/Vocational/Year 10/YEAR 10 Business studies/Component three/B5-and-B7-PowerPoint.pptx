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BDBBB4-F8F7-4426-A4EE-54C6AD41CF77}">
  <a:tblStyle styleId="{3EBDBBB4-F8F7-4426-A4EE-54C6AD41CF7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5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7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4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2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4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{3EBDBBB4-F8F7-4426-A4EE-54C6AD41CF77}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{3EBDBBB4-F8F7-4426-A4EE-54C6AD41CF77}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