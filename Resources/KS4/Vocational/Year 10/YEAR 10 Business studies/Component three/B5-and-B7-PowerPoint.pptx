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C297D8-87A4-463A-A1D8-AEA878B609E0}">
  <a:tblStyle styleId="{F1C297D8-87A4-463A-A1D8-AEA878B609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{F1C297D8-87A4-463A-A1D8-AEA878B609E0}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{F1C297D8-87A4-463A-A1D8-AEA878B609E0}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