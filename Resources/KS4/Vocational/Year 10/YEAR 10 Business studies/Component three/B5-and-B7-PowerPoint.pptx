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8421DE-0017-43C3-A78E-A0F1A4C6A891}">
  <a:tblStyle styleId="{438421DE-0017-43C3-A78E-A0F1A4C6A8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{438421DE-0017-43C3-A78E-A0F1A4C6A891}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{438421DE-0017-43C3-A78E-A0F1A4C6A891}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