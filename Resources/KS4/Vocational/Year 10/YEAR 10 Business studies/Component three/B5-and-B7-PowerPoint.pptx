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313C44-3F0B-4FFF-9907-35BD02F28810}">
  <a:tblStyle styleId="{A1313C44-3F0B-4FFF-9907-35BD02F288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{A1313C44-3F0B-4FFF-9907-35BD02F28810}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{A1313C44-3F0B-4FFF-9907-35BD02F28810}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