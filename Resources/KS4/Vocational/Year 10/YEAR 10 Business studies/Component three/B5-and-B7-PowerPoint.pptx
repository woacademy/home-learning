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690F34-9D52-4295-BCF0-15BEB820BDDC}">
  <a:tblStyle styleId="{7F690F34-9D52-4295-BCF0-15BEB820BD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{7F690F34-9D52-4295-BCF0-15BEB820BDDC}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{7F690F34-9D52-4295-BCF0-15BEB820BDDC}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