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51D4B4-A320-46CF-BD1F-AB7923CE5851}">
  <a:tblStyle styleId="{4051D4B4-A320-46CF-BD1F-AB7923CE58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{4051D4B4-A320-46CF-BD1F-AB7923CE5851}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{4051D4B4-A320-46CF-BD1F-AB7923CE5851}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