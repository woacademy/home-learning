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36A848-2ACB-4B85-A96B-625C54D1D1FB}">
  <a:tblStyle styleId="{9936A848-2ACB-4B85-A96B-625C54D1D1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{9936A848-2ACB-4B85-A96B-625C54D1D1FB}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{9936A848-2ACB-4B85-A96B-625C54D1D1FB}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