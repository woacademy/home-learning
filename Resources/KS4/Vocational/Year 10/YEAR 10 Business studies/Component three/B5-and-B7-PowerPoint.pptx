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B9AA6-CA9E-4D35-A96A-839378CBE3DF}">
  <a:tblStyle styleId="{25AB9AA6-CA9E-4D35-A96A-839378CBE3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{25AB9AA6-CA9E-4D35-A96A-839378CBE3DF}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{25AB9AA6-CA9E-4D35-A96A-839378CBE3DF}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