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9A6639-1720-457A-A20D-93056155221E}">
  <a:tblStyle styleId="{EB9A6639-1720-457A-A20D-9305615522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{EB9A6639-1720-457A-A20D-93056155221E}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{EB9A6639-1720-457A-A20D-93056155221E}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