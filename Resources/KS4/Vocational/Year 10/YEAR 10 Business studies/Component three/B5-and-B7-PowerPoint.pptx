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9D42E9-C13F-4049-8565-6369E63C5522}">
  <a:tblStyle styleId="{049D42E9-C13F-4049-8565-6369E63C55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{049D42E9-C13F-4049-8565-6369E63C5522}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{049D42E9-C13F-4049-8565-6369E63C5522}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