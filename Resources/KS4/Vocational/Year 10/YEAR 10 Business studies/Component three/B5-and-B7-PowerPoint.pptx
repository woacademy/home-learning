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D0931A-413D-470E-9C0E-40ED60AED141}">
  <a:tblStyle styleId="{BDD0931A-413D-470E-9C0E-40ED60AED1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{BDD0931A-413D-470E-9C0E-40ED60AED141}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{BDD0931A-413D-470E-9C0E-40ED60AED141}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