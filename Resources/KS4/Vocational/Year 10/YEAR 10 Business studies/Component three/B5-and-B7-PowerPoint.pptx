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E9A1B-3DE0-419D-81EE-A45D105A7CF6}">
  <a:tblStyle styleId="{790E9A1B-3DE0-419D-81EE-A45D105A7C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{790E9A1B-3DE0-419D-81EE-A45D105A7CF6}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{790E9A1B-3DE0-419D-81EE-A45D105A7CF6}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