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E890C9-7DF9-4460-952B-5704B362DC38}">
  <a:tblStyle styleId="{E5E890C9-7DF9-4460-952B-5704B362DC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{E5E890C9-7DF9-4460-952B-5704B362DC38}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{E5E890C9-7DF9-4460-952B-5704B362DC38}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