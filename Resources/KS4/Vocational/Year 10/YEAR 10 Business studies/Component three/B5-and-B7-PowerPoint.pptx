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6824D2-C147-4166-8F41-98961B84FFF7}">
  <a:tblStyle styleId="{2A6824D2-C147-4166-8F41-98961B84FF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{2A6824D2-C147-4166-8F41-98961B84FFF7}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{2A6824D2-C147-4166-8F41-98961B84FFF7}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