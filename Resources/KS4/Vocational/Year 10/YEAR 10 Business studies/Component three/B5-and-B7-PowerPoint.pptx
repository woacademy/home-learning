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71C240-9C6C-436C-8A09-93FE0354DAE2}">
  <a:tblStyle styleId="{D871C240-9C6C-436C-8A09-93FE0354DA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{D871C240-9C6C-436C-8A09-93FE0354DAE2}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{D871C240-9C6C-436C-8A09-93FE0354DAE2}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