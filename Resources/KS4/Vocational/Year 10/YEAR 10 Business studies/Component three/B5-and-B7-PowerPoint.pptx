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7D571C-1955-4850-AFB4-0D1693016876}">
  <a:tblStyle styleId="{A77D571C-1955-4850-AFB4-0D169301687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{A77D571C-1955-4850-AFB4-0D1693016876}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{A77D571C-1955-4850-AFB4-0D1693016876}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