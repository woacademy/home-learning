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2C21A-432E-4F61-8225-911E3646627F}">
  <a:tblStyle styleId="{9862C21A-432E-4F61-8225-911E364662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{9862C21A-432E-4F61-8225-911E3646627F}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{9862C21A-432E-4F61-8225-911E3646627F}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