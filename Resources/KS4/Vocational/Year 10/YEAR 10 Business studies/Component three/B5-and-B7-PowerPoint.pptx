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7FC594-2492-45A4-8AE3-557666386B05}">
  <a:tblStyle styleId="{9C7FC594-2492-45A4-8AE3-557666386B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{9C7FC594-2492-45A4-8AE3-557666386B05}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{9C7FC594-2492-45A4-8AE3-557666386B05}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