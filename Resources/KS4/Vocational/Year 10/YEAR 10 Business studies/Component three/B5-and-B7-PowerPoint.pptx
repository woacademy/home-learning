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762225-1E79-41F5-8CD2-2C8BF47F8912}">
  <a:tblStyle styleId="{83762225-1E79-41F5-8CD2-2C8BF47F89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{83762225-1E79-41F5-8CD2-2C8BF47F8912}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{83762225-1E79-41F5-8CD2-2C8BF47F8912}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