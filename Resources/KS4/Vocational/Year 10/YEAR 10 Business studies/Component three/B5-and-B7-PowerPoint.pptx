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E2EAD3-C6ED-4F55-AEAE-7C77350F4E01}">
  <a:tblStyle styleId="{74E2EAD3-C6ED-4F55-AEAE-7C77350F4E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{74E2EAD3-C6ED-4F55-AEAE-7C77350F4E01}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{74E2EAD3-C6ED-4F55-AEAE-7C77350F4E01}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