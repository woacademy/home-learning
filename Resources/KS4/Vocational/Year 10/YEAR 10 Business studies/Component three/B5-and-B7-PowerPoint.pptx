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B02F49-B9D6-4A86-B36F-002D70F7AC5C}">
  <a:tblStyle styleId="{6CB02F49-B9D6-4A86-B36F-002D70F7AC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{6CB02F49-B9D6-4A86-B36F-002D70F7AC5C}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{6CB02F49-B9D6-4A86-B36F-002D70F7AC5C}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