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E6254B-89A7-41F9-9CC6-2572078811CB}">
  <a:tblStyle styleId="{BBE6254B-89A7-41F9-9CC6-2572078811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{BBE6254B-89A7-41F9-9CC6-2572078811CB}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{BBE6254B-89A7-41F9-9CC6-2572078811CB}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