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361C2E-C291-440D-94B5-AA475D5EC0DA}">
  <a:tblStyle styleId="{F9361C2E-C291-440D-94B5-AA475D5EC0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{F9361C2E-C291-440D-94B5-AA475D5EC0DA}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{F9361C2E-C291-440D-94B5-AA475D5EC0DA}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