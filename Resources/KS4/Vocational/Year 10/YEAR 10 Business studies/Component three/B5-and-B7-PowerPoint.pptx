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328CE5-C033-433A-8003-0801F89D0A90}">
  <a:tblStyle styleId="{F8328CE5-C033-433A-8003-0801F89D0A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{F8328CE5-C033-433A-8003-0801F89D0A90}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{F8328CE5-C033-433A-8003-0801F89D0A90}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