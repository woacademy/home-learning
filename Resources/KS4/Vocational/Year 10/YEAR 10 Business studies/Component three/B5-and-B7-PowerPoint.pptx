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5AD66-CCAB-41F8-BF19-A56E9B17664F}">
  <a:tblStyle styleId="{6895AD66-CCAB-41F8-BF19-A56E9B1766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{6895AD66-CCAB-41F8-BF19-A56E9B17664F}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{6895AD66-CCAB-41F8-BF19-A56E9B17664F}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