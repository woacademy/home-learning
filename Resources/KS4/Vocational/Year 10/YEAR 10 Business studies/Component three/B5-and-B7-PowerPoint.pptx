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13D4A1-1AD2-4ADE-8C9A-B3CEE3628E25}">
  <a:tblStyle styleId="{2613D4A1-1AD2-4ADE-8C9A-B3CEE3628E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{2613D4A1-1AD2-4ADE-8C9A-B3CEE3628E25}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{2613D4A1-1AD2-4ADE-8C9A-B3CEE3628E25}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