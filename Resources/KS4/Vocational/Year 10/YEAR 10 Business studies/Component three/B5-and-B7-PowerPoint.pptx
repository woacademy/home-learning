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BBF4B1-B472-4094-82BD-49B8B4F1DB24}">
  <a:tblStyle styleId="{70BBF4B1-B472-4094-82BD-49B8B4F1DB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{70BBF4B1-B472-4094-82BD-49B8B4F1DB24}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{70BBF4B1-B472-4094-82BD-49B8B4F1DB24}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