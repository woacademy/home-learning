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6EDBDB-D2B1-47BB-A666-30C83103313D}">
  <a:tblStyle styleId="{706EDBDB-D2B1-47BB-A666-30C8310331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{706EDBDB-D2B1-47BB-A666-30C83103313D}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{706EDBDB-D2B1-47BB-A666-30C83103313D}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