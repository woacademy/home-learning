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7CFEB0-4DCD-44FF-AB8F-2A4911ACFB79}">
  <a:tblStyle styleId="{6A7CFEB0-4DCD-44FF-AB8F-2A4911ACFB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{6A7CFEB0-4DCD-44FF-AB8F-2A4911ACFB79}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{6A7CFEB0-4DCD-44FF-AB8F-2A4911ACFB79}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