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BD1A92-48FF-40B0-AC1C-C88DE6267252}">
  <a:tblStyle styleId="{22BD1A92-48FF-40B0-AC1C-C88DE62672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{22BD1A92-48FF-40B0-AC1C-C88DE6267252}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{22BD1A92-48FF-40B0-AC1C-C88DE6267252}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