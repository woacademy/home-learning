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C4EB9F-7962-4155-84C0-2872E5F7EDAB}">
  <a:tblStyle styleId="{EBC4EB9F-7962-4155-84C0-2872E5F7ED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{EBC4EB9F-7962-4155-84C0-2872E5F7EDAB}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{EBC4EB9F-7962-4155-84C0-2872E5F7EDAB}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