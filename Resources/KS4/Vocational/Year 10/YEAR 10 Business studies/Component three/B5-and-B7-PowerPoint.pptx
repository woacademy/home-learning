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B7978F-4148-4C92-9C32-5E8D04C6356C}">
  <a:tblStyle styleId="{24B7978F-4148-4C92-9C32-5E8D04C635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{24B7978F-4148-4C92-9C32-5E8D04C6356C}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{24B7978F-4148-4C92-9C32-5E8D04C6356C}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