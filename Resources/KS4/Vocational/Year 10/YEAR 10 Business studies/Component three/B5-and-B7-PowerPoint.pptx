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93E4525-EFB9-4E72-9F51-2E07BC6FDC96}">
  <a:tblStyle styleId="{493E4525-EFB9-4E72-9F51-2E07BC6FDC9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{493E4525-EFB9-4E72-9F51-2E07BC6FDC96}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{493E4525-EFB9-4E72-9F51-2E07BC6FDC96}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