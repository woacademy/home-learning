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58F983-7873-425E-A268-E94024FA10EE}">
  <a:tblStyle styleId="{3A58F983-7873-425E-A268-E94024FA10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{3A58F983-7873-425E-A268-E94024FA10EE}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{3A58F983-7873-425E-A268-E94024FA10EE}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