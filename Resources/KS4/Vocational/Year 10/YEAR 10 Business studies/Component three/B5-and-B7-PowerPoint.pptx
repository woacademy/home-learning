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4D03C50D-3465-4F3D-877A-CCF46D298F01}">
  <a:tblStyle styleId="{4D03C50D-3465-4F3D-877A-CCF46D298F01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5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6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1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7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0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9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4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2.png"/><Relationship Id="rId4" Type="http://schemas.openxmlformats.org/officeDocument/2006/relationships/image" Target="../media/image16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3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{4D03C50D-3465-4F3D-877A-CCF46D298F01}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{4D03C50D-3465-4F3D-877A-CCF46D298F01}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