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DEE55E-6011-4BBD-8335-32324094CBBE}">
  <a:tblStyle styleId="{25DEE55E-6011-4BBD-8335-32324094CB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{25DEE55E-6011-4BBD-8335-32324094CBBE}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{25DEE55E-6011-4BBD-8335-32324094CBBE}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