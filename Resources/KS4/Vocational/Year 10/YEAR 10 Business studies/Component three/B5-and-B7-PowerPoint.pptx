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22D722-B976-4B70-B1DB-21D1553A3142}">
  <a:tblStyle styleId="{9D22D722-B976-4B70-B1DB-21D1553A31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{9D22D722-B976-4B70-B1DB-21D1553A3142}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{9D22D722-B976-4B70-B1DB-21D1553A3142}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