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7F6EFC-B4B6-40DD-B26A-07E9D9EAC13D}">
  <a:tblStyle styleId="{647F6EFC-B4B6-40DD-B26A-07E9D9EAC1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{647F6EFC-B4B6-40DD-B26A-07E9D9EAC13D}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{647F6EFC-B4B6-40DD-B26A-07E9D9EAC13D}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