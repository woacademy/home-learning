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B9EEF9-BBD4-425A-BB46-002083DD3D38}">
  <a:tblStyle styleId="{DBB9EEF9-BBD4-425A-BB46-002083DD3D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{DBB9EEF9-BBD4-425A-BB46-002083DD3D38}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{DBB9EEF9-BBD4-425A-BB46-002083DD3D38}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