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1733004-BAEE-4177-B5A6-CA761C25D007}">
  <a:tblStyle styleId="{81733004-BAEE-4177-B5A6-CA761C25D0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{81733004-BAEE-4177-B5A6-CA761C25D007}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{81733004-BAEE-4177-B5A6-CA761C25D007}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