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D0D60B-21EA-4A0F-844D-56DFC484A9DD}">
  <a:tblStyle styleId="{61D0D60B-21EA-4A0F-844D-56DFC484A9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{61D0D60B-21EA-4A0F-844D-56DFC484A9DD}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{61D0D60B-21EA-4A0F-844D-56DFC484A9DD}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