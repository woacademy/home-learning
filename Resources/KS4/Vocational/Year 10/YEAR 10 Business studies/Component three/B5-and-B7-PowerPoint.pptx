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57099F-D855-477C-8546-C28B1844BFC8}">
  <a:tblStyle styleId="{4457099F-D855-477C-8546-C28B1844BF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{4457099F-D855-477C-8546-C28B1844BFC8}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{4457099F-D855-477C-8546-C28B1844BFC8}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