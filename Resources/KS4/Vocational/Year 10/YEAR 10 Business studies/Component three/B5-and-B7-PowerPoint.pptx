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AECDA2-B6E6-452B-B8B2-7BE8CDDB15F2}">
  <a:tblStyle styleId="{D1AECDA2-B6E6-452B-B8B2-7BE8CDDB15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{D1AECDA2-B6E6-452B-B8B2-7BE8CDDB15F2}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{D1AECDA2-B6E6-452B-B8B2-7BE8CDDB15F2}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