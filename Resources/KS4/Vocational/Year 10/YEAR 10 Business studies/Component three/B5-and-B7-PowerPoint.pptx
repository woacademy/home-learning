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231DCD-B45E-4EBC-B912-9B0544B9C554}">
  <a:tblStyle styleId="{04231DCD-B45E-4EBC-B912-9B0544B9C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{04231DCD-B45E-4EBC-B912-9B0544B9C554}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{04231DCD-B45E-4EBC-B912-9B0544B9C554}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