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5F28C8-E053-47F7-B528-134E73CD55F8}">
  <a:tblStyle styleId="{9B5F28C8-E053-47F7-B528-134E73CD55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{9B5F28C8-E053-47F7-B528-134E73CD55F8}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{9B5F28C8-E053-47F7-B528-134E73CD55F8}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