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1FAA3A8-D0C3-4E0C-9E8E-5F9B51DCE5F5}">
  <a:tblStyle styleId="{21FAA3A8-D0C3-4E0C-9E8E-5F9B51DCE5F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{21FAA3A8-D0C3-4E0C-9E8E-5F9B51DCE5F5}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{21FAA3A8-D0C3-4E0C-9E8E-5F9B51DCE5F5}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