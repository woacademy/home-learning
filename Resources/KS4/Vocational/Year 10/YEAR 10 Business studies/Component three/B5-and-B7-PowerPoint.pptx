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94386-496E-4B1D-93C5-2E777769F4D7}">
  <a:tblStyle styleId="{78B94386-496E-4B1D-93C5-2E777769F4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{78B94386-496E-4B1D-93C5-2E777769F4D7}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{78B94386-496E-4B1D-93C5-2E777769F4D7}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