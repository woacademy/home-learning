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4DC155A-8815-4154-98BE-78CA72AD501E}">
  <a:tblStyle styleId="{D4DC155A-8815-4154-98BE-78CA72AD50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{D4DC155A-8815-4154-98BE-78CA72AD501E}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{D4DC155A-8815-4154-98BE-78CA72AD501E}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