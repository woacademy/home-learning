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CDFD5B7-0295-4A3D-8EC4-1014AA4438BC}">
  <a:tblStyle styleId="{5CDFD5B7-0295-4A3D-8EC4-1014AA4438B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9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{5CDFD5B7-0295-4A3D-8EC4-1014AA4438BC}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{5CDFD5B7-0295-4A3D-8EC4-1014AA4438BC}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