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5C3B10-6376-432C-9C80-C51F144FBD9B}">
  <a:tblStyle styleId="{EF5C3B10-6376-432C-9C80-C51F144FBD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{EF5C3B10-6376-432C-9C80-C51F144FBD9B}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{EF5C3B10-6376-432C-9C80-C51F144FBD9B}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