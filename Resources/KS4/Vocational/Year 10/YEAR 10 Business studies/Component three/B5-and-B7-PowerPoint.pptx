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A4738D-F525-4F4B-A78D-E44054E7EC74}">
  <a:tblStyle styleId="{FBA4738D-F525-4F4B-A78D-E44054E7EC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{FBA4738D-F525-4F4B-A78D-E44054E7EC74}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{FBA4738D-F525-4F4B-A78D-E44054E7EC74}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