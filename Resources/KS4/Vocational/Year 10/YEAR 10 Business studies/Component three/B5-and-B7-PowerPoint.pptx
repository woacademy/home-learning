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FE4EFE-997B-4A72-912A-342D0A867BD4}">
  <a:tblStyle styleId="{EBFE4EFE-997B-4A72-912A-342D0A867B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{EBFE4EFE-997B-4A72-912A-342D0A867BD4}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{EBFE4EFE-997B-4A72-912A-342D0A867BD4}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