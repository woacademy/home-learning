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2C44E0C-9FC1-4F3B-A20E-29AE48436D5B}">
  <a:tblStyle styleId="{42C44E0C-9FC1-4F3B-A20E-29AE48436D5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{42C44E0C-9FC1-4F3B-A20E-29AE48436D5B}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{42C44E0C-9FC1-4F3B-A20E-29AE48436D5B}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