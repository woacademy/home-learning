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9AA99-5CB5-4F72-A340-48C2AE1C1907}">
  <a:tblStyle styleId="{5649AA99-5CB5-4F72-A340-48C2AE1C19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{5649AA99-5CB5-4F72-A340-48C2AE1C1907}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{5649AA99-5CB5-4F72-A340-48C2AE1C1907}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