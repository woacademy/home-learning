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569BDE-A01C-4E13-94CD-0E3FF8566578}">
  <a:tblStyle styleId="{5E569BDE-A01C-4E13-94CD-0E3FF85665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{5E569BDE-A01C-4E13-94CD-0E3FF8566578}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{5E569BDE-A01C-4E13-94CD-0E3FF8566578}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