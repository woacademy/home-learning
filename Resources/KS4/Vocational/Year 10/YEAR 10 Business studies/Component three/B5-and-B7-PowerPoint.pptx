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DD5C24-A933-4AAE-98C6-87AA856F3067}">
  <a:tblStyle styleId="{D7DD5C24-A933-4AAE-98C6-87AA856F30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{D7DD5C24-A933-4AAE-98C6-87AA856F3067}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{D7DD5C24-A933-4AAE-98C6-87AA856F3067}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