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79B5E4-5290-48ED-8CFC-3D08CA2DF30E}">
  <a:tblStyle styleId="{6779B5E4-5290-48ED-8CFC-3D08CA2DF3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{6779B5E4-5290-48ED-8CFC-3D08CA2DF30E}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{6779B5E4-5290-48ED-8CFC-3D08CA2DF30E}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