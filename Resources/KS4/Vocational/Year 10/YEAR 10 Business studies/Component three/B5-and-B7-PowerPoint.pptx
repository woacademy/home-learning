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1D26D-2CF7-4DF8-A1EF-70500F58D371}">
  <a:tblStyle styleId="{5681D26D-2CF7-4DF8-A1EF-70500F58D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{5681D26D-2CF7-4DF8-A1EF-70500F58D371}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{5681D26D-2CF7-4DF8-A1EF-70500F58D371}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