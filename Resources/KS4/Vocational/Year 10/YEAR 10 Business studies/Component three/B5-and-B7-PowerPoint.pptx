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D1EBF9-9C21-408E-99A5-5F23BAAADF16}">
  <a:tblStyle styleId="{9AD1EBF9-9C21-408E-99A5-5F23BAAADF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{9AD1EBF9-9C21-408E-99A5-5F23BAAADF16}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{9AD1EBF9-9C21-408E-99A5-5F23BAAADF16}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