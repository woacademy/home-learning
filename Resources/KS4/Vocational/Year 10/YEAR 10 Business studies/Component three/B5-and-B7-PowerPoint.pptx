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4DD560-E150-4244-84B6-48804FC91CDB}">
  <a:tblStyle styleId="{674DD560-E150-4244-84B6-48804FC91C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{674DD560-E150-4244-84B6-48804FC91CDB}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{674DD560-E150-4244-84B6-48804FC91CDB}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