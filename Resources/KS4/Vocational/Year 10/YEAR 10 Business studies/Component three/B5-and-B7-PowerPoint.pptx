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A5E3B1-5824-4AAD-87CA-9581017A798F}">
  <a:tblStyle styleId="{E7A5E3B1-5824-4AAD-87CA-9581017A7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{E7A5E3B1-5824-4AAD-87CA-9581017A798F}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{E7A5E3B1-5824-4AAD-87CA-9581017A798F}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