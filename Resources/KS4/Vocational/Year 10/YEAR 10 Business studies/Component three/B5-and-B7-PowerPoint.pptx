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F2BDA7-41A5-4B17-9799-CB3A7539A7E2}">
  <a:tblStyle styleId="{D4F2BDA7-41A5-4B17-9799-CB3A7539A7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{D4F2BDA7-41A5-4B17-9799-CB3A7539A7E2}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{D4F2BDA7-41A5-4B17-9799-CB3A7539A7E2}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