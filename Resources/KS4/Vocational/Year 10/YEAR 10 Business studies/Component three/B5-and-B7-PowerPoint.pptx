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E4491C-7F20-4412-A748-1C0A3CE96FEC}">
  <a:tblStyle styleId="{4DE4491C-7F20-4412-A748-1C0A3CE96F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{4DE4491C-7F20-4412-A748-1C0A3CE96FEC}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{4DE4491C-7F20-4412-A748-1C0A3CE96FEC}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