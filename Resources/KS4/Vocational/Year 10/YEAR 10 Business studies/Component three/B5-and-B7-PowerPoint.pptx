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8C9736-FCCA-40CA-BDA6-F062F6ED0530}">
  <a:tblStyle styleId="{1A8C9736-FCCA-40CA-BDA6-F062F6ED05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{1A8C9736-FCCA-40CA-BDA6-F062F6ED0530}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{1A8C9736-FCCA-40CA-BDA6-F062F6ED0530}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