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993619-1E9A-45DA-9EBF-3DABDD2C4DE2}">
  <a:tblStyle styleId="{09993619-1E9A-45DA-9EBF-3DABDD2C4D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{09993619-1E9A-45DA-9EBF-3DABDD2C4DE2}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{09993619-1E9A-45DA-9EBF-3DABDD2C4DE2}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