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E1C401-FE8F-4580-8A2D-F93049DCAAE5}">
  <a:tblStyle styleId="{16E1C401-FE8F-4580-8A2D-F93049DCAA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{16E1C401-FE8F-4580-8A2D-F93049DCAAE5}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{16E1C401-FE8F-4580-8A2D-F93049DCAAE5}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