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5ABE1-7C11-4A97-AAB4-5B1D582787A4}">
  <a:tblStyle styleId="{63B5ABE1-7C11-4A97-AAB4-5B1D58278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{63B5ABE1-7C11-4A97-AAB4-5B1D582787A4}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{63B5ABE1-7C11-4A97-AAB4-5B1D582787A4}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