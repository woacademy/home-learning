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8B0B610-45F4-44B7-B5C6-1FD1CA43245F}">
  <a:tblStyle styleId="{98B0B610-45F4-44B7-B5C6-1FD1CA43245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{98B0B610-45F4-44B7-B5C6-1FD1CA43245F}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{98B0B610-45F4-44B7-B5C6-1FD1CA43245F}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