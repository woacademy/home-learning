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311C59-6DD1-47AF-8BC6-42B262181AAA}">
  <a:tblStyle styleId="{CA311C59-6DD1-47AF-8BC6-42B262181A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{CA311C59-6DD1-47AF-8BC6-42B262181AAA}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{CA311C59-6DD1-47AF-8BC6-42B262181AAA}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