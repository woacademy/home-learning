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FF11C5-0A45-4949-A3B0-900DC885485B}">
  <a:tblStyle styleId="{F6FF11C5-0A45-4949-A3B0-900DC88548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{F6FF11C5-0A45-4949-A3B0-900DC885485B}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{F6FF11C5-0A45-4949-A3B0-900DC885485B}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