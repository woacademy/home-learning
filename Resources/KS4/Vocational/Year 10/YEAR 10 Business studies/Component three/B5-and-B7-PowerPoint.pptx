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BCC809-8C1F-4738-A4C4-763F5AEE3442}">
  <a:tblStyle styleId="{65BCC809-8C1F-4738-A4C4-763F5AEE34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{65BCC809-8C1F-4738-A4C4-763F5AEE3442}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{65BCC809-8C1F-4738-A4C4-763F5AEE3442}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