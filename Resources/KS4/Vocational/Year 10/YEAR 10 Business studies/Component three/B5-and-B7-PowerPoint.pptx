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B5D3D-2DDD-425A-87F2-B74D810F4380}">
  <a:tblStyle styleId="{27EB5D3D-2DDD-425A-87F2-B74D810F43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{27EB5D3D-2DDD-425A-87F2-B74D810F4380}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{27EB5D3D-2DDD-425A-87F2-B74D810F4380}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