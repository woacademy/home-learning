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846050-DAB8-450C-95F0-5F1532BA3A84}">
  <a:tblStyle styleId="{AE846050-DAB8-450C-95F0-5F1532BA3A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{AE846050-DAB8-450C-95F0-5F1532BA3A84}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{AE846050-DAB8-450C-95F0-5F1532BA3A84}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