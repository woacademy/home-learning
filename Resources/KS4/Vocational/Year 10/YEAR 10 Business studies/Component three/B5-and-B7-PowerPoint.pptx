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C079B8-8823-4621-9F8B-49AA416B1C92}">
  <a:tblStyle styleId="{78C079B8-8823-4621-9F8B-49AA416B1C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{78C079B8-8823-4621-9F8B-49AA416B1C92}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{78C079B8-8823-4621-9F8B-49AA416B1C92}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