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3E0C5CE4-135A-4442-8C53-E22CBD449FC4}">
  <a:tblStyle styleId="{3E0C5CE4-135A-4442-8C53-E22CBD449FC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0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5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6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2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5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4.png"/><Relationship Id="rId4" Type="http://schemas.openxmlformats.org/officeDocument/2006/relationships/image" Target="../media/image7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9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{3E0C5CE4-135A-4442-8C53-E22CBD449FC4}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{3E0C5CE4-135A-4442-8C53-E22CBD449FC4}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