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986BA6-56D9-4066-AE0D-763CD0604D5E}">
  <a:tblStyle styleId="{08986BA6-56D9-4066-AE0D-763CD0604D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{08986BA6-56D9-4066-AE0D-763CD0604D5E}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{08986BA6-56D9-4066-AE0D-763CD0604D5E}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