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1663D5-7B72-494C-BBDC-A9C148A0964B}">
  <a:tblStyle styleId="{831663D5-7B72-494C-BBDC-A9C148A096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{831663D5-7B72-494C-BBDC-A9C148A0964B}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{831663D5-7B72-494C-BBDC-A9C148A0964B}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