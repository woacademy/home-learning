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21BD6D-112D-4B57-98AE-C63DC3680109}">
  <a:tblStyle styleId="{0621BD6D-112D-4B57-98AE-C63DC36801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{0621BD6D-112D-4B57-98AE-C63DC3680109}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{0621BD6D-112D-4B57-98AE-C63DC3680109}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