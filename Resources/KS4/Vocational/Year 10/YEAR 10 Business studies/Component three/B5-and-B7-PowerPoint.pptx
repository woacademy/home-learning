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907996-33FD-4070-B7DA-E6C3511008F8}">
  <a:tblStyle styleId="{D8907996-33FD-4070-B7DA-E6C3511008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{D8907996-33FD-4070-B7DA-E6C3511008F8}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{D8907996-33FD-4070-B7DA-E6C3511008F8}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