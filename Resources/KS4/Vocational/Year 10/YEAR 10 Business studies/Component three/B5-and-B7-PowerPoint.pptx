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F5416A-AD85-4C39-93BF-2D6385916271}">
  <a:tblStyle styleId="{71F5416A-AD85-4C39-93BF-2D63859162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{71F5416A-AD85-4C39-93BF-2D6385916271}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{71F5416A-AD85-4C39-93BF-2D6385916271}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