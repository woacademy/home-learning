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AD691A-EB82-4375-9A13-6F9935BEAC72}">
  <a:tblStyle styleId="{07AD691A-EB82-4375-9A13-6F9935BEAC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{07AD691A-EB82-4375-9A13-6F9935BEAC72}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{07AD691A-EB82-4375-9A13-6F9935BEAC72}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