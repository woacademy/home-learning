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654803-4446-4B6E-84F7-D6556651B3F8}">
  <a:tblStyle styleId="{E7654803-4446-4B6E-84F7-D6556651B3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{E7654803-4446-4B6E-84F7-D6556651B3F8}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{E7654803-4446-4B6E-84F7-D6556651B3F8}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