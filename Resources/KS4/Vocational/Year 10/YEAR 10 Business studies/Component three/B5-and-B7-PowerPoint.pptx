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DCFD1F-52DD-428C-9CCB-492F379F3916}">
  <a:tblStyle styleId="{47DCFD1F-52DD-428C-9CCB-492F379F39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{47DCFD1F-52DD-428C-9CCB-492F379F3916}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{47DCFD1F-52DD-428C-9CCB-492F379F3916}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