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E3B236-2988-4819-A472-373CB5339B3C}">
  <a:tblStyle styleId="{4AE3B236-2988-4819-A472-373CB5339B3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{4AE3B236-2988-4819-A472-373CB5339B3C}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{4AE3B236-2988-4819-A472-373CB5339B3C}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