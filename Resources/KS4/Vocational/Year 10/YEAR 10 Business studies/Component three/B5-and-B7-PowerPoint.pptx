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6F1BF8-A9EB-478B-BE6C-37326A0487FA}">
  <a:tblStyle styleId="{066F1BF8-A9EB-478B-BE6C-37326A0487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{066F1BF8-A9EB-478B-BE6C-37326A0487FA}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{066F1BF8-A9EB-478B-BE6C-37326A0487FA}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