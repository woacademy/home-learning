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9B7EA7-FAE5-4333-B26C-054B5ECFE438}">
  <a:tblStyle styleId="{8D9B7EA7-FAE5-4333-B26C-054B5ECFE4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{8D9B7EA7-FAE5-4333-B26C-054B5ECFE438}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{8D9B7EA7-FAE5-4333-B26C-054B5ECFE438}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