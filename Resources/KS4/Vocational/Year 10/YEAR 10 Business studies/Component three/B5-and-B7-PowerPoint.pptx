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D384282-4287-4DCA-9605-6DEE2995A487}">
  <a:tblStyle styleId="{4D384282-4287-4DCA-9605-6DEE2995A4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{4D384282-4287-4DCA-9605-6DEE2995A487}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{4D384282-4287-4DCA-9605-6DEE2995A487}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