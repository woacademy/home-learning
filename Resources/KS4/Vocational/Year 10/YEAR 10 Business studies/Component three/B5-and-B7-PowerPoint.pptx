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B58D2D3-6050-429C-8407-29F36F01417F}">
  <a:tblStyle styleId="{EB58D2D3-6050-429C-8407-29F36F0141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{EB58D2D3-6050-429C-8407-29F36F01417F}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{EB58D2D3-6050-429C-8407-29F36F01417F}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