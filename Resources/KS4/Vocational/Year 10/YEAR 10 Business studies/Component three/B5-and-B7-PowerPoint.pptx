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109C90-1FD9-4592-864C-EA222B7798F4}">
  <a:tblStyle styleId="{45109C90-1FD9-4592-864C-EA222B7798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{45109C90-1FD9-4592-864C-EA222B7798F4}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{45109C90-1FD9-4592-864C-EA222B7798F4}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