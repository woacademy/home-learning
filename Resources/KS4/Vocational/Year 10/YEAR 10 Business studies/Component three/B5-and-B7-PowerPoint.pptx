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9659B9-85F5-4762-B106-2462A2B0E842}">
  <a:tblStyle styleId="{B79659B9-85F5-4762-B106-2462A2B0E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{B79659B9-85F5-4762-B106-2462A2B0E842}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{B79659B9-85F5-4762-B106-2462A2B0E842}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