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F77960-522D-4A79-BD8B-9D60C660087F}">
  <a:tblStyle styleId="{B8F77960-522D-4A79-BD8B-9D60C66008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{B8F77960-522D-4A79-BD8B-9D60C660087F}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{B8F77960-522D-4A79-BD8B-9D60C660087F}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