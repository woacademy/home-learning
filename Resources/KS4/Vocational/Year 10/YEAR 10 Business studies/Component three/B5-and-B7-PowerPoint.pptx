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0B5F72-C9FB-43F7-B379-1C62BDF1C263}">
  <a:tblStyle styleId="{8F0B5F72-C9FB-43F7-B379-1C62BDF1C2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{8F0B5F72-C9FB-43F7-B379-1C62BDF1C263}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{8F0B5F72-C9FB-43F7-B379-1C62BDF1C263}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