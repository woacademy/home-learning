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7F3ED3-E25E-41C3-88D5-80EBE0ADDBFC}">
  <a:tblStyle styleId="{5B7F3ED3-E25E-41C3-88D5-80EBE0ADDB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{5B7F3ED3-E25E-41C3-88D5-80EBE0ADDBFC}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{5B7F3ED3-E25E-41C3-88D5-80EBE0ADDBFC}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