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97B430-A3E2-4A37-B9CD-56E3D8B3520F}">
  <a:tblStyle styleId="{6097B430-A3E2-4A37-B9CD-56E3D8B352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{6097B430-A3E2-4A37-B9CD-56E3D8B3520F}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{6097B430-A3E2-4A37-B9CD-56E3D8B3520F}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