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C7C5A3-7041-43F5-AAC7-214DF7E63778}">
  <a:tblStyle styleId="{A5C7C5A3-7041-43F5-AAC7-214DF7E637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{A5C7C5A3-7041-43F5-AAC7-214DF7E63778}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{A5C7C5A3-7041-43F5-AAC7-214DF7E63778}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