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048F18-DCC1-4606-9BB8-854C99CA161F}">
  <a:tblStyle styleId="{E0048F18-DCC1-4606-9BB8-854C99CA16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{E0048F18-DCC1-4606-9BB8-854C99CA161F}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{E0048F18-DCC1-4606-9BB8-854C99CA161F}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