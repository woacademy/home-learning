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8F0F34-0AC2-472D-A814-EED2CC8133BB}">
  <a:tblStyle styleId="{078F0F34-0AC2-472D-A814-EED2CC8133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{078F0F34-0AC2-472D-A814-EED2CC8133BB}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{078F0F34-0AC2-472D-A814-EED2CC8133BB}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