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C0AF38-D066-410B-9985-FA12CD1A1BCF}">
  <a:tblStyle styleId="{01C0AF38-D066-410B-9985-FA12CD1A1B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{01C0AF38-D066-410B-9985-FA12CD1A1BCF}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{01C0AF38-D066-410B-9985-FA12CD1A1BCF}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