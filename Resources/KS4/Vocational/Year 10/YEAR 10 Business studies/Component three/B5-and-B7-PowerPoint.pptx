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F16150-9ED3-419F-B457-734173865746}">
  <a:tblStyle styleId="{56F16150-9ED3-419F-B457-7341738657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{56F16150-9ED3-419F-B457-734173865746}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{56F16150-9ED3-419F-B457-734173865746}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