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28DBB-0392-4FDD-9BF5-5727B57F62E1}">
  <a:tblStyle styleId="{6FE28DBB-0392-4FDD-9BF5-5727B57F62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{6FE28DBB-0392-4FDD-9BF5-5727B57F62E1}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{6FE28DBB-0392-4FDD-9BF5-5727B57F62E1}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