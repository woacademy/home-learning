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682C16-171D-439A-ACE9-B7935D340A6E}">
  <a:tblStyle styleId="{5D682C16-171D-439A-ACE9-B7935D340A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{5D682C16-171D-439A-ACE9-B7935D340A6E}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{5D682C16-171D-439A-ACE9-B7935D340A6E}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