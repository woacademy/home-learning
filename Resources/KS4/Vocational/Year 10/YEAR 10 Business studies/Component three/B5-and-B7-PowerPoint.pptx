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4BB5D6-83D5-4CCA-BE48-2F10CDA463AA}">
  <a:tblStyle styleId="{EE4BB5D6-83D5-4CCA-BE48-2F10CDA463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{EE4BB5D6-83D5-4CCA-BE48-2F10CDA463AA}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{EE4BB5D6-83D5-4CCA-BE48-2F10CDA463AA}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