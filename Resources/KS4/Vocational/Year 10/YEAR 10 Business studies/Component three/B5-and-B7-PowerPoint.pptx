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F6A155-92D2-4CDA-AFE3-6FE10D8A2F1B}">
  <a:tblStyle styleId="{21F6A155-92D2-4CDA-AFE3-6FE10D8A2F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{21F6A155-92D2-4CDA-AFE3-6FE10D8A2F1B}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{21F6A155-92D2-4CDA-AFE3-6FE10D8A2F1B}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