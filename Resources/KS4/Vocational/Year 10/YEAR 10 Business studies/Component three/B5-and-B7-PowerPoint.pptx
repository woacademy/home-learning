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3267C8-ABC8-40A7-8C73-E11D485443E6}">
  <a:tblStyle styleId="{D23267C8-ABC8-40A7-8C73-E11D485443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{D23267C8-ABC8-40A7-8C73-E11D485443E6}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{D23267C8-ABC8-40A7-8C73-E11D485443E6}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