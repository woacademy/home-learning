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E67ED8-0ABD-47C0-B440-FCBD719AE7F6}">
  <a:tblStyle styleId="{D4E67ED8-0ABD-47C0-B440-FCBD719AE7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{D4E67ED8-0ABD-47C0-B440-FCBD719AE7F6}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{D4E67ED8-0ABD-47C0-B440-FCBD719AE7F6}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