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1BED4E-C9D5-4111-BA34-4920A526400F}">
  <a:tblStyle styleId="{4F1BED4E-C9D5-4111-BA34-4920A52640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{4F1BED4E-C9D5-4111-BA34-4920A526400F}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{4F1BED4E-C9D5-4111-BA34-4920A526400F}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