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853558-9CA7-47CC-8049-C82A6EE94424}">
  <a:tblStyle styleId="{74853558-9CA7-47CC-8049-C82A6EE944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{74853558-9CA7-47CC-8049-C82A6EE94424}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{74853558-9CA7-47CC-8049-C82A6EE94424}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