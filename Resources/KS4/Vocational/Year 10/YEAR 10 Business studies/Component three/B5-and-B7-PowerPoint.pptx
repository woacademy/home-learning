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99C687-ED81-472F-90F8-005C4B98C512}">
  <a:tblStyle styleId="{7F99C687-ED81-472F-90F8-005C4B98C5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{7F99C687-ED81-472F-90F8-005C4B98C512}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{7F99C687-ED81-472F-90F8-005C4B98C512}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