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FAA2448-8BF7-4F98-A412-C18EA5EC925E}">
  <a:tblStyle styleId="{8FAA2448-8BF7-4F98-A412-C18EA5EC92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{8FAA2448-8BF7-4F98-A412-C18EA5EC925E}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{8FAA2448-8BF7-4F98-A412-C18EA5EC925E}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