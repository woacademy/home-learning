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59F682-E921-45D3-BAD4-CDFE05A5EBE4}">
  <a:tblStyle styleId="{B359F682-E921-45D3-BAD4-CDFE05A5EB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{B359F682-E921-45D3-BAD4-CDFE05A5EBE4}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{B359F682-E921-45D3-BAD4-CDFE05A5EBE4}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