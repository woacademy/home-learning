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0AD71E-BBC4-423F-B2B0-3498DB480325}">
  <a:tblStyle styleId="{230AD71E-BBC4-423F-B2B0-3498DB4803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{230AD71E-BBC4-423F-B2B0-3498DB480325}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{230AD71E-BBC4-423F-B2B0-3498DB480325}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