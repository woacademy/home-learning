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6F982B-C480-4D6C-8FA6-86FF5086DCFF}">
  <a:tblStyle styleId="{626F982B-C480-4D6C-8FA6-86FF5086DC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{626F982B-C480-4D6C-8FA6-86FF5086DCFF}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{626F982B-C480-4D6C-8FA6-86FF5086DCFF}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