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3DBF07B5-B112-4DB5-B81F-CFDA270166A0}">
  <a:tblStyle styleId="{3DBF07B5-B112-4DB5-B81F-CFDA270166A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7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{3DBF07B5-B112-4DB5-B81F-CFDA270166A0}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{3DBF07B5-B112-4DB5-B81F-CFDA270166A0}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