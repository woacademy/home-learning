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6A4B11-A37A-460D-825F-2C0D118C70C7}">
  <a:tblStyle styleId="{886A4B11-A37A-460D-825F-2C0D118C70C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{886A4B11-A37A-460D-825F-2C0D118C70C7}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{886A4B11-A37A-460D-825F-2C0D118C70C7}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