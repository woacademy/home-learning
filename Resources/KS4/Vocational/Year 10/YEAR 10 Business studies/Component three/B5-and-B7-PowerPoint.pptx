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5BC79F-F8BE-402B-BA76-FF70D288F8B2}">
  <a:tblStyle styleId="{D65BC79F-F8BE-402B-BA76-FF70D288F8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{D65BC79F-F8BE-402B-BA76-FF70D288F8B2}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{D65BC79F-F8BE-402B-BA76-FF70D288F8B2}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