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5289D9-4A27-44FF-829D-8FFBCA991BC5}">
  <a:tblStyle styleId="{375289D9-4A27-44FF-829D-8FFBCA991B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{375289D9-4A27-44FF-829D-8FFBCA991BC5}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{375289D9-4A27-44FF-829D-8FFBCA991BC5}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