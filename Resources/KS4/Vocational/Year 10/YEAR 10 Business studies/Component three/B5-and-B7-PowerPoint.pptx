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1EBEF-3B5A-4A1C-AD25-4034327E6F9E}">
  <a:tblStyle styleId="{BC01EBEF-3B5A-4A1C-AD25-4034327E6F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{BC01EBEF-3B5A-4A1C-AD25-4034327E6F9E}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{BC01EBEF-3B5A-4A1C-AD25-4034327E6F9E}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