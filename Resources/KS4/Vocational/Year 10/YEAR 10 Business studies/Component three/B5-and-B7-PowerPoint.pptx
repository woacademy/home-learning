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23D5D32-797E-412B-B1A5-E0FF9930B237}">
  <a:tblStyle styleId="{123D5D32-797E-412B-B1A5-E0FF9930B23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{123D5D32-797E-412B-B1A5-E0FF9930B237}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{123D5D32-797E-412B-B1A5-E0FF9930B237}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