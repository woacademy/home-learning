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3137BC7-549E-4959-9388-46C14E195998}">
  <a:tblStyle styleId="{23137BC7-549E-4959-9388-46C14E19599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{23137BC7-549E-4959-9388-46C14E195998}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{23137BC7-549E-4959-9388-46C14E195998}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