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84EC7E-5095-4522-A45E-CE02EAC93915}">
  <a:tblStyle styleId="{E784EC7E-5095-4522-A45E-CE02EAC939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{E784EC7E-5095-4522-A45E-CE02EAC93915}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{E784EC7E-5095-4522-A45E-CE02EAC93915}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