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6DB048-76D3-406F-9DF7-643AE9BE1962}">
  <a:tblStyle styleId="{EF6DB048-76D3-406F-9DF7-643AE9BE19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{EF6DB048-76D3-406F-9DF7-643AE9BE1962}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{EF6DB048-76D3-406F-9DF7-643AE9BE1962}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