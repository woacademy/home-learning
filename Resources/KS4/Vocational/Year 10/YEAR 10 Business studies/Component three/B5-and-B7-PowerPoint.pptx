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CF0D2E-68E1-4DD0-BFE8-6964CD9A8512}">
  <a:tblStyle styleId="{ADCF0D2E-68E1-4DD0-BFE8-6964CD9A85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{ADCF0D2E-68E1-4DD0-BFE8-6964CD9A8512}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{ADCF0D2E-68E1-4DD0-BFE8-6964CD9A8512}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