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71B834-F1A8-4A06-BFD5-4DA7ADEA5353}">
  <a:tblStyle styleId="{3871B834-F1A8-4A06-BFD5-4DA7ADEA53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{3871B834-F1A8-4A06-BFD5-4DA7ADEA5353}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{3871B834-F1A8-4A06-BFD5-4DA7ADEA5353}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