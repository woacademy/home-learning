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F17582-F450-4D28-8640-362381EAA838}">
  <a:tblStyle styleId="{EFF17582-F450-4D28-8640-362381EAA8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{EFF17582-F450-4D28-8640-362381EAA838}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{EFF17582-F450-4D28-8640-362381EAA838}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