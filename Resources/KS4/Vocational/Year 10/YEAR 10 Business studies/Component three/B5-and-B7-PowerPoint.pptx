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050434-D91A-4B6F-B6C1-792217C82C93}">
  <a:tblStyle styleId="{30050434-D91A-4B6F-B6C1-792217C82C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{30050434-D91A-4B6F-B6C1-792217C82C93}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{30050434-D91A-4B6F-B6C1-792217C82C93}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