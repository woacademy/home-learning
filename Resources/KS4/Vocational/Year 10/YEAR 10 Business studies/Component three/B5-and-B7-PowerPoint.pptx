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954E82-F0F6-41D4-9D7C-9404EC1A6869}">
  <a:tblStyle styleId="{18954E82-F0F6-41D4-9D7C-9404EC1A6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{18954E82-F0F6-41D4-9D7C-9404EC1A6869}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{18954E82-F0F6-41D4-9D7C-9404EC1A6869}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