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B93F25-DE57-440D-B8D9-4229338D16DC}">
  <a:tblStyle styleId="{30B93F25-DE57-440D-B8D9-4229338D16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{30B93F25-DE57-440D-B8D9-4229338D16DC}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{30B93F25-DE57-440D-B8D9-4229338D16DC}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