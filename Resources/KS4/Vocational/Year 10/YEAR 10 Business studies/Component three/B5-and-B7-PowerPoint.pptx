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900C36-6109-4A15-9CAA-3A7AD37A82B5}">
  <a:tblStyle styleId="{9A900C36-6109-4A15-9CAA-3A7AD37A82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{9A900C36-6109-4A15-9CAA-3A7AD37A82B5}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{9A900C36-6109-4A15-9CAA-3A7AD37A82B5}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