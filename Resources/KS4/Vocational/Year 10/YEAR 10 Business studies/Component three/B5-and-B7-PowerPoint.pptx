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70A1FF-1243-4195-8DFF-B6D1934B03A8}">
  <a:tblStyle styleId="{8270A1FF-1243-4195-8DFF-B6D1934B03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{8270A1FF-1243-4195-8DFF-B6D1934B03A8}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{8270A1FF-1243-4195-8DFF-B6D1934B03A8}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