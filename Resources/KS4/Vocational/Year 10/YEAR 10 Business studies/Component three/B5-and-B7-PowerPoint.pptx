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04833D-C5A9-489F-9FB8-D25294D3AE41}">
  <a:tblStyle styleId="{2A04833D-C5A9-489F-9FB8-D25294D3AE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{2A04833D-C5A9-489F-9FB8-D25294D3AE41}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{2A04833D-C5A9-489F-9FB8-D25294D3AE41}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