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821494-88A3-4178-B012-E130AC54E223}">
  <a:tblStyle styleId="{0A821494-88A3-4178-B012-E130AC54E2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{0A821494-88A3-4178-B012-E130AC54E223}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{0A821494-88A3-4178-B012-E130AC54E223}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