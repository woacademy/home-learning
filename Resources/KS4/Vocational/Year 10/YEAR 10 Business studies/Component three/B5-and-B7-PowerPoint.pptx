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370DE7-71AC-4FB2-A3BB-43C092A0D4C2}">
  <a:tblStyle styleId="{72370DE7-71AC-4FB2-A3BB-43C092A0D4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{72370DE7-71AC-4FB2-A3BB-43C092A0D4C2}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{72370DE7-71AC-4FB2-A3BB-43C092A0D4C2}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