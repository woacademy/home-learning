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C11A47-AF4D-45FF-9658-89109902BF28}">
  <a:tblStyle styleId="{C7C11A47-AF4D-45FF-9658-89109902BF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{C7C11A47-AF4D-45FF-9658-89109902BF28}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{C7C11A47-AF4D-45FF-9658-89109902BF28}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