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35C70B-59FF-4E62-88F7-82CA833036BE}">
  <a:tblStyle styleId="{1E35C70B-59FF-4E62-88F7-82CA833036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{1E35C70B-59FF-4E62-88F7-82CA833036BE}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{1E35C70B-59FF-4E62-88F7-82CA833036BE}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