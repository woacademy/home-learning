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4BF5A-109E-4440-97A2-567BEE9F6FE6}">
  <a:tblStyle styleId="{AC74BF5A-109E-4440-97A2-567BEE9F6F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{AC74BF5A-109E-4440-97A2-567BEE9F6FE6}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{AC74BF5A-109E-4440-97A2-567BEE9F6FE6}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