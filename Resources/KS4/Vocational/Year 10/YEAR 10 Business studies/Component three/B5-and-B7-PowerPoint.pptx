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8204ECC-59F3-460B-9C83-28265481857C}">
  <a:tblStyle styleId="{B8204ECC-59F3-460B-9C83-28265481857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{B8204ECC-59F3-460B-9C83-28265481857C}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{B8204ECC-59F3-460B-9C83-28265481857C}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