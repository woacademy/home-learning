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A7BE51C-73B5-4BD5-BE01-D31733E0C2E3}">
  <a:tblStyle styleId="{0A7BE51C-73B5-4BD5-BE01-D31733E0C2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{0A7BE51C-73B5-4BD5-BE01-D31733E0C2E3}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{0A7BE51C-73B5-4BD5-BE01-D31733E0C2E3}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