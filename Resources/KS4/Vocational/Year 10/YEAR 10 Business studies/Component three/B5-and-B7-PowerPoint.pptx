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797937-71CD-44FE-9504-6A3450FE10E5}">
  <a:tblStyle styleId="{F2797937-71CD-44FE-9504-6A3450FE10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{F2797937-71CD-44FE-9504-6A3450FE10E5}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{F2797937-71CD-44FE-9504-6A3450FE10E5}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