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FF2E76-1BE4-42AB-86F1-DCCF900F08BD}">
  <a:tblStyle styleId="{E0FF2E76-1BE4-42AB-86F1-DCCF900F08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{E0FF2E76-1BE4-42AB-86F1-DCCF900F08BD}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{E0FF2E76-1BE4-42AB-86F1-DCCF900F08BD}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