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45168B3-3C22-4200-9FF4-DE784FD4D5D0}">
  <a:tblStyle styleId="{745168B3-3C22-4200-9FF4-DE784FD4D5D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{745168B3-3C22-4200-9FF4-DE784FD4D5D0}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{745168B3-3C22-4200-9FF4-DE784FD4D5D0}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