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1CB2A7-C374-4B7E-8E7B-FE1190143750}">
  <a:tblStyle styleId="{971CB2A7-C374-4B7E-8E7B-FE11901437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{971CB2A7-C374-4B7E-8E7B-FE1190143750}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{971CB2A7-C374-4B7E-8E7B-FE1190143750}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