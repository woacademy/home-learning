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830493-1003-40E4-920C-604E9B1615E6}">
  <a:tblStyle styleId="{17830493-1003-40E4-920C-604E9B1615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{17830493-1003-40E4-920C-604E9B1615E6}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{17830493-1003-40E4-920C-604E9B1615E6}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