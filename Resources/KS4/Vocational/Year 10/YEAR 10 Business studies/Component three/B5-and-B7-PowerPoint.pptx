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78F38A2-B813-4110-AB16-BEEEA70925AE}">
  <a:tblStyle styleId="{B78F38A2-B813-4110-AB16-BEEEA70925A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{B78F38A2-B813-4110-AB16-BEEEA70925AE}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{B78F38A2-B813-4110-AB16-BEEEA70925AE}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