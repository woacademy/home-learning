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C20DC81-9B9B-4670-BDD0-375ADAFFCC6B}">
  <a:tblStyle styleId="{0C20DC81-9B9B-4670-BDD0-375ADAFFCC6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{0C20DC81-9B9B-4670-BDD0-375ADAFFCC6B}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{0C20DC81-9B9B-4670-BDD0-375ADAFFCC6B}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