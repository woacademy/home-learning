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E89C0-C602-4890-98EC-246998F2E740}">
  <a:tblStyle styleId="{545E89C0-C602-4890-98EC-246998F2E7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{545E89C0-C602-4890-98EC-246998F2E740}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{545E89C0-C602-4890-98EC-246998F2E740}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