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3BEAEA-7BA4-4901-8BB3-60A3B208378E}">
  <a:tblStyle styleId="{E33BEAEA-7BA4-4901-8BB3-60A3B20837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{E33BEAEA-7BA4-4901-8BB3-60A3B208378E}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{E33BEAEA-7BA4-4901-8BB3-60A3B208378E}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