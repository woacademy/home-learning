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FED094E-47BF-42B6-B21B-1B503C2C0EA1}">
  <a:tblStyle styleId="{0FED094E-47BF-42B6-B21B-1B503C2C0EA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7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{0FED094E-47BF-42B6-B21B-1B503C2C0EA1}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{0FED094E-47BF-42B6-B21B-1B503C2C0EA1}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