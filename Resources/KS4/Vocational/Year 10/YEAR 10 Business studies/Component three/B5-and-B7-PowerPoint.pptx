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3A413D-7DD2-4A6C-A872-D69527A4CE2B}">
  <a:tblStyle styleId="{003A413D-7DD2-4A6C-A872-D69527A4CE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{003A413D-7DD2-4A6C-A872-D69527A4CE2B}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{003A413D-7DD2-4A6C-A872-D69527A4CE2B}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