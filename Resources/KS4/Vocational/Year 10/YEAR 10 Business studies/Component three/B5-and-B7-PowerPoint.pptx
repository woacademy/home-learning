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5EB406-098D-4154-B432-55549499B502}">
  <a:tblStyle styleId="{7A5EB406-098D-4154-B432-55549499B5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{7A5EB406-098D-4154-B432-55549499B502}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{7A5EB406-098D-4154-B432-55549499B502}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