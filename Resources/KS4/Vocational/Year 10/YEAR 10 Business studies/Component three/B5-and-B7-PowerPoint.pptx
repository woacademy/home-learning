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E14B1-5404-4EF0-91EA-1D6BFB8206BB}">
  <a:tblStyle styleId="{56BE14B1-5404-4EF0-91EA-1D6BFB820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{56BE14B1-5404-4EF0-91EA-1D6BFB8206BB}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{56BE14B1-5404-4EF0-91EA-1D6BFB8206BB}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