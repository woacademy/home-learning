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E04C3-7243-4705-BEB3-064209651BFE}">
  <a:tblStyle styleId="{A0DE04C3-7243-4705-BEB3-064209651B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{A0DE04C3-7243-4705-BEB3-064209651BFE}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{A0DE04C3-7243-4705-BEB3-064209651BFE}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