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7BD9A4-0AB9-4837-BCD0-8A51D88155A6}">
  <a:tblStyle styleId="{E67BD9A4-0AB9-4837-BCD0-8A51D88155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{E67BD9A4-0AB9-4837-BCD0-8A51D88155A6}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{E67BD9A4-0AB9-4837-BCD0-8A51D88155A6}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