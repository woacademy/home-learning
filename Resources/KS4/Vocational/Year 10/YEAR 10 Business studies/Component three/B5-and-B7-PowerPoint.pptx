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607C75A-6C21-470C-AD1E-027D22A321CF}">
  <a:tblStyle styleId="{3607C75A-6C21-470C-AD1E-027D22A321C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{3607C75A-6C21-470C-AD1E-027D22A321CF}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{3607C75A-6C21-470C-AD1E-027D22A321CF}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