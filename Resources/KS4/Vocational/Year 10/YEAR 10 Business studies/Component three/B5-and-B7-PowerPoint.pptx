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AA42AD-2E67-4CDF-8645-31FB0ABDB7D8}">
  <a:tblStyle styleId="{6AAA42AD-2E67-4CDF-8645-31FB0ABDB7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{6AAA42AD-2E67-4CDF-8645-31FB0ABDB7D8}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{6AAA42AD-2E67-4CDF-8645-31FB0ABDB7D8}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