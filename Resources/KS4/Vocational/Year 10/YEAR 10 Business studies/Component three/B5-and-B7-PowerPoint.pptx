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3D451B9D-B9BA-4C12-A470-5D151A251659}">
  <a:tblStyle styleId="{3D451B9D-B9BA-4C12-A470-5D151A25165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8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4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6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5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7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9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2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3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{3D451B9D-B9BA-4C12-A470-5D151A251659}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{3D451B9D-B9BA-4C12-A470-5D151A251659}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