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7B7C9CA-E3E7-4973-AD0C-FD0A6C7AEC69}">
  <a:tblStyle styleId="{27B7C9CA-E3E7-4973-AD0C-FD0A6C7AEC6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0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{27B7C9CA-E3E7-4973-AD0C-FD0A6C7AEC69}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{27B7C9CA-E3E7-4973-AD0C-FD0A6C7AEC69}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