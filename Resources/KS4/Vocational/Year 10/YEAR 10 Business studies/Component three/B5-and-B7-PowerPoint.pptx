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78B66F-C15A-40C4-AD31-319C8D368E47}">
  <a:tblStyle styleId="{3178B66F-C15A-40C4-AD31-319C8D368E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{3178B66F-C15A-40C4-AD31-319C8D368E47}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{3178B66F-C15A-40C4-AD31-319C8D368E47}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