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CBFC0FB-D8EA-47B0-894D-2D921D296E2F}">
  <a:tblStyle styleId="{5CBFC0FB-D8EA-47B0-894D-2D921D296E2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{5CBFC0FB-D8EA-47B0-894D-2D921D296E2F}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{5CBFC0FB-D8EA-47B0-894D-2D921D296E2F}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