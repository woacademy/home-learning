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F0AE80-4886-4898-A2B3-C9C71AA08708}">
  <a:tblStyle styleId="{30F0AE80-4886-4898-A2B3-C9C71AA087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{30F0AE80-4886-4898-A2B3-C9C71AA08708}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{30F0AE80-4886-4898-A2B3-C9C71AA08708}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