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2C5A6-B3CD-41DF-B616-7DB40EB895F9}">
  <a:tblStyle styleId="{2FE2C5A6-B3CD-41DF-B616-7DB40EB89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{2FE2C5A6-B3CD-41DF-B616-7DB40EB895F9}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{2FE2C5A6-B3CD-41DF-B616-7DB40EB895F9}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