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25AA480-428E-4CFD-ACBB-9EFFD2E89C15}">
  <a:tblStyle styleId="{325AA480-428E-4CFD-ACBB-9EFFD2E89C1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{325AA480-428E-4CFD-ACBB-9EFFD2E89C15}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{325AA480-428E-4CFD-ACBB-9EFFD2E89C15}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