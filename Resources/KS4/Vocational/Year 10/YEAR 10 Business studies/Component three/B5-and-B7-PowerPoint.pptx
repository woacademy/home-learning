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B3F20D-B620-4B23-9521-FBFE4D659192}">
  <a:tblStyle styleId="{B9B3F20D-B620-4B23-9521-FBFE4D6591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{B9B3F20D-B620-4B23-9521-FBFE4D659192}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{B9B3F20D-B620-4B23-9521-FBFE4D659192}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