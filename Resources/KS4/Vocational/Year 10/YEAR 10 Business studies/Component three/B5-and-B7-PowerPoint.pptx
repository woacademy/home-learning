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8CE3BF-35E5-422A-AE61-E9C8DAF0DA67}">
  <a:tblStyle styleId="{028CE3BF-35E5-422A-AE61-E9C8DAF0DA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{028CE3BF-35E5-422A-AE61-E9C8DAF0DA67}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{028CE3BF-35E5-422A-AE61-E9C8DAF0DA67}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