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D6751B-D20C-43F8-9F29-76EA13E68149}">
  <a:tblStyle styleId="{08D6751B-D20C-43F8-9F29-76EA13E68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{08D6751B-D20C-43F8-9F29-76EA13E68149}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{08D6751B-D20C-43F8-9F29-76EA13E68149}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