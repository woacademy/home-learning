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9B3C0-72F6-439F-B697-DF2E4D8DEC40}">
  <a:tblStyle styleId="{EBF9B3C0-72F6-439F-B697-DF2E4D8DEC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{EBF9B3C0-72F6-439F-B697-DF2E4D8DEC40}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{EBF9B3C0-72F6-439F-B697-DF2E4D8DEC40}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