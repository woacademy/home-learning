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E02738-9AED-42B4-96BE-1D50E9EC4F0F}">
  <a:tblStyle styleId="{6AE02738-9AED-42B4-96BE-1D50E9EC4F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{6AE02738-9AED-42B4-96BE-1D50E9EC4F0F}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{6AE02738-9AED-42B4-96BE-1D50E9EC4F0F}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