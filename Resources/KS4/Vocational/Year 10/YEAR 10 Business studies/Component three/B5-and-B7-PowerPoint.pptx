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8EA031-4F02-4F8A-9C91-27118B8BF10B}">
  <a:tblStyle styleId="{638EA031-4F02-4F8A-9C91-27118B8BF1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{638EA031-4F02-4F8A-9C91-27118B8BF10B}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{638EA031-4F02-4F8A-9C91-27118B8BF10B}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