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96137-D957-4554-9849-2B8E0915F340}">
  <a:tblStyle styleId="{C3496137-D957-4554-9849-2B8E0915F3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{C3496137-D957-4554-9849-2B8E0915F340}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{C3496137-D957-4554-9849-2B8E0915F340}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