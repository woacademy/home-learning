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808B91-DAE1-4AB5-B5FC-E387847C5FC6}">
  <a:tblStyle styleId="{5E808B91-DAE1-4AB5-B5FC-E387847C5F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{5E808B91-DAE1-4AB5-B5FC-E387847C5FC6}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{5E808B91-DAE1-4AB5-B5FC-E387847C5FC6}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