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22286DA-05F1-4F33-B41F-F10F2A6B96BD}">
  <a:tblStyle styleId="{122286DA-05F1-4F33-B41F-F10F2A6B96B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{122286DA-05F1-4F33-B41F-F10F2A6B96BD}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{122286DA-05F1-4F33-B41F-F10F2A6B96BD}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