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1E9570-32F8-482B-8E75-89ADEE0D6518}">
  <a:tblStyle styleId="{B21E9570-32F8-482B-8E75-89ADEE0D651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{B21E9570-32F8-482B-8E75-89ADEE0D6518}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{B21E9570-32F8-482B-8E75-89ADEE0D6518}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