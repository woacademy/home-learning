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DDC676-7C34-4BBA-AAC6-253E56F70440}">
  <a:tblStyle styleId="{41DDC676-7C34-4BBA-AAC6-253E56F704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{41DDC676-7C34-4BBA-AAC6-253E56F70440}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{41DDC676-7C34-4BBA-AAC6-253E56F70440}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