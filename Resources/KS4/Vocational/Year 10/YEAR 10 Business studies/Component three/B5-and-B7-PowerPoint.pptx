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897B24-BA88-4E7A-9686-3BF15978F508}">
  <a:tblStyle styleId="{E5897B24-BA88-4E7A-9686-3BF15978F5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{E5897B24-BA88-4E7A-9686-3BF15978F508}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{E5897B24-BA88-4E7A-9686-3BF15978F508}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