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E1B312-9BB0-4AF0-B5D8-2F6AF75318DD}">
  <a:tblStyle styleId="{92E1B312-9BB0-4AF0-B5D8-2F6AF75318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{92E1B312-9BB0-4AF0-B5D8-2F6AF75318DD}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{92E1B312-9BB0-4AF0-B5D8-2F6AF75318DD}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