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E02717-6E29-4860-9474-F1904EFB5966}">
  <a:tblStyle styleId="{7EE02717-6E29-4860-9474-F1904EFB59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{7EE02717-6E29-4860-9474-F1904EFB5966}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{7EE02717-6E29-4860-9474-F1904EFB5966}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