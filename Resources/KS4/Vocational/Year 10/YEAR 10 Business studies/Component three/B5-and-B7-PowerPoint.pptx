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D0B0BA-89E5-4B51-8B51-75C609178B1C}">
  <a:tblStyle styleId="{85D0B0BA-89E5-4B51-8B51-75C609178B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{85D0B0BA-89E5-4B51-8B51-75C609178B1C}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{85D0B0BA-89E5-4B51-8B51-75C609178B1C}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