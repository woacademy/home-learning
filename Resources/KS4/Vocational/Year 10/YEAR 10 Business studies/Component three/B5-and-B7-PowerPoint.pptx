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C40FB9-8555-4792-9495-C8F92CD2F927}">
  <a:tblStyle styleId="{4FC40FB9-8555-4792-9495-C8F92CD2F9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{4FC40FB9-8555-4792-9495-C8F92CD2F927}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{4FC40FB9-8555-4792-9495-C8F92CD2F927}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