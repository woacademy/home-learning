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45F951D-AA49-4D27-B39D-25D62D5B1425}">
  <a:tblStyle styleId="{745F951D-AA49-4D27-B39D-25D62D5B14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{745F951D-AA49-4D27-B39D-25D62D5B1425}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{745F951D-AA49-4D27-B39D-25D62D5B1425}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