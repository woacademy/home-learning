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9EDE1B-AC3A-4CE8-A2DA-1D8A35944343}">
  <a:tblStyle styleId="{6B9EDE1B-AC3A-4CE8-A2DA-1D8A359443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{6B9EDE1B-AC3A-4CE8-A2DA-1D8A35944343}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{6B9EDE1B-AC3A-4CE8-A2DA-1D8A35944343}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