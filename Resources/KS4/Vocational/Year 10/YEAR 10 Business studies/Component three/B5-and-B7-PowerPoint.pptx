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BE32D-6838-491F-B843-D29D179BC2F9}">
  <a:tblStyle styleId="{B51BE32D-6838-491F-B843-D29D179BC2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{B51BE32D-6838-491F-B843-D29D179BC2F9}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{B51BE32D-6838-491F-B843-D29D179BC2F9}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