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54A688-0EAA-47DA-8857-C0C56B76462E}">
  <a:tblStyle styleId="{6E54A688-0EAA-47DA-8857-C0C56B7646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{6E54A688-0EAA-47DA-8857-C0C56B76462E}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{6E54A688-0EAA-47DA-8857-C0C56B76462E}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