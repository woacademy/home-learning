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4F507C-B1B0-495D-87F5-E5E2E3F578F5}">
  <a:tblStyle styleId="{724F507C-B1B0-495D-87F5-E5E2E3F578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{724F507C-B1B0-495D-87F5-E5E2E3F578F5}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{724F507C-B1B0-495D-87F5-E5E2E3F578F5}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