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CC6C272-5097-4722-A1DC-C7B56231101E}">
  <a:tblStyle styleId="{1CC6C272-5097-4722-A1DC-C7B56231101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{1CC6C272-5097-4722-A1DC-C7B56231101E}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{1CC6C272-5097-4722-A1DC-C7B56231101E}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