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A1A874-D2D9-4A2C-9699-705056D2E407}">
  <a:tblStyle styleId="{AFA1A874-D2D9-4A2C-9699-705056D2E4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{AFA1A874-D2D9-4A2C-9699-705056D2E407}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{AFA1A874-D2D9-4A2C-9699-705056D2E407}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