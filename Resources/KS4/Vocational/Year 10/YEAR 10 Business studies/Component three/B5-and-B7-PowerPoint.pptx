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55C0AF-4C9E-4A47-BACE-84588CAAC497}">
  <a:tblStyle styleId="{EF55C0AF-4C9E-4A47-BACE-84588CAAC4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{EF55C0AF-4C9E-4A47-BACE-84588CAAC497}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{EF55C0AF-4C9E-4A47-BACE-84588CAAC497}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