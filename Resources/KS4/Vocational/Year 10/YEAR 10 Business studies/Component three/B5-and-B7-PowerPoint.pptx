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1A4A89-ECCF-4421-B0AF-E1350002A2B8}">
  <a:tblStyle styleId="{B51A4A89-ECCF-4421-B0AF-E1350002A2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{B51A4A89-ECCF-4421-B0AF-E1350002A2B8}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{B51A4A89-ECCF-4421-B0AF-E1350002A2B8}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