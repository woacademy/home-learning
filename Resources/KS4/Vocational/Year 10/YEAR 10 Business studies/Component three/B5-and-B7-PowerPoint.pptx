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22C0E3-69EE-413E-AACB-934CCBC4A251}">
  <a:tblStyle styleId="{E222C0E3-69EE-413E-AACB-934CCBC4A2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{E222C0E3-69EE-413E-AACB-934CCBC4A251}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{E222C0E3-69EE-413E-AACB-934CCBC4A251}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