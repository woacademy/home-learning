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8F89DE-4595-434A-8DC4-297CE1C2E5B1}">
  <a:tblStyle styleId="{A38F89DE-4595-434A-8DC4-297CE1C2E5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{A38F89DE-4595-434A-8DC4-297CE1C2E5B1}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{A38F89DE-4595-434A-8DC4-297CE1C2E5B1}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