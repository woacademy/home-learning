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15FEE5-ECD7-4E79-9661-B18BF903E6D0}">
  <a:tblStyle styleId="{8F15FEE5-ECD7-4E79-9661-B18BF903E6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{8F15FEE5-ECD7-4E79-9661-B18BF903E6D0}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{8F15FEE5-ECD7-4E79-9661-B18BF903E6D0}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