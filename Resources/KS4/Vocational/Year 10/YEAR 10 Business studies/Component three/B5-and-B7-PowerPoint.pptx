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21BCEE-CFA8-4AC4-9805-28ED711FA533}">
  <a:tblStyle styleId="{BA21BCEE-CFA8-4AC4-9805-28ED711FA5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{BA21BCEE-CFA8-4AC4-9805-28ED711FA533}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{BA21BCEE-CFA8-4AC4-9805-28ED711FA533}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