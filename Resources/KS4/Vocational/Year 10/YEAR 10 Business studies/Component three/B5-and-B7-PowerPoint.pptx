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17A0BD-B098-4471-954A-8BAFD4ADFD0F}">
  <a:tblStyle styleId="{B817A0BD-B098-4471-954A-8BAFD4ADFD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{B817A0BD-B098-4471-954A-8BAFD4ADFD0F}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{B817A0BD-B098-4471-954A-8BAFD4ADFD0F}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