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A4E3B-B29C-4CA4-9379-671910AFC898}">
  <a:tblStyle styleId="{BB5A4E3B-B29C-4CA4-9379-671910AFC8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{BB5A4E3B-B29C-4CA4-9379-671910AFC898}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{BB5A4E3B-B29C-4CA4-9379-671910AFC898}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