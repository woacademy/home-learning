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73FCBC-F592-4243-A7B5-168B38D8CFF0}">
  <a:tblStyle styleId="{DD73FCBC-F592-4243-A7B5-168B38D8CF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{DD73FCBC-F592-4243-A7B5-168B38D8CFF0}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{DD73FCBC-F592-4243-A7B5-168B38D8CFF0}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