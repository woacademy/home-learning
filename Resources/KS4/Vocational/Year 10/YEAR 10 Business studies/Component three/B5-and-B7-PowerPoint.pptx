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530B42-F24F-42C8-B1E4-DCBDA578A5ED}">
  <a:tblStyle styleId="{6C530B42-F24F-42C8-B1E4-DCBDA578A5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{6C530B42-F24F-42C8-B1E4-DCBDA578A5ED}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{6C530B42-F24F-42C8-B1E4-DCBDA578A5ED}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