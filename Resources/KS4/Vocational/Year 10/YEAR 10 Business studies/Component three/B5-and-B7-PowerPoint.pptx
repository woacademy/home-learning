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00DF5D-6B29-4F90-87EA-F9E31EB5C904}">
  <a:tblStyle styleId="{6900DF5D-6B29-4F90-87EA-F9E31EB5C9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{6900DF5D-6B29-4F90-87EA-F9E31EB5C904}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{6900DF5D-6B29-4F90-87EA-F9E31EB5C904}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