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A6F532-E4DC-4A4C-8933-4E1EEED19212}">
  <a:tblStyle styleId="{BEA6F532-E4DC-4A4C-8933-4E1EEED192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{BEA6F532-E4DC-4A4C-8933-4E1EEED19212}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{BEA6F532-E4DC-4A4C-8933-4E1EEED19212}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