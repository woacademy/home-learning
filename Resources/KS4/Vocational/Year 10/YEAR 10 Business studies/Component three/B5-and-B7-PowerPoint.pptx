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11E90BC-E016-46D0-BB3A-E497BA00A11A}">
  <a:tblStyle styleId="{611E90BC-E016-46D0-BB3A-E497BA00A11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{611E90BC-E016-46D0-BB3A-E497BA00A11A}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{611E90BC-E016-46D0-BB3A-E497BA00A11A}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