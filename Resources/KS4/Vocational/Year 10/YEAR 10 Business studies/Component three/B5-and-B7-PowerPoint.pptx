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56A1B-F4E6-4572-8CA8-6FC6172BF961}">
  <a:tblStyle styleId="{9E656A1B-F4E6-4572-8CA8-6FC6172BF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{9E656A1B-F4E6-4572-8CA8-6FC6172BF961}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{9E656A1B-F4E6-4572-8CA8-6FC6172BF961}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