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D05205-0070-4CD5-85E3-9CFCEA6CADA5}">
  <a:tblStyle styleId="{2ED05205-0070-4CD5-85E3-9CFCEA6CAD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{2ED05205-0070-4CD5-85E3-9CFCEA6CADA5}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{2ED05205-0070-4CD5-85E3-9CFCEA6CADA5}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