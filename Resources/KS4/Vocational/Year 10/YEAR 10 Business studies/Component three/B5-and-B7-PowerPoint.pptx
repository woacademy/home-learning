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C1B1D-FBAD-4DB7-A708-A0962D81770D}">
  <a:tblStyle styleId="{4A3C1B1D-FBAD-4DB7-A708-A0962D8177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{4A3C1B1D-FBAD-4DB7-A708-A0962D81770D}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{4A3C1B1D-FBAD-4DB7-A708-A0962D81770D}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