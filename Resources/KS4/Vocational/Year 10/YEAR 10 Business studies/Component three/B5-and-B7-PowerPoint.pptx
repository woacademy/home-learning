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E19DC7-A417-4093-8ED3-95A30019CE83}">
  <a:tblStyle styleId="{BCE19DC7-A417-4093-8ED3-95A30019CE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{BCE19DC7-A417-4093-8ED3-95A30019CE83}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{BCE19DC7-A417-4093-8ED3-95A30019CE83}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