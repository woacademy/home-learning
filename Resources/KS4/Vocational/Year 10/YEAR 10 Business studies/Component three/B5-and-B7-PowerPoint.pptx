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1B0482-0838-4A35-A46E-57C5B3638BE4}">
  <a:tblStyle styleId="{A31B0482-0838-4A35-A46E-57C5B3638B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{A31B0482-0838-4A35-A46E-57C5B3638BE4}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{A31B0482-0838-4A35-A46E-57C5B3638BE4}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