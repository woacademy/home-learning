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7A11D8A-1916-48D3-ABA1-3C1F70E2D484}">
  <a:tblStyle styleId="{07A11D8A-1916-48D3-ABA1-3C1F70E2D48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9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0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4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3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5.png"/><Relationship Id="rId4" Type="http://schemas.openxmlformats.org/officeDocument/2006/relationships/image" Target="../media/image3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6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8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6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{07A11D8A-1916-48D3-ABA1-3C1F70E2D484}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{07A11D8A-1916-48D3-ABA1-3C1F70E2D484}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