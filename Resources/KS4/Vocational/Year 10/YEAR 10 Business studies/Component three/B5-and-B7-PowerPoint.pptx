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006842-282E-4B8D-8B2A-156C080C107B}">
  <a:tblStyle styleId="{FD006842-282E-4B8D-8B2A-156C080C10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{FD006842-282E-4B8D-8B2A-156C080C107B}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{FD006842-282E-4B8D-8B2A-156C080C107B}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