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31BCD1-B2B9-45E5-A29F-9B3FD85077A2}">
  <a:tblStyle styleId="{4731BCD1-B2B9-45E5-A29F-9B3FD85077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{4731BCD1-B2B9-45E5-A29F-9B3FD85077A2}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{4731BCD1-B2B9-45E5-A29F-9B3FD85077A2}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