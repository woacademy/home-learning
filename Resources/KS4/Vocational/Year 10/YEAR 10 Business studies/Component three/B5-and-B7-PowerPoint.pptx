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B1214-8F53-4FE7-9BA5-F5B86BF272AC}">
  <a:tblStyle styleId="{24EB1214-8F53-4FE7-9BA5-F5B86BF272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{24EB1214-8F53-4FE7-9BA5-F5B86BF272AC}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{24EB1214-8F53-4FE7-9BA5-F5B86BF272AC}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