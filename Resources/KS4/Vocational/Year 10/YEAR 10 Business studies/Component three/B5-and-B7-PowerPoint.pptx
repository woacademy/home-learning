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B8DC45F-F064-449A-BBC4-33670EE14563}">
  <a:tblStyle styleId="{2B8DC45F-F064-449A-BBC4-33670EE145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{2B8DC45F-F064-449A-BBC4-33670EE14563}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{2B8DC45F-F064-449A-BBC4-33670EE14563}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