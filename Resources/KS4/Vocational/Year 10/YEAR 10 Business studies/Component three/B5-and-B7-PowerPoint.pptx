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9FB059-5894-4379-9863-C339C5B9DBBB}">
  <a:tblStyle styleId="{B39FB059-5894-4379-9863-C339C5B9DB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{B39FB059-5894-4379-9863-C339C5B9DBBB}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{B39FB059-5894-4379-9863-C339C5B9DBBB}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