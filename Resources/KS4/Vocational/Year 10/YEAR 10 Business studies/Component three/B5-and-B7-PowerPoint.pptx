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598BBA-78C3-4210-97D6-8DC9F5831F34}">
  <a:tblStyle styleId="{D2598BBA-78C3-4210-97D6-8DC9F5831F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{D2598BBA-78C3-4210-97D6-8DC9F5831F34}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{D2598BBA-78C3-4210-97D6-8DC9F5831F34}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