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AA26A5-DD01-43AC-BD51-E90B93449C76}">
  <a:tblStyle styleId="{5AAA26A5-DD01-43AC-BD51-E90B93449C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{5AAA26A5-DD01-43AC-BD51-E90B93449C76}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{5AAA26A5-DD01-43AC-BD51-E90B93449C76}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