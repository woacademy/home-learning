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BB0604-CB5B-4853-8B68-A796732C7EBA}">
  <a:tblStyle styleId="{F8BB0604-CB5B-4853-8B68-A796732C7E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{F8BB0604-CB5B-4853-8B68-A796732C7EBA}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{F8BB0604-CB5B-4853-8B68-A796732C7EBA}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