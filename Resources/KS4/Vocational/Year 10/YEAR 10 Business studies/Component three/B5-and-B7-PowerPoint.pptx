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BE63C0-D247-4596-A4FF-E47733676171}">
  <a:tblStyle styleId="{C5BE63C0-D247-4596-A4FF-E477336761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{C5BE63C0-D247-4596-A4FF-E47733676171}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{C5BE63C0-D247-4596-A4FF-E47733676171}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