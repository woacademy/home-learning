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06FA4A-AA60-4E27-B00A-E1277235DB95}">
  <a:tblStyle styleId="{8906FA4A-AA60-4E27-B00A-E1277235DB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{8906FA4A-AA60-4E27-B00A-E1277235DB95}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{8906FA4A-AA60-4E27-B00A-E1277235DB95}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