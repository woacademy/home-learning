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0609F9-0912-4045-88A0-362563BD6827}">
  <a:tblStyle styleId="{060609F9-0912-4045-88A0-362563BD68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{060609F9-0912-4045-88A0-362563BD6827}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{060609F9-0912-4045-88A0-362563BD6827}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