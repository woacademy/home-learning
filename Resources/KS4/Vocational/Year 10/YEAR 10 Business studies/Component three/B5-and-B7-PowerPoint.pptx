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2C53F7-8338-4770-B869-9227B5D6E919}">
  <a:tblStyle styleId="{F92C53F7-8338-4770-B869-9227B5D6E9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{F92C53F7-8338-4770-B869-9227B5D6E919}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{F92C53F7-8338-4770-B869-9227B5D6E919}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