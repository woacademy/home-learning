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8A7E73-CAE1-4393-AB4F-4EE87B17C11F}">
  <a:tblStyle styleId="{838A7E73-CAE1-4393-AB4F-4EE87B17C1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{838A7E73-CAE1-4393-AB4F-4EE87B17C11F}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{838A7E73-CAE1-4393-AB4F-4EE87B17C11F}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