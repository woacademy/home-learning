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3938F8-F34A-4176-8E83-7F44F011F74E}">
  <a:tblStyle styleId="{0F3938F8-F34A-4176-8E83-7F44F011F7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{0F3938F8-F34A-4176-8E83-7F44F011F74E}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{0F3938F8-F34A-4176-8E83-7F44F011F74E}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