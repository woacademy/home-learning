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6C9B35-1254-4AFA-BA21-D9316E2DDB0E}">
  <a:tblStyle styleId="{6C6C9B35-1254-4AFA-BA21-D9316E2DDB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{6C6C9B35-1254-4AFA-BA21-D9316E2DDB0E}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{6C6C9B35-1254-4AFA-BA21-D9316E2DDB0E}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