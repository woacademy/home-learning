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220D14-7967-4F69-B625-1EE054469EFD}">
  <a:tblStyle styleId="{90220D14-7967-4F69-B625-1EE054469E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{90220D14-7967-4F69-B625-1EE054469EFD}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{90220D14-7967-4F69-B625-1EE054469EFD}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