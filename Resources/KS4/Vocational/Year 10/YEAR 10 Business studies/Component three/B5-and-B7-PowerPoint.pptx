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460DF7F-7600-4FB9-AC4F-28CA7C491D02}">
  <a:tblStyle styleId="{F460DF7F-7600-4FB9-AC4F-28CA7C491D0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9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8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{F460DF7F-7600-4FB9-AC4F-28CA7C491D02}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{F460DF7F-7600-4FB9-AC4F-28CA7C491D02}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