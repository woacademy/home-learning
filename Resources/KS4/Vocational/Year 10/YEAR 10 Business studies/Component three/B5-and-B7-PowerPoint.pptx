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13EEA0-E48C-480E-B7C6-19FD40E714A9}">
  <a:tblStyle styleId="{2013EEA0-E48C-480E-B7C6-19FD40E714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{2013EEA0-E48C-480E-B7C6-19FD40E714A9}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{2013EEA0-E48C-480E-B7C6-19FD40E714A9}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