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A57E9C-6A03-491C-8342-BD9C33B4F934}">
  <a:tblStyle styleId="{AFA57E9C-6A03-491C-8342-BD9C33B4F9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{AFA57E9C-6A03-491C-8342-BD9C33B4F934}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{AFA57E9C-6A03-491C-8342-BD9C33B4F934}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