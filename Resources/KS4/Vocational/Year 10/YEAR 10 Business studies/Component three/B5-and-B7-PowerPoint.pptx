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F54D39-E08F-4C0A-926D-DEEA8AD8B0A9}">
  <a:tblStyle styleId="{D0F54D39-E08F-4C0A-926D-DEEA8AD8B0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{D0F54D39-E08F-4C0A-926D-DEEA8AD8B0A9}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{D0F54D39-E08F-4C0A-926D-DEEA8AD8B0A9}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