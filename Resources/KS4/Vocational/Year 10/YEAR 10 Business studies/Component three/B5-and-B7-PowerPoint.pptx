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91EF46-028F-4504-8F38-14203E554C3F}">
  <a:tblStyle styleId="{7F91EF46-028F-4504-8F38-14203E554C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{7F91EF46-028F-4504-8F38-14203E554C3F}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{7F91EF46-028F-4504-8F38-14203E554C3F}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