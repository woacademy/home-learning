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6C3927-148F-4D71-8D4B-C311DA4A0281}">
  <a:tblStyle styleId="{6E6C3927-148F-4D71-8D4B-C311DA4A02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{6E6C3927-148F-4D71-8D4B-C311DA4A0281}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{6E6C3927-148F-4D71-8D4B-C311DA4A0281}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