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5BA4A-FAE9-481E-B0EA-E2093E79FE44}">
  <a:tblStyle styleId="{E105BA4A-FAE9-481E-B0EA-E2093E79FE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{E105BA4A-FAE9-481E-B0EA-E2093E79FE44}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{E105BA4A-FAE9-481E-B0EA-E2093E79FE44}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