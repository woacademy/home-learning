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F263C9-61F5-48B8-96A8-F6D1885F4EF5}">
  <a:tblStyle styleId="{EEF263C9-61F5-48B8-96A8-F6D1885F4E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{EEF263C9-61F5-48B8-96A8-F6D1885F4EF5}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{EEF263C9-61F5-48B8-96A8-F6D1885F4EF5}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