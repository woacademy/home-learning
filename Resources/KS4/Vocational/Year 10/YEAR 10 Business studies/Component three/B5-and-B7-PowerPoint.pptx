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D29E57-88E9-47F3-8F65-3EEA23BB291F}">
  <a:tblStyle styleId="{D9D29E57-88E9-47F3-8F65-3EEA23BB29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{D9D29E57-88E9-47F3-8F65-3EEA23BB291F}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{D9D29E57-88E9-47F3-8F65-3EEA23BB291F}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