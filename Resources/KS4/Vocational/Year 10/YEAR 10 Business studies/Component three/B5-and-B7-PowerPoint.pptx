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952099-2AED-4D0D-8134-83805D155645}">
  <a:tblStyle styleId="{B7952099-2AED-4D0D-8134-83805D1556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{B7952099-2AED-4D0D-8134-83805D155645}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{B7952099-2AED-4D0D-8134-83805D155645}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