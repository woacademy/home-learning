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03BD0A-B965-46A8-B69C-86C73E733F10}">
  <a:tblStyle styleId="{DA03BD0A-B965-46A8-B69C-86C73E733F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{DA03BD0A-B965-46A8-B69C-86C73E733F10}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{DA03BD0A-B965-46A8-B69C-86C73E733F10}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