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239126-9359-4E46-AC4B-887D005D6FD0}">
  <a:tblStyle styleId="{1E239126-9359-4E46-AC4B-887D005D6F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{1E239126-9359-4E46-AC4B-887D005D6FD0}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{1E239126-9359-4E46-AC4B-887D005D6FD0}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