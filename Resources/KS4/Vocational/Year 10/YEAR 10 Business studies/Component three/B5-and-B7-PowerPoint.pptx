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9A5285-7D5D-4D49-A93D-7A0422D3DE90}">
  <a:tblStyle styleId="{9D9A5285-7D5D-4D49-A93D-7A0422D3DE9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{9D9A5285-7D5D-4D49-A93D-7A0422D3DE90}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{9D9A5285-7D5D-4D49-A93D-7A0422D3DE90}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