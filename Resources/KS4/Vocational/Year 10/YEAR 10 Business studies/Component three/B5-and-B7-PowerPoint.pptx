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EC3164-D89C-4D04-A379-30F633EB0731}">
  <a:tblStyle styleId="{A9EC3164-D89C-4D04-A379-30F633EB07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{A9EC3164-D89C-4D04-A379-30F633EB0731}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{A9EC3164-D89C-4D04-A379-30F633EB0731}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