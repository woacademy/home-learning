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94EF16C-AC08-4545-A3FA-5D3F81E5ECD4}">
  <a:tblStyle styleId="{894EF16C-AC08-4545-A3FA-5D3F81E5EC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{894EF16C-AC08-4545-A3FA-5D3F81E5ECD4}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{894EF16C-AC08-4545-A3FA-5D3F81E5ECD4}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