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B7CFBC8-777E-4EAF-9179-0754F4AF46BE}">
  <a:tblStyle styleId="{3B7CFBC8-777E-4EAF-9179-0754F4AF46B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{3B7CFBC8-777E-4EAF-9179-0754F4AF46BE}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{3B7CFBC8-777E-4EAF-9179-0754F4AF46BE}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