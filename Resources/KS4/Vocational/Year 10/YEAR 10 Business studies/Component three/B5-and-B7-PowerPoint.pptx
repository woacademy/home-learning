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6626B6-984E-44D2-A48A-DCCEB1A46E36}">
  <a:tblStyle styleId="{FD6626B6-984E-44D2-A48A-DCCEB1A46E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{FD6626B6-984E-44D2-A48A-DCCEB1A46E36}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{FD6626B6-984E-44D2-A48A-DCCEB1A46E36}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