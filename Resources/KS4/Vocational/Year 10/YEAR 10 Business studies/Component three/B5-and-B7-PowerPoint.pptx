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72B11D-9F6A-4E24-BD9F-716668A42458}">
  <a:tblStyle styleId="{C872B11D-9F6A-4E24-BD9F-716668A424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{C872B11D-9F6A-4E24-BD9F-716668A42458}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{C872B11D-9F6A-4E24-BD9F-716668A42458}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