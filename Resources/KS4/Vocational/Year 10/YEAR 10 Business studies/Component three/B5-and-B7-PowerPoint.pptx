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79259C-B9CA-48B4-A954-307B626D8DDB}">
  <a:tblStyle styleId="{6479259C-B9CA-48B4-A954-307B626D8D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{6479259C-B9CA-48B4-A954-307B626D8DDB}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{6479259C-B9CA-48B4-A954-307B626D8DDB}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