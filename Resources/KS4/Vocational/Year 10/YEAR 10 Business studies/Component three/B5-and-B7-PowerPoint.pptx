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AB4CBB-57EA-4C4A-8301-926F12167602}">
  <a:tblStyle styleId="{48AB4CBB-57EA-4C4A-8301-926F121676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{48AB4CBB-57EA-4C4A-8301-926F12167602}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{48AB4CBB-57EA-4C4A-8301-926F12167602}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