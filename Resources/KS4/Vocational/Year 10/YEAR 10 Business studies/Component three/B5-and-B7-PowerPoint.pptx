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56722-9D1B-46D2-BF16-D7F76DF64506}">
  <a:tblStyle styleId="{07956722-9D1B-46D2-BF16-D7F76DF645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{07956722-9D1B-46D2-BF16-D7F76DF64506}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{07956722-9D1B-46D2-BF16-D7F76DF64506}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