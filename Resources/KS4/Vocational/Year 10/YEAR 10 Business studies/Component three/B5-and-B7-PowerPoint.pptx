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650DE2-20D8-469E-925B-3576D2609107}">
  <a:tblStyle styleId="{1A650DE2-20D8-469E-925B-3576D26091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{1A650DE2-20D8-469E-925B-3576D2609107}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{1A650DE2-20D8-469E-925B-3576D2609107}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