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03D7320-E242-47CD-ACC9-B2C55882FECA}">
  <a:tblStyle styleId="{C03D7320-E242-47CD-ACC9-B2C55882FEC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{C03D7320-E242-47CD-ACC9-B2C55882FECA}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{C03D7320-E242-47CD-ACC9-B2C55882FECA}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