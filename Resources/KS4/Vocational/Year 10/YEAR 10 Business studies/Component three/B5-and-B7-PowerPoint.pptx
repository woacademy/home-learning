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792CF0-A1DF-4093-96F3-D37507051E60}">
  <a:tblStyle styleId="{FA792CF0-A1DF-4093-96F3-D37507051E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{FA792CF0-A1DF-4093-96F3-D37507051E60}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{FA792CF0-A1DF-4093-96F3-D37507051E60}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