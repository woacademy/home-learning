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8C184-58A8-4F23-A0DA-34C9AE4B0580}">
  <a:tblStyle styleId="{DEE8C184-58A8-4F23-A0DA-34C9AE4B05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{DEE8C184-58A8-4F23-A0DA-34C9AE4B0580}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{DEE8C184-58A8-4F23-A0DA-34C9AE4B0580}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