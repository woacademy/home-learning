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A70C15-56CA-42B7-961D-20EF94B2B9D4}">
  <a:tblStyle styleId="{DBA70C15-56CA-42B7-961D-20EF94B2B9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{DBA70C15-56CA-42B7-961D-20EF94B2B9D4}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{DBA70C15-56CA-42B7-961D-20EF94B2B9D4}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