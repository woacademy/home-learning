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D0EA3B-12AC-4B66-B6AC-8C00575BCFD1}">
  <a:tblStyle styleId="{85D0EA3B-12AC-4B66-B6AC-8C00575BCF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{85D0EA3B-12AC-4B66-B6AC-8C00575BCFD1}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{85D0EA3B-12AC-4B66-B6AC-8C00575BCFD1}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