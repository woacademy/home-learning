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367A99-E81E-475B-8A50-B919F67D3306}">
  <a:tblStyle styleId="{0B367A99-E81E-475B-8A50-B919F67D33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{0B367A99-E81E-475B-8A50-B919F67D3306}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{0B367A99-E81E-475B-8A50-B919F67D3306}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