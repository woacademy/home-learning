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B3CF70-923C-4CCD-963A-147AC4651901}">
  <a:tblStyle styleId="{AEB3CF70-923C-4CCD-963A-147AC46519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{AEB3CF70-923C-4CCD-963A-147AC4651901}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{AEB3CF70-923C-4CCD-963A-147AC4651901}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