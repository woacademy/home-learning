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9E42A4-7E4A-417D-91E1-49BD69EAF318}">
  <a:tblStyle styleId="{699E42A4-7E4A-417D-91E1-49BD69EAF3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{699E42A4-7E4A-417D-91E1-49BD69EAF318}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{699E42A4-7E4A-417D-91E1-49BD69EAF318}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