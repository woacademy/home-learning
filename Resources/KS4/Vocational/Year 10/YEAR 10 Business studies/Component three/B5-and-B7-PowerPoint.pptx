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A3519FC-8512-46D3-A8C7-C7B12333E2C3}">
  <a:tblStyle styleId="{EA3519FC-8512-46D3-A8C7-C7B12333E2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{EA3519FC-8512-46D3-A8C7-C7B12333E2C3}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{EA3519FC-8512-46D3-A8C7-C7B12333E2C3}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