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67EF54-8126-4345-81CB-0CF16DA744DF}">
  <a:tblStyle styleId="{6767EF54-8126-4345-81CB-0CF16DA744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{6767EF54-8126-4345-81CB-0CF16DA744DF}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{6767EF54-8126-4345-81CB-0CF16DA744DF}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