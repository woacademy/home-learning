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CEBD73E-56E3-4F52-AFB3-2BD267615279}">
  <a:tblStyle styleId="{4CEBD73E-56E3-4F52-AFB3-2BD2676152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{4CEBD73E-56E3-4F52-AFB3-2BD267615279}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{4CEBD73E-56E3-4F52-AFB3-2BD267615279}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