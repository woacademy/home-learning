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9CF2E8-3E7C-41EE-A442-169446264F12}">
  <a:tblStyle styleId="{749CF2E8-3E7C-41EE-A442-169446264F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{749CF2E8-3E7C-41EE-A442-169446264F12}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{749CF2E8-3E7C-41EE-A442-169446264F12}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