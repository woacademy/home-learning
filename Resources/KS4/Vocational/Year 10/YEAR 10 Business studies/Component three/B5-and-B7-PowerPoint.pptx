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523C04-5C26-4C6A-8779-DDF8A7B67470}">
  <a:tblStyle styleId="{94523C04-5C26-4C6A-8779-DDF8A7B674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{94523C04-5C26-4C6A-8779-DDF8A7B67470}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{94523C04-5C26-4C6A-8779-DDF8A7B67470}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