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6A351D6-36CA-4B8B-912B-323AA05B8650}">
  <a:tblStyle styleId="{06A351D6-36CA-4B8B-912B-323AA05B86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{06A351D6-36CA-4B8B-912B-323AA05B8650}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{06A351D6-36CA-4B8B-912B-323AA05B8650}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