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4E6DE8-0ED2-4AA8-A36A-53D545C83D5D}">
  <a:tblStyle styleId="{C54E6DE8-0ED2-4AA8-A36A-53D545C83D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{C54E6DE8-0ED2-4AA8-A36A-53D545C83D5D}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{C54E6DE8-0ED2-4AA8-A36A-53D545C83D5D}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