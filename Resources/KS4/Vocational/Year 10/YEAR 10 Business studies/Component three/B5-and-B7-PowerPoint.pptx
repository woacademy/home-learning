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0D1051-42AE-4101-8622-861A323265E4}">
  <a:tblStyle styleId="{660D1051-42AE-4101-8622-861A323265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{660D1051-42AE-4101-8622-861A323265E4}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{660D1051-42AE-4101-8622-861A323265E4}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