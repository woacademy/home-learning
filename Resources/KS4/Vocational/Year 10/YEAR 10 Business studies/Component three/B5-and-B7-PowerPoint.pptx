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FA6DF0-10AA-4E87-92E0-0FD1C2D9B67A}">
  <a:tblStyle styleId="{5DFA6DF0-10AA-4E87-92E0-0FD1C2D9B6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{5DFA6DF0-10AA-4E87-92E0-0FD1C2D9B67A}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{5DFA6DF0-10AA-4E87-92E0-0FD1C2D9B67A}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