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0EE61A-0DB8-4EE2-90FB-5769077DAB33}">
  <a:tblStyle styleId="{210EE61A-0DB8-4EE2-90FB-5769077DAB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{210EE61A-0DB8-4EE2-90FB-5769077DAB33}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{210EE61A-0DB8-4EE2-90FB-5769077DAB33}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