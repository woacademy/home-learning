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AF73986-B835-4303-9A1E-76C771810546}">
  <a:tblStyle styleId="{7AF73986-B835-4303-9A1E-76C7718105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{7AF73986-B835-4303-9A1E-76C771810546}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{7AF73986-B835-4303-9A1E-76C771810546}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