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8EC7DFB-F06F-4C09-A7D0-2E9E3D41595C}">
  <a:tblStyle styleId="{18EC7DFB-F06F-4C09-A7D0-2E9E3D4159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{18EC7DFB-F06F-4C09-A7D0-2E9E3D41595C}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{18EC7DFB-F06F-4C09-A7D0-2E9E3D41595C}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