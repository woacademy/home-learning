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E05AE4-F820-449D-954F-F324B512365C}">
  <a:tblStyle styleId="{62E05AE4-F820-449D-954F-F324B51236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{62E05AE4-F820-449D-954F-F324B512365C}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{62E05AE4-F820-449D-954F-F324B512365C}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