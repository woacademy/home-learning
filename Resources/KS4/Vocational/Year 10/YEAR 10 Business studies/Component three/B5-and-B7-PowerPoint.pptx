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1FC586-9D6D-4759-882F-BB2CDC999D60}">
  <a:tblStyle styleId="{E71FC586-9D6D-4759-882F-BB2CDC999D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{E71FC586-9D6D-4759-882F-BB2CDC999D60}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{E71FC586-9D6D-4759-882F-BB2CDC999D60}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