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EA416B2-DB85-4CC7-975E-08DC48E70AC7}">
  <a:tblStyle styleId="{FEA416B2-DB85-4CC7-975E-08DC48E70A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{FEA416B2-DB85-4CC7-975E-08DC48E70AC7}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{FEA416B2-DB85-4CC7-975E-08DC48E70AC7}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