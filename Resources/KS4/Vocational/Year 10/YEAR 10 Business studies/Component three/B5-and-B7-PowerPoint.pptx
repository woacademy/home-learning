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04ECC59-2F8E-4F52-B427-B7FF6905CB45}">
  <a:tblStyle styleId="{404ECC59-2F8E-4F52-B427-B7FF6905CB4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{404ECC59-2F8E-4F52-B427-B7FF6905CB45}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{404ECC59-2F8E-4F52-B427-B7FF6905CB45}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