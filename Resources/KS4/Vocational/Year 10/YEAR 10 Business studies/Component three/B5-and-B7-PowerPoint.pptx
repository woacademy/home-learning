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1FE22C-D418-4974-9370-2D833A4A6B67}">
  <a:tblStyle styleId="{BA1FE22C-D418-4974-9370-2D833A4A6B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{BA1FE22C-D418-4974-9370-2D833A4A6B67}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{BA1FE22C-D418-4974-9370-2D833A4A6B67}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