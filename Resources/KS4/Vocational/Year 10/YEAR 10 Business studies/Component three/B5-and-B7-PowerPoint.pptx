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F6BCDB-F94D-444B-BAE3-66F22FBD4C94}">
  <a:tblStyle styleId="{99F6BCDB-F94D-444B-BAE3-66F22FBD4C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{99F6BCDB-F94D-444B-BAE3-66F22FBD4C94}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{99F6BCDB-F94D-444B-BAE3-66F22FBD4C94}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