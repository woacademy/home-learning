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82AD83B-9C9E-4E06-B39B-29D34E3A8D17}">
  <a:tblStyle styleId="{482AD83B-9C9E-4E06-B39B-29D34E3A8D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{482AD83B-9C9E-4E06-B39B-29D34E3A8D17}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{482AD83B-9C9E-4E06-B39B-29D34E3A8D17}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