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AF7C08-9EDC-4024-AD7F-282CE98F3254}">
  <a:tblStyle styleId="{EDAF7C08-9EDC-4024-AD7F-282CE98F32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{EDAF7C08-9EDC-4024-AD7F-282CE98F3254}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{EDAF7C08-9EDC-4024-AD7F-282CE98F3254}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