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1089AA-2549-46D0-B450-BDA4B58B2ADF}">
  <a:tblStyle styleId="{B21089AA-2549-46D0-B450-BDA4B58B2A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{B21089AA-2549-46D0-B450-BDA4B58B2ADF}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{B21089AA-2549-46D0-B450-BDA4B58B2ADF}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