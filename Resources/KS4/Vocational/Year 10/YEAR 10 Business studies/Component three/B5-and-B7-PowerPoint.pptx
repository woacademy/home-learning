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2127C8-2A5F-4718-A6C9-C0F1E3C9F2E0}">
  <a:tblStyle styleId="{FD2127C8-2A5F-4718-A6C9-C0F1E3C9F2E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0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{FD2127C8-2A5F-4718-A6C9-C0F1E3C9F2E0}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{FD2127C8-2A5F-4718-A6C9-C0F1E3C9F2E0}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