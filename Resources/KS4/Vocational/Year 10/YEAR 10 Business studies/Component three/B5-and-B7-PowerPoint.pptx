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312D27A-192E-41E0-B40B-B9BF5622238C}">
  <a:tblStyle styleId="{4312D27A-192E-41E0-B40B-B9BF5622238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7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1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{4312D27A-192E-41E0-B40B-B9BF5622238C}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{4312D27A-192E-41E0-B40B-B9BF5622238C}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