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E43AC9-6514-4365-8B3C-02F17B7E7981}">
  <a:tblStyle styleId="{3FE43AC9-6514-4365-8B3C-02F17B7E79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{3FE43AC9-6514-4365-8B3C-02F17B7E7981}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{3FE43AC9-6514-4365-8B3C-02F17B7E7981}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