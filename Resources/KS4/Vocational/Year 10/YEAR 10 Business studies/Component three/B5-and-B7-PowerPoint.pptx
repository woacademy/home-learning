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BFB2D82-F46B-4DD0-A6CC-196CD1C6D62F}">
  <a:tblStyle styleId="{8BFB2D82-F46B-4DD0-A6CC-196CD1C6D6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{8BFB2D82-F46B-4DD0-A6CC-196CD1C6D62F}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{8BFB2D82-F46B-4DD0-A6CC-196CD1C6D62F}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