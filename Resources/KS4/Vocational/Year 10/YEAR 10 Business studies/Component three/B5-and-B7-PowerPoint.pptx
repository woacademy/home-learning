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A2046C-39FA-4421-9A7F-87999FA2292D}">
  <a:tblStyle styleId="{0BA2046C-39FA-4421-9A7F-87999FA2292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{0BA2046C-39FA-4421-9A7F-87999FA2292D}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{0BA2046C-39FA-4421-9A7F-87999FA2292D}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