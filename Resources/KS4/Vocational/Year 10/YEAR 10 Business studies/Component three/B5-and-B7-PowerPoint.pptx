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3A1919-8445-4648-B2EA-231C45159C66}">
  <a:tblStyle styleId="{E03A1919-8445-4648-B2EA-231C45159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{E03A1919-8445-4648-B2EA-231C45159C66}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{E03A1919-8445-4648-B2EA-231C45159C66}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