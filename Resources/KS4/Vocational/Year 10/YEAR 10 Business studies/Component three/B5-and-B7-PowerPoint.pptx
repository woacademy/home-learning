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460C1A-60D9-46B1-BFF5-BCA2B27023DB}">
  <a:tblStyle styleId="{96460C1A-60D9-46B1-BFF5-BCA2B27023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{96460C1A-60D9-46B1-BFF5-BCA2B27023DB}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{96460C1A-60D9-46B1-BFF5-BCA2B27023DB}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