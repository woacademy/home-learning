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ED379E-006B-4752-9EFA-28A2AB2E6D1E}">
  <a:tblStyle styleId="{7FED379E-006B-4752-9EFA-28A2AB2E6D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{7FED379E-006B-4752-9EFA-28A2AB2E6D1E}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{7FED379E-006B-4752-9EFA-28A2AB2E6D1E}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