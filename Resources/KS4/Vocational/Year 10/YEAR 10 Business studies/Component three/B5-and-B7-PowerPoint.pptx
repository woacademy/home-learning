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3ADD136-6EC7-4F82-A079-8524908C25AB}">
  <a:tblStyle styleId="{53ADD136-6EC7-4F82-A079-8524908C25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{53ADD136-6EC7-4F82-A079-8524908C25AB}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{53ADD136-6EC7-4F82-A079-8524908C25AB}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