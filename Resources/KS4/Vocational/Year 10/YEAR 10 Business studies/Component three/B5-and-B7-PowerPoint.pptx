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7437AB-1364-4C30-8F58-B00D9C7044E2}">
  <a:tblStyle styleId="{F67437AB-1364-4C30-8F58-B00D9C7044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{F67437AB-1364-4C30-8F58-B00D9C7044E2}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{F67437AB-1364-4C30-8F58-B00D9C7044E2}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