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CC5D5-AED1-4F73-ADB1-16D7D0089855}">
  <a:tblStyle styleId="{A91CC5D5-AED1-4F73-ADB1-16D7D00898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{A91CC5D5-AED1-4F73-ADB1-16D7D0089855}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{A91CC5D5-AED1-4F73-ADB1-16D7D0089855}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