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31D86D-9A2B-49CF-AC42-3E4B9217050F}">
  <a:tblStyle styleId="{8331D86D-9A2B-49CF-AC42-3E4B921705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{8331D86D-9A2B-49CF-AC42-3E4B9217050F}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{8331D86D-9A2B-49CF-AC42-3E4B9217050F}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