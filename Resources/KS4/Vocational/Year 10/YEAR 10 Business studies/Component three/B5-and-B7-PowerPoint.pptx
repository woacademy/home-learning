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875314-064E-4056-B4C0-5569B346A0F1}">
  <a:tblStyle styleId="{26875314-064E-4056-B4C0-5569B346A0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{26875314-064E-4056-B4C0-5569B346A0F1}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{26875314-064E-4056-B4C0-5569B346A0F1}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