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8D3CAD-FAD1-4441-AECD-8AABAB0A1868}">
  <a:tblStyle styleId="{708D3CAD-FAD1-4441-AECD-8AABAB0A186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{708D3CAD-FAD1-4441-AECD-8AABAB0A1868}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{708D3CAD-FAD1-4441-AECD-8AABAB0A1868}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