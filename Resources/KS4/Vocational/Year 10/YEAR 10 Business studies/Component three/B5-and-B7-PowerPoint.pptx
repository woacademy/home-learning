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D87123-D53E-4A48-B7D3-EE9C157B26BA}">
  <a:tblStyle styleId="{DAD87123-D53E-4A48-B7D3-EE9C157B26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{DAD87123-D53E-4A48-B7D3-EE9C157B26BA}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{DAD87123-D53E-4A48-B7D3-EE9C157B26BA}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