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7B64BA3-4028-4A89-9F8C-C5BBD299E0F2}">
  <a:tblStyle styleId="{47B64BA3-4028-4A89-9F8C-C5BBD299E0F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9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4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3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3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8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{47B64BA3-4028-4A89-9F8C-C5BBD299E0F2}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{47B64BA3-4028-4A89-9F8C-C5BBD299E0F2}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