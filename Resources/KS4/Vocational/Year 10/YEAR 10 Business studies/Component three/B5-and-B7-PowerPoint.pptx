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D972F6-277A-4F6E-A79D-40B212C0724D}">
  <a:tblStyle styleId="{4FD972F6-277A-4F6E-A79D-40B212C072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{4FD972F6-277A-4F6E-A79D-40B212C0724D}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{4FD972F6-277A-4F6E-A79D-40B212C0724D}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