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98E6904-DDAD-4CA7-9B58-7C6451684FDE}">
  <a:tblStyle styleId="{A98E6904-DDAD-4CA7-9B58-7C6451684FD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0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4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5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{A98E6904-DDAD-4CA7-9B58-7C6451684FDE}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{A98E6904-DDAD-4CA7-9B58-7C6451684FDE}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