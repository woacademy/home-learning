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455EAC-D5EF-4149-9137-B09E669DF9B8}">
  <a:tblStyle styleId="{B3455EAC-D5EF-4149-9137-B09E669DF9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{B3455EAC-D5EF-4149-9137-B09E669DF9B8}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{B3455EAC-D5EF-4149-9137-B09E669DF9B8}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