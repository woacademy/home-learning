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544A53-355E-4C0A-A9E5-339B5216216C}">
  <a:tblStyle styleId="{48544A53-355E-4C0A-A9E5-339B521621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{48544A53-355E-4C0A-A9E5-339B5216216C}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{48544A53-355E-4C0A-A9E5-339B5216216C}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