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9C866A-C756-4BC2-BC01-000CB35BE0DF}">
  <a:tblStyle styleId="{7F9C866A-C756-4BC2-BC01-000CB35BE0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{7F9C866A-C756-4BC2-BC01-000CB35BE0DF}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{7F9C866A-C756-4BC2-BC01-000CB35BE0DF}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