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6B1D72A-3F32-4B0A-8FAA-27A4F01B4EAF}">
  <a:tblStyle styleId="{86B1D72A-3F32-4B0A-8FAA-27A4F01B4EA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{86B1D72A-3F32-4B0A-8FAA-27A4F01B4EAF}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{86B1D72A-3F32-4B0A-8FAA-27A4F01B4EAF}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