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BD13AC-4A87-4B16-9D77-87B46BFFB0FE}">
  <a:tblStyle styleId="{BFBD13AC-4A87-4B16-9D77-87B46BFFB0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{BFBD13AC-4A87-4B16-9D77-87B46BFFB0FE}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{BFBD13AC-4A87-4B16-9D77-87B46BFFB0FE}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