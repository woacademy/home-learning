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9FAF32-DDBF-4E42-95B8-DCFDE1E4EA3B}">
  <a:tblStyle styleId="{A99FAF32-DDBF-4E42-95B8-DCFDE1E4EA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{A99FAF32-DDBF-4E42-95B8-DCFDE1E4EA3B}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{A99FAF32-DDBF-4E42-95B8-DCFDE1E4EA3B}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