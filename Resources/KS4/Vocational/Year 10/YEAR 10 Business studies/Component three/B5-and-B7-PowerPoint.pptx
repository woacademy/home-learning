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F3A632-5EE2-410B-A889-297E54B334A6}">
  <a:tblStyle styleId="{48F3A632-5EE2-410B-A889-297E54B334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{48F3A632-5EE2-410B-A889-297E54B334A6}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{48F3A632-5EE2-410B-A889-297E54B334A6}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