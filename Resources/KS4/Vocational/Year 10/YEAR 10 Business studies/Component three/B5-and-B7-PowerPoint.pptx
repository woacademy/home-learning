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59D1947-725E-4717-A373-6829099F4AC9}">
  <a:tblStyle styleId="{F59D1947-725E-4717-A373-6829099F4AC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{F59D1947-725E-4717-A373-6829099F4AC9}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{F59D1947-725E-4717-A373-6829099F4AC9}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