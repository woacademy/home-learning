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C053A6F-A8CD-48F4-BB95-E6FD27B2576B}">
  <a:tblStyle styleId="{0C053A6F-A8CD-48F4-BB95-E6FD27B257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{0C053A6F-A8CD-48F4-BB95-E6FD27B2576B}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{0C053A6F-A8CD-48F4-BB95-E6FD27B2576B}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