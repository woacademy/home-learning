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9CC20F-C396-48C8-AF3A-EEDDEE6F4DB7}">
  <a:tblStyle styleId="{609CC20F-C396-48C8-AF3A-EEDDEE6F4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{609CC20F-C396-48C8-AF3A-EEDDEE6F4DB7}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{609CC20F-C396-48C8-AF3A-EEDDEE6F4DB7}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