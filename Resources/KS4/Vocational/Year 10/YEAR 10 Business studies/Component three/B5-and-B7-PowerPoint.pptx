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3C99DE-322D-4B99-A89D-54E53BF36178}">
  <a:tblStyle styleId="{D83C99DE-322D-4B99-A89D-54E53BF361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{D83C99DE-322D-4B99-A89D-54E53BF36178}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{D83C99DE-322D-4B99-A89D-54E53BF36178}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