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5AA83F-8DF1-475C-9A32-8F07B13BCC0F}">
  <a:tblStyle styleId="{BC5AA83F-8DF1-475C-9A32-8F07B13BCC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{BC5AA83F-8DF1-475C-9A32-8F07B13BCC0F}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{BC5AA83F-8DF1-475C-9A32-8F07B13BCC0F}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