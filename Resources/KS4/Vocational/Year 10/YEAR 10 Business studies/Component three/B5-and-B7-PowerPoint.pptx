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A538D7-AEA3-407E-894A-AAC5DB553047}">
  <a:tblStyle styleId="{64A538D7-AEA3-407E-894A-AAC5DB5530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{64A538D7-AEA3-407E-894A-AAC5DB553047}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{64A538D7-AEA3-407E-894A-AAC5DB553047}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