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329FCC1-442A-4F9C-97A7-798C074DD748}">
  <a:tblStyle styleId="{1329FCC1-442A-4F9C-97A7-798C074DD7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{1329FCC1-442A-4F9C-97A7-798C074DD748}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{1329FCC1-442A-4F9C-97A7-798C074DD748}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