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77F822-1090-4D79-95B5-8902283C06B7}">
  <a:tblStyle styleId="{6977F822-1090-4D79-95B5-8902283C06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{6977F822-1090-4D79-95B5-8902283C06B7}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{6977F822-1090-4D79-95B5-8902283C06B7}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