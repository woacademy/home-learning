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B029D48-2139-4308-B3FB-33FA4BEFF412}">
  <a:tblStyle styleId="{BB029D48-2139-4308-B3FB-33FA4BEFF41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{BB029D48-2139-4308-B3FB-33FA4BEFF412}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{BB029D48-2139-4308-B3FB-33FA4BEFF412}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