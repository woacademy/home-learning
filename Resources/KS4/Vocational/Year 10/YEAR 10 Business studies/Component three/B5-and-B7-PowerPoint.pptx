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A5B62E-3594-4485-B85E-A5ECF2DBE865}">
  <a:tblStyle styleId="{70A5B62E-3594-4485-B85E-A5ECF2DBE8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{70A5B62E-3594-4485-B85E-A5ECF2DBE865}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{70A5B62E-3594-4485-B85E-A5ECF2DBE865}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