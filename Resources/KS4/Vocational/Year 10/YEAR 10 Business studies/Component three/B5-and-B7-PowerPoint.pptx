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9E4338-D14F-4513-B814-9DD1826CFC5C}">
  <a:tblStyle styleId="{FA9E4338-D14F-4513-B814-9DD1826CFC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{FA9E4338-D14F-4513-B814-9DD1826CFC5C}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{FA9E4338-D14F-4513-B814-9DD1826CFC5C}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