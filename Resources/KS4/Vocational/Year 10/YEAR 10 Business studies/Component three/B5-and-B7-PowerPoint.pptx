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395854-050A-482C-A384-8381021C8BC0}">
  <a:tblStyle styleId="{66395854-050A-482C-A384-8381021C8B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{66395854-050A-482C-A384-8381021C8BC0}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{66395854-050A-482C-A384-8381021C8BC0}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