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8E40FC-69BF-41DA-B42B-F697E20704AE}">
  <a:tblStyle styleId="{F58E40FC-69BF-41DA-B42B-F697E20704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{F58E40FC-69BF-41DA-B42B-F697E20704AE}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{F58E40FC-69BF-41DA-B42B-F697E20704AE}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