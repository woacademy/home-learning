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CB33A-9CFE-470E-BD98-416E51F47A60}">
  <a:tblStyle styleId="{235CB33A-9CFE-470E-BD98-416E51F47A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{235CB33A-9CFE-470E-BD98-416E51F47A60}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{235CB33A-9CFE-470E-BD98-416E51F47A60}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