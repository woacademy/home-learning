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237B93F-D36A-435E-A6CB-4014F1935F18}">
  <a:tblStyle styleId="{3237B93F-D36A-435E-A6CB-4014F1935F1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{3237B93F-D36A-435E-A6CB-4014F1935F18}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{3237B93F-D36A-435E-A6CB-4014F1935F18}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