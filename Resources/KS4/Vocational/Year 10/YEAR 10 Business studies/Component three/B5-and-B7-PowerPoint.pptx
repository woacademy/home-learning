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74B55E-5DA8-4B59-A3A3-4176596E8744}">
  <a:tblStyle styleId="{0674B55E-5DA8-4B59-A3A3-4176596E87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{0674B55E-5DA8-4B59-A3A3-4176596E8744}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{0674B55E-5DA8-4B59-A3A3-4176596E8744}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