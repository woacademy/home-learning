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B73FF-D5CA-42FE-B0C1-4FBA6892C1A6}">
  <a:tblStyle styleId="{E9AB73FF-D5CA-42FE-B0C1-4FBA6892C1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{E9AB73FF-D5CA-42FE-B0C1-4FBA6892C1A6}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{E9AB73FF-D5CA-42FE-B0C1-4FBA6892C1A6}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