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7CA55E-38FC-462E-AE0F-4B09E5F84155}">
  <a:tblStyle styleId="{067CA55E-38FC-462E-AE0F-4B09E5F841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{067CA55E-38FC-462E-AE0F-4B09E5F84155}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{067CA55E-38FC-462E-AE0F-4B09E5F84155}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