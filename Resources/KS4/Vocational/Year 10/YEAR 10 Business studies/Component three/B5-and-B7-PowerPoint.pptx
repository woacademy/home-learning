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528C8-1E7A-4057-8FD1-DA140C7B6F1C}">
  <a:tblStyle styleId="{2F5528C8-1E7A-4057-8FD1-DA140C7B6F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{2F5528C8-1E7A-4057-8FD1-DA140C7B6F1C}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{2F5528C8-1E7A-4057-8FD1-DA140C7B6F1C}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