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92D979-89A0-4C1F-BEC5-2BBB8BB57F79}">
  <a:tblStyle styleId="{4792D979-89A0-4C1F-BEC5-2BBB8BB57F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{4792D979-89A0-4C1F-BEC5-2BBB8BB57F79}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{4792D979-89A0-4C1F-BEC5-2BBB8BB57F79}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