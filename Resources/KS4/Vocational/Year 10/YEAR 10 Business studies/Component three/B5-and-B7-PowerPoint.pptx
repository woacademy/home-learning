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2C7410-C4EF-439A-AFD7-CEE3BA9A153C}">
  <a:tblStyle styleId="{7A2C7410-C4EF-439A-AFD7-CEE3BA9A15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{7A2C7410-C4EF-439A-AFD7-CEE3BA9A153C}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{7A2C7410-C4EF-439A-AFD7-CEE3BA9A153C}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