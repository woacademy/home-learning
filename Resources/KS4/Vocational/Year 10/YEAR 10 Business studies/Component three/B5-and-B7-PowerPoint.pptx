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229E44-C192-473E-BE32-8B07620532ED}">
  <a:tblStyle styleId="{B2229E44-C192-473E-BE32-8B07620532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{B2229E44-C192-473E-BE32-8B07620532ED}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{B2229E44-C192-473E-BE32-8B07620532ED}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