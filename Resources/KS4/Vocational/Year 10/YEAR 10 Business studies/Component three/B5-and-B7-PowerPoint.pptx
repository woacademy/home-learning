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39D4D8-5005-4ECE-BA92-E0C47A834154}">
  <a:tblStyle styleId="{3439D4D8-5005-4ECE-BA92-E0C47A8341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{3439D4D8-5005-4ECE-BA92-E0C47A834154}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{3439D4D8-5005-4ECE-BA92-E0C47A834154}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