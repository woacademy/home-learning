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AC8C1-B1DD-444C-B918-3FCC479A9BC3}">
  <a:tblStyle styleId="{30DAC8C1-B1DD-444C-B918-3FCC479A9B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{30DAC8C1-B1DD-444C-B918-3FCC479A9BC3}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{30DAC8C1-B1DD-444C-B918-3FCC479A9BC3}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