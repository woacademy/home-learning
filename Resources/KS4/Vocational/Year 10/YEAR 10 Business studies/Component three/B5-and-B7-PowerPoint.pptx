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5E601B-AFB7-40B5-82DD-75DC6AF00EF9}">
  <a:tblStyle styleId="{CE5E601B-AFB7-40B5-82DD-75DC6AF00E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{CE5E601B-AFB7-40B5-82DD-75DC6AF00EF9}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{CE5E601B-AFB7-40B5-82DD-75DC6AF00EF9}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