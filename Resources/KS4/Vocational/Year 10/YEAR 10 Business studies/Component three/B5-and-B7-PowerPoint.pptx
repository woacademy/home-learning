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3F8779-1E43-4006-BED4-89880E790F1C}">
  <a:tblStyle styleId="{503F8779-1E43-4006-BED4-89880E790F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{503F8779-1E43-4006-BED4-89880E790F1C}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{503F8779-1E43-4006-BED4-89880E790F1C}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