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AB87FD9-6C25-448C-95B7-75C9CA1D0005}">
  <a:tblStyle styleId="{1AB87FD9-6C25-448C-95B7-75C9CA1D00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{1AB87FD9-6C25-448C-95B7-75C9CA1D0005}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{1AB87FD9-6C25-448C-95B7-75C9CA1D0005}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