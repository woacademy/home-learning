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6565EE-9CCD-4213-B31C-E8C65F65F95A}">
  <a:tblStyle styleId="{A56565EE-9CCD-4213-B31C-E8C65F65F9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{A56565EE-9CCD-4213-B31C-E8C65F65F95A}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{A56565EE-9CCD-4213-B31C-E8C65F65F95A}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