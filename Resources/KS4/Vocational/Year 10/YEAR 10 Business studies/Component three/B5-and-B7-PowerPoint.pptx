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8D310-BEE9-4F89-A33C-06E5F377E808}">
  <a:tblStyle styleId="{DE28D310-BEE9-4F89-A33C-06E5F377E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{DE28D310-BEE9-4F89-A33C-06E5F377E808}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{DE28D310-BEE9-4F89-A33C-06E5F377E808}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