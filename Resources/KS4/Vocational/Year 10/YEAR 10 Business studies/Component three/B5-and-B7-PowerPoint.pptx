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5141D1-98E1-4122-BFA5-BD9C8568207B}">
  <a:tblStyle styleId="{055141D1-98E1-4122-BFA5-BD9C856820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{055141D1-98E1-4122-BFA5-BD9C8568207B}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{055141D1-98E1-4122-BFA5-BD9C8568207B}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