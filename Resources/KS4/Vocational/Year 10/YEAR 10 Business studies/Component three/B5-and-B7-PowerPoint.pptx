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DADC31-38B1-48F3-AEBA-7912845F0F67}">
  <a:tblStyle styleId="{74DADC31-38B1-48F3-AEBA-7912845F0F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{74DADC31-38B1-48F3-AEBA-7912845F0F67}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{74DADC31-38B1-48F3-AEBA-7912845F0F67}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