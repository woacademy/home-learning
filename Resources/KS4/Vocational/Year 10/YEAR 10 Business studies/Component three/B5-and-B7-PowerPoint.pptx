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1A54D7-3F73-4242-BE89-1A67C9554869}">
  <a:tblStyle styleId="{271A54D7-3F73-4242-BE89-1A67C955486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{271A54D7-3F73-4242-BE89-1A67C9554869}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{271A54D7-3F73-4242-BE89-1A67C9554869}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