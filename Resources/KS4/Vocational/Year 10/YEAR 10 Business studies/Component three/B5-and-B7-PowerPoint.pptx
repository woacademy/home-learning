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EB42C1-4852-4F30-9DBA-1B7830C864A2}">
  <a:tblStyle styleId="{E7EB42C1-4852-4F30-9DBA-1B7830C864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{E7EB42C1-4852-4F30-9DBA-1B7830C864A2}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{E7EB42C1-4852-4F30-9DBA-1B7830C864A2}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