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E5FA84-2D12-48BA-A233-E0824B1C49F0}">
  <a:tblStyle styleId="{3FE5FA84-2D12-48BA-A233-E0824B1C49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{3FE5FA84-2D12-48BA-A233-E0824B1C49F0}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{3FE5FA84-2D12-48BA-A233-E0824B1C49F0}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