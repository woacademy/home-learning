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324BDE-BFF7-40BA-8851-1FEAE3FCE3B6}">
  <a:tblStyle styleId="{6B324BDE-BFF7-40BA-8851-1FEAE3FCE3B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{6B324BDE-BFF7-40BA-8851-1FEAE3FCE3B6}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{6B324BDE-BFF7-40BA-8851-1FEAE3FCE3B6}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