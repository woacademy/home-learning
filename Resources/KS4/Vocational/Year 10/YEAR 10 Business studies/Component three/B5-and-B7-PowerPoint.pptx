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3A52C5-CB27-493A-82FD-687D44CC8F4A}">
  <a:tblStyle styleId="{493A52C5-CB27-493A-82FD-687D44CC8F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{493A52C5-CB27-493A-82FD-687D44CC8F4A}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{493A52C5-CB27-493A-82FD-687D44CC8F4A}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