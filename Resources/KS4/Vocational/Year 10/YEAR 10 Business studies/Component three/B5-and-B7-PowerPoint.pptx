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4F1263-2527-4CDF-B36A-79402E13E547}">
  <a:tblStyle styleId="{264F1263-2527-4CDF-B36A-79402E13E5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{264F1263-2527-4CDF-B36A-79402E13E547}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{264F1263-2527-4CDF-B36A-79402E13E547}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