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A3A0A3-1DC4-4346-9D8D-594BD905516D}">
  <a:tblStyle styleId="{4CA3A0A3-1DC4-4346-9D8D-594BD90551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{4CA3A0A3-1DC4-4346-9D8D-594BD905516D}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{4CA3A0A3-1DC4-4346-9D8D-594BD905516D}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