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43F06A-F54C-40DE-B923-0704288AEF06}">
  <a:tblStyle styleId="{2D43F06A-F54C-40DE-B923-0704288AEF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{2D43F06A-F54C-40DE-B923-0704288AEF06}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{2D43F06A-F54C-40DE-B923-0704288AEF06}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