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145738-F762-4458-BC3D-97CA1706F380}">
  <a:tblStyle styleId="{0D145738-F762-4458-BC3D-97CA1706F3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{0D145738-F762-4458-BC3D-97CA1706F380}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{0D145738-F762-4458-BC3D-97CA1706F380}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