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C71D1E-67A2-45E7-B389-BB93A8EBAF5A}">
  <a:tblStyle styleId="{14C71D1E-67A2-45E7-B389-BB93A8EBAF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{14C71D1E-67A2-45E7-B389-BB93A8EBAF5A}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{14C71D1E-67A2-45E7-B389-BB93A8EBAF5A}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