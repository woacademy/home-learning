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CDA21A-FD2A-4B1B-9B8A-86926E0C39F1}">
  <a:tblStyle styleId="{AFCDA21A-FD2A-4B1B-9B8A-86926E0C39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{AFCDA21A-FD2A-4B1B-9B8A-86926E0C39F1}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{AFCDA21A-FD2A-4B1B-9B8A-86926E0C39F1}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