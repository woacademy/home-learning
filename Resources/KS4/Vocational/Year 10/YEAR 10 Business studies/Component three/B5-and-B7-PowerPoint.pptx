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B7B0A7-DEE4-472F-94B8-58F4D1D3E88B}">
  <a:tblStyle styleId="{CDB7B0A7-DEE4-472F-94B8-58F4D1D3E8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{CDB7B0A7-DEE4-472F-94B8-58F4D1D3E88B}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{CDB7B0A7-DEE4-472F-94B8-58F4D1D3E88B}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