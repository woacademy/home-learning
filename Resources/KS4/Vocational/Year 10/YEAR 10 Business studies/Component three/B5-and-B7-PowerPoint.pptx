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7C4BC29C-9C9C-48ED-ABB9-72508A81ED35}">
  <a:tblStyle styleId="{7C4BC29C-9C9C-48ED-ABB9-72508A81ED3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8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4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3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5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7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9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{7C4BC29C-9C9C-48ED-ABB9-72508A81ED35}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{7C4BC29C-9C9C-48ED-ABB9-72508A81ED35}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