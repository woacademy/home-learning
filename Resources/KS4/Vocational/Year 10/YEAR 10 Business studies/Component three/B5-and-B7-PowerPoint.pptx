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314271-BBCF-4CC5-A6AD-6BF804FA7E68}">
  <a:tblStyle styleId="{16314271-BBCF-4CC5-A6AD-6BF804FA7E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{16314271-BBCF-4CC5-A6AD-6BF804FA7E68}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{16314271-BBCF-4CC5-A6AD-6BF804FA7E68}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