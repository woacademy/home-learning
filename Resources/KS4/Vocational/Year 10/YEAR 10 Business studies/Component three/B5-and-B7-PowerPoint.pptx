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6DB300-193C-4765-861F-9C8039D90483}">
  <a:tblStyle styleId="{606DB300-193C-4765-861F-9C8039D904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{606DB300-193C-4765-861F-9C8039D90483}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{606DB300-193C-4765-861F-9C8039D90483}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