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09EAF1F-A796-4ABC-B81A-A5C306A95CFC}">
  <a:tblStyle styleId="{209EAF1F-A796-4ABC-B81A-A5C306A95C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{209EAF1F-A796-4ABC-B81A-A5C306A95CFC}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{209EAF1F-A796-4ABC-B81A-A5C306A95CFC}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