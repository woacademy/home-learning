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DFE519-108A-476B-AEEA-C3E4E6E44252}">
  <a:tblStyle styleId="{02DFE519-108A-476B-AEEA-C3E4E6E442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{02DFE519-108A-476B-AEEA-C3E4E6E44252}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{02DFE519-108A-476B-AEEA-C3E4E6E44252}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