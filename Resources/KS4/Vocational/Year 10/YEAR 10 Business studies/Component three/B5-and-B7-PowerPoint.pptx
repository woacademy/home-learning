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3386F9-4D45-432B-9690-E353D2655992}">
  <a:tblStyle styleId="{813386F9-4D45-432B-9690-E353D265599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{813386F9-4D45-432B-9690-E353D2655992}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{813386F9-4D45-432B-9690-E353D2655992}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