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9F97B1-4D10-4AA7-B8FD-4A162197A365}">
  <a:tblStyle styleId="{9A9F97B1-4D10-4AA7-B8FD-4A162197A3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{9A9F97B1-4D10-4AA7-B8FD-4A162197A365}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{9A9F97B1-4D10-4AA7-B8FD-4A162197A365}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