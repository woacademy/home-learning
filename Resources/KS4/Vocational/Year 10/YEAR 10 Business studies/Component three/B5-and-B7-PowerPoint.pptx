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35DBF-7EF3-42CD-9C14-81E8B60B94C1}">
  <a:tblStyle styleId="{F3C35DBF-7EF3-42CD-9C14-81E8B60B94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{F3C35DBF-7EF3-42CD-9C14-81E8B60B94C1}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{F3C35DBF-7EF3-42CD-9C14-81E8B60B94C1}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