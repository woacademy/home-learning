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E73383-30B5-4520-8BFD-5D1075FD60BA}">
  <a:tblStyle styleId="{50E73383-30B5-4520-8BFD-5D1075FD60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{50E73383-30B5-4520-8BFD-5D1075FD60BA}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{50E73383-30B5-4520-8BFD-5D1075FD60BA}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