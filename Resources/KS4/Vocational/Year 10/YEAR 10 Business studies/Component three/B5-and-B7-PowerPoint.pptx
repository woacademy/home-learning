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5A7846-0158-479F-94B0-430D7EC4059E}">
  <a:tblStyle styleId="{BD5A7846-0158-479F-94B0-430D7EC405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{BD5A7846-0158-479F-94B0-430D7EC4059E}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{BD5A7846-0158-479F-94B0-430D7EC4059E}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