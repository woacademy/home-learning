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5BDA74-7409-4C3D-BE75-BFC227304DBE}">
  <a:tblStyle styleId="{6F5BDA74-7409-4C3D-BE75-BFC227304D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{6F5BDA74-7409-4C3D-BE75-BFC227304DBE}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{6F5BDA74-7409-4C3D-BE75-BFC227304DBE}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