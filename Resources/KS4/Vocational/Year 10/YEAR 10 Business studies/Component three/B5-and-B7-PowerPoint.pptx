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4C08B3D-E8D1-4088-9661-9C80AD031505}">
  <a:tblStyle styleId="{54C08B3D-E8D1-4088-9661-9C80AD03150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{54C08B3D-E8D1-4088-9661-9C80AD031505}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{54C08B3D-E8D1-4088-9661-9C80AD031505}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