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FB0F6D-9CCD-4023-8B8C-5B9A95CD28EB}">
  <a:tblStyle styleId="{99FB0F6D-9CCD-4023-8B8C-5B9A95CD28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{99FB0F6D-9CCD-4023-8B8C-5B9A95CD28EB}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{99FB0F6D-9CCD-4023-8B8C-5B9A95CD28EB}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