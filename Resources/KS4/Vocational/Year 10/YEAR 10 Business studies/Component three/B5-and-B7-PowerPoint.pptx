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8A4E3E-BA4D-4ADE-87BD-3DB4104503AE}">
  <a:tblStyle styleId="{438A4E3E-BA4D-4ADE-87BD-3DB4104503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{438A4E3E-BA4D-4ADE-87BD-3DB4104503AE}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{438A4E3E-BA4D-4ADE-87BD-3DB4104503AE}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