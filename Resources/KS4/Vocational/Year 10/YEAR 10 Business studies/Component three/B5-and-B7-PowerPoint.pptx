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1F14FD-4DBA-4A0C-9ED4-F0A281411C78}">
  <a:tblStyle styleId="{211F14FD-4DBA-4A0C-9ED4-F0A281411C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{211F14FD-4DBA-4A0C-9ED4-F0A281411C78}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{211F14FD-4DBA-4A0C-9ED4-F0A281411C78}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