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309DD6-446F-4C63-A900-A01EA88ADF2A}">
  <a:tblStyle styleId="{5B309DD6-446F-4C63-A900-A01EA88ADF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{5B309DD6-446F-4C63-A900-A01EA88ADF2A}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{5B309DD6-446F-4C63-A900-A01EA88ADF2A}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