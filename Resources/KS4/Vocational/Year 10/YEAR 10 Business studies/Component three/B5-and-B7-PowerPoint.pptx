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3089E3-9907-4486-B861-77D4CFB67276}">
  <a:tblStyle styleId="{333089E3-9907-4486-B861-77D4CFB6727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{333089E3-9907-4486-B861-77D4CFB67276}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{333089E3-9907-4486-B861-77D4CFB67276}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