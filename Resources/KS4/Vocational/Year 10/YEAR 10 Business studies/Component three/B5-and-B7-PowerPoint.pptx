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68597-7653-4F1C-92C0-5238B228614A}">
  <a:tblStyle styleId="{EEC68597-7653-4F1C-92C0-5238B22861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{EEC68597-7653-4F1C-92C0-5238B228614A}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{EEC68597-7653-4F1C-92C0-5238B228614A}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