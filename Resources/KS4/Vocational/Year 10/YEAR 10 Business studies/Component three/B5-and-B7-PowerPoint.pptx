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AED995-FCE4-4338-9790-9C5FBCB2D9A2}">
  <a:tblStyle styleId="{A3AED995-FCE4-4338-9790-9C5FBCB2D9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{A3AED995-FCE4-4338-9790-9C5FBCB2D9A2}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{A3AED995-FCE4-4338-9790-9C5FBCB2D9A2}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