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20A1F6-C29D-45FF-8C41-C3E87EB8951E}">
  <a:tblStyle styleId="{AA20A1F6-C29D-45FF-8C41-C3E87EB895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{AA20A1F6-C29D-45FF-8C41-C3E87EB8951E}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{AA20A1F6-C29D-45FF-8C41-C3E87EB8951E}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