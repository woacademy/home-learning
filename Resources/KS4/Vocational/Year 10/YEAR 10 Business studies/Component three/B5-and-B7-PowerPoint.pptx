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7A7893-3180-4E12-A31D-5992A093791E}">
  <a:tblStyle styleId="{3B7A7893-3180-4E12-A31D-5992A09379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{3B7A7893-3180-4E12-A31D-5992A093791E}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{3B7A7893-3180-4E12-A31D-5992A093791E}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