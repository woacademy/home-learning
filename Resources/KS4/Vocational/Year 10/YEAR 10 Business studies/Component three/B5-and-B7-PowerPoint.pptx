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44038C-6ECD-4C48-B7B0-7830D102003A}">
  <a:tblStyle styleId="{4E44038C-6ECD-4C48-B7B0-7830D10200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{4E44038C-6ECD-4C48-B7B0-7830D102003A}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{4E44038C-6ECD-4C48-B7B0-7830D102003A}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