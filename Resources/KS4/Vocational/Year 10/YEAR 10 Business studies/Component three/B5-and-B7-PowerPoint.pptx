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87A885-450F-41E8-B220-096BEF8DC81A}">
  <a:tblStyle styleId="{5787A885-450F-41E8-B220-096BEF8DC8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{5787A885-450F-41E8-B220-096BEF8DC81A}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{5787A885-450F-41E8-B220-096BEF8DC81A}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