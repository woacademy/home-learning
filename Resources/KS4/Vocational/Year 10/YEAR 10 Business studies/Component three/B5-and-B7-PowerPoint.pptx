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81EBA3-9B23-4FBD-9831-38F6C23BC511}">
  <a:tblStyle styleId="{B581EBA3-9B23-4FBD-9831-38F6C23BC5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{B581EBA3-9B23-4FBD-9831-38F6C23BC511}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{B581EBA3-9B23-4FBD-9831-38F6C23BC511}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