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87DC583-F667-4FAD-90A8-82251C229302}">
  <a:tblStyle styleId="{687DC583-F667-4FAD-90A8-82251C22930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{687DC583-F667-4FAD-90A8-82251C229302}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{687DC583-F667-4FAD-90A8-82251C229302}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