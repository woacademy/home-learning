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F96FA6-ADB8-4EB4-88A1-8DFC57682DAE}">
  <a:tblStyle styleId="{70F96FA6-ADB8-4EB4-88A1-8DFC57682D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{70F96FA6-ADB8-4EB4-88A1-8DFC57682DAE}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{70F96FA6-ADB8-4EB4-88A1-8DFC57682DAE}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