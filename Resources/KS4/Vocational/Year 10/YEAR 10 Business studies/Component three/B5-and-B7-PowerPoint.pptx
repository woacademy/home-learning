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276A2D-EF55-4A14-9350-D128C000037A}">
  <a:tblStyle styleId="{A7276A2D-EF55-4A14-9350-D128C000037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{A7276A2D-EF55-4A14-9350-D128C000037A}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{A7276A2D-EF55-4A14-9350-D128C000037A}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