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F703AF-C6C0-4D45-A548-8E9672338A2F}">
  <a:tblStyle styleId="{61F703AF-C6C0-4D45-A548-8E9672338A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{61F703AF-C6C0-4D45-A548-8E9672338A2F}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{61F703AF-C6C0-4D45-A548-8E9672338A2F}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