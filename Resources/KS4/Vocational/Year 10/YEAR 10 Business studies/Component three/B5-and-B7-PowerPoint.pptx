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75908D-1649-4C0A-8732-458E0767DEE5}">
  <a:tblStyle styleId="{C975908D-1649-4C0A-8732-458E0767DE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{C975908D-1649-4C0A-8732-458E0767DEE5}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{C975908D-1649-4C0A-8732-458E0767DEE5}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