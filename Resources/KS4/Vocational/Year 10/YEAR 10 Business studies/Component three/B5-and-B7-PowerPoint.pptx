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7B34AC-B00D-49E2-9ECA-08F6983EB361}">
  <a:tblStyle styleId="{AC7B34AC-B00D-49E2-9ECA-08F6983EB3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{AC7B34AC-B00D-49E2-9ECA-08F6983EB361}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{AC7B34AC-B00D-49E2-9ECA-08F6983EB361}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