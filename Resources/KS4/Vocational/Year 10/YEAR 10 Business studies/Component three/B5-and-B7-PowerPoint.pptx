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C3262A-E799-4741-B652-BFB7E9C89FAD}">
  <a:tblStyle styleId="{6DC3262A-E799-4741-B652-BFB7E9C89F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{6DC3262A-E799-4741-B652-BFB7E9C89FAD}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{6DC3262A-E799-4741-B652-BFB7E9C89FAD}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