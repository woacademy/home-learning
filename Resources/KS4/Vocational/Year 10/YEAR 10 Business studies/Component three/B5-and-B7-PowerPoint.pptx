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C8C5D-A1C3-4151-A927-DD5CE538806D}">
  <a:tblStyle styleId="{3EBC8C5D-A1C3-4151-A927-DD5CE53880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{3EBC8C5D-A1C3-4151-A927-DD5CE538806D}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{3EBC8C5D-A1C3-4151-A927-DD5CE538806D}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