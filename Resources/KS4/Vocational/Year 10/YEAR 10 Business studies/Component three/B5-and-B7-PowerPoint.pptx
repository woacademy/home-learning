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221BB3B-13FB-47A8-A561-DDA57E2DEB3A}">
  <a:tblStyle styleId="{F221BB3B-13FB-47A8-A561-DDA57E2DEB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{F221BB3B-13FB-47A8-A561-DDA57E2DEB3A}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{F221BB3B-13FB-47A8-A561-DDA57E2DEB3A}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