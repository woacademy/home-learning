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FFDAE2-2B5B-4DE8-84C5-8D31A5E74897}">
  <a:tblStyle styleId="{64FFDAE2-2B5B-4DE8-84C5-8D31A5E748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{64FFDAE2-2B5B-4DE8-84C5-8D31A5E74897}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{64FFDAE2-2B5B-4DE8-84C5-8D31A5E74897}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