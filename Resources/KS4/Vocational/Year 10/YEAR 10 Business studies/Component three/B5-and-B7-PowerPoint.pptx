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8903E5-3751-470A-A407-94C1B624F620}">
  <a:tblStyle styleId="{998903E5-3751-470A-A407-94C1B624F6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{998903E5-3751-470A-A407-94C1B624F620}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{998903E5-3751-470A-A407-94C1B624F620}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