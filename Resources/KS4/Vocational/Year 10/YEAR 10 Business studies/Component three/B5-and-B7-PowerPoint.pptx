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901EDF-1B40-4762-B527-CE73A32352EE}">
  <a:tblStyle styleId="{E7901EDF-1B40-4762-B527-CE73A3235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{E7901EDF-1B40-4762-B527-CE73A32352EE}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{E7901EDF-1B40-4762-B527-CE73A32352EE}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