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F6B83A-3AD0-4130-B06F-6598AFCA77F2}">
  <a:tblStyle styleId="{32F6B83A-3AD0-4130-B06F-6598AFCA77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{32F6B83A-3AD0-4130-B06F-6598AFCA77F2}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{32F6B83A-3AD0-4130-B06F-6598AFCA77F2}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