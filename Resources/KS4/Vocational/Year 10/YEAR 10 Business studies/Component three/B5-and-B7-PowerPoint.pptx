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E6266C-1644-4923-899F-7E512D3D10A1}">
  <a:tblStyle styleId="{50E6266C-1644-4923-899F-7E512D3D10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{50E6266C-1644-4923-899F-7E512D3D10A1}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{50E6266C-1644-4923-899F-7E512D3D10A1}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