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DBE10A-236C-4FA6-AF01-E3C887D13A2D}">
  <a:tblStyle styleId="{A9DBE10A-236C-4FA6-AF01-E3C887D13A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{A9DBE10A-236C-4FA6-AF01-E3C887D13A2D}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{A9DBE10A-236C-4FA6-AF01-E3C887D13A2D}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