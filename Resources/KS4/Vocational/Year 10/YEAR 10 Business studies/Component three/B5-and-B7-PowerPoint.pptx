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35B066-3B5A-400D-BCBD-8BAF2EEE3B00}">
  <a:tblStyle styleId="{CC35B066-3B5A-400D-BCBD-8BAF2EEE3B0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{CC35B066-3B5A-400D-BCBD-8BAF2EEE3B00}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{CC35B066-3B5A-400D-BCBD-8BAF2EEE3B00}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