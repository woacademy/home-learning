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E1623B-664D-428D-8FD1-C735B205F7FE}">
  <a:tblStyle styleId="{ACE1623B-664D-428D-8FD1-C735B205F7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{ACE1623B-664D-428D-8FD1-C735B205F7FE}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{ACE1623B-664D-428D-8FD1-C735B205F7FE}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