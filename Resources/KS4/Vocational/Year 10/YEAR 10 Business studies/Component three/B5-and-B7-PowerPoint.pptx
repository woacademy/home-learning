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51CDE1-05A2-4B8F-8DF7-DC4F3780C3F1}">
  <a:tblStyle styleId="{1851CDE1-05A2-4B8F-8DF7-DC4F3780C3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{1851CDE1-05A2-4B8F-8DF7-DC4F3780C3F1}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{1851CDE1-05A2-4B8F-8DF7-DC4F3780C3F1}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