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9B7E3B-CDE4-4BF8-AD8D-FFB948FDCAF3}">
  <a:tblStyle styleId="{669B7E3B-CDE4-4BF8-AD8D-FFB948FDCA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{669B7E3B-CDE4-4BF8-AD8D-FFB948FDCAF3}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{669B7E3B-CDE4-4BF8-AD8D-FFB948FDCAF3}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