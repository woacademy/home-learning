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6A600-61EC-409E-AF68-70FB9A5D97FA}">
  <a:tblStyle styleId="{BEE6A600-61EC-409E-AF68-70FB9A5D97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{BEE6A600-61EC-409E-AF68-70FB9A5D97FA}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{BEE6A600-61EC-409E-AF68-70FB9A5D97FA}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