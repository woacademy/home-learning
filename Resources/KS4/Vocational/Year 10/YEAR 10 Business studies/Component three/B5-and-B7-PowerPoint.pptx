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9326472-6D21-4DAF-AD88-F61D3985E5DB}">
  <a:tblStyle styleId="{29326472-6D21-4DAF-AD88-F61D3985E5D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5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{29326472-6D21-4DAF-AD88-F61D3985E5DB}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{29326472-6D21-4DAF-AD88-F61D3985E5DB}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