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E2AF57-41BB-4AD2-ABAC-A3421DB490BE}">
  <a:tblStyle styleId="{CAE2AF57-41BB-4AD2-ABAC-A3421DB490B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{CAE2AF57-41BB-4AD2-ABAC-A3421DB490BE}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{CAE2AF57-41BB-4AD2-ABAC-A3421DB490BE}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