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C45BB6-2C2E-4CEA-8DAC-A156D0EEA429}">
  <a:tblStyle styleId="{0BC45BB6-2C2E-4CEA-8DAC-A156D0EEA4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{0BC45BB6-2C2E-4CEA-8DAC-A156D0EEA429}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{0BC45BB6-2C2E-4CEA-8DAC-A156D0EEA429}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