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9C13A5-91A3-4F72-B96F-8341B16BE190}">
  <a:tblStyle styleId="{B39C13A5-91A3-4F72-B96F-8341B16BE1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{B39C13A5-91A3-4F72-B96F-8341B16BE190}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{B39C13A5-91A3-4F72-B96F-8341B16BE190}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