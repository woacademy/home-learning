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1B35C-1D7C-4AE5-BB8D-57DF0E211B7D}">
  <a:tblStyle styleId="{98C1B35C-1D7C-4AE5-BB8D-57DF0E211B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{98C1B35C-1D7C-4AE5-BB8D-57DF0E211B7D}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{98C1B35C-1D7C-4AE5-BB8D-57DF0E211B7D}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