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C963A5-B44B-41ED-8550-F5D68A3ADD32}">
  <a:tblStyle styleId="{60C963A5-B44B-41ED-8550-F5D68A3ADD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{60C963A5-B44B-41ED-8550-F5D68A3ADD32}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{60C963A5-B44B-41ED-8550-F5D68A3ADD32}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