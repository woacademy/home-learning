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4121BB-9735-427F-9917-A00655E75974}">
  <a:tblStyle styleId="{C14121BB-9735-427F-9917-A00655E759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{C14121BB-9735-427F-9917-A00655E75974}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{C14121BB-9735-427F-9917-A00655E75974}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