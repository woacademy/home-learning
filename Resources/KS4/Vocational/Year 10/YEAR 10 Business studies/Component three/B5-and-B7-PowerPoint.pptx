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F35156-53D1-4100-B279-5131A1AE32B0}">
  <a:tblStyle styleId="{3BF35156-53D1-4100-B279-5131A1AE32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{3BF35156-53D1-4100-B279-5131A1AE32B0}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{3BF35156-53D1-4100-B279-5131A1AE32B0}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