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5F7A3B-20B8-4757-B492-FA1EC2466696}">
  <a:tblStyle styleId="{4A5F7A3B-20B8-4757-B492-FA1EC24666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{4A5F7A3B-20B8-4757-B492-FA1EC2466696}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{4A5F7A3B-20B8-4757-B492-FA1EC2466696}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