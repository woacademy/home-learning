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952AEF-21C2-480F-96A1-C6761077CCD3}">
  <a:tblStyle styleId="{65952AEF-21C2-480F-96A1-C6761077CC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{65952AEF-21C2-480F-96A1-C6761077CCD3}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{65952AEF-21C2-480F-96A1-C6761077CCD3}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