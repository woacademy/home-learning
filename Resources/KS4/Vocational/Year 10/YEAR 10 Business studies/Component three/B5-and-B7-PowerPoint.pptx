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F187F-9948-46AB-B07F-83321970799D}">
  <a:tblStyle styleId="{191F187F-9948-46AB-B07F-833219707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{191F187F-9948-46AB-B07F-83321970799D}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{191F187F-9948-46AB-B07F-83321970799D}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