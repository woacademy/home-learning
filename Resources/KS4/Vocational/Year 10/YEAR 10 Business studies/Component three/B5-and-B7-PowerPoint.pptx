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345E6D9-415F-49AD-852E-E4E896AA7B91}">
  <a:tblStyle styleId="{E345E6D9-415F-49AD-852E-E4E896AA7B9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2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6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8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{E345E6D9-415F-49AD-852E-E4E896AA7B91}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{E345E6D9-415F-49AD-852E-E4E896AA7B91}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