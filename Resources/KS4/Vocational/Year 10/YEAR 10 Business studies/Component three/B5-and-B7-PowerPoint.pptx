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B7C333-FE6A-44C7-9F1D-51AE2D889D41}">
  <a:tblStyle styleId="{22B7C333-FE6A-44C7-9F1D-51AE2D889D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{22B7C333-FE6A-44C7-9F1D-51AE2D889D41}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{22B7C333-FE6A-44C7-9F1D-51AE2D889D41}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