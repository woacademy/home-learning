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C3B1C7-4038-42C0-AF48-EEEF69720D71}">
  <a:tblStyle styleId="{B3C3B1C7-4038-42C0-AF48-EEEF69720D7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{B3C3B1C7-4038-42C0-AF48-EEEF69720D71}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{B3C3B1C7-4038-42C0-AF48-EEEF69720D71}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