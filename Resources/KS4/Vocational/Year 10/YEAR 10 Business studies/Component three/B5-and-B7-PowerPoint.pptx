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F0596-0BF3-4D3C-866F-5D47D2C907C6}">
  <a:tblStyle styleId="{55CF0596-0BF3-4D3C-866F-5D47D2C907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{55CF0596-0BF3-4D3C-866F-5D47D2C907C6}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{55CF0596-0BF3-4D3C-866F-5D47D2C907C6}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