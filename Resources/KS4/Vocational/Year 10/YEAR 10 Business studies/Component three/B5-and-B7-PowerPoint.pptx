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139817-CAEA-4EE8-825C-47883C688BA9}">
  <a:tblStyle styleId="{1D139817-CAEA-4EE8-825C-47883C688B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{1D139817-CAEA-4EE8-825C-47883C688BA9}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{1D139817-CAEA-4EE8-825C-47883C688BA9}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