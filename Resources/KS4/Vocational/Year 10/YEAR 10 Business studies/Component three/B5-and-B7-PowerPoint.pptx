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869B1-2DC0-41B8-8D88-B6FEC58A7822}">
  <a:tblStyle styleId="{46D869B1-2DC0-41B8-8D88-B6FEC58A78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{46D869B1-2DC0-41B8-8D88-B6FEC58A7822}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{46D869B1-2DC0-41B8-8D88-B6FEC58A7822}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