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08F553-B4D1-4F03-8EB8-F58DC110BEE9}">
  <a:tblStyle styleId="{E208F553-B4D1-4F03-8EB8-F58DC110BE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{E208F553-B4D1-4F03-8EB8-F58DC110BEE9}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{E208F553-B4D1-4F03-8EB8-F58DC110BEE9}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