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35012D-7472-4A31-8ED4-E9F4BAF5852C}">
  <a:tblStyle styleId="{EE35012D-7472-4A31-8ED4-E9F4BAF585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{EE35012D-7472-4A31-8ED4-E9F4BAF5852C}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{EE35012D-7472-4A31-8ED4-E9F4BAF5852C}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