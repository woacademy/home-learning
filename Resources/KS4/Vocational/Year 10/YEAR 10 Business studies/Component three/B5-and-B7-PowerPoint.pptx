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C8AF12-B4C6-4C54-917B-176C7DAB068D}">
  <a:tblStyle styleId="{70C8AF12-B4C6-4C54-917B-176C7DAB06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{70C8AF12-B4C6-4C54-917B-176C7DAB068D}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{70C8AF12-B4C6-4C54-917B-176C7DAB068D}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