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221B8C-D850-477D-8C63-BB0CE065BE5E}">
  <a:tblStyle styleId="{98221B8C-D850-477D-8C63-BB0CE065BE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{98221B8C-D850-477D-8C63-BB0CE065BE5E}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{98221B8C-D850-477D-8C63-BB0CE065BE5E}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