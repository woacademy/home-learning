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40A49A-BF37-4F95-92F9-FD78B1FF66EB}">
  <a:tblStyle styleId="{6240A49A-BF37-4F95-92F9-FD78B1FF66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{6240A49A-BF37-4F95-92F9-FD78B1FF66EB}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{6240A49A-BF37-4F95-92F9-FD78B1FF66EB}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