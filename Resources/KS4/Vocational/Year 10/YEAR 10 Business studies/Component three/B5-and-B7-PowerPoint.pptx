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4AC176-2F39-4B66-8EAA-5A386BBACD2F}">
  <a:tblStyle styleId="{614AC176-2F39-4B66-8EAA-5A386BBACD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{614AC176-2F39-4B66-8EAA-5A386BBACD2F}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{614AC176-2F39-4B66-8EAA-5A386BBACD2F}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