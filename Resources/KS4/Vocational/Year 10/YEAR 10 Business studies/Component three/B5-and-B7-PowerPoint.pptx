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12535F-9545-45DA-8890-B542E0B953CA}">
  <a:tblStyle styleId="{BF12535F-9545-45DA-8890-B542E0B953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{BF12535F-9545-45DA-8890-B542E0B953CA}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{BF12535F-9545-45DA-8890-B542E0B953CA}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