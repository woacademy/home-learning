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F34852-05C0-4B31-8F26-7431B43BC63C}">
  <a:tblStyle styleId="{EEF34852-05C0-4B31-8F26-7431B43BC6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{EEF34852-05C0-4B31-8F26-7431B43BC63C}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{EEF34852-05C0-4B31-8F26-7431B43BC63C}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