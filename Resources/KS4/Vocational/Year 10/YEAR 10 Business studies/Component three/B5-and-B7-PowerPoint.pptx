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7274D2-2430-4C2C-82A1-8EC989E4AF26}">
  <a:tblStyle styleId="{A17274D2-2430-4C2C-82A1-8EC989E4AF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{A17274D2-2430-4C2C-82A1-8EC989E4AF26}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{A17274D2-2430-4C2C-82A1-8EC989E4AF26}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