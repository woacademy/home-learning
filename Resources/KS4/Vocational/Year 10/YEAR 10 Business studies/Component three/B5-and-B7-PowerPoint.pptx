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86162-9571-4E49-BC86-527CFB7DC82A}">
  <a:tblStyle styleId="{CC986162-9571-4E49-BC86-527CFB7DC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{CC986162-9571-4E49-BC86-527CFB7DC82A}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{CC986162-9571-4E49-BC86-527CFB7DC82A}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