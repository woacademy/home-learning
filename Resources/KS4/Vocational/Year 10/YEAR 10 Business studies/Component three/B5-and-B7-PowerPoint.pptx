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2E2561-4034-4F32-8FD9-5AE924C6D3A3}">
  <a:tblStyle styleId="{782E2561-4034-4F32-8FD9-5AE924C6D3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{782E2561-4034-4F32-8FD9-5AE924C6D3A3}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{782E2561-4034-4F32-8FD9-5AE924C6D3A3}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