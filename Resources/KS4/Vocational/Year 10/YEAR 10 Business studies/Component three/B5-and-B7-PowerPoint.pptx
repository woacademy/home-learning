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C3AA59-2CA1-45B5-987F-937E2658FC1D}">
  <a:tblStyle styleId="{3CC3AA59-2CA1-45B5-987F-937E2658FC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{3CC3AA59-2CA1-45B5-987F-937E2658FC1D}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{3CC3AA59-2CA1-45B5-987F-937E2658FC1D}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