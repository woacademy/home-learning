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966A5E-4BAE-4897-84C6-517628FFA6A5}">
  <a:tblStyle styleId="{FB966A5E-4BAE-4897-84C6-517628FFA6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{FB966A5E-4BAE-4897-84C6-517628FFA6A5}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{FB966A5E-4BAE-4897-84C6-517628FFA6A5}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