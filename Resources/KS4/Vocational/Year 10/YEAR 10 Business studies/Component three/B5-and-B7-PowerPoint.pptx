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91F0D2-B3B5-409A-AC6B-6DF709911AC3}">
  <a:tblStyle styleId="{6B91F0D2-B3B5-409A-AC6B-6DF709911A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{6B91F0D2-B3B5-409A-AC6B-6DF709911AC3}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{6B91F0D2-B3B5-409A-AC6B-6DF709911AC3}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