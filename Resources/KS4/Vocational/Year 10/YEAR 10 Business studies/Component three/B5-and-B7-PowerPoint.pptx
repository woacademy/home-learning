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DD4DF1-CF31-4E59-AA51-303276E64544}">
  <a:tblStyle styleId="{5EDD4DF1-CF31-4E59-AA51-303276E645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{5EDD4DF1-CF31-4E59-AA51-303276E64544}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{5EDD4DF1-CF31-4E59-AA51-303276E64544}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