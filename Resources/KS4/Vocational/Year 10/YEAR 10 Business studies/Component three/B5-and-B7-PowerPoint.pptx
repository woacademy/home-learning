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3C52F9-A20E-4AE9-BCBD-FC6B7AB0E426}">
  <a:tblStyle styleId="{EA3C52F9-A20E-4AE9-BCBD-FC6B7AB0E4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{EA3C52F9-A20E-4AE9-BCBD-FC6B7AB0E426}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{EA3C52F9-A20E-4AE9-BCBD-FC6B7AB0E426}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