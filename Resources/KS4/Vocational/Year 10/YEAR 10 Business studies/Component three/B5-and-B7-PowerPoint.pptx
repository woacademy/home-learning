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0343B3-5C5B-4D12-9A2B-D6F5B023D568}">
  <a:tblStyle styleId="{AC0343B3-5C5B-4D12-9A2B-D6F5B023D5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{AC0343B3-5C5B-4D12-9A2B-D6F5B023D568}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{AC0343B3-5C5B-4D12-9A2B-D6F5B023D568}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