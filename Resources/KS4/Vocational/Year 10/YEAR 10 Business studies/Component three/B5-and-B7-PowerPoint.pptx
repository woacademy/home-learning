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7158D8A-EA6F-4FAE-A805-D425F7AE3565}">
  <a:tblStyle styleId="{47158D8A-EA6F-4FAE-A805-D425F7AE356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6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{47158D8A-EA6F-4FAE-A805-D425F7AE3565}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{47158D8A-EA6F-4FAE-A805-D425F7AE3565}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