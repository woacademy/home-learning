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1D6ED1-6592-46AF-A1A5-AF2FB4DCC6C7}">
  <a:tblStyle styleId="{0E1D6ED1-6592-46AF-A1A5-AF2FB4DCC6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{0E1D6ED1-6592-46AF-A1A5-AF2FB4DCC6C7}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{0E1D6ED1-6592-46AF-A1A5-AF2FB4DCC6C7}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