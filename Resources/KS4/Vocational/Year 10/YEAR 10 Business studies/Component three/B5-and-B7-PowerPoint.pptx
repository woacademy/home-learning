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DB1DEA-A089-40E3-86C3-19AAE0FEB3E9}">
  <a:tblStyle styleId="{D4DB1DEA-A089-40E3-86C3-19AAE0FEB3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{D4DB1DEA-A089-40E3-86C3-19AAE0FEB3E9}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{D4DB1DEA-A089-40E3-86C3-19AAE0FEB3E9}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