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CB1321-F9AF-413F-A8B8-37DF76C67BC8}">
  <a:tblStyle styleId="{BECB1321-F9AF-413F-A8B8-37DF76C67B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{BECB1321-F9AF-413F-A8B8-37DF76C67BC8}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{BECB1321-F9AF-413F-A8B8-37DF76C67BC8}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