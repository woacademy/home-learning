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38A4C-9CE4-441B-BE90-0EC38EBA7E01}">
  <a:tblStyle styleId="{F5338A4C-9CE4-441B-BE90-0EC38EBA7E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{F5338A4C-9CE4-441B-BE90-0EC38EBA7E01}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{F5338A4C-9CE4-441B-BE90-0EC38EBA7E01}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