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B0A8D4-8A54-4F51-BD1E-8963BC9372D5}">
  <a:tblStyle styleId="{9EB0A8D4-8A54-4F51-BD1E-8963BC9372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{9EB0A8D4-8A54-4F51-BD1E-8963BC9372D5}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{9EB0A8D4-8A54-4F51-BD1E-8963BC9372D5}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