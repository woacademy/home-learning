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779EC8-2C0D-49F2-8736-6C3311E915AF}">
  <a:tblStyle styleId="{8D779EC8-2C0D-49F2-8736-6C3311E915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{8D779EC8-2C0D-49F2-8736-6C3311E915AF}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{8D779EC8-2C0D-49F2-8736-6C3311E915AF}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