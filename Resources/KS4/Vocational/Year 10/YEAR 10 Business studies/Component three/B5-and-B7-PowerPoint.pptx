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6719A9A-65A9-45E5-99F1-83013FE2BA81}">
  <a:tblStyle styleId="{26719A9A-65A9-45E5-99F1-83013FE2BA8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8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{26719A9A-65A9-45E5-99F1-83013FE2BA81}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{26719A9A-65A9-45E5-99F1-83013FE2BA81}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