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A893A9-9FCB-4B90-A0BF-0E8184681EDE}">
  <a:tblStyle styleId="{D2A893A9-9FCB-4B90-A0BF-0E8184681E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{D2A893A9-9FCB-4B90-A0BF-0E8184681EDE}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{D2A893A9-9FCB-4B90-A0BF-0E8184681EDE}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