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F53EDA-910B-49FE-B267-397F3C364D51}">
  <a:tblStyle styleId="{8EF53EDA-910B-49FE-B267-397F3C364D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{8EF53EDA-910B-49FE-B267-397F3C364D51}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{8EF53EDA-910B-49FE-B267-397F3C364D51}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