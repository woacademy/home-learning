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0E8C8A-D935-481A-810F-08E096DDFE36}">
  <a:tblStyle styleId="{D10E8C8A-D935-481A-810F-08E096DDFE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{D10E8C8A-D935-481A-810F-08E096DDFE36}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{D10E8C8A-D935-481A-810F-08E096DDFE36}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