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2497F-8C55-4C70-AFB7-21150DF20819}">
  <a:tblStyle styleId="{96F2497F-8C55-4C70-AFB7-21150DF208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{96F2497F-8C55-4C70-AFB7-21150DF20819}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{96F2497F-8C55-4C70-AFB7-21150DF20819}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