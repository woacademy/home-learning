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795C874-8E4A-4398-9E0D-19D75193D263}">
  <a:tblStyle styleId="{2795C874-8E4A-4398-9E0D-19D75193D26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{2795C874-8E4A-4398-9E0D-19D75193D263}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{2795C874-8E4A-4398-9E0D-19D75193D263}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