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EED293-760A-4BE8-B8F4-DBAD3C204F42}">
  <a:tblStyle styleId="{8BEED293-760A-4BE8-B8F4-DBAD3C204F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{8BEED293-760A-4BE8-B8F4-DBAD3C204F42}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{8BEED293-760A-4BE8-B8F4-DBAD3C204F42}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