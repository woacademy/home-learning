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E84AD4-DFEF-484A-8B39-E6B7906CC446}">
  <a:tblStyle styleId="{96E84AD4-DFEF-484A-8B39-E6B7906CC4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{96E84AD4-DFEF-484A-8B39-E6B7906CC446}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{96E84AD4-DFEF-484A-8B39-E6B7906CC446}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