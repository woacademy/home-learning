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4EF7DC-63C1-4665-9E5A-B5AF6D58AD35}">
  <a:tblStyle styleId="{2E4EF7DC-63C1-4665-9E5A-B5AF6D58AD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{2E4EF7DC-63C1-4665-9E5A-B5AF6D58AD35}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{2E4EF7DC-63C1-4665-9E5A-B5AF6D58AD35}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