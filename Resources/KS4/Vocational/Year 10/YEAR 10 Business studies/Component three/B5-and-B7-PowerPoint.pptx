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176AC7-7F1D-440B-ACDE-17E15157A50E}">
  <a:tblStyle styleId="{A8176AC7-7F1D-440B-ACDE-17E15157A5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{A8176AC7-7F1D-440B-ACDE-17E15157A50E}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{A8176AC7-7F1D-440B-ACDE-17E15157A50E}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