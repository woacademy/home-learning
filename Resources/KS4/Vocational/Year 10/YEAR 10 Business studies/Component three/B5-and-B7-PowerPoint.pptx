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559B975-B4C2-4E8A-86CC-3E3ED040A784}">
  <a:tblStyle styleId="{C559B975-B4C2-4E8A-86CC-3E3ED040A78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9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5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2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3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{C559B975-B4C2-4E8A-86CC-3E3ED040A784}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{C559B975-B4C2-4E8A-86CC-3E3ED040A784}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