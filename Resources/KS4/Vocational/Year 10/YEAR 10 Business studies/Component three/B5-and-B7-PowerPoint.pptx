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F5F019-5E7F-41C1-BE6F-1B4B82517C86}">
  <a:tblStyle styleId="{13F5F019-5E7F-41C1-BE6F-1B4B82517C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{13F5F019-5E7F-41C1-BE6F-1B4B82517C86}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{13F5F019-5E7F-41C1-BE6F-1B4B82517C86}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