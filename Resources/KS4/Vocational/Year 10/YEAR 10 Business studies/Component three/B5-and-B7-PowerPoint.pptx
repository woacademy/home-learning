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D2DBAB-A591-4A1E-89BF-F662A1FC0768}">
  <a:tblStyle styleId="{9BD2DBAB-A591-4A1E-89BF-F662A1FC07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{9BD2DBAB-A591-4A1E-89BF-F662A1FC0768}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{9BD2DBAB-A591-4A1E-89BF-F662A1FC0768}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