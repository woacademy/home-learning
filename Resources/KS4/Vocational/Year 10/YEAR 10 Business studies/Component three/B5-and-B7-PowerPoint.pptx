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A64754-3054-4E42-9B50-63E0FA746008}">
  <a:tblStyle styleId="{9DA64754-3054-4E42-9B50-63E0FA7460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{9DA64754-3054-4E42-9B50-63E0FA746008}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{9DA64754-3054-4E42-9B50-63E0FA746008}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