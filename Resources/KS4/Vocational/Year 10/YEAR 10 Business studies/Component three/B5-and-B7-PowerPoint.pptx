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607984-FF28-4A19-B55F-D4012890B508}">
  <a:tblStyle styleId="{3B607984-FF28-4A19-B55F-D4012890B50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{3B607984-FF28-4A19-B55F-D4012890B508}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{3B607984-FF28-4A19-B55F-D4012890B508}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