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8FDB0A-9EDD-40FA-98DE-5CA309B2C60E}">
  <a:tblStyle styleId="{C48FDB0A-9EDD-40FA-98DE-5CA309B2C6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{C48FDB0A-9EDD-40FA-98DE-5CA309B2C60E}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{C48FDB0A-9EDD-40FA-98DE-5CA309B2C60E}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