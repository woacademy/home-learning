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0F56C9-CE1E-4329-994D-7F6A1F1E6C03}">
  <a:tblStyle styleId="{A00F56C9-CE1E-4329-994D-7F6A1F1E6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{A00F56C9-CE1E-4329-994D-7F6A1F1E6C03}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{A00F56C9-CE1E-4329-994D-7F6A1F1E6C03}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