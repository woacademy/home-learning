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52C948-D216-446D-8E89-1E3385863BBA}">
  <a:tblStyle styleId="{DE52C948-D216-446D-8E89-1E3385863B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{DE52C948-D216-446D-8E89-1E3385863BBA}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{DE52C948-D216-446D-8E89-1E3385863BBA}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