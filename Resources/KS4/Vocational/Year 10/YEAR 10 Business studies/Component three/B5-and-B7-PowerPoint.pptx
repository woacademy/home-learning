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5B7F28-5DFB-45A4-9FE2-C36876BCED3D}">
  <a:tblStyle styleId="{675B7F28-5DFB-45A4-9FE2-C36876BCED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{675B7F28-5DFB-45A4-9FE2-C36876BCED3D}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{675B7F28-5DFB-45A4-9FE2-C36876BCED3D}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