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E02D79-8F15-4604-AB66-0C44E4A71D60}">
  <a:tblStyle styleId="{07E02D79-8F15-4604-AB66-0C44E4A71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{07E02D79-8F15-4604-AB66-0C44E4A71D60}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{07E02D79-8F15-4604-AB66-0C44E4A71D60}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