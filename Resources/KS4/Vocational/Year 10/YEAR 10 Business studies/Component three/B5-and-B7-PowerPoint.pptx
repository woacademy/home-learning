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30B53-7FA9-458D-80F4-B38414A7AF77}">
  <a:tblStyle styleId="{FE830B53-7FA9-458D-80F4-B38414A7AF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{FE830B53-7FA9-458D-80F4-B38414A7AF77}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{FE830B53-7FA9-458D-80F4-B38414A7AF77}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