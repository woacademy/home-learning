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1A49CF-6445-4B3C-91DD-D49F72714E9A}">
  <a:tblStyle styleId="{091A49CF-6445-4B3C-91DD-D49F72714E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{091A49CF-6445-4B3C-91DD-D49F72714E9A}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{091A49CF-6445-4B3C-91DD-D49F72714E9A}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