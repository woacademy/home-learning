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8D4363-A3D7-4D57-B1AE-3472D9A3C689}">
  <a:tblStyle styleId="{FF8D4363-A3D7-4D57-B1AE-3472D9A3C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{FF8D4363-A3D7-4D57-B1AE-3472D9A3C689}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{FF8D4363-A3D7-4D57-B1AE-3472D9A3C689}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