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5F4B65-E4DA-4AC2-80AD-5B03138E74A5}">
  <a:tblStyle styleId="{E35F4B65-E4DA-4AC2-80AD-5B03138E74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{E35F4B65-E4DA-4AC2-80AD-5B03138E74A5}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{E35F4B65-E4DA-4AC2-80AD-5B03138E74A5}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