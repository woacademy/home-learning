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259CA2-CD1E-4A84-9E94-A35A1C443CF3}">
  <a:tblStyle styleId="{D1259CA2-CD1E-4A84-9E94-A35A1C443C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{D1259CA2-CD1E-4A84-9E94-A35A1C443CF3}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{D1259CA2-CD1E-4A84-9E94-A35A1C443CF3}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