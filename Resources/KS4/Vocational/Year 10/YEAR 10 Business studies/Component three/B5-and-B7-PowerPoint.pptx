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EC864E-EB61-454E-A6E1-3446E1A8B40D}">
  <a:tblStyle styleId="{39EC864E-EB61-454E-A6E1-3446E1A8B4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{39EC864E-EB61-454E-A6E1-3446E1A8B40D}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{39EC864E-EB61-454E-A6E1-3446E1A8B40D}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