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843A5B-E3B0-4A21-8DC2-0398C4171FEC}">
  <a:tblStyle styleId="{90843A5B-E3B0-4A21-8DC2-0398C4171F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{90843A5B-E3B0-4A21-8DC2-0398C4171FEC}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{90843A5B-E3B0-4A21-8DC2-0398C4171FEC}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