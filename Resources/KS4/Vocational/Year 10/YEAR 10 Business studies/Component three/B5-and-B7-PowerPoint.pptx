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E8840B-319D-454E-93CA-D71284389638}">
  <a:tblStyle styleId="{C9E8840B-319D-454E-93CA-D712843896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{C9E8840B-319D-454E-93CA-D71284389638}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{C9E8840B-319D-454E-93CA-D71284389638}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