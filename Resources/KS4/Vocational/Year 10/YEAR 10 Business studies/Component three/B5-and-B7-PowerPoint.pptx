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355909-6093-40B5-8711-B1B14A59D730}">
  <a:tblStyle styleId="{BD355909-6093-40B5-8711-B1B14A59D7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{BD355909-6093-40B5-8711-B1B14A59D730}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{BD355909-6093-40B5-8711-B1B14A59D730}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