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50ADE9-28A6-4321-B295-B78F8C3504B7}">
  <a:tblStyle styleId="{6A50ADE9-28A6-4321-B295-B78F8C3504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{6A50ADE9-28A6-4321-B295-B78F8C3504B7}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{6A50ADE9-28A6-4321-B295-B78F8C3504B7}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