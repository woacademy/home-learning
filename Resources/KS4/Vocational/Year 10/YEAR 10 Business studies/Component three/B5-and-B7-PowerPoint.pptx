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3B3155-C529-492C-9BD7-2210A1D206D8}">
  <a:tblStyle styleId="{943B3155-C529-492C-9BD7-2210A1D206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{943B3155-C529-492C-9BD7-2210A1D206D8}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{943B3155-C529-492C-9BD7-2210A1D206D8}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