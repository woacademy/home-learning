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7FA62AA-2DAA-4020-8C1A-018476E564DA}">
  <a:tblStyle styleId="{87FA62AA-2DAA-4020-8C1A-018476E564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{87FA62AA-2DAA-4020-8C1A-018476E564DA}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{87FA62AA-2DAA-4020-8C1A-018476E564DA}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