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A3AE7-CB7C-4635-9002-BE7A1E419ED6}">
  <a:tblStyle styleId="{EC6A3AE7-CB7C-4635-9002-BE7A1E419E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{EC6A3AE7-CB7C-4635-9002-BE7A1E419ED6}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{EC6A3AE7-CB7C-4635-9002-BE7A1E419ED6}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