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AC7EDE-908C-4211-B9D5-CB82D4FBA734}">
  <a:tblStyle styleId="{6FAC7EDE-908C-4211-B9D5-CB82D4FBA7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{6FAC7EDE-908C-4211-B9D5-CB82D4FBA734}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{6FAC7EDE-908C-4211-B9D5-CB82D4FBA734}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