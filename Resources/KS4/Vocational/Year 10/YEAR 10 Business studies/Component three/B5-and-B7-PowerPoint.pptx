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640E66-D808-458C-A864-EC2985C44098}">
  <a:tblStyle styleId="{9D640E66-D808-458C-A864-EC2985C440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{9D640E66-D808-458C-A864-EC2985C44098}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{9D640E66-D808-458C-A864-EC2985C44098}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