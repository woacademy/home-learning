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12DDB7-2453-4045-8671-779E9FDAD3C6}">
  <a:tblStyle styleId="{9512DDB7-2453-4045-8671-779E9FDAD3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{9512DDB7-2453-4045-8671-779E9FDAD3C6}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{9512DDB7-2453-4045-8671-779E9FDAD3C6}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