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C05539-EB3A-454F-91E6-B0926222DA21}">
  <a:tblStyle styleId="{47C05539-EB3A-454F-91E6-B0926222DA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{47C05539-EB3A-454F-91E6-B0926222DA21}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{47C05539-EB3A-454F-91E6-B0926222DA21}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