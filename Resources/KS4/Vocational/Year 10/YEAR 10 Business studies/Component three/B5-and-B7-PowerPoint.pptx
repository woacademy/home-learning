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B31582-4B6D-4DC1-AB9E-C5DE37945154}">
  <a:tblStyle styleId="{F8B31582-4B6D-4DC1-AB9E-C5DE379451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{F8B31582-4B6D-4DC1-AB9E-C5DE37945154}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{F8B31582-4B6D-4DC1-AB9E-C5DE37945154}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