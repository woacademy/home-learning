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35DB59-5639-4CF5-BF69-306A5AA8FDBD}">
  <a:tblStyle styleId="{E635DB59-5639-4CF5-BF69-306A5AA8FD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{E635DB59-5639-4CF5-BF69-306A5AA8FDBD}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{E635DB59-5639-4CF5-BF69-306A5AA8FDBD}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