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2D823B-1985-4AD8-AE30-23EBA8CECCC2}">
  <a:tblStyle styleId="{122D823B-1985-4AD8-AE30-23EBA8CECC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{122D823B-1985-4AD8-AE30-23EBA8CECCC2}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{122D823B-1985-4AD8-AE30-23EBA8CECCC2}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