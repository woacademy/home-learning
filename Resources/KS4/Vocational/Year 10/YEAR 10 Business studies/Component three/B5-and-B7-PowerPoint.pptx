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22D066-2D4B-4518-90B8-CB3EB51599AB}">
  <a:tblStyle styleId="{2E22D066-2D4B-4518-90B8-CB3EB51599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{2E22D066-2D4B-4518-90B8-CB3EB51599AB}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{2E22D066-2D4B-4518-90B8-CB3EB51599AB}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