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7765A2-4B3A-4486-8469-9F2F0DC974A4}">
  <a:tblStyle styleId="{EA7765A2-4B3A-4486-8469-9F2F0DC974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{EA7765A2-4B3A-4486-8469-9F2F0DC974A4}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{EA7765A2-4B3A-4486-8469-9F2F0DC974A4}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