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F491F8-DFCE-404F-ACE9-17D1BDC26B35}">
  <a:tblStyle styleId="{15F491F8-DFCE-404F-ACE9-17D1BDC26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{15F491F8-DFCE-404F-ACE9-17D1BDC26B35}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{15F491F8-DFCE-404F-ACE9-17D1BDC26B35}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