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266E9A-CEF3-4237-ABED-B227F1DF8FE8}">
  <a:tblStyle styleId="{86266E9A-CEF3-4237-ABED-B227F1DF8F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{86266E9A-CEF3-4237-ABED-B227F1DF8FE8}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{86266E9A-CEF3-4237-ABED-B227F1DF8FE8}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