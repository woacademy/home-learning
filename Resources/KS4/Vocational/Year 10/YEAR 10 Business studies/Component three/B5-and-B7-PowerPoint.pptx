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C8EF726-1EBA-40FA-8A0F-B4E66B554372}">
  <a:tblStyle styleId="{2C8EF726-1EBA-40FA-8A0F-B4E66B5543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{2C8EF726-1EBA-40FA-8A0F-B4E66B554372}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{2C8EF726-1EBA-40FA-8A0F-B4E66B554372}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