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6E9505-AF80-4392-8652-ADF19D06C001}">
  <a:tblStyle styleId="{0A6E9505-AF80-4392-8652-ADF19D06C0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{0A6E9505-AF80-4392-8652-ADF19D06C001}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{0A6E9505-AF80-4392-8652-ADF19D06C001}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