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9C9B49-5734-43F4-ABC1-32E1F84A72BA}">
  <a:tblStyle styleId="{C89C9B49-5734-43F4-ABC1-32E1F84A72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{C89C9B49-5734-43F4-ABC1-32E1F84A72BA}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{C89C9B49-5734-43F4-ABC1-32E1F84A72BA}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