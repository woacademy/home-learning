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CEA7B-CC81-4B2C-825C-E7B495210DDB}">
  <a:tblStyle styleId="{0B0CEA7B-CC81-4B2C-825C-E7B495210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{0B0CEA7B-CC81-4B2C-825C-E7B495210DDB}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{0B0CEA7B-CC81-4B2C-825C-E7B495210DDB}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