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A321C3F-4BB1-4694-A486-50435D2B78EC}">
  <a:tblStyle styleId="{0A321C3F-4BB1-4694-A486-50435D2B78E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{0A321C3F-4BB1-4694-A486-50435D2B78EC}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{0A321C3F-4BB1-4694-A486-50435D2B78EC}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