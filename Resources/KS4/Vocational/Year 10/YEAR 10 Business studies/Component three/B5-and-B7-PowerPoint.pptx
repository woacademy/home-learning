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EC78028-7543-4684-BB14-60468258D9E0}">
  <a:tblStyle styleId="{CEC78028-7543-4684-BB14-60468258D9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{CEC78028-7543-4684-BB14-60468258D9E0}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{CEC78028-7543-4684-BB14-60468258D9E0}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