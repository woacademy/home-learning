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50FD89-08D5-4326-AF63-681CDB8A0FA1}">
  <a:tblStyle styleId="{1550FD89-08D5-4326-AF63-681CDB8A0FA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{1550FD89-08D5-4326-AF63-681CDB8A0FA1}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{1550FD89-08D5-4326-AF63-681CDB8A0FA1}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