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34025-7ED0-4CE2-84E3-A8728BCBFED3}">
  <a:tblStyle styleId="{BE034025-7ED0-4CE2-84E3-A8728BCBFE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{BE034025-7ED0-4CE2-84E3-A8728BCBFED3}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{BE034025-7ED0-4CE2-84E3-A8728BCBFED3}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