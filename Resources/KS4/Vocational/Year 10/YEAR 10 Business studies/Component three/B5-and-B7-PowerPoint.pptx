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28DEF-725E-442A-A0FA-A80182097548}">
  <a:tblStyle styleId="{B0028DEF-725E-442A-A0FA-A801820975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{B0028DEF-725E-442A-A0FA-A80182097548}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{B0028DEF-725E-442A-A0FA-A80182097548}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