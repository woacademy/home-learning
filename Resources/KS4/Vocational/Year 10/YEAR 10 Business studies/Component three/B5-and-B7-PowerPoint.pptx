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E99E6-1C6F-4859-80DD-00E9CE323225}">
  <a:tblStyle styleId="{6BBE99E6-1C6F-4859-80DD-00E9CE3232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{6BBE99E6-1C6F-4859-80DD-00E9CE323225}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{6BBE99E6-1C6F-4859-80DD-00E9CE323225}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