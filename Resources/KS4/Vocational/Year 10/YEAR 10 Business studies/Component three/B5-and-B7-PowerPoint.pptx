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49440C-7D47-4964-895F-BEE3FFC72600}">
  <a:tblStyle styleId="{2D49440C-7D47-4964-895F-BEE3FFC726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{2D49440C-7D47-4964-895F-BEE3FFC72600}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{2D49440C-7D47-4964-895F-BEE3FFC72600}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