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A68152-E517-4DA9-8A4B-C551348D5322}">
  <a:tblStyle styleId="{47A68152-E517-4DA9-8A4B-C551348D53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{47A68152-E517-4DA9-8A4B-C551348D5322}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{47A68152-E517-4DA9-8A4B-C551348D5322}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