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944D25-FCA6-4CDD-AADE-F0706E4FEAFA}">
  <a:tblStyle styleId="{F5944D25-FCA6-4CDD-AADE-F0706E4FEAF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{F5944D25-FCA6-4CDD-AADE-F0706E4FEAFA}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{F5944D25-FCA6-4CDD-AADE-F0706E4FEAFA}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