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51D5D17-A632-4332-92F6-F55E497F6329}">
  <a:tblStyle styleId="{C51D5D17-A632-4332-92F6-F55E497F632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0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{C51D5D17-A632-4332-92F6-F55E497F6329}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{C51D5D17-A632-4332-92F6-F55E497F6329}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