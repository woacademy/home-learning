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F85BBF-DD0B-44F8-B39E-D6B29AD6B756}">
  <a:tblStyle styleId="{72F85BBF-DD0B-44F8-B39E-D6B29AD6B7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{72F85BBF-DD0B-44F8-B39E-D6B29AD6B756}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{72F85BBF-DD0B-44F8-B39E-D6B29AD6B756}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