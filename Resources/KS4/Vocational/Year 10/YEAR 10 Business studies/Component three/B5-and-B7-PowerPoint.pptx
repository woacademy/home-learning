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B7FC11-7463-4B72-8DB2-099584DCDFF2}">
  <a:tblStyle styleId="{78B7FC11-7463-4B72-8DB2-099584DCDF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{78B7FC11-7463-4B72-8DB2-099584DCDFF2}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{78B7FC11-7463-4B72-8DB2-099584DCDFF2}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