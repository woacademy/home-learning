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1BE338-9B85-48E0-900F-59DA0F577382}">
  <a:tblStyle styleId="{8A1BE338-9B85-48E0-900F-59DA0F5773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{8A1BE338-9B85-48E0-900F-59DA0F577382}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{8A1BE338-9B85-48E0-900F-59DA0F577382}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