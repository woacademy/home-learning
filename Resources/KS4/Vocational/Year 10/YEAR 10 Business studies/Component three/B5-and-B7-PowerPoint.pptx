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E8AE2AE-C6A4-4085-AC97-5E4A685E91F7}">
  <a:tblStyle styleId="{1E8AE2AE-C6A4-4085-AC97-5E4A685E91F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3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7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0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{1E8AE2AE-C6A4-4085-AC97-5E4A685E91F7}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{1E8AE2AE-C6A4-4085-AC97-5E4A685E91F7}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