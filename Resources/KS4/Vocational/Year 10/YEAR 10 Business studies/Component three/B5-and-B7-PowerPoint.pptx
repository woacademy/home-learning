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A1CEB1-0F96-4111-B7A8-95E28584B96D}">
  <a:tblStyle styleId="{DCA1CEB1-0F96-4111-B7A8-95E28584B9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{DCA1CEB1-0F96-4111-B7A8-95E28584B96D}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{DCA1CEB1-0F96-4111-B7A8-95E28584B96D}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