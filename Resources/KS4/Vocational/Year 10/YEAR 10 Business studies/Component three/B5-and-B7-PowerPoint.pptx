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46819E-92F8-4582-A697-A0E6F728B1B0}">
  <a:tblStyle styleId="{F746819E-92F8-4582-A697-A0E6F728B1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{F746819E-92F8-4582-A697-A0E6F728B1B0}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{F746819E-92F8-4582-A697-A0E6F728B1B0}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