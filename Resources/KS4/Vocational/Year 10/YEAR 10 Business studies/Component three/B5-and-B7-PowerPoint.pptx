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75099F-0467-4FDE-A01F-E8717CDB1549}">
  <a:tblStyle styleId="{F975099F-0467-4FDE-A01F-E8717CDB15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{F975099F-0467-4FDE-A01F-E8717CDB1549}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{F975099F-0467-4FDE-A01F-E8717CDB1549}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