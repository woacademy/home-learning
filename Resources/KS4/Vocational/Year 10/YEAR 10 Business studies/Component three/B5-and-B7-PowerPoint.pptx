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F7DB3-8795-4BAF-985C-6F2682F2E6FF}">
  <a:tblStyle styleId="{B27F7DB3-8795-4BAF-985C-6F2682F2E6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{B27F7DB3-8795-4BAF-985C-6F2682F2E6FF}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{B27F7DB3-8795-4BAF-985C-6F2682F2E6FF}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