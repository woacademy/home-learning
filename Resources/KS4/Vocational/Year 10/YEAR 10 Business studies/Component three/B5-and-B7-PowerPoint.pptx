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C096F3-71E2-46D7-BB90-E39FC0974908}">
  <a:tblStyle styleId="{5EC096F3-71E2-46D7-BB90-E39FC09749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{5EC096F3-71E2-46D7-BB90-E39FC0974908}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{5EC096F3-71E2-46D7-BB90-E39FC0974908}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