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26EBE8E-8A21-4BFB-808A-53BC88208DFF}">
  <a:tblStyle styleId="{F26EBE8E-8A21-4BFB-808A-53BC88208D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{F26EBE8E-8A21-4BFB-808A-53BC88208DFF}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{F26EBE8E-8A21-4BFB-808A-53BC88208DFF}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