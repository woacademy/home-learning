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2CE849-5E07-48BD-91C6-5B3E4B0F3AA1}">
  <a:tblStyle styleId="{922CE849-5E07-48BD-91C6-5B3E4B0F3A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{922CE849-5E07-48BD-91C6-5B3E4B0F3AA1}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{922CE849-5E07-48BD-91C6-5B3E4B0F3AA1}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