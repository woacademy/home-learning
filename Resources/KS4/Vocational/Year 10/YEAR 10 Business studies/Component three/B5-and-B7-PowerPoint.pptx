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32F7A4-E4EB-4D17-945C-FF2F9029D274}">
  <a:tblStyle styleId="{C432F7A4-E4EB-4D17-945C-FF2F9029D2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{C432F7A4-E4EB-4D17-945C-FF2F9029D274}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{C432F7A4-E4EB-4D17-945C-FF2F9029D274}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