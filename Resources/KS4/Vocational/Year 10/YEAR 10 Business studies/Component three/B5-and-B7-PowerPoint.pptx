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097DEE9-A0D8-4541-9A64-D65B433B120E}">
  <a:tblStyle styleId="{9097DEE9-A0D8-4541-9A64-D65B433B12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{9097DEE9-A0D8-4541-9A64-D65B433B120E}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{9097DEE9-A0D8-4541-9A64-D65B433B120E}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