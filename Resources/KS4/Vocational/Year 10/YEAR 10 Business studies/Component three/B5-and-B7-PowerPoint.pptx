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24BED3-8D05-4BEC-9226-633FA483D99A}">
  <a:tblStyle styleId="{0524BED3-8D05-4BEC-9226-633FA483D9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{0524BED3-8D05-4BEC-9226-633FA483D99A}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{0524BED3-8D05-4BEC-9226-633FA483D99A}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