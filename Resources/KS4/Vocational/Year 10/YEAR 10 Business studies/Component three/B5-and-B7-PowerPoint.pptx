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ADF2DF-A838-418E-9504-2DDD832728B6}">
  <a:tblStyle styleId="{1DADF2DF-A838-418E-9504-2DDD832728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{1DADF2DF-A838-418E-9504-2DDD832728B6}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{1DADF2DF-A838-418E-9504-2DDD832728B6}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