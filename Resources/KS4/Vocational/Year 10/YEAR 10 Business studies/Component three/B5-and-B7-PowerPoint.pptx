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8F62D4-2D26-484B-A023-0ABF990877E6}">
  <a:tblStyle styleId="{618F62D4-2D26-484B-A023-0ABF990877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{618F62D4-2D26-484B-A023-0ABF990877E6}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{618F62D4-2D26-484B-A023-0ABF990877E6}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