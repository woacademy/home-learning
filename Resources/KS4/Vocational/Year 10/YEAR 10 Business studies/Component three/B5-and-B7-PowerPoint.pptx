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6928C6-4780-4F1B-AB59-B84C40929E24}">
  <a:tblStyle styleId="{196928C6-4780-4F1B-AB59-B84C40929E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{196928C6-4780-4F1B-AB59-B84C40929E24}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{196928C6-4780-4F1B-AB59-B84C40929E24}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