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B36EBB-4893-4E1E-A8F7-62C68EC8B409}">
  <a:tblStyle styleId="{1CB36EBB-4893-4E1E-A8F7-62C68EC8B4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{1CB36EBB-4893-4E1E-A8F7-62C68EC8B409}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{1CB36EBB-4893-4E1E-A8F7-62C68EC8B409}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