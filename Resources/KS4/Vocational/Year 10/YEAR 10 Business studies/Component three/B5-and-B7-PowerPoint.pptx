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A138BE-F556-4864-97F6-CF8CCF305310}">
  <a:tblStyle styleId="{05A138BE-F556-4864-97F6-CF8CCF3053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{05A138BE-F556-4864-97F6-CF8CCF305310}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{05A138BE-F556-4864-97F6-CF8CCF305310}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