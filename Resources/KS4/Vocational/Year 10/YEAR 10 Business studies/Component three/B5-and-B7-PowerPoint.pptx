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891ECC-3FFC-4E4C-A084-9585BC70DB71}">
  <a:tblStyle styleId="{3D891ECC-3FFC-4E4C-A084-9585BC70DB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{3D891ECC-3FFC-4E4C-A084-9585BC70DB71}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{3D891ECC-3FFC-4E4C-A084-9585BC70DB71}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