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89BCE-767A-49DA-A225-145E2DAF351F}">
  <a:tblStyle styleId="{A5289BCE-767A-49DA-A225-145E2DAF35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{A5289BCE-767A-49DA-A225-145E2DAF351F}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{A5289BCE-767A-49DA-A225-145E2DAF351F}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