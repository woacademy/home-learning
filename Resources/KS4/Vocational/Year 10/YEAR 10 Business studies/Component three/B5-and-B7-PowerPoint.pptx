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6AF398-E61A-49E5-9CC6-57DB50D678B1}">
  <a:tblStyle styleId="{186AF398-E61A-49E5-9CC6-57DB50D678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{186AF398-E61A-49E5-9CC6-57DB50D678B1}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{186AF398-E61A-49E5-9CC6-57DB50D678B1}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