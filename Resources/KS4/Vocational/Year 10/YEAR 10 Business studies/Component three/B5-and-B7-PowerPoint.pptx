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3F39BE-A389-4FF5-A1F7-89B618CECFF2}">
  <a:tblStyle styleId="{233F39BE-A389-4FF5-A1F7-89B618CECF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{233F39BE-A389-4FF5-A1F7-89B618CECFF2}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{233F39BE-A389-4FF5-A1F7-89B618CECFF2}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