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553907-82C5-4320-93D3-15FFC5447458}">
  <a:tblStyle styleId="{0F553907-82C5-4320-93D3-15FFC544745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{0F553907-82C5-4320-93D3-15FFC5447458}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{0F553907-82C5-4320-93D3-15FFC5447458}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