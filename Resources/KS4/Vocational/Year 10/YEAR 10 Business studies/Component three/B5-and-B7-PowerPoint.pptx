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1C3178-959E-45DC-BA35-5F6391E0A215}">
  <a:tblStyle styleId="{BA1C3178-959E-45DC-BA35-5F6391E0A2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{BA1C3178-959E-45DC-BA35-5F6391E0A215}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{BA1C3178-959E-45DC-BA35-5F6391E0A215}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