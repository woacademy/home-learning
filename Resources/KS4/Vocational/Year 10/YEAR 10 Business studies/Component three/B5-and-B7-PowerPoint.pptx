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A84BCC9-9684-45CF-9FBC-2A7C27902B59}">
  <a:tblStyle styleId="{0A84BCC9-9684-45CF-9FBC-2A7C27902B5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1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3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{0A84BCC9-9684-45CF-9FBC-2A7C27902B59}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{0A84BCC9-9684-45CF-9FBC-2A7C27902B59}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