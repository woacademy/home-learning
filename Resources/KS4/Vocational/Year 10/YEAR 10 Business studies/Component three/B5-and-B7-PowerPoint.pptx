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ED6F0A-90B2-4A96-8B9C-840EDD0984E1}">
  <a:tblStyle styleId="{F7ED6F0A-90B2-4A96-8B9C-840EDD0984E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{F7ED6F0A-90B2-4A96-8B9C-840EDD0984E1}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{F7ED6F0A-90B2-4A96-8B9C-840EDD0984E1}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