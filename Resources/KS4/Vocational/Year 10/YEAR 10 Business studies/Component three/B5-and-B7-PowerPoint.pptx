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E03A4A-8F75-4E11-9755-8BAC68A2997E}">
  <a:tblStyle styleId="{92E03A4A-8F75-4E11-9755-8BAC68A299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{92E03A4A-8F75-4E11-9755-8BAC68A2997E}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{92E03A4A-8F75-4E11-9755-8BAC68A2997E}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