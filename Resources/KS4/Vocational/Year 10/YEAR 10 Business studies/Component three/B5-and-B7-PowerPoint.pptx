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8E525E-83BF-4818-AD52-AD4E73C93A28}">
  <a:tblStyle styleId="{4D8E525E-83BF-4818-AD52-AD4E73C93A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{4D8E525E-83BF-4818-AD52-AD4E73C93A28}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{4D8E525E-83BF-4818-AD52-AD4E73C93A28}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