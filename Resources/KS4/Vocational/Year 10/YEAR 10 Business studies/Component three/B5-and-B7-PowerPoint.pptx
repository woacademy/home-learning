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9CB4D1-BB9E-48B7-9DEA-1AA05C123F85}">
  <a:tblStyle styleId="{F89CB4D1-BB9E-48B7-9DEA-1AA05C123F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{F89CB4D1-BB9E-48B7-9DEA-1AA05C123F85}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{F89CB4D1-BB9E-48B7-9DEA-1AA05C123F85}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