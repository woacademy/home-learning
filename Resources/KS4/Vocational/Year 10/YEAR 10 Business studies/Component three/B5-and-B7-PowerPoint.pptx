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4C99B8-2650-4131-95DB-4A2C96F04627}">
  <a:tblStyle styleId="{4A4C99B8-2650-4131-95DB-4A2C96F046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{4A4C99B8-2650-4131-95DB-4A2C96F04627}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{4A4C99B8-2650-4131-95DB-4A2C96F04627}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