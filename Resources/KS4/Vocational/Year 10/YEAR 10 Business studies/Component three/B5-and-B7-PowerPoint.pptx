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FDD3276-FA7C-479A-BB3E-7E78176F3DF0}">
  <a:tblStyle styleId="{9FDD3276-FA7C-479A-BB3E-7E78176F3D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{9FDD3276-FA7C-479A-BB3E-7E78176F3DF0}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{9FDD3276-FA7C-479A-BB3E-7E78176F3DF0}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