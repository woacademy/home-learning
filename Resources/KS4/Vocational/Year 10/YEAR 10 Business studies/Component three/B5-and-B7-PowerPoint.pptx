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4C3788-BC11-4CCF-88A3-1C11CD5C8D45}">
  <a:tblStyle styleId="{FC4C3788-BC11-4CCF-88A3-1C11CD5C8D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{FC4C3788-BC11-4CCF-88A3-1C11CD5C8D45}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{FC4C3788-BC11-4CCF-88A3-1C11CD5C8D45}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