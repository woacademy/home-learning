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B3F5B7-107C-4AF8-9B58-BDE6791DF85C}">
  <a:tblStyle styleId="{81B3F5B7-107C-4AF8-9B58-BDE6791DF8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{81B3F5B7-107C-4AF8-9B58-BDE6791DF85C}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{81B3F5B7-107C-4AF8-9B58-BDE6791DF85C}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