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F08ECD-CD11-4F81-BF5B-7252267A1B79}">
  <a:tblStyle styleId="{A2F08ECD-CD11-4F81-BF5B-7252267A1B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{A2F08ECD-CD11-4F81-BF5B-7252267A1B79}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{A2F08ECD-CD11-4F81-BF5B-7252267A1B79}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