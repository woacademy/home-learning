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9C77CC2-C3D7-4D3B-AE21-C2A5C0B010FF}">
  <a:tblStyle styleId="{C9C77CC2-C3D7-4D3B-AE21-C2A5C0B010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{C9C77CC2-C3D7-4D3B-AE21-C2A5C0B010FF}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{C9C77CC2-C3D7-4D3B-AE21-C2A5C0B010FF}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