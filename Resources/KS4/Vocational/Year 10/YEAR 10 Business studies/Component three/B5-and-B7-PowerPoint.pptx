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9DAD2E-6A2F-4CA7-A326-3F072747124C}">
  <a:tblStyle styleId="{A39DAD2E-6A2F-4CA7-A326-3F07274712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{A39DAD2E-6A2F-4CA7-A326-3F072747124C}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{A39DAD2E-6A2F-4CA7-A326-3F072747124C}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