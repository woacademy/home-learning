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719C9F-CAD6-4A94-B843-09EACE878262}">
  <a:tblStyle styleId="{5F719C9F-CAD6-4A94-B843-09EACE8782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{5F719C9F-CAD6-4A94-B843-09EACE878262}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{5F719C9F-CAD6-4A94-B843-09EACE878262}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