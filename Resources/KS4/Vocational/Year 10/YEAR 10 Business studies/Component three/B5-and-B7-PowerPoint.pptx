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B74A9D-D183-48E9-9CFF-F12999D52B57}">
  <a:tblStyle styleId="{51B74A9D-D183-48E9-9CFF-F12999D52B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{51B74A9D-D183-48E9-9CFF-F12999D52B57}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{51B74A9D-D183-48E9-9CFF-F12999D52B57}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