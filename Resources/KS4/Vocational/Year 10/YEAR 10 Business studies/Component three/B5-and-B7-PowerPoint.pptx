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513925-BE33-4292-A38D-7B7272670DD8}">
  <a:tblStyle styleId="{3E513925-BE33-4292-A38D-7B7272670D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{3E513925-BE33-4292-A38D-7B7272670DD8}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{3E513925-BE33-4292-A38D-7B7272670DD8}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