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1DB077B-D4ED-423D-B043-83D61A369AA5}">
  <a:tblStyle styleId="{A1DB077B-D4ED-423D-B043-83D61A369AA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{A1DB077B-D4ED-423D-B043-83D61A369AA5}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{A1DB077B-D4ED-423D-B043-83D61A369AA5}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