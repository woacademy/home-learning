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A8E0BE-3DC4-4BC7-A128-2AAD61215EBC}">
  <a:tblStyle styleId="{30A8E0BE-3DC4-4BC7-A128-2AAD61215E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{30A8E0BE-3DC4-4BC7-A128-2AAD61215EBC}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{30A8E0BE-3DC4-4BC7-A128-2AAD61215EBC}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