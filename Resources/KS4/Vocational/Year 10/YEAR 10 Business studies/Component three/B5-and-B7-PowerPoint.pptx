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5BB94B-48E8-46BD-B76B-5EBB46A285AB}">
  <a:tblStyle styleId="{F15BB94B-48E8-46BD-B76B-5EBB46A285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{F15BB94B-48E8-46BD-B76B-5EBB46A285AB}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{F15BB94B-48E8-46BD-B76B-5EBB46A285AB}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