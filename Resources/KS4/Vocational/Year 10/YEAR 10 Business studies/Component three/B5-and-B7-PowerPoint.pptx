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9E5B20-F29E-4435-B6B7-676BC2AE6760}">
  <a:tblStyle styleId="{AC9E5B20-F29E-4435-B6B7-676BC2AE67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{AC9E5B20-F29E-4435-B6B7-676BC2AE6760}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{AC9E5B20-F29E-4435-B6B7-676BC2AE6760}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