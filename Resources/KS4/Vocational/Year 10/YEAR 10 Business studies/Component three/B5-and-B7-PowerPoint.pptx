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248A2A-2017-42D8-A81A-7D5106B42447}">
  <a:tblStyle styleId="{62248A2A-2017-42D8-A81A-7D5106B424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{62248A2A-2017-42D8-A81A-7D5106B42447}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{62248A2A-2017-42D8-A81A-7D5106B42447}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