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2F32E5-1353-425D-B28B-29AF964399FE}">
  <a:tblStyle styleId="{302F32E5-1353-425D-B28B-29AF964399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{302F32E5-1353-425D-B28B-29AF964399FE}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{302F32E5-1353-425D-B28B-29AF964399FE}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