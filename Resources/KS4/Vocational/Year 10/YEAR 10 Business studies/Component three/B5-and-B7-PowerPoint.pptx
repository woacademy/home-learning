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75D7E4-ADAD-42FD-953B-B8F79196E37E}">
  <a:tblStyle styleId="{C475D7E4-ADAD-42FD-953B-B8F79196E3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{C475D7E4-ADAD-42FD-953B-B8F79196E37E}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{C475D7E4-ADAD-42FD-953B-B8F79196E37E}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