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638094C-C45F-489F-AC46-3511C229AF80}">
  <a:tblStyle styleId="{F638094C-C45F-489F-AC46-3511C229AF8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{F638094C-C45F-489F-AC46-3511C229AF80}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{F638094C-C45F-489F-AC46-3511C229AF80}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