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0F67CC-EA20-47D8-B091-CDCA7B0593A2}">
  <a:tblStyle styleId="{F60F67CC-EA20-47D8-B091-CDCA7B0593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{F60F67CC-EA20-47D8-B091-CDCA7B0593A2}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{F60F67CC-EA20-47D8-B091-CDCA7B0593A2}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