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BCF3FD-0D7D-4C0D-B974-1B4187555E05}">
  <a:tblStyle styleId="{ADBCF3FD-0D7D-4C0D-B974-1B4187555E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{ADBCF3FD-0D7D-4C0D-B974-1B4187555E05}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{ADBCF3FD-0D7D-4C0D-B974-1B4187555E05}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