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5DCB9C-2F24-4691-B87B-38724A75E6BD}">
  <a:tblStyle styleId="{005DCB9C-2F24-4691-B87B-38724A75E6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{005DCB9C-2F24-4691-B87B-38724A75E6BD}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{005DCB9C-2F24-4691-B87B-38724A75E6BD}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