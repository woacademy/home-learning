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C773CC-2EBB-4F76-A76D-53B8748EC61E}">
  <a:tblStyle styleId="{C4C773CC-2EBB-4F76-A76D-53B8748EC6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{C4C773CC-2EBB-4F76-A76D-53B8748EC61E}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{C4C773CC-2EBB-4F76-A76D-53B8748EC61E}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