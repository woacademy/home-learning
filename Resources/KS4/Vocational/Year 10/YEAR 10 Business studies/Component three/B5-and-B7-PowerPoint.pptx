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88562-5F72-4C61-A475-DB0DC17CCD28}">
  <a:tblStyle styleId="{F0288562-5F72-4C61-A475-DB0DC17CCD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{F0288562-5F72-4C61-A475-DB0DC17CCD28}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{F0288562-5F72-4C61-A475-DB0DC17CCD28}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