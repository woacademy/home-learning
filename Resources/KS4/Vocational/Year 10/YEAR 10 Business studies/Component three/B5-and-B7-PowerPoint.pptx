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0754C2-4FFB-416B-AEE4-6DC447FBB524}">
  <a:tblStyle styleId="{6C0754C2-4FFB-416B-AEE4-6DC447FBB5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{6C0754C2-4FFB-416B-AEE4-6DC447FBB524}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{6C0754C2-4FFB-416B-AEE4-6DC447FBB524}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