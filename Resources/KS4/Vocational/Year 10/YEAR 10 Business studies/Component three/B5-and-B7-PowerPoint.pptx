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8B564F-CF24-40DC-922C-B69F4F7E6EE9}">
  <a:tblStyle styleId="{AA8B564F-CF24-40DC-922C-B69F4F7E6EE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{AA8B564F-CF24-40DC-922C-B69F4F7E6EE9}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{AA8B564F-CF24-40DC-922C-B69F4F7E6EE9}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