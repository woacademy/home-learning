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188BE-CB7E-4824-B09C-32EF904F965B}">
  <a:tblStyle styleId="{BA5188BE-CB7E-4824-B09C-32EF904F96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{BA5188BE-CB7E-4824-B09C-32EF904F965B}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{BA5188BE-CB7E-4824-B09C-32EF904F965B}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