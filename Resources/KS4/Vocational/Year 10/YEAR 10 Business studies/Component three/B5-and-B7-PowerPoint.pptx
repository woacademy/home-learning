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F0E1D1-B000-43D5-9BE2-B41556D3865E}">
  <a:tblStyle styleId="{76F0E1D1-B000-43D5-9BE2-B41556D386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{76F0E1D1-B000-43D5-9BE2-B41556D3865E}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{76F0E1D1-B000-43D5-9BE2-B41556D3865E}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