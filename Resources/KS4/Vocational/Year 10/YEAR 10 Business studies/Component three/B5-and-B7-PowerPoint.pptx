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71A73B-3ACB-4095-9F08-65DDB39514B8}">
  <a:tblStyle styleId="{5B71A73B-3ACB-4095-9F08-65DDB3951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{5B71A73B-3ACB-4095-9F08-65DDB39514B8}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{5B71A73B-3ACB-4095-9F08-65DDB39514B8}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