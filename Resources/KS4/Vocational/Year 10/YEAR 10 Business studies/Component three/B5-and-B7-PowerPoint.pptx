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9F1BF9B-6C3A-4E8A-BB07-0D4D86EAA257}">
  <a:tblStyle styleId="{19F1BF9B-6C3A-4E8A-BB07-0D4D86EAA25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{19F1BF9B-6C3A-4E8A-BB07-0D4D86EAA257}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{19F1BF9B-6C3A-4E8A-BB07-0D4D86EAA257}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