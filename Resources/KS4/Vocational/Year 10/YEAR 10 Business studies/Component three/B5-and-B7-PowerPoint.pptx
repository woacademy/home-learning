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43CD33-EF87-4C0B-82A0-9A00E832B767}">
  <a:tblStyle styleId="{E043CD33-EF87-4C0B-82A0-9A00E832B7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{E043CD33-EF87-4C0B-82A0-9A00E832B767}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{E043CD33-EF87-4C0B-82A0-9A00E832B767}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