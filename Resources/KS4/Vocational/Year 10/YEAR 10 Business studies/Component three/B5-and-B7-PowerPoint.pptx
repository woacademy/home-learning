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F13EB0-3A8D-48BF-B86D-5F05C98083A6}">
  <a:tblStyle styleId="{3DF13EB0-3A8D-48BF-B86D-5F05C98083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{3DF13EB0-3A8D-48BF-B86D-5F05C98083A6}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{3DF13EB0-3A8D-48BF-B86D-5F05C98083A6}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