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664634-AFF8-4A46-B86D-032629716720}">
  <a:tblStyle styleId="{38664634-AFF8-4A46-B86D-0326297167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{38664634-AFF8-4A46-B86D-032629716720}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{38664634-AFF8-4A46-B86D-032629716720}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