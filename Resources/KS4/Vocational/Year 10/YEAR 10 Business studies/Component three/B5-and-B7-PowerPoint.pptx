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2947FA-29DC-4582-AD59-DC553E4CDAB5}">
  <a:tblStyle styleId="{632947FA-29DC-4582-AD59-DC553E4CDA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{632947FA-29DC-4582-AD59-DC553E4CDAB5}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{632947FA-29DC-4582-AD59-DC553E4CDAB5}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