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B8CCBF3-F734-4B51-BD2B-46F369127C5C}">
  <a:tblStyle styleId="{6B8CCBF3-F734-4B51-BD2B-46F369127C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{6B8CCBF3-F734-4B51-BD2B-46F369127C5C}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{6B8CCBF3-F734-4B51-BD2B-46F369127C5C}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