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52C645-676C-4A24-B822-6B948AE79FA5}">
  <a:tblStyle styleId="{8652C645-676C-4A24-B822-6B948AE79F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{8652C645-676C-4A24-B822-6B948AE79FA5}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{8652C645-676C-4A24-B822-6B948AE79FA5}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