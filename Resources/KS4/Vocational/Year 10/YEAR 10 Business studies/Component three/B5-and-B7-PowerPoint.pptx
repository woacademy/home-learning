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2354F9-2038-4DA4-A282-F38BABFD4817}">
  <a:tblStyle styleId="{8C2354F9-2038-4DA4-A282-F38BABFD48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{8C2354F9-2038-4DA4-A282-F38BABFD4817}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{8C2354F9-2038-4DA4-A282-F38BABFD4817}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