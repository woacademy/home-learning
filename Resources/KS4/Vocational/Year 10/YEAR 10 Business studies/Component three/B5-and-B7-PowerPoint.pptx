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3108B0-1C13-427F-AE08-1E392BE17867}">
  <a:tblStyle styleId="{523108B0-1C13-427F-AE08-1E392BE178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{523108B0-1C13-427F-AE08-1E392BE17867}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{523108B0-1C13-427F-AE08-1E392BE17867}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