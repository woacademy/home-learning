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284A1C6-74AE-4925-A9D9-ACC6E70A2937}">
  <a:tblStyle styleId="{5284A1C6-74AE-4925-A9D9-ACC6E70A293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{5284A1C6-74AE-4925-A9D9-ACC6E70A2937}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{5284A1C6-74AE-4925-A9D9-ACC6E70A2937}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