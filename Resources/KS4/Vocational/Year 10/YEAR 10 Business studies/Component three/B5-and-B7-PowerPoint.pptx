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F094AC-753D-4837-A633-9F63E245E3D5}">
  <a:tblStyle styleId="{D5F094AC-753D-4837-A633-9F63E245E3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{D5F094AC-753D-4837-A633-9F63E245E3D5}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{D5F094AC-753D-4837-A633-9F63E245E3D5}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