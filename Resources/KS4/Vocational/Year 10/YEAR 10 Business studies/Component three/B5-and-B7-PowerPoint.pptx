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105B5B-040F-4A02-B961-F35421DC2C12}">
  <a:tblStyle styleId="{48105B5B-040F-4A02-B961-F35421DC2C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{48105B5B-040F-4A02-B961-F35421DC2C12}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{48105B5B-040F-4A02-B961-F35421DC2C12}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