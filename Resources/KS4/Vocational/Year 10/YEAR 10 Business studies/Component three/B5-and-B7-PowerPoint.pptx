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C3A7C14-4BF4-4FA6-9CE9-FE9199181A48}">
  <a:tblStyle styleId="{0C3A7C14-4BF4-4FA6-9CE9-FE9199181A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{0C3A7C14-4BF4-4FA6-9CE9-FE9199181A48}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{0C3A7C14-4BF4-4FA6-9CE9-FE9199181A48}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