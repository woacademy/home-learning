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93613A-EA5E-4506-B0ED-66B6C772499A}">
  <a:tblStyle styleId="{7B93613A-EA5E-4506-B0ED-66B6C77249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{7B93613A-EA5E-4506-B0ED-66B6C772499A}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{7B93613A-EA5E-4506-B0ED-66B6C772499A}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