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45238E-58D4-4E13-8BF2-4C2DFB39A24E}">
  <a:tblStyle styleId="{FA45238E-58D4-4E13-8BF2-4C2DFB39A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{FA45238E-58D4-4E13-8BF2-4C2DFB39A24E}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{FA45238E-58D4-4E13-8BF2-4C2DFB39A24E}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