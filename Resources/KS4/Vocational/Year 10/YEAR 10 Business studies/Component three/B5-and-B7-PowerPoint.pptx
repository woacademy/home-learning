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44A56F-5A2B-413D-BAB2-7F4886ED6786}">
  <a:tblStyle styleId="{4F44A56F-5A2B-413D-BAB2-7F4886ED67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{4F44A56F-5A2B-413D-BAB2-7F4886ED6786}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{4F44A56F-5A2B-413D-BAB2-7F4886ED6786}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