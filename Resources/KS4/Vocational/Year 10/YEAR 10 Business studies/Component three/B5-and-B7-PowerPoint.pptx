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042965-E253-4E2D-AB78-D5F756253DDE}">
  <a:tblStyle styleId="{7A042965-E253-4E2D-AB78-D5F756253D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{7A042965-E253-4E2D-AB78-D5F756253DDE}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{7A042965-E253-4E2D-AB78-D5F756253DDE}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