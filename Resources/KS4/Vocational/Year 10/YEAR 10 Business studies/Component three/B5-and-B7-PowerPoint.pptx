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E01BDA-29D8-41CC-8921-FCCD33FE9983}">
  <a:tblStyle styleId="{27E01BDA-29D8-41CC-8921-FCCD33FE99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{27E01BDA-29D8-41CC-8921-FCCD33FE9983}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{27E01BDA-29D8-41CC-8921-FCCD33FE9983}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