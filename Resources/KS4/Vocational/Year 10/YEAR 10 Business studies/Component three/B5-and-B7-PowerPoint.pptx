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976767-441C-44DB-9868-0DAEC4BEA619}">
  <a:tblStyle styleId="{B6976767-441C-44DB-9868-0DAEC4BEA6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{B6976767-441C-44DB-9868-0DAEC4BEA619}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{B6976767-441C-44DB-9868-0DAEC4BEA619}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