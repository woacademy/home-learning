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41ED5-F296-4DE6-AEC5-03260D22C2B3}">
  <a:tblStyle styleId="{EB341ED5-F296-4DE6-AEC5-03260D22C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{EB341ED5-F296-4DE6-AEC5-03260D22C2B3}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{EB341ED5-F296-4DE6-AEC5-03260D22C2B3}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