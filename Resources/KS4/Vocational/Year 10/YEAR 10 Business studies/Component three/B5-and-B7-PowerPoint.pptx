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A37490-729E-4ABA-8E53-649E16246818}">
  <a:tblStyle styleId="{34A37490-729E-4ABA-8E53-649E162468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{34A37490-729E-4ABA-8E53-649E16246818}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{34A37490-729E-4ABA-8E53-649E16246818}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