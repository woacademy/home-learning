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EBB0CB02-F925-4262-8195-813938C58DEA}">
  <a:tblStyle styleId="{EBB0CB02-F925-4262-8195-813938C58DEA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6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5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8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7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1.png"/><Relationship Id="rId4" Type="http://schemas.openxmlformats.org/officeDocument/2006/relationships/image" Target="../media/image9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0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2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3.png"/><Relationship Id="rId4" Type="http://schemas.openxmlformats.org/officeDocument/2006/relationships/image" Target="../media/image16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5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{EBB0CB02-F925-4262-8195-813938C58DEA}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{EBB0CB02-F925-4262-8195-813938C58DEA}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