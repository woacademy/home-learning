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2C7F0A-6360-4F3B-8A1B-3DAC2D37A08E}">
  <a:tblStyle styleId="{152C7F0A-6360-4F3B-8A1B-3DAC2D37A08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{152C7F0A-6360-4F3B-8A1B-3DAC2D37A08E}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{152C7F0A-6360-4F3B-8A1B-3DAC2D37A08E}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