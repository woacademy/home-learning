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2C7249-3F0E-41BB-862E-22011D377912}">
  <a:tblStyle styleId="{1D2C7249-3F0E-41BB-862E-22011D3779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{1D2C7249-3F0E-41BB-862E-22011D377912}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{1D2C7249-3F0E-41BB-862E-22011D377912}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