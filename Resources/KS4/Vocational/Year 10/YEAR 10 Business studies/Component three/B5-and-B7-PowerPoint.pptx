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0DC886-116B-4428-A964-D91863930870}">
  <a:tblStyle styleId="{020DC886-116B-4428-A964-D918639308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{020DC886-116B-4428-A964-D91863930870}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{020DC886-116B-4428-A964-D91863930870}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