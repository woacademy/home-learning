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5F550F-C309-48B3-A0B2-A6E6CF7F2A53}">
  <a:tblStyle styleId="{375F550F-C309-48B3-A0B2-A6E6CF7F2A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{375F550F-C309-48B3-A0B2-A6E6CF7F2A53}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{375F550F-C309-48B3-A0B2-A6E6CF7F2A53}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