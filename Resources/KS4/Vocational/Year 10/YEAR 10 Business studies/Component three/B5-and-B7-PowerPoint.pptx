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3E682D-0C43-42C7-A08D-A2A704ABDF4B}">
  <a:tblStyle styleId="{D93E682D-0C43-42C7-A08D-A2A704ABDF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{D93E682D-0C43-42C7-A08D-A2A704ABDF4B}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{D93E682D-0C43-42C7-A08D-A2A704ABDF4B}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