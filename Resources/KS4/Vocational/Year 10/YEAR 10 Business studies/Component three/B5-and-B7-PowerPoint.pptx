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00C51-3578-46F3-B5DE-42BFB8CE075B}">
  <a:tblStyle styleId="{75600C51-3578-46F3-B5DE-42BFB8CE07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{75600C51-3578-46F3-B5DE-42BFB8CE075B}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{75600C51-3578-46F3-B5DE-42BFB8CE075B}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