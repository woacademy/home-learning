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7018C9-8C81-4832-B206-907FD378436A}">
  <a:tblStyle styleId="{0A7018C9-8C81-4832-B206-907FD37843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{0A7018C9-8C81-4832-B206-907FD378436A}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{0A7018C9-8C81-4832-B206-907FD378436A}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