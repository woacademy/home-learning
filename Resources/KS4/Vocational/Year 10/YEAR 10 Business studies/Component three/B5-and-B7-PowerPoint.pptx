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FBA871-743E-4B9D-88F1-8957385A978A}">
  <a:tblStyle styleId="{DDFBA871-743E-4B9D-88F1-8957385A97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{DDFBA871-743E-4B9D-88F1-8957385A978A}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{DDFBA871-743E-4B9D-88F1-8957385A978A}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