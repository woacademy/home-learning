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E43B13-BAC0-4B6E-B103-CCD858AB037B}">
  <a:tblStyle styleId="{D9E43B13-BAC0-4B6E-B103-CCD858AB03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{D9E43B13-BAC0-4B6E-B103-CCD858AB037B}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{D9E43B13-BAC0-4B6E-B103-CCD858AB037B}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