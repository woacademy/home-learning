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9C71C7-02FF-4883-96EE-61CDA62ADCCD}">
  <a:tblStyle styleId="{EF9C71C7-02FF-4883-96EE-61CDA62ADC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{EF9C71C7-02FF-4883-96EE-61CDA62ADCCD}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{EF9C71C7-02FF-4883-96EE-61CDA62ADCCD}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