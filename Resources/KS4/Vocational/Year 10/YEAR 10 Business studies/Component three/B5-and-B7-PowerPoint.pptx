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AF202-DA46-4E0F-B723-20740C0863E7}">
  <a:tblStyle styleId="{047AF202-DA46-4E0F-B723-20740C086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{047AF202-DA46-4E0F-B723-20740C0863E7}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{047AF202-DA46-4E0F-B723-20740C0863E7}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