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61F5FE-2613-4B0D-9BE7-001EE109C00A}">
  <a:tblStyle styleId="{3F61F5FE-2613-4B0D-9BE7-001EE109C0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{3F61F5FE-2613-4B0D-9BE7-001EE109C00A}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{3F61F5FE-2613-4B0D-9BE7-001EE109C00A}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