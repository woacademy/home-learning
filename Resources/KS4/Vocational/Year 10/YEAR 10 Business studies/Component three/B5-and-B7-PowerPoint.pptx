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FACB27-16C3-4E9B-95CF-CE53A8B0B03B}">
  <a:tblStyle styleId="{C2FACB27-16C3-4E9B-95CF-CE53A8B0B0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{C2FACB27-16C3-4E9B-95CF-CE53A8B0B03B}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{C2FACB27-16C3-4E9B-95CF-CE53A8B0B03B}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