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EE5D29-E154-413D-966D-9958C4A99844}">
  <a:tblStyle styleId="{ADEE5D29-E154-413D-966D-9958C4A998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{ADEE5D29-E154-413D-966D-9958C4A99844}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{ADEE5D29-E154-413D-966D-9958C4A99844}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