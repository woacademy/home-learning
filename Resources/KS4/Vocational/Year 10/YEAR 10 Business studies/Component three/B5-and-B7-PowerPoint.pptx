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8B2214-3F21-4938-B7B2-44E505444313}">
  <a:tblStyle styleId="{A78B2214-3F21-4938-B7B2-44E5054443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{A78B2214-3F21-4938-B7B2-44E505444313}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{A78B2214-3F21-4938-B7B2-44E505444313}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