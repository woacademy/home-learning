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6717EE-C430-4F60-935D-B53B4FBE46ED}">
  <a:tblStyle styleId="{536717EE-C430-4F60-935D-B53B4FBE46E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{536717EE-C430-4F60-935D-B53B4FBE46ED}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{536717EE-C430-4F60-935D-B53B4FBE46ED}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