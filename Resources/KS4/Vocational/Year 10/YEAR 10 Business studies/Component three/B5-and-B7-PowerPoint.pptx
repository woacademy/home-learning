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EBB468-F470-4075-AC0E-399C35FF6193}">
  <a:tblStyle styleId="{E5EBB468-F470-4075-AC0E-399C35FF61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{E5EBB468-F470-4075-AC0E-399C35FF6193}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{E5EBB468-F470-4075-AC0E-399C35FF6193}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