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C84623-EDE5-4229-B79D-1C659D0E4303}">
  <a:tblStyle styleId="{59C84623-EDE5-4229-B79D-1C659D0E43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{59C84623-EDE5-4229-B79D-1C659D0E4303}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{59C84623-EDE5-4229-B79D-1C659D0E4303}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