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7AF093-6709-46C6-9A44-D7A4FC6B7941}">
  <a:tblStyle styleId="{BC7AF093-6709-46C6-9A44-D7A4FC6B7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{BC7AF093-6709-46C6-9A44-D7A4FC6B7941}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{BC7AF093-6709-46C6-9A44-D7A4FC6B7941}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