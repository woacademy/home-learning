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347895-7B62-41C6-BA21-7CC4674D570B}">
  <a:tblStyle styleId="{3D347895-7B62-41C6-BA21-7CC4674D57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{3D347895-7B62-41C6-BA21-7CC4674D570B}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{3D347895-7B62-41C6-BA21-7CC4674D570B}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