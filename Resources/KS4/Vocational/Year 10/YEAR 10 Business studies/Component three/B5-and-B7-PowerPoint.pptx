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209D7A-AEEE-4A39-8984-F95F7B8FD73F}">
  <a:tblStyle styleId="{7C209D7A-AEEE-4A39-8984-F95F7B8FD7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{7C209D7A-AEEE-4A39-8984-F95F7B8FD73F}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{7C209D7A-AEEE-4A39-8984-F95F7B8FD73F}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