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6CB5C5-28F7-41FA-B510-9D7CE6565571}">
  <a:tblStyle styleId="{7C6CB5C5-28F7-41FA-B510-9D7CE65655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{7C6CB5C5-28F7-41FA-B510-9D7CE6565571}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{7C6CB5C5-28F7-41FA-B510-9D7CE6565571}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