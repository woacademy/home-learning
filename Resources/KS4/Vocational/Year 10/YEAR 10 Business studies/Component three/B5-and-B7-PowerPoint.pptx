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0F118F-C453-4D7D-82FE-716BD81A8065}">
  <a:tblStyle styleId="{3F0F118F-C453-4D7D-82FE-716BD81A80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{3F0F118F-C453-4D7D-82FE-716BD81A8065}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{3F0F118F-C453-4D7D-82FE-716BD81A8065}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