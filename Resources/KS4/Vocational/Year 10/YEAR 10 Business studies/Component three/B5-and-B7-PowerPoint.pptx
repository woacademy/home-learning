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F420F1-3317-467E-9C11-E65B47B1AADD}">
  <a:tblStyle styleId="{4CF420F1-3317-467E-9C11-E65B47B1AA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{4CF420F1-3317-467E-9C11-E65B47B1AADD}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{4CF420F1-3317-467E-9C11-E65B47B1AADD}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