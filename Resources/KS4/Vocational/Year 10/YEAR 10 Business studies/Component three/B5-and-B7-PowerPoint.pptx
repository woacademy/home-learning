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D1EFB0-255E-450C-9EC6-D518DA54771B}">
  <a:tblStyle styleId="{98D1EFB0-255E-450C-9EC6-D518DA547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{98D1EFB0-255E-450C-9EC6-D518DA54771B}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{98D1EFB0-255E-450C-9EC6-D518DA54771B}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