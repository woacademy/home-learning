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3AE38-04C3-4487-8785-8F4FC9897ECE}">
  <a:tblStyle styleId="{9143AE38-04C3-4487-8785-8F4FC9897E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{9143AE38-04C3-4487-8785-8F4FC9897ECE}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{9143AE38-04C3-4487-8785-8F4FC9897ECE}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