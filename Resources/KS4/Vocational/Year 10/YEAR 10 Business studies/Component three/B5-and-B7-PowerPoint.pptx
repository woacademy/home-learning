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AA7D94-81AF-4C63-AC92-63447E1EACD4}">
  <a:tblStyle styleId="{7BAA7D94-81AF-4C63-AC92-63447E1EAC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{7BAA7D94-81AF-4C63-AC92-63447E1EACD4}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{7BAA7D94-81AF-4C63-AC92-63447E1EACD4}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