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BCB60-606D-4C95-A4B4-8CAA46C3B24F}">
  <a:tblStyle styleId="{C14BCB60-606D-4C95-A4B4-8CAA46C3B2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{C14BCB60-606D-4C95-A4B4-8CAA46C3B24F}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{C14BCB60-606D-4C95-A4B4-8CAA46C3B24F}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