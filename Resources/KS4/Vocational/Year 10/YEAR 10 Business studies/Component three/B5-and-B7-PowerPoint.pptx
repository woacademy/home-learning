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D2E35-8F55-404F-A996-4C0E823F9CC3}">
  <a:tblStyle styleId="{359D2E35-8F55-404F-A996-4C0E823F9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{359D2E35-8F55-404F-A996-4C0E823F9CC3}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{359D2E35-8F55-404F-A996-4C0E823F9CC3}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