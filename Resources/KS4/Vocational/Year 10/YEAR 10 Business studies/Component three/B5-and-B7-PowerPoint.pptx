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CE732-D812-46E7-B82C-AE03EB73E567}">
  <a:tblStyle styleId="{2A4CE732-D812-46E7-B82C-AE03EB73E5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{2A4CE732-D812-46E7-B82C-AE03EB73E567}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{2A4CE732-D812-46E7-B82C-AE03EB73E567}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