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12D17-4F2E-4A15-8CA4-89B199F30E71}">
  <a:tblStyle styleId="{FAB12D17-4F2E-4A15-8CA4-89B199F30E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{FAB12D17-4F2E-4A15-8CA4-89B199F30E71}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{FAB12D17-4F2E-4A15-8CA4-89B199F30E71}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