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C65AB7-5410-4A2C-B7F5-05F42414555F}">
  <a:tblStyle styleId="{C0C65AB7-5410-4A2C-B7F5-05F4241455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{C0C65AB7-5410-4A2C-B7F5-05F42414555F}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{C0C65AB7-5410-4A2C-B7F5-05F42414555F}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