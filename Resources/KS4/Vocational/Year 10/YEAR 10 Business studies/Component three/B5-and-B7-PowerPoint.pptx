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6EE0B1-C9A2-45C4-AC2E-00577D715334}">
  <a:tblStyle styleId="{316EE0B1-C9A2-45C4-AC2E-00577D7153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{316EE0B1-C9A2-45C4-AC2E-00577D715334}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{316EE0B1-C9A2-45C4-AC2E-00577D715334}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