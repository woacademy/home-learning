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2999CE1-F27E-43EA-BA0D-A75E86DC09A3}">
  <a:tblStyle styleId="{92999CE1-F27E-43EA-BA0D-A75E86DC09A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0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4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{92999CE1-F27E-43EA-BA0D-A75E86DC09A3}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{92999CE1-F27E-43EA-BA0D-A75E86DC09A3}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