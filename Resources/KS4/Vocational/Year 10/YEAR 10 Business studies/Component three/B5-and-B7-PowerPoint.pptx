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C5B47-40AC-41EE-BE09-632ADFBABCA8}">
  <a:tblStyle styleId="{A17C5B47-40AC-41EE-BE09-632ADFBABC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{A17C5B47-40AC-41EE-BE09-632ADFBABCA8}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{A17C5B47-40AC-41EE-BE09-632ADFBABCA8}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