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83942A-95E0-4B77-9EE0-D6A09A374F2E}">
  <a:tblStyle styleId="{8A83942A-95E0-4B77-9EE0-D6A09A374F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{8A83942A-95E0-4B77-9EE0-D6A09A374F2E}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{8A83942A-95E0-4B77-9EE0-D6A09A374F2E}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