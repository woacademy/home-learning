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9EEF39-FE9E-4A50-AECE-B470F497E9CA}">
  <a:tblStyle styleId="{0A9EEF39-FE9E-4A50-AECE-B470F497E9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{0A9EEF39-FE9E-4A50-AECE-B470F497E9CA}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{0A9EEF39-FE9E-4A50-AECE-B470F497E9CA}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