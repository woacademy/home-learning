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96FBA3-30B5-40AA-BAB3-FC24989C8A21}">
  <a:tblStyle styleId="{4896FBA3-30B5-40AA-BAB3-FC24989C8A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{4896FBA3-30B5-40AA-BAB3-FC24989C8A21}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{4896FBA3-30B5-40AA-BAB3-FC24989C8A21}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