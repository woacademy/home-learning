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66786E-F02D-4E5C-80E2-8F98AAC7F1B5}">
  <a:tblStyle styleId="{5466786E-F02D-4E5C-80E2-8F98AAC7F1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{5466786E-F02D-4E5C-80E2-8F98AAC7F1B5}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{5466786E-F02D-4E5C-80E2-8F98AAC7F1B5}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