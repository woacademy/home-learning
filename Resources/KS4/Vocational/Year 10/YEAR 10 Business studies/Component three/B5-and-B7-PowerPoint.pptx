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C420C6-FD25-4C84-B82D-1319981DDF8E}">
  <a:tblStyle styleId="{7FC420C6-FD25-4C84-B82D-1319981DDF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{7FC420C6-FD25-4C84-B82D-1319981DDF8E}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{7FC420C6-FD25-4C84-B82D-1319981DDF8E}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