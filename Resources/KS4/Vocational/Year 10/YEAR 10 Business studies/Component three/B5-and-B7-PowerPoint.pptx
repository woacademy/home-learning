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9771E9-656E-455E-AFD4-36D11A983DF8}">
  <a:tblStyle styleId="{379771E9-656E-455E-AFD4-36D11A983D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{379771E9-656E-455E-AFD4-36D11A983DF8}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{379771E9-656E-455E-AFD4-36D11A983DF8}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