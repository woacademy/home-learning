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619BC3-FDA8-4649-BE1B-D6F4D0B3CB23}">
  <a:tblStyle styleId="{3F619BC3-FDA8-4649-BE1B-D6F4D0B3CB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{3F619BC3-FDA8-4649-BE1B-D6F4D0B3CB23}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{3F619BC3-FDA8-4649-BE1B-D6F4D0B3CB23}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