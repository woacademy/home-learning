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2B246E-35F8-40A2-9B88-E87817B1FB61}">
  <a:tblStyle styleId="{572B246E-35F8-40A2-9B88-E87817B1FB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{572B246E-35F8-40A2-9B88-E87817B1FB61}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{572B246E-35F8-40A2-9B88-E87817B1FB61}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