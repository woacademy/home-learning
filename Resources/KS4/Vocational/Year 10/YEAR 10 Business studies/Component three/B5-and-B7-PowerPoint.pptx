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A608DF-3AA5-42CC-82A0-575E22229186}">
  <a:tblStyle styleId="{81A608DF-3AA5-42CC-82A0-575E222291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{81A608DF-3AA5-42CC-82A0-575E22229186}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{81A608DF-3AA5-42CC-82A0-575E22229186}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