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30A21-268E-4BB0-9C73-4894E2B83D00}">
  <a:tblStyle styleId="{E2530A21-268E-4BB0-9C73-4894E2B83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{E2530A21-268E-4BB0-9C73-4894E2B83D00}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{E2530A21-268E-4BB0-9C73-4894E2B83D00}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