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1F031-BC9E-400E-B9F8-409CFAD1B725}">
  <a:tblStyle styleId="{2181F031-BC9E-400E-B9F8-409CFAD1B7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{2181F031-BC9E-400E-B9F8-409CFAD1B725}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{2181F031-BC9E-400E-B9F8-409CFAD1B725}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