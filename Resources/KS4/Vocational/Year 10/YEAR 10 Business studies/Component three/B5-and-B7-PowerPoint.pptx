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D2871C-A594-44FC-873E-6483CC071956}">
  <a:tblStyle styleId="{D4D2871C-A594-44FC-873E-6483CC07195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{D4D2871C-A594-44FC-873E-6483CC071956}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{D4D2871C-A594-44FC-873E-6483CC071956}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