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C0705-B9F2-4980-A1F6-1A8A04BBF5DF}">
  <a:tblStyle styleId="{ABEC0705-B9F2-4980-A1F6-1A8A04BBF5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{ABEC0705-B9F2-4980-A1F6-1A8A04BBF5DF}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{ABEC0705-B9F2-4980-A1F6-1A8A04BBF5DF}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