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5535F7-7A69-4DCD-BE0E-B0608E1FA1AA}">
  <a:tblStyle styleId="{905535F7-7A69-4DCD-BE0E-B0608E1FA1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{905535F7-7A69-4DCD-BE0E-B0608E1FA1AA}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{905535F7-7A69-4DCD-BE0E-B0608E1FA1AA}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