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872773-1840-44E2-9460-E3F27A0FC268}">
  <a:tblStyle styleId="{C8872773-1840-44E2-9460-E3F27A0FC2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{C8872773-1840-44E2-9460-E3F27A0FC268}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{C8872773-1840-44E2-9460-E3F27A0FC268}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