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D4776B0-74DC-4344-91BE-DEEC4FA1B32A}">
  <a:tblStyle styleId="{ED4776B0-74DC-4344-91BE-DEEC4FA1B3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{ED4776B0-74DC-4344-91BE-DEEC4FA1B32A}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{ED4776B0-74DC-4344-91BE-DEEC4FA1B32A}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