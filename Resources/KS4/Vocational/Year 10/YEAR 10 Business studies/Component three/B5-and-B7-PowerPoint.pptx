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9C3863-606D-49BB-9F91-418B7AF5810D}">
  <a:tblStyle styleId="{129C3863-606D-49BB-9F91-418B7AF581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{129C3863-606D-49BB-9F91-418B7AF5810D}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{129C3863-606D-49BB-9F91-418B7AF5810D}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