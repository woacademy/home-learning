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138439E-19E7-4E38-A3F3-BF54E5FB7D8C}">
  <a:tblStyle styleId="{2138439E-19E7-4E38-A3F3-BF54E5FB7D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{2138439E-19E7-4E38-A3F3-BF54E5FB7D8C}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{2138439E-19E7-4E38-A3F3-BF54E5FB7D8C}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