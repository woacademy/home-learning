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7F3F0-4903-4A72-882C-F77BF7AD1C7D}">
  <a:tblStyle styleId="{4267F3F0-4903-4A72-882C-F77BF7AD1C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{4267F3F0-4903-4A72-882C-F77BF7AD1C7D}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{4267F3F0-4903-4A72-882C-F77BF7AD1C7D}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