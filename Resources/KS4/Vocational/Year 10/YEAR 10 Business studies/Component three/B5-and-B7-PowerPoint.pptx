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31D4C74-B050-43F7-BE95-51A820114693}">
  <a:tblStyle styleId="{D31D4C74-B050-43F7-BE95-51A820114693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6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0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1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2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4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6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{D31D4C74-B050-43F7-BE95-51A820114693}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{D31D4C74-B050-43F7-BE95-51A820114693}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