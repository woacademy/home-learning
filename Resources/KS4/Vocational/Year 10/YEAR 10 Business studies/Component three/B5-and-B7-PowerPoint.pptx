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1D6C0E1-DBE7-4935-AA56-2A0C64264143}">
  <a:tblStyle styleId="{E1D6C0E1-DBE7-4935-AA56-2A0C642641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{E1D6C0E1-DBE7-4935-AA56-2A0C64264143}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{E1D6C0E1-DBE7-4935-AA56-2A0C64264143}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