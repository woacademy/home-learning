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653221E-1459-4928-9BD8-2D60C9BDC17C}">
  <a:tblStyle styleId="{5653221E-1459-4928-9BD8-2D60C9BDC17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{5653221E-1459-4928-9BD8-2D60C9BDC17C}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{5653221E-1459-4928-9BD8-2D60C9BDC17C}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