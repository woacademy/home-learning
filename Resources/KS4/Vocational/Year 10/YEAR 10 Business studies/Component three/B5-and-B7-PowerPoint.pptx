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4A5DE7-DE38-4B57-AAB3-B62783313EAF}">
  <a:tblStyle styleId="{C14A5DE7-DE38-4B57-AAB3-B62783313E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{C14A5DE7-DE38-4B57-AAB3-B62783313EAF}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{C14A5DE7-DE38-4B57-AAB3-B62783313EAF}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