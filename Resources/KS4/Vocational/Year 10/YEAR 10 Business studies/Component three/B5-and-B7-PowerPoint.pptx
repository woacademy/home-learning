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D97A47-3ED1-43B4-854B-942A6994C954}">
  <a:tblStyle styleId="{B0D97A47-3ED1-43B4-854B-942A6994C9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{B0D97A47-3ED1-43B4-854B-942A6994C954}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{B0D97A47-3ED1-43B4-854B-942A6994C954}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