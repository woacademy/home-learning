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55EED4-2836-48A1-BF75-D849CFFD2FD5}">
  <a:tblStyle styleId="{4555EED4-2836-48A1-BF75-D849CFFD2FD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{4555EED4-2836-48A1-BF75-D849CFFD2FD5}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{4555EED4-2836-48A1-BF75-D849CFFD2FD5}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