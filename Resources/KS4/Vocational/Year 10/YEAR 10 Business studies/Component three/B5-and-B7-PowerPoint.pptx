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F75615-2DDC-4E74-BDFE-D7D373AB9352}">
  <a:tblStyle styleId="{9FF75615-2DDC-4E74-BDFE-D7D373AB93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{9FF75615-2DDC-4E74-BDFE-D7D373AB9352}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{9FF75615-2DDC-4E74-BDFE-D7D373AB9352}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