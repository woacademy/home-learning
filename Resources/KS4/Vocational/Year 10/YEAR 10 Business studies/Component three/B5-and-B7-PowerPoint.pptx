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15A79A-0885-4B6C-8B32-95DC0F98926F}">
  <a:tblStyle styleId="{A215A79A-0885-4B6C-8B32-95DC0F9892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{A215A79A-0885-4B6C-8B32-95DC0F98926F}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{A215A79A-0885-4B6C-8B32-95DC0F98926F}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