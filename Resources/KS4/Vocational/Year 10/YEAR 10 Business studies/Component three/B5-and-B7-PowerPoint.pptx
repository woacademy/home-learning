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E24867-3A10-48B5-9186-D93A479BEE52}">
  <a:tblStyle styleId="{F2E24867-3A10-48B5-9186-D93A479BEE5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{F2E24867-3A10-48B5-9186-D93A479BEE52}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{F2E24867-3A10-48B5-9186-D93A479BEE52}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