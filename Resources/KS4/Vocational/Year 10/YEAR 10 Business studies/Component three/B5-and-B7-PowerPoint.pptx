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B3015A6-5890-433E-A145-807ABE304A02}">
  <a:tblStyle styleId="{8B3015A6-5890-433E-A145-807ABE304A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{8B3015A6-5890-433E-A145-807ABE304A02}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{8B3015A6-5890-433E-A145-807ABE304A02}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