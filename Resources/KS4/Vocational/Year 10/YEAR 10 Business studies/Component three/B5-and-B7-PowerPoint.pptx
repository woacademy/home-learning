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14356B-65FC-489A-ABAE-482DA3E6FB15}">
  <a:tblStyle styleId="{4C14356B-65FC-489A-ABAE-482DA3E6FB1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5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{4C14356B-65FC-489A-ABAE-482DA3E6FB15}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{4C14356B-65FC-489A-ABAE-482DA3E6FB15}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