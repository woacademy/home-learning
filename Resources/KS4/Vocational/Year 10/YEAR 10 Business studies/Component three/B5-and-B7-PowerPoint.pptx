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4FCCF-F941-4831-8A5F-D8440A75C10C}">
  <a:tblStyle styleId="{2944FCCF-F941-4831-8A5F-D8440A75C1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{2944FCCF-F941-4831-8A5F-D8440A75C10C}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{2944FCCF-F941-4831-8A5F-D8440A75C10C}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