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308CDF-1426-4B94-8C70-F322CA2D6D59}">
  <a:tblStyle styleId="{90308CDF-1426-4B94-8C70-F322CA2D6D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{90308CDF-1426-4B94-8C70-F322CA2D6D59}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{90308CDF-1426-4B94-8C70-F322CA2D6D59}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