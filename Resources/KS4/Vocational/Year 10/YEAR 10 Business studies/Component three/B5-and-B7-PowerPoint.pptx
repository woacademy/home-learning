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38071-C4FD-45A1-BCD7-6BEFDA5C1864}">
  <a:tblStyle styleId="{ABE38071-C4FD-45A1-BCD7-6BEFDA5C18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{ABE38071-C4FD-45A1-BCD7-6BEFDA5C1864}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{ABE38071-C4FD-45A1-BCD7-6BEFDA5C1864}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