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B7F877-751D-455D-AE81-E0680A705F1E}">
  <a:tblStyle styleId="{33B7F877-751D-455D-AE81-E0680A705F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{33B7F877-751D-455D-AE81-E0680A705F1E}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{33B7F877-751D-455D-AE81-E0680A705F1E}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