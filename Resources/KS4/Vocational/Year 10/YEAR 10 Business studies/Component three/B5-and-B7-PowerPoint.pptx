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447611-D40B-4198-965F-39D54B969657}">
  <a:tblStyle styleId="{74447611-D40B-4198-965F-39D54B9696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{74447611-D40B-4198-965F-39D54B969657}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{74447611-D40B-4198-965F-39D54B969657}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