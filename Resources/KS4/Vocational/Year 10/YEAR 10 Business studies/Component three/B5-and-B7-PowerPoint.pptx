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EFC6469-55F6-49FE-87E0-EE39B4357667}">
  <a:tblStyle styleId="{2EFC6469-55F6-49FE-87E0-EE39B435766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9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{2EFC6469-55F6-49FE-87E0-EE39B4357667}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{2EFC6469-55F6-49FE-87E0-EE39B4357667}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