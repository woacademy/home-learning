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5CCC05-FA4B-4CFC-97C0-F486B9AFBC44}">
  <a:tblStyle styleId="{6A5CCC05-FA4B-4CFC-97C0-F486B9AFBC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{6A5CCC05-FA4B-4CFC-97C0-F486B9AFBC44}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{6A5CCC05-FA4B-4CFC-97C0-F486B9AFBC44}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