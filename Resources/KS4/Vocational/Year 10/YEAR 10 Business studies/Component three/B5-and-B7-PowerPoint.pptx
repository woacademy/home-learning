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90DE6B-8893-444A-9EFC-1FDAADA25707}">
  <a:tblStyle styleId="{A890DE6B-8893-444A-9EFC-1FDAADA257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{A890DE6B-8893-444A-9EFC-1FDAADA25707}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{A890DE6B-8893-444A-9EFC-1FDAADA25707}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