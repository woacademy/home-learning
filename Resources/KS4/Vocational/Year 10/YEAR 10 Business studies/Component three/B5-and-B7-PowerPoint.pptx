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7CDFD8-984A-4F09-85F3-93E14128BF70}">
  <a:tblStyle styleId="{287CDFD8-984A-4F09-85F3-93E14128BF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{287CDFD8-984A-4F09-85F3-93E14128BF70}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{287CDFD8-984A-4F09-85F3-93E14128BF70}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