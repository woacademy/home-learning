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D70F43-5878-48B7-A319-2CFF706121C5}">
  <a:tblStyle styleId="{BED70F43-5878-48B7-A319-2CFF706121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{BED70F43-5878-48B7-A319-2CFF706121C5}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{BED70F43-5878-48B7-A319-2CFF706121C5}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