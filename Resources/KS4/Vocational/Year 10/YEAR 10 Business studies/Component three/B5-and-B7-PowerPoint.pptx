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18BF6E-A812-45C2-8FE5-E0C57DB99173}">
  <a:tblStyle styleId="{6D18BF6E-A812-45C2-8FE5-E0C57DB991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{6D18BF6E-A812-45C2-8FE5-E0C57DB99173}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{6D18BF6E-A812-45C2-8FE5-E0C57DB99173}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