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C15976-DA14-42D2-86B8-CFBB31E3472F}">
  <a:tblStyle styleId="{87C15976-DA14-42D2-86B8-CFBB31E347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{87C15976-DA14-42D2-86B8-CFBB31E3472F}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{87C15976-DA14-42D2-86B8-CFBB31E3472F}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