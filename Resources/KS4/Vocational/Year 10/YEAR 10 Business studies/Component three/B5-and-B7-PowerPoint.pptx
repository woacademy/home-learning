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86918C-4DE8-4B20-B50E-8F54DD37E2F7}">
  <a:tblStyle styleId="{4E86918C-4DE8-4B20-B50E-8F54DD37E2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{4E86918C-4DE8-4B20-B50E-8F54DD37E2F7}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{4E86918C-4DE8-4B20-B50E-8F54DD37E2F7}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