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629DD3-6656-45A5-86EF-EFF1606A91B2}">
  <a:tblStyle styleId="{CA629DD3-6656-45A5-86EF-EFF1606A91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{CA629DD3-6656-45A5-86EF-EFF1606A91B2}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{CA629DD3-6656-45A5-86EF-EFF1606A91B2}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