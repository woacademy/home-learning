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4712871-B19A-46AD-80B6-7B8465D1D229}">
  <a:tblStyle styleId="{54712871-B19A-46AD-80B6-7B8465D1D22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2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3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0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{54712871-B19A-46AD-80B6-7B8465D1D229}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{54712871-B19A-46AD-80B6-7B8465D1D229}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