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F20A72-6F91-4C6A-9546-23869C2AA3C7}">
  <a:tblStyle styleId="{FFF20A72-6F91-4C6A-9546-23869C2AA3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{FFF20A72-6F91-4C6A-9546-23869C2AA3C7}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{FFF20A72-6F91-4C6A-9546-23869C2AA3C7}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