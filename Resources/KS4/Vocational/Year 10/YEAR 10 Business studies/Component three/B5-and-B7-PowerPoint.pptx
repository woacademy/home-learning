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C95981-A673-4D4B-A23A-98E0C7664D3F}">
  <a:tblStyle styleId="{8CC95981-A673-4D4B-A23A-98E0C7664D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{8CC95981-A673-4D4B-A23A-98E0C7664D3F}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{8CC95981-A673-4D4B-A23A-98E0C7664D3F}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