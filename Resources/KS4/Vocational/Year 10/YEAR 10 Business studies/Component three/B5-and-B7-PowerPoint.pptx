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ECF5DA-DA27-4651-A818-DBC88FD24D9D}">
  <a:tblStyle styleId="{40ECF5DA-DA27-4651-A818-DBC88FD24D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{40ECF5DA-DA27-4651-A818-DBC88FD24D9D}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{40ECF5DA-DA27-4651-A818-DBC88FD24D9D}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