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440F64-12A7-46D8-93B3-A80B75C32865}">
  <a:tblStyle styleId="{6D440F64-12A7-46D8-93B3-A80B75C328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{6D440F64-12A7-46D8-93B3-A80B75C32865}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{6D440F64-12A7-46D8-93B3-A80B75C32865}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