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3BAC0D-CA55-452D-AF5F-47252396FB4F}">
  <a:tblStyle styleId="{833BAC0D-CA55-452D-AF5F-47252396FB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{833BAC0D-CA55-452D-AF5F-47252396FB4F}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{833BAC0D-CA55-452D-AF5F-47252396FB4F}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