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B04A0D-2A8C-4EC0-8AB6-E5E2E688D9B6}">
  <a:tblStyle styleId="{DBB04A0D-2A8C-4EC0-8AB6-E5E2E688D9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{DBB04A0D-2A8C-4EC0-8AB6-E5E2E688D9B6}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{DBB04A0D-2A8C-4EC0-8AB6-E5E2E688D9B6}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