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98188-0549-4D68-B4AD-D6265D14DA8D}">
  <a:tblStyle styleId="{AAA98188-0549-4D68-B4AD-D6265D14DA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{AAA98188-0549-4D68-B4AD-D6265D14DA8D}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{AAA98188-0549-4D68-B4AD-D6265D14DA8D}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