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7C5B7B-5A65-40C2-822C-0CD99D564C7E}">
  <a:tblStyle styleId="{DC7C5B7B-5A65-40C2-822C-0CD99D564C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{DC7C5B7B-5A65-40C2-822C-0CD99D564C7E}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{DC7C5B7B-5A65-40C2-822C-0CD99D564C7E}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