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E22477-6553-4187-AA87-978B1BCF6C9B}">
  <a:tblStyle styleId="{6BE22477-6553-4187-AA87-978B1BCF6C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{6BE22477-6553-4187-AA87-978B1BCF6C9B}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{6BE22477-6553-4187-AA87-978B1BCF6C9B}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