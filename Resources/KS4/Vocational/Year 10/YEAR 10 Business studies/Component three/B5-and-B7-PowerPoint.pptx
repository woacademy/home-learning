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6EF440-FB4F-47FB-B1A9-A6A50ABAF786}">
  <a:tblStyle styleId="{1E6EF440-FB4F-47FB-B1A9-A6A50ABAF78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{1E6EF440-FB4F-47FB-B1A9-A6A50ABAF786}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{1E6EF440-FB4F-47FB-B1A9-A6A50ABAF786}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