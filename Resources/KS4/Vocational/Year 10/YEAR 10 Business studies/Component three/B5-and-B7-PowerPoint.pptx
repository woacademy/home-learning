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ED6DA7-EF8B-49B1-8CB8-C44F5F7C1640}">
  <a:tblStyle styleId="{27ED6DA7-EF8B-49B1-8CB8-C44F5F7C16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{27ED6DA7-EF8B-49B1-8CB8-C44F5F7C1640}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{27ED6DA7-EF8B-49B1-8CB8-C44F5F7C1640}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