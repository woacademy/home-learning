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937B29-D389-4494-AE4D-921421E63226}">
  <a:tblStyle styleId="{79937B29-D389-4494-AE4D-921421E632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{79937B29-D389-4494-AE4D-921421E63226}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{79937B29-D389-4494-AE4D-921421E63226}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