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5237B8-03BC-42F2-88C6-03FCF762FB5C}">
  <a:tblStyle styleId="{8F5237B8-03BC-42F2-88C6-03FCF762FB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{8F5237B8-03BC-42F2-88C6-03FCF762FB5C}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{8F5237B8-03BC-42F2-88C6-03FCF762FB5C}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