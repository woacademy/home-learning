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D32D9E-00C1-4FC9-AE43-930E21928EFF}">
  <a:tblStyle styleId="{05D32D9E-00C1-4FC9-AE43-930E21928E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{05D32D9E-00C1-4FC9-AE43-930E21928EFF}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{05D32D9E-00C1-4FC9-AE43-930E21928EFF}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