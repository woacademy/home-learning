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933E5FA-7335-4637-9D20-D21EF191C4B7}">
  <a:tblStyle styleId="{4933E5FA-7335-4637-9D20-D21EF191C4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{4933E5FA-7335-4637-9D20-D21EF191C4B7}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{4933E5FA-7335-4637-9D20-D21EF191C4B7}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