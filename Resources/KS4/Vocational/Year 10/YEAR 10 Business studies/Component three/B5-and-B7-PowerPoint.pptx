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1D0738C-C23A-4A90-823C-AD14CC3F5C73}">
  <a:tblStyle styleId="{51D0738C-C23A-4A90-823C-AD14CC3F5C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{51D0738C-C23A-4A90-823C-AD14CC3F5C73}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{51D0738C-C23A-4A90-823C-AD14CC3F5C73}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