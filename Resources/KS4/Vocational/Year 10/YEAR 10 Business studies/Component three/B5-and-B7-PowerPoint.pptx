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56AB24-F843-45E3-81E4-D303E1C6ABA5}">
  <a:tblStyle styleId="{E856AB24-F843-45E3-81E4-D303E1C6AB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{E856AB24-F843-45E3-81E4-D303E1C6ABA5}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{E856AB24-F843-45E3-81E4-D303E1C6ABA5}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