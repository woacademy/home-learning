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0C8A24-B200-480D-A100-64428F2A9BDD}">
  <a:tblStyle styleId="{0E0C8A24-B200-480D-A100-64428F2A9B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{0E0C8A24-B200-480D-A100-64428F2A9BDD}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{0E0C8A24-B200-480D-A100-64428F2A9BDD}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