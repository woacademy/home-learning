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997EC4-3B53-480E-B918-2F3EDD59A0E7}">
  <a:tblStyle styleId="{B5997EC4-3B53-480E-B918-2F3EDD59A0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{B5997EC4-3B53-480E-B918-2F3EDD59A0E7}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{B5997EC4-3B53-480E-B918-2F3EDD59A0E7}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