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64FB5-9A7C-4B40-AC00-752C7EA9E1F7}">
  <a:tblStyle styleId="{01E64FB5-9A7C-4B40-AC00-752C7EA9E1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{01E64FB5-9A7C-4B40-AC00-752C7EA9E1F7}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{01E64FB5-9A7C-4B40-AC00-752C7EA9E1F7}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