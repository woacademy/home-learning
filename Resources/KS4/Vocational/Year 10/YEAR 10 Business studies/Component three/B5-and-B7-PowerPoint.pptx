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95B3D-67EB-4593-B50A-79DE537676B4}">
  <a:tblStyle styleId="{A6095B3D-67EB-4593-B50A-79DE53767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{A6095B3D-67EB-4593-B50A-79DE537676B4}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{A6095B3D-67EB-4593-B50A-79DE537676B4}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