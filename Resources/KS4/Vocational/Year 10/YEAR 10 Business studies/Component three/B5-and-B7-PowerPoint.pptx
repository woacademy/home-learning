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47B1F1-1807-492F-B70D-F7EE66F3CD75}">
  <a:tblStyle styleId="{5947B1F1-1807-492F-B70D-F7EE66F3CD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{5947B1F1-1807-492F-B70D-F7EE66F3CD75}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{5947B1F1-1807-492F-B70D-F7EE66F3CD75}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