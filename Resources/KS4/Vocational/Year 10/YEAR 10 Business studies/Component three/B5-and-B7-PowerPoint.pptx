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BCD326-6B19-4862-9880-65452C6DD9FE}">
  <a:tblStyle styleId="{27BCD326-6B19-4862-9880-65452C6DD9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{27BCD326-6B19-4862-9880-65452C6DD9FE}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{27BCD326-6B19-4862-9880-65452C6DD9FE}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