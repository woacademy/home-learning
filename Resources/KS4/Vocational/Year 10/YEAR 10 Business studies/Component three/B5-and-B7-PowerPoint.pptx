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225856-D12A-4B8F-A4F2-C14084357948}">
  <a:tblStyle styleId="{FD225856-D12A-4B8F-A4F2-C140843579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{FD225856-D12A-4B8F-A4F2-C14084357948}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{FD225856-D12A-4B8F-A4F2-C14084357948}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