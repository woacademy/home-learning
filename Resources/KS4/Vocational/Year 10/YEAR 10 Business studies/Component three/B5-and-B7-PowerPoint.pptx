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710D7F-5F38-4FDD-8A8F-42577896C3A7}">
  <a:tblStyle styleId="{D0710D7F-5F38-4FDD-8A8F-42577896C3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{D0710D7F-5F38-4FDD-8A8F-42577896C3A7}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{D0710D7F-5F38-4FDD-8A8F-42577896C3A7}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