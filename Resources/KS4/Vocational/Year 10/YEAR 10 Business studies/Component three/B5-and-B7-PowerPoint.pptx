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D850DD-6BE1-43E8-B740-4B191B1B73EE}">
  <a:tblStyle styleId="{D4D850DD-6BE1-43E8-B740-4B191B1B73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{D4D850DD-6BE1-43E8-B740-4B191B1B73EE}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{D4D850DD-6BE1-43E8-B740-4B191B1B73EE}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