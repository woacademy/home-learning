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D13DC1-2D3E-4A46-8312-74F4AD39666F}">
  <a:tblStyle styleId="{AFD13DC1-2D3E-4A46-8312-74F4AD3966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{AFD13DC1-2D3E-4A46-8312-74F4AD39666F}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{AFD13DC1-2D3E-4A46-8312-74F4AD39666F}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