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18D3E6D-8138-48CC-A229-94BAA634FA02}">
  <a:tblStyle styleId="{718D3E6D-8138-48CC-A229-94BAA634FA0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{718D3E6D-8138-48CC-A229-94BAA634FA02}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{718D3E6D-8138-48CC-A229-94BAA634FA02}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