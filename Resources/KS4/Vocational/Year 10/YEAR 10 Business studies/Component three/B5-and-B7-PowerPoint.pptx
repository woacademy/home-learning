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D2C6AB-8EF0-4B21-A7B7-91B9BDF39AB5}">
  <a:tblStyle styleId="{51D2C6AB-8EF0-4B21-A7B7-91B9BDF39A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{51D2C6AB-8EF0-4B21-A7B7-91B9BDF39AB5}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{51D2C6AB-8EF0-4B21-A7B7-91B9BDF39AB5}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