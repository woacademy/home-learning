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E34BEF5-078A-42FD-A5E2-753D739F38B0}">
  <a:tblStyle styleId="{3E34BEF5-078A-42FD-A5E2-753D739F38B0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6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0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1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2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5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{3E34BEF5-078A-42FD-A5E2-753D739F38B0}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{3E34BEF5-078A-42FD-A5E2-753D739F38B0}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