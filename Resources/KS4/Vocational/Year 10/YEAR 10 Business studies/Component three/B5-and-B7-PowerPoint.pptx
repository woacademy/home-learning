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46596-F7CA-4DA3-BC25-91530D1DE824}">
  <a:tblStyle styleId="{B5846596-F7CA-4DA3-BC25-91530D1DE8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{B5846596-F7CA-4DA3-BC25-91530D1DE824}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{B5846596-F7CA-4DA3-BC25-91530D1DE824}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