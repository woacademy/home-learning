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F50A8E-2DAB-4606-974B-BBA1324E7813}">
  <a:tblStyle styleId="{B9F50A8E-2DAB-4606-974B-BBA1324E78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{B9F50A8E-2DAB-4606-974B-BBA1324E7813}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{B9F50A8E-2DAB-4606-974B-BBA1324E7813}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