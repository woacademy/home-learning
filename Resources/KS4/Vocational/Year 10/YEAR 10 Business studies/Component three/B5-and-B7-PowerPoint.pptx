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C98022-170D-404D-9840-ACCEFD5EBB3A}">
  <a:tblStyle styleId="{1EC98022-170D-404D-9840-ACCEFD5EBB3A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{1EC98022-170D-404D-9840-ACCEFD5EBB3A}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{1EC98022-170D-404D-9840-ACCEFD5EBB3A}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