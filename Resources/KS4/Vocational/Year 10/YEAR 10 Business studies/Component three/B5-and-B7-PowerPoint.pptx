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B7D3EBF-22DA-4594-89C6-30B0EB93A158}">
  <a:tblStyle styleId="{9B7D3EBF-22DA-4594-89C6-30B0EB93A15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{9B7D3EBF-22DA-4594-89C6-30B0EB93A158}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{9B7D3EBF-22DA-4594-89C6-30B0EB93A158}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