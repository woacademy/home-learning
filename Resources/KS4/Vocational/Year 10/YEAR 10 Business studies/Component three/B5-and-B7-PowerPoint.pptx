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90AA5-4F9F-4DC1-AF59-6DA9733BE716}">
  <a:tblStyle styleId="{C9090AA5-4F9F-4DC1-AF59-6DA9733BE7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{C9090AA5-4F9F-4DC1-AF59-6DA9733BE716}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{C9090AA5-4F9F-4DC1-AF59-6DA9733BE716}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