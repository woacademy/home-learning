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A4A52-0576-4C9B-8AD9-A85679687EED}">
  <a:tblStyle styleId="{168A4A52-0576-4C9B-8AD9-A85679687E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{168A4A52-0576-4C9B-8AD9-A85679687EED}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{168A4A52-0576-4C9B-8AD9-A85679687EED}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