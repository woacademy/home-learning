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7000AC-303A-4FC8-BF8C-DADE7FD31911}">
  <a:tblStyle styleId="{867000AC-303A-4FC8-BF8C-DADE7FD319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{867000AC-303A-4FC8-BF8C-DADE7FD31911}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{867000AC-303A-4FC8-BF8C-DADE7FD31911}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