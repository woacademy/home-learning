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DB50C-6C83-425F-92C1-CC8171725FB9}">
  <a:tblStyle styleId="{C3ADB50C-6C83-425F-92C1-CC8171725F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{C3ADB50C-6C83-425F-92C1-CC8171725FB9}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{C3ADB50C-6C83-425F-92C1-CC8171725FB9}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