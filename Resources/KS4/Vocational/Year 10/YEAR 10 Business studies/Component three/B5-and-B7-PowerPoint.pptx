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ED709A-192B-4E98-B917-9AC441216A52}">
  <a:tblStyle styleId="{03ED709A-192B-4E98-B917-9AC441216A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{03ED709A-192B-4E98-B917-9AC441216A52}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{03ED709A-192B-4E98-B917-9AC441216A52}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