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823065-1448-47C9-99EA-720737307A85}">
  <a:tblStyle styleId="{B7823065-1448-47C9-99EA-720737307A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{B7823065-1448-47C9-99EA-720737307A85}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{B7823065-1448-47C9-99EA-720737307A85}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