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A8809E-4045-4050-A0E0-B44EC22682F6}">
  <a:tblStyle styleId="{5CA8809E-4045-4050-A0E0-B44EC22682F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{5CA8809E-4045-4050-A0E0-B44EC22682F6}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{5CA8809E-4045-4050-A0E0-B44EC22682F6}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