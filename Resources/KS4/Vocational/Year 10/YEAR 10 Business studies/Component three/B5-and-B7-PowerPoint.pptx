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7C38F7-9E44-4E2C-B24C-C91D9C240905}">
  <a:tblStyle styleId="{967C38F7-9E44-4E2C-B24C-C91D9C2409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{967C38F7-9E44-4E2C-B24C-C91D9C240905}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{967C38F7-9E44-4E2C-B24C-C91D9C240905}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