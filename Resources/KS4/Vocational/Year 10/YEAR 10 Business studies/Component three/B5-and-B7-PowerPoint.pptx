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F663A9-8435-4048-A069-F11B7A86114F}">
  <a:tblStyle styleId="{54F663A9-8435-4048-A069-F11B7A8611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{54F663A9-8435-4048-A069-F11B7A86114F}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{54F663A9-8435-4048-A069-F11B7A86114F}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