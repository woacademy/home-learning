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204A8A4-DE78-49E1-960C-F03A50C022F9}">
  <a:tblStyle styleId="{F204A8A4-DE78-49E1-960C-F03A50C022F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{F204A8A4-DE78-49E1-960C-F03A50C022F9}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{F204A8A4-DE78-49E1-960C-F03A50C022F9}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