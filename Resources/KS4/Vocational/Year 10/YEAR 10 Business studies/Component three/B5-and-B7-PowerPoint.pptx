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01946A-1A26-4670-8DE5-61342A641620}">
  <a:tblStyle styleId="{3001946A-1A26-4670-8DE5-61342A64162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{3001946A-1A26-4670-8DE5-61342A641620}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{3001946A-1A26-4670-8DE5-61342A641620}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