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EF52CF-DB61-4ACD-9132-E42C5E24C0C9}">
  <a:tblStyle styleId="{90EF52CF-DB61-4ACD-9132-E42C5E24C0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{90EF52CF-DB61-4ACD-9132-E42C5E24C0C9}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{90EF52CF-DB61-4ACD-9132-E42C5E24C0C9}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