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97E2B1-DD39-4419-A7C1-861A6E792EEF}">
  <a:tblStyle styleId="{0E97E2B1-DD39-4419-A7C1-861A6E792E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{0E97E2B1-DD39-4419-A7C1-861A6E792EEF}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{0E97E2B1-DD39-4419-A7C1-861A6E792EEF}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