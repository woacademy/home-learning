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9C6D937-46F0-4462-BC36-9070A71D9A0B}">
  <a:tblStyle styleId="{D9C6D937-46F0-4462-BC36-9070A71D9A0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{D9C6D937-46F0-4462-BC36-9070A71D9A0B}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{D9C6D937-46F0-4462-BC36-9070A71D9A0B}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