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4364AF-EA12-46DA-9535-0F69E176CF32}">
  <a:tblStyle styleId="{904364AF-EA12-46DA-9535-0F69E176CF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{904364AF-EA12-46DA-9535-0F69E176CF32}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{904364AF-EA12-46DA-9535-0F69E176CF32}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