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C07FA9A-0FC5-4BFC-BF52-2CCC67AD22D5}">
  <a:tblStyle styleId="{9C07FA9A-0FC5-4BFC-BF52-2CCC67AD22D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{9C07FA9A-0FC5-4BFC-BF52-2CCC67AD22D5}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{9C07FA9A-0FC5-4BFC-BF52-2CCC67AD22D5}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