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E50137-0C8F-4905-82F4-C96377AC951E}">
  <a:tblStyle styleId="{C7E50137-0C8F-4905-82F4-C96377AC95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{C7E50137-0C8F-4905-82F4-C96377AC951E}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{C7E50137-0C8F-4905-82F4-C96377AC951E}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