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7C3A61-D629-48F6-B964-89F15CE0F87A}">
  <a:tblStyle styleId="{DD7C3A61-D629-48F6-B964-89F15CE0F8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{DD7C3A61-D629-48F6-B964-89F15CE0F87A}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{DD7C3A61-D629-48F6-B964-89F15CE0F87A}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