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D0B6C-61AC-4302-AC74-0A8161B880C6}">
  <a:tblStyle styleId="{FFAD0B6C-61AC-4302-AC74-0A8161B88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{FFAD0B6C-61AC-4302-AC74-0A8161B880C6}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{FFAD0B6C-61AC-4302-AC74-0A8161B880C6}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