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BF9120EA-37A7-4083-92DE-348F0242A32A}">
  <a:tblStyle styleId="{BF9120EA-37A7-4083-92DE-348F0242A32A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4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6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5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9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16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8.png"/><Relationship Id="rId4" Type="http://schemas.openxmlformats.org/officeDocument/2006/relationships/image" Target="../media/image7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10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11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2.png"/><Relationship Id="rId4" Type="http://schemas.openxmlformats.org/officeDocument/2006/relationships/image" Target="../media/image15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4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3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{BF9120EA-37A7-4083-92DE-348F0242A32A}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{BF9120EA-37A7-4083-92DE-348F0242A32A}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