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FC0C52-6EC4-4368-8B82-C0D262AACA7B}">
  <a:tblStyle styleId="{29FC0C52-6EC4-4368-8B82-C0D262AACA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{29FC0C52-6EC4-4368-8B82-C0D262AACA7B}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{29FC0C52-6EC4-4368-8B82-C0D262AACA7B}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