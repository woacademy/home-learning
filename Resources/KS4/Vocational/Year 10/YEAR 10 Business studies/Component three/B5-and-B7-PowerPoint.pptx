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F5BD3F-9586-4B41-9987-2B22722D9D49}">
  <a:tblStyle styleId="{0CF5BD3F-9586-4B41-9987-2B22722D9D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{0CF5BD3F-9586-4B41-9987-2B22722D9D49}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{0CF5BD3F-9586-4B41-9987-2B22722D9D49}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