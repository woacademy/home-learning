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D458F8-AE8E-4E0E-93D8-FD31ECAA308B}">
  <a:tblStyle styleId="{5AD458F8-AE8E-4E0E-93D8-FD31ECAA30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{5AD458F8-AE8E-4E0E-93D8-FD31ECAA308B}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{5AD458F8-AE8E-4E0E-93D8-FD31ECAA308B}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