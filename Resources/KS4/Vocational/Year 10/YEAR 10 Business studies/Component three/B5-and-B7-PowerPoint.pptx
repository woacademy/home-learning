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B17E57-A048-4DC7-AF95-6AC08F5733F2}">
  <a:tblStyle styleId="{3DB17E57-A048-4DC7-AF95-6AC08F5733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{3DB17E57-A048-4DC7-AF95-6AC08F5733F2}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{3DB17E57-A048-4DC7-AF95-6AC08F5733F2}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