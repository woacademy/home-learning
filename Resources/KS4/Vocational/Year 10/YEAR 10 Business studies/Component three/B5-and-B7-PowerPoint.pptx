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D89C53-274D-47B3-BD57-1A7E4BAED98B}">
  <a:tblStyle styleId="{63D89C53-274D-47B3-BD57-1A7E4BAED9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{63D89C53-274D-47B3-BD57-1A7E4BAED98B}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{63D89C53-274D-47B3-BD57-1A7E4BAED98B}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