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70A6A0-560B-441C-9423-602215450075}">
  <a:tblStyle styleId="{DE70A6A0-560B-441C-9423-6022154500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{DE70A6A0-560B-441C-9423-602215450075}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{DE70A6A0-560B-441C-9423-602215450075}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