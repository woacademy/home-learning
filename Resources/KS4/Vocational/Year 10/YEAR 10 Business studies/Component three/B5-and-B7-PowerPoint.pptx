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3BB959-7AEA-4385-8CB6-113044741BD9}">
  <a:tblStyle styleId="{CE3BB959-7AEA-4385-8CB6-113044741B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{CE3BB959-7AEA-4385-8CB6-113044741BD9}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{CE3BB959-7AEA-4385-8CB6-113044741BD9}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