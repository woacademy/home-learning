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B0045E-727A-4A53-B11F-702C86EAFA4F}">
  <a:tblStyle styleId="{0DB0045E-727A-4A53-B11F-702C86EAFA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{0DB0045E-727A-4A53-B11F-702C86EAFA4F}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{0DB0045E-727A-4A53-B11F-702C86EAFA4F}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