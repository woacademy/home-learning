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9BBC18-568E-4002-99F6-85F0FD2B4FDD}">
  <a:tblStyle styleId="{E49BBC18-568E-4002-99F6-85F0FD2B4F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{E49BBC18-568E-4002-99F6-85F0FD2B4FDD}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{E49BBC18-568E-4002-99F6-85F0FD2B4FDD}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