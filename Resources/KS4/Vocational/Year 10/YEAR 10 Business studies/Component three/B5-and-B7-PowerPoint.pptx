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B7EA3-F25A-45A0-9002-F05902FEE76A}">
  <a:tblStyle styleId="{B2DB7EA3-F25A-45A0-9002-F05902FEE7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{B2DB7EA3-F25A-45A0-9002-F05902FEE76A}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{B2DB7EA3-F25A-45A0-9002-F05902FEE76A}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