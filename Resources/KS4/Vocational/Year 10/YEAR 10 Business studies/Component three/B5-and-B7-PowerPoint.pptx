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FB836A-BEEF-48B8-9F49-4915AF011BE4}">
  <a:tblStyle styleId="{26FB836A-BEEF-48B8-9F49-4915AF011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{26FB836A-BEEF-48B8-9F49-4915AF011BE4}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{26FB836A-BEEF-48B8-9F49-4915AF011BE4}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