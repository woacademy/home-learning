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7E1F778-1902-4D4D-9538-9C590AE3BB8E}">
  <a:tblStyle styleId="{37E1F778-1902-4D4D-9538-9C590AE3BB8E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9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8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3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13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6.png"/><Relationship Id="rId4" Type="http://schemas.openxmlformats.org/officeDocument/2006/relationships/image" Target="../media/image7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4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0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5.png"/><Relationship Id="rId4" Type="http://schemas.openxmlformats.org/officeDocument/2006/relationships/image" Target="../media/image11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4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{37E1F778-1902-4D4D-9538-9C590AE3BB8E}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{37E1F778-1902-4D4D-9538-9C590AE3BB8E}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