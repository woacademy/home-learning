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707CE0-9552-42B7-8FF0-467748FB463D}">
  <a:tblStyle styleId="{BE707CE0-9552-42B7-8FF0-467748FB46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{BE707CE0-9552-42B7-8FF0-467748FB463D}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{BE707CE0-9552-42B7-8FF0-467748FB463D}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