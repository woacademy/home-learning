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E66D4B-5B66-4CCC-B695-28F9EE5DDFC9}">
  <a:tblStyle styleId="{90E66D4B-5B66-4CCC-B695-28F9EE5DDF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{90E66D4B-5B66-4CCC-B695-28F9EE5DDFC9}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{90E66D4B-5B66-4CCC-B695-28F9EE5DDFC9}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