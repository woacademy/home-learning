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5A5096-5D35-4E7A-9AA0-0DD7D9B5B466}">
  <a:tblStyle styleId="{565A5096-5D35-4E7A-9AA0-0DD7D9B5B4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{565A5096-5D35-4E7A-9AA0-0DD7D9B5B466}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{565A5096-5D35-4E7A-9AA0-0DD7D9B5B466}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