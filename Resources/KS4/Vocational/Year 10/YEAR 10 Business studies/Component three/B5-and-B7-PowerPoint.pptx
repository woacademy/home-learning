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24EE7-BE9B-44BF-8C3F-A3C1A77B5D74}">
  <a:tblStyle styleId="{31624EE7-BE9B-44BF-8C3F-A3C1A77B5D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{31624EE7-BE9B-44BF-8C3F-A3C1A77B5D74}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{31624EE7-BE9B-44BF-8C3F-A3C1A77B5D74}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