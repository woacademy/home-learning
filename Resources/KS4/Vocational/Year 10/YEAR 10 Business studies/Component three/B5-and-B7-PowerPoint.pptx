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4B45DE-5294-438B-9DF6-C18E7DA6B522}">
  <a:tblStyle styleId="{134B45DE-5294-438B-9DF6-C18E7DA6B5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{134B45DE-5294-438B-9DF6-C18E7DA6B522}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{134B45DE-5294-438B-9DF6-C18E7DA6B522}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