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7E3608-ABE2-4F79-A166-4E8716F0E0C6}">
  <a:tblStyle styleId="{F37E3608-ABE2-4F79-A166-4E8716F0E0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{F37E3608-ABE2-4F79-A166-4E8716F0E0C6}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{F37E3608-ABE2-4F79-A166-4E8716F0E0C6}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