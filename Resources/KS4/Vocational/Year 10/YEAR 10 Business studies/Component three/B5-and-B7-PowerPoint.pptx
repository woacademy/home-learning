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8ECFD9-DDE8-4D83-B0DF-47D1F6648A03}">
  <a:tblStyle styleId="{9F8ECFD9-DDE8-4D83-B0DF-47D1F6648A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{9F8ECFD9-DDE8-4D83-B0DF-47D1F6648A03}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{9F8ECFD9-DDE8-4D83-B0DF-47D1F6648A03}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