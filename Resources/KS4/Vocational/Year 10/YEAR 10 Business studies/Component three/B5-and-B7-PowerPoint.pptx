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F41C45B-8E23-4CCE-B8D0-EB1B8149AE05}">
  <a:tblStyle styleId="{5F41C45B-8E23-4CCE-B8D0-EB1B8149AE0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{5F41C45B-8E23-4CCE-B8D0-EB1B8149AE05}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{5F41C45B-8E23-4CCE-B8D0-EB1B8149AE05}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