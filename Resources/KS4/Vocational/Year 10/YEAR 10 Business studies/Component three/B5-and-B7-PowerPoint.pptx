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B52F7E-2451-4737-BBCC-E76B132EC4A4}">
  <a:tblStyle styleId="{0DB52F7E-2451-4737-BBCC-E76B132EC4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{0DB52F7E-2451-4737-BBCC-E76B132EC4A4}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{0DB52F7E-2451-4737-BBCC-E76B132EC4A4}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