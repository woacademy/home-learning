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ED3AD5-0F61-4083-B6F2-2822D3CB46FE}">
  <a:tblStyle styleId="{BCED3AD5-0F61-4083-B6F2-2822D3CB46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{BCED3AD5-0F61-4083-B6F2-2822D3CB46FE}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{BCED3AD5-0F61-4083-B6F2-2822D3CB46FE}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