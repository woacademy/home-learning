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58830C-A5C4-4D3A-8AC1-9FEF50997FEB}">
  <a:tblStyle styleId="{9658830C-A5C4-4D3A-8AC1-9FEF50997F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{9658830C-A5C4-4D3A-8AC1-9FEF50997FEB}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{9658830C-A5C4-4D3A-8AC1-9FEF50997FEB}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