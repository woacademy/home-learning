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676BF9-B294-4BC1-B022-CDD98E2E9709}">
  <a:tblStyle styleId="{EC676BF9-B294-4BC1-B022-CDD98E2E97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{EC676BF9-B294-4BC1-B022-CDD98E2E9709}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{EC676BF9-B294-4BC1-B022-CDD98E2E9709}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