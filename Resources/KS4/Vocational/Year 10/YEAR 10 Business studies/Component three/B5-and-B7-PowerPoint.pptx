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3CFD2C-2529-49D1-8BCE-1ADABBC14A25}">
  <a:tblStyle styleId="{7F3CFD2C-2529-49D1-8BCE-1ADABBC14A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{7F3CFD2C-2529-49D1-8BCE-1ADABBC14A25}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{7F3CFD2C-2529-49D1-8BCE-1ADABBC14A25}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