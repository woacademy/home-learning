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D4469C-5808-4741-BE18-B174381E9FEC}">
  <a:tblStyle styleId="{54D4469C-5808-4741-BE18-B174381E9FE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{54D4469C-5808-4741-BE18-B174381E9FEC}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{54D4469C-5808-4741-BE18-B174381E9FEC}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