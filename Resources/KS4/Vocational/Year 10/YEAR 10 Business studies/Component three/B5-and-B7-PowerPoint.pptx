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7659E4-3EC2-4F26-9793-038F5E9BE3FA}">
  <a:tblStyle styleId="{E07659E4-3EC2-4F26-9793-038F5E9BE3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{E07659E4-3EC2-4F26-9793-038F5E9BE3FA}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{E07659E4-3EC2-4F26-9793-038F5E9BE3FA}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