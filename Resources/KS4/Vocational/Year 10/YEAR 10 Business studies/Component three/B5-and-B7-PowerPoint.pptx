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9446AE-9D3D-4CA5-A0DD-C36CA4BD5592}">
  <a:tblStyle styleId="{809446AE-9D3D-4CA5-A0DD-C36CA4BD5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{809446AE-9D3D-4CA5-A0DD-C36CA4BD5592}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{809446AE-9D3D-4CA5-A0DD-C36CA4BD5592}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