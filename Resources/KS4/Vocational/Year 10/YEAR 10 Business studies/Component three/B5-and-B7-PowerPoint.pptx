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601B2D-0670-4D48-8DEF-6AAD7E5CB29B}">
  <a:tblStyle styleId="{E6601B2D-0670-4D48-8DEF-6AAD7E5CB29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{E6601B2D-0670-4D48-8DEF-6AAD7E5CB29B}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{E6601B2D-0670-4D48-8DEF-6AAD7E5CB29B}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