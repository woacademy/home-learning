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2B14988-F88E-42BD-9068-DA41F7C97FD4}">
  <a:tblStyle styleId="{A2B14988-F88E-42BD-9068-DA41F7C97FD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16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3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4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8.png"/><Relationship Id="rId4" Type="http://schemas.openxmlformats.org/officeDocument/2006/relationships/image" Target="../media/image6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9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2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{A2B14988-F88E-42BD-9068-DA41F7C97FD4}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{A2B14988-F88E-42BD-9068-DA41F7C97FD4}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