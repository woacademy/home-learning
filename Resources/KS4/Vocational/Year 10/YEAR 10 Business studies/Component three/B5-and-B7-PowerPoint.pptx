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C8E7B3-2254-4F28-A7A6-1A933C090627}">
  <a:tblStyle styleId="{47C8E7B3-2254-4F28-A7A6-1A933C09062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{47C8E7B3-2254-4F28-A7A6-1A933C090627}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{47C8E7B3-2254-4F28-A7A6-1A933C090627}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