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5A535D-3778-4289-9233-E424A4348A10}">
  <a:tblStyle styleId="{785A535D-3778-4289-9233-E424A4348A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{785A535D-3778-4289-9233-E424A4348A10}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{785A535D-3778-4289-9233-E424A4348A10}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