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DBC56BD-96A1-41AB-982A-2E55638C09A7}">
  <a:tblStyle styleId="{9DBC56BD-96A1-41AB-982A-2E55638C09A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{9DBC56BD-96A1-41AB-982A-2E55638C09A7}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{9DBC56BD-96A1-41AB-982A-2E55638C09A7}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