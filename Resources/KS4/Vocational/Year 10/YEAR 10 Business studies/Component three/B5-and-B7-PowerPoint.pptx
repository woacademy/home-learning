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2C854-57D0-4B67-AB1F-0E2125063FCC}">
  <a:tblStyle styleId="{D132C854-57D0-4B67-AB1F-0E2125063F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{D132C854-57D0-4B67-AB1F-0E2125063FCC}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{D132C854-57D0-4B67-AB1F-0E2125063FCC}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