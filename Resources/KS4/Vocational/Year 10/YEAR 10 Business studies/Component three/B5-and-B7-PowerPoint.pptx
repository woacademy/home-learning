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12CBEC-87FF-4687-8945-A961A483D362}">
  <a:tblStyle styleId="{C212CBEC-87FF-4687-8945-A961A483D3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{C212CBEC-87FF-4687-8945-A961A483D362}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{C212CBEC-87FF-4687-8945-A961A483D362}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