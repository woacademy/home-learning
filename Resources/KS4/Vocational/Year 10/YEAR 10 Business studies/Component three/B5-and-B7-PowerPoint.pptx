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B2FCCD-5898-4815-91C0-7929423DE182}">
  <a:tblStyle styleId="{9AB2FCCD-5898-4815-91C0-7929423DE1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{9AB2FCCD-5898-4815-91C0-7929423DE182}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{9AB2FCCD-5898-4815-91C0-7929423DE182}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