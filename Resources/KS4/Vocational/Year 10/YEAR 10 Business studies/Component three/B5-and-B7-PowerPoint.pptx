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A2070-0435-4F56-B638-2B3C775E45C5}">
  <a:tblStyle styleId="{121A2070-0435-4F56-B638-2B3C775E45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{121A2070-0435-4F56-B638-2B3C775E45C5}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{121A2070-0435-4F56-B638-2B3C775E45C5}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