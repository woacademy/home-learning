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9A60B-B506-4955-9A6E-707C662E26C9}">
  <a:tblStyle styleId="{33A9A60B-B506-4955-9A6E-707C662E26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{33A9A60B-B506-4955-9A6E-707C662E26C9}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{33A9A60B-B506-4955-9A6E-707C662E26C9}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