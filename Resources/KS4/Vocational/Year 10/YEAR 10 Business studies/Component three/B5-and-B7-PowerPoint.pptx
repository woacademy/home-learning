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D901B12-D795-407B-BE7C-AD9CB519A2CF}">
  <a:tblStyle styleId="{7D901B12-D795-407B-BE7C-AD9CB519A2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{7D901B12-D795-407B-BE7C-AD9CB519A2CF}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{7D901B12-D795-407B-BE7C-AD9CB519A2CF}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