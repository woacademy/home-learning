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E7AD50-72B7-480D-8A8A-7D4862225970}">
  <a:tblStyle styleId="{EDE7AD50-72B7-480D-8A8A-7D48622259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{EDE7AD50-72B7-480D-8A8A-7D4862225970}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{EDE7AD50-72B7-480D-8A8A-7D4862225970}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