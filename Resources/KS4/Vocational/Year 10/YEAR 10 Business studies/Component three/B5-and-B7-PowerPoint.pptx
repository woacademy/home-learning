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25F902-9375-4439-93AE-70313B9651F9}">
  <a:tblStyle styleId="{8525F902-9375-4439-93AE-70313B9651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{8525F902-9375-4439-93AE-70313B9651F9}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{8525F902-9375-4439-93AE-70313B9651F9}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