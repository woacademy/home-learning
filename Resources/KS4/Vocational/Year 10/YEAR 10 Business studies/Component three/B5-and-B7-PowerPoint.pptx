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1D29E2-E2C8-4EA6-9177-DB124BE72BC6}">
  <a:tblStyle styleId="{AD1D29E2-E2C8-4EA6-9177-DB124BE72B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{AD1D29E2-E2C8-4EA6-9177-DB124BE72BC6}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{AD1D29E2-E2C8-4EA6-9177-DB124BE72BC6}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