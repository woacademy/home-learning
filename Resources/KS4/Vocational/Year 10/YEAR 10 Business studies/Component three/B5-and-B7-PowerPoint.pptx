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F801F5-0B8C-4FB1-909F-6D30AD0A7846}">
  <a:tblStyle styleId="{0FF801F5-0B8C-4FB1-909F-6D30AD0A78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{0FF801F5-0B8C-4FB1-909F-6D30AD0A7846}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{0FF801F5-0B8C-4FB1-909F-6D30AD0A7846}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