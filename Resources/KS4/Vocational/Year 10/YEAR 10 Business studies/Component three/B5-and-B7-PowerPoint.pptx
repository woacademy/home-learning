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09B6F1-D010-4835-96D4-CD5344C7FBB0}">
  <a:tblStyle styleId="{A909B6F1-D010-4835-96D4-CD5344C7FB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{A909B6F1-D010-4835-96D4-CD5344C7FBB0}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{A909B6F1-D010-4835-96D4-CD5344C7FBB0}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