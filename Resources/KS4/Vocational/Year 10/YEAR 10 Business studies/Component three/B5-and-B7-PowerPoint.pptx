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CFC11-12E5-4254-835C-7C74A17D207A}">
  <a:tblStyle styleId="{D55CFC11-12E5-4254-835C-7C74A17D20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{D55CFC11-12E5-4254-835C-7C74A17D207A}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{D55CFC11-12E5-4254-835C-7C74A17D207A}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