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975CFD-E30D-4DE4-A029-19954A84AB05}">
  <a:tblStyle styleId="{7E975CFD-E30D-4DE4-A029-19954A84AB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{7E975CFD-E30D-4DE4-A029-19954A84AB05}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{7E975CFD-E30D-4DE4-A029-19954A84AB05}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