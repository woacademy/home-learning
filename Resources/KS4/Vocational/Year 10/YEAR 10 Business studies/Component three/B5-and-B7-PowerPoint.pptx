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8AB632-E8A6-4BDF-8F7D-CEC46B5367E4}">
  <a:tblStyle styleId="{788AB632-E8A6-4BDF-8F7D-CEC46B536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{788AB632-E8A6-4BDF-8F7D-CEC46B5367E4}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{788AB632-E8A6-4BDF-8F7D-CEC46B5367E4}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