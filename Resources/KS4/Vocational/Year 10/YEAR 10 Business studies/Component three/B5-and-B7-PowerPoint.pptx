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C91D35-DF36-49A4-82FD-ED63B3AE26A8}">
  <a:tblStyle styleId="{B9C91D35-DF36-49A4-82FD-ED63B3AE26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{B9C91D35-DF36-49A4-82FD-ED63B3AE26A8}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{B9C91D35-DF36-49A4-82FD-ED63B3AE26A8}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