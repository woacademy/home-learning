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BED9D5-3FE9-46EB-AECE-8FA9EA36F159}">
  <a:tblStyle styleId="{36BED9D5-3FE9-46EB-AECE-8FA9EA36F1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{36BED9D5-3FE9-46EB-AECE-8FA9EA36F159}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{36BED9D5-3FE9-46EB-AECE-8FA9EA36F159}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