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3B3A4C-1257-4C73-9D29-1B7DD8F956A8}">
  <a:tblStyle styleId="{DB3B3A4C-1257-4C73-9D29-1B7DD8F956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{DB3B3A4C-1257-4C73-9D29-1B7DD8F956A8}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{DB3B3A4C-1257-4C73-9D29-1B7DD8F956A8}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