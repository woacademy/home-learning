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68CF43-A4F4-4C29-9A38-E6155CDE7A70}">
  <a:tblStyle styleId="{8168CF43-A4F4-4C29-9A38-E6155CDE7A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{8168CF43-A4F4-4C29-9A38-E6155CDE7A70}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{8168CF43-A4F4-4C29-9A38-E6155CDE7A70}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