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4BE9DD-1F22-481C-8FF8-419BBCDAA892}">
  <a:tblStyle styleId="{014BE9DD-1F22-481C-8FF8-419BBCDAA8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{014BE9DD-1F22-481C-8FF8-419BBCDAA892}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{014BE9DD-1F22-481C-8FF8-419BBCDAA892}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