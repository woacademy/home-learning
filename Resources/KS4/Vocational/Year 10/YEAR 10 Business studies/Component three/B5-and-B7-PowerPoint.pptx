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0BC22A-4BFD-4C89-B1D9-327B3F21DBDC}">
  <a:tblStyle styleId="{2D0BC22A-4BFD-4C89-B1D9-327B3F21DB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{2D0BC22A-4BFD-4C89-B1D9-327B3F21DBDC}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{2D0BC22A-4BFD-4C89-B1D9-327B3F21DBDC}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