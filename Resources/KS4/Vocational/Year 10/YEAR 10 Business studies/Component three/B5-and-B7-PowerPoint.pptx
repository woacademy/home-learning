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2F522-66EA-4B5D-8CF2-CEBF78BF96CC}">
  <a:tblStyle styleId="{48D2F522-66EA-4B5D-8CF2-CEBF78BF96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{48D2F522-66EA-4B5D-8CF2-CEBF78BF96CC}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{48D2F522-66EA-4B5D-8CF2-CEBF78BF96CC}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