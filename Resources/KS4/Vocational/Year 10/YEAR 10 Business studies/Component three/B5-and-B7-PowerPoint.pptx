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A9EB7-551C-4F6D-9291-382D13E48BD3}">
  <a:tblStyle styleId="{7F5A9EB7-551C-4F6D-9291-382D13E48B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{7F5A9EB7-551C-4F6D-9291-382D13E48BD3}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{7F5A9EB7-551C-4F6D-9291-382D13E48BD3}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