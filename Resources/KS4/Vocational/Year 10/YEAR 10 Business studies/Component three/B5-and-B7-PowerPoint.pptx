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8B55F2-C3C4-4FEB-96F5-DA06B2912BEB}">
  <a:tblStyle styleId="{EA8B55F2-C3C4-4FEB-96F5-DA06B2912B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{EA8B55F2-C3C4-4FEB-96F5-DA06B2912BEB}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{EA8B55F2-C3C4-4FEB-96F5-DA06B2912BEB}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