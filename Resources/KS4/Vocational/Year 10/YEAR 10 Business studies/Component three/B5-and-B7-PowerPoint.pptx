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FE4C1C-A41D-407D-AEBF-FD24E52A4A54}">
  <a:tblStyle styleId="{72FE4C1C-A41D-407D-AEBF-FD24E52A4A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{72FE4C1C-A41D-407D-AEBF-FD24E52A4A54}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{72FE4C1C-A41D-407D-AEBF-FD24E52A4A54}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