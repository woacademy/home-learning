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7D208-3B06-4AD6-8A7D-C6101019D666}">
  <a:tblStyle styleId="{01F7D208-3B06-4AD6-8A7D-C6101019D6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{01F7D208-3B06-4AD6-8A7D-C6101019D666}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{01F7D208-3B06-4AD6-8A7D-C6101019D666}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