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D803EF-7145-46BB-964F-A98C2BE14ADF}">
  <a:tblStyle styleId="{F6D803EF-7145-46BB-964F-A98C2BE14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{F6D803EF-7145-46BB-964F-A98C2BE14ADF}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{F6D803EF-7145-46BB-964F-A98C2BE14ADF}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