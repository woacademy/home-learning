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4F8F99B-7773-46AB-95DA-3928E23A975D}">
  <a:tblStyle styleId="{C4F8F99B-7773-46AB-95DA-3928E23A975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5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{C4F8F99B-7773-46AB-95DA-3928E23A975D}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{C4F8F99B-7773-46AB-95DA-3928E23A975D}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