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99D9BD-F3DD-46FA-AC38-4950CD97B96B}">
  <a:tblStyle styleId="{A399D9BD-F3DD-46FA-AC38-4950CD97B9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{A399D9BD-F3DD-46FA-AC38-4950CD97B96B}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{A399D9BD-F3DD-46FA-AC38-4950CD97B96B}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