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331DBE-41E4-4A96-96CB-3155A617E29F}">
  <a:tblStyle styleId="{18331DBE-41E4-4A96-96CB-3155A617E2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{18331DBE-41E4-4A96-96CB-3155A617E29F}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{18331DBE-41E4-4A96-96CB-3155A617E29F}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