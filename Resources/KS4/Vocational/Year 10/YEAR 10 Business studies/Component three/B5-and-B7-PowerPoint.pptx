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6381026-E30C-4D1B-9C17-C866C94AEABE}">
  <a:tblStyle styleId="{66381026-E30C-4D1B-9C17-C866C94AEA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{66381026-E30C-4D1B-9C17-C866C94AEABE}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{66381026-E30C-4D1B-9C17-C866C94AEABE}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