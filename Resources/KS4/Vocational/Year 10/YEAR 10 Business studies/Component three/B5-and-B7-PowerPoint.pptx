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2E87C6-5F92-4FF4-A666-4E63E009D430}">
  <a:tblStyle styleId="{DA2E87C6-5F92-4FF4-A666-4E63E009D43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{DA2E87C6-5F92-4FF4-A666-4E63E009D430}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{DA2E87C6-5F92-4FF4-A666-4E63E009D430}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