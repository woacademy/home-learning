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D27378-0AD3-4FE2-BAE5-3144F4311384}">
  <a:tblStyle styleId="{F3D27378-0AD3-4FE2-BAE5-3144F43113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{F3D27378-0AD3-4FE2-BAE5-3144F4311384}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{F3D27378-0AD3-4FE2-BAE5-3144F4311384}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