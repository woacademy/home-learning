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874F3-F4D2-40F5-A0F6-ECD6546FCDCC}">
  <a:tblStyle styleId="{F31874F3-F4D2-40F5-A0F6-ECD6546FCD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{F31874F3-F4D2-40F5-A0F6-ECD6546FCDCC}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{F31874F3-F4D2-40F5-A0F6-ECD6546FCDCC}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