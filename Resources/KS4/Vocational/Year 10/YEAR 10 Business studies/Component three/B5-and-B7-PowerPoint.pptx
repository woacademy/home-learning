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EDA22A-893B-4972-8123-F53EE05ECE9A}">
  <a:tblStyle styleId="{32EDA22A-893B-4972-8123-F53EE05ECE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{32EDA22A-893B-4972-8123-F53EE05ECE9A}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{32EDA22A-893B-4972-8123-F53EE05ECE9A}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