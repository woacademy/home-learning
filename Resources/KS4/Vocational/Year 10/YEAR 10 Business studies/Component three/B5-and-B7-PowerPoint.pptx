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70AF02-F424-423B-A436-DC423CE934D0}">
  <a:tblStyle styleId="{AB70AF02-F424-423B-A436-DC423CE934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{AB70AF02-F424-423B-A436-DC423CE934D0}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{AB70AF02-F424-423B-A436-DC423CE934D0}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