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94DE60-F03D-4D3A-B41E-EB72D00EC67B}">
  <a:tblStyle styleId="{7F94DE60-F03D-4D3A-B41E-EB72D00EC6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{7F94DE60-F03D-4D3A-B41E-EB72D00EC67B}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{7F94DE60-F03D-4D3A-B41E-EB72D00EC67B}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