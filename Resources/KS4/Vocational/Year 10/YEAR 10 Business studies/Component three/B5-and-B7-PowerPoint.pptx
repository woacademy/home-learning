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63DFEA-D0D9-42ED-905A-DB08D973B8D3}">
  <a:tblStyle styleId="{A463DFEA-D0D9-42ED-905A-DB08D973B8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{A463DFEA-D0D9-42ED-905A-DB08D973B8D3}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{A463DFEA-D0D9-42ED-905A-DB08D973B8D3}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