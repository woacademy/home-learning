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855A6F-EE13-48E6-857F-988C44F741AE}">
  <a:tblStyle styleId="{29855A6F-EE13-48E6-857F-988C44F741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{29855A6F-EE13-48E6-857F-988C44F741AE}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{29855A6F-EE13-48E6-857F-988C44F741AE}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