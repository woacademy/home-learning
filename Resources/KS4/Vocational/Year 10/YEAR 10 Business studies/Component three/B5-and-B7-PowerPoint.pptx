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26FE7-7DED-4196-BA2C-BF1FC2CD00BD}">
  <a:tblStyle styleId="{90A26FE7-7DED-4196-BA2C-BF1FC2CD00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{90A26FE7-7DED-4196-BA2C-BF1FC2CD00BD}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{90A26FE7-7DED-4196-BA2C-BF1FC2CD00BD}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