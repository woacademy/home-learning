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2C35AB-5C87-42B0-9CDF-5C8349DB4CF9}">
  <a:tblStyle styleId="{022C35AB-5C87-42B0-9CDF-5C8349DB4C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{022C35AB-5C87-42B0-9CDF-5C8349DB4CF9}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{022C35AB-5C87-42B0-9CDF-5C8349DB4CF9}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