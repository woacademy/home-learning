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BF264D-99EC-4628-953C-F453B1783788}">
  <a:tblStyle styleId="{CFBF264D-99EC-4628-953C-F453B17837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{CFBF264D-99EC-4628-953C-F453B1783788}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{CFBF264D-99EC-4628-953C-F453B1783788}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