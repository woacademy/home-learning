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11BEB0-8CEC-46BB-BB5B-8F9440F4E199}">
  <a:tblStyle styleId="{0811BEB0-8CEC-46BB-BB5B-8F9440F4E1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{0811BEB0-8CEC-46BB-BB5B-8F9440F4E199}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{0811BEB0-8CEC-46BB-BB5B-8F9440F4E199}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