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D46550-6C6F-4790-BD55-096A90D3DE1E}">
  <a:tblStyle styleId="{B9D46550-6C6F-4790-BD55-096A90D3DE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{B9D46550-6C6F-4790-BD55-096A90D3DE1E}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{B9D46550-6C6F-4790-BD55-096A90D3DE1E}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