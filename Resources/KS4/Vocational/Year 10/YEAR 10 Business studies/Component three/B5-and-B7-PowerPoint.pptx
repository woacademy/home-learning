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14BB5F-E6D1-406D-B497-1535AA0E5BB5}">
  <a:tblStyle styleId="{C514BB5F-E6D1-406D-B497-1535AA0E5B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{C514BB5F-E6D1-406D-B497-1535AA0E5BB5}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{C514BB5F-E6D1-406D-B497-1535AA0E5BB5}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