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D7C99-E9C9-4445-886B-1EBF12E95FD1}">
  <a:tblStyle styleId="{EB4D7C99-E9C9-4445-886B-1EBF12E95F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{EB4D7C99-E9C9-4445-886B-1EBF12E95FD1}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{EB4D7C99-E9C9-4445-886B-1EBF12E95FD1}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