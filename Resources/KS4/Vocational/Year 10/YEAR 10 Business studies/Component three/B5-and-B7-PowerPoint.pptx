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03D62D-B3B7-464F-8010-EF7E4F5A684A}">
  <a:tblStyle styleId="{6D03D62D-B3B7-464F-8010-EF7E4F5A68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{6D03D62D-B3B7-464F-8010-EF7E4F5A684A}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{6D03D62D-B3B7-464F-8010-EF7E4F5A684A}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