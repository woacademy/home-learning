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65D39-466F-4A90-A0EC-B2503D7511D9}">
  <a:tblStyle styleId="{EE465D39-466F-4A90-A0EC-B2503D7511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{EE465D39-466F-4A90-A0EC-B2503D7511D9}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{EE465D39-466F-4A90-A0EC-B2503D7511D9}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