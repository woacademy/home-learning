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877A12-B190-4C16-A862-6509E28C4816}">
  <a:tblStyle styleId="{DC877A12-B190-4C16-A862-6509E28C48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{DC877A12-B190-4C16-A862-6509E28C4816}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{DC877A12-B190-4C16-A862-6509E28C4816}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