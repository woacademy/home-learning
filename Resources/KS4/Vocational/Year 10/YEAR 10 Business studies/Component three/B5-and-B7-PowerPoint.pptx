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2F94F7-C9D3-435E-89A3-3C65406F0B3C}">
  <a:tblStyle styleId="{EE2F94F7-C9D3-435E-89A3-3C65406F0B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{EE2F94F7-C9D3-435E-89A3-3C65406F0B3C}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{EE2F94F7-C9D3-435E-89A3-3C65406F0B3C}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