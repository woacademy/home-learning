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0D6ADF-244D-4FBF-BA43-8D1A84177469}">
  <a:tblStyle styleId="{C90D6ADF-244D-4FBF-BA43-8D1A841774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{C90D6ADF-244D-4FBF-BA43-8D1A84177469}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{C90D6ADF-244D-4FBF-BA43-8D1A84177469}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