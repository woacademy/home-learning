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8D25F-E4CE-4A91-8AF1-3A00E2D62866}">
  <a:tblStyle styleId="{59C8D25F-E4CE-4A91-8AF1-3A00E2D628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{59C8D25F-E4CE-4A91-8AF1-3A00E2D62866}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{59C8D25F-E4CE-4A91-8AF1-3A00E2D62866}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