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EBFD8F-5786-4D64-91A6-60E192E2A327}">
  <a:tblStyle styleId="{A1EBFD8F-5786-4D64-91A6-60E192E2A3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{A1EBFD8F-5786-4D64-91A6-60E192E2A327}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{A1EBFD8F-5786-4D64-91A6-60E192E2A327}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