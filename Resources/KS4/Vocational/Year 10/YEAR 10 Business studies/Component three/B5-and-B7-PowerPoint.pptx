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F431B6-04A1-46E6-96DF-66E8925EA79E}">
  <a:tblStyle styleId="{9BF431B6-04A1-46E6-96DF-66E8925EA7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{9BF431B6-04A1-46E6-96DF-66E8925EA79E}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{9BF431B6-04A1-46E6-96DF-66E8925EA79E}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