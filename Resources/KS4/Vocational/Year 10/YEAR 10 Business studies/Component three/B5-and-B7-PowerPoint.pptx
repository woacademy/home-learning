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069C2B-B70F-4BB1-A135-73EA48738B30}">
  <a:tblStyle styleId="{85069C2B-B70F-4BB1-A135-73EA48738B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{85069C2B-B70F-4BB1-A135-73EA48738B30}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{85069C2B-B70F-4BB1-A135-73EA48738B30}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