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BB0B61-8826-4A2F-BF53-74864802CB9B}">
  <a:tblStyle styleId="{66BB0B61-8826-4A2F-BF53-74864802CB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{66BB0B61-8826-4A2F-BF53-74864802CB9B}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{66BB0B61-8826-4A2F-BF53-74864802CB9B}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