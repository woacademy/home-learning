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CBDA94-0315-424C-8142-D52349148519}">
  <a:tblStyle styleId="{AACBDA94-0315-424C-8142-D523491485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{AACBDA94-0315-424C-8142-D52349148519}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{AACBDA94-0315-424C-8142-D52349148519}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