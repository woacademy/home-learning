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F4BF04-095E-4D12-9FAE-E80E62FD8043}">
  <a:tblStyle styleId="{9EF4BF04-095E-4D12-9FAE-E80E62FD80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{9EF4BF04-095E-4D12-9FAE-E80E62FD8043}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{9EF4BF04-095E-4D12-9FAE-E80E62FD8043}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