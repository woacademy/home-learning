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F77B63-2AA7-496B-B53D-7C456CAAC99B}">
  <a:tblStyle styleId="{4DF77B63-2AA7-496B-B53D-7C456CAAC9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{4DF77B63-2AA7-496B-B53D-7C456CAAC99B}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{4DF77B63-2AA7-496B-B53D-7C456CAAC99B}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