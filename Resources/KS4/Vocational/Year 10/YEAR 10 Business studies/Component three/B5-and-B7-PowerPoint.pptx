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03D99A-B25C-4567-B796-08E1376AE0F7}">
  <a:tblStyle styleId="{7803D99A-B25C-4567-B796-08E1376AE0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{7803D99A-B25C-4567-B796-08E1376AE0F7}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{7803D99A-B25C-4567-B796-08E1376AE0F7}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