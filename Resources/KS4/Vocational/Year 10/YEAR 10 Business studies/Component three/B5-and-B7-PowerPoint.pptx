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26F0EC-3A33-40CA-B070-9AEB26F54EA0}">
  <a:tblStyle styleId="{EB26F0EC-3A33-40CA-B070-9AEB26F54E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{EB26F0EC-3A33-40CA-B070-9AEB26F54EA0}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{EB26F0EC-3A33-40CA-B070-9AEB26F54EA0}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