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CBB8A4-7474-4A58-A713-AC54E23E4425}">
  <a:tblStyle styleId="{48CBB8A4-7474-4A58-A713-AC54E23E44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{48CBB8A4-7474-4A58-A713-AC54E23E4425}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{48CBB8A4-7474-4A58-A713-AC54E23E4425}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