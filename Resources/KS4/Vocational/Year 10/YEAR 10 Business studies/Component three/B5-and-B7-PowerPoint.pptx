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776AAF-2063-47E7-8EBA-245605B11DBF}">
  <a:tblStyle styleId="{29776AAF-2063-47E7-8EBA-245605B11D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{29776AAF-2063-47E7-8EBA-245605B11DBF}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{29776AAF-2063-47E7-8EBA-245605B11DBF}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