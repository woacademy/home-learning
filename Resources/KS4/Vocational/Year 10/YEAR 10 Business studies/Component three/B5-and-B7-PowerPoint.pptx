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607998-D722-45D3-8641-1BE3B5A29B40}">
  <a:tblStyle styleId="{5A607998-D722-45D3-8641-1BE3B5A29B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{5A607998-D722-45D3-8641-1BE3B5A29B40}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{5A607998-D722-45D3-8641-1BE3B5A29B40}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