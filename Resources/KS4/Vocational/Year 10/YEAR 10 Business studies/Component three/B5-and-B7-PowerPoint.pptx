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11211E9-90EA-402E-B774-60176FAD07A8}">
  <a:tblStyle styleId="{B11211E9-90EA-402E-B774-60176FAD07A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{B11211E9-90EA-402E-B774-60176FAD07A8}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{B11211E9-90EA-402E-B774-60176FAD07A8}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