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250D0B-DA5A-4D59-BA98-01DA57F4B067}">
  <a:tblStyle styleId="{F0250D0B-DA5A-4D59-BA98-01DA57F4B0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{F0250D0B-DA5A-4D59-BA98-01DA57F4B067}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{F0250D0B-DA5A-4D59-BA98-01DA57F4B067}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