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0C1CA9-2600-4497-A89A-82160A3C8185}">
  <a:tblStyle styleId="{5B0C1CA9-2600-4497-A89A-82160A3C81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{5B0C1CA9-2600-4497-A89A-82160A3C8185}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{5B0C1CA9-2600-4497-A89A-82160A3C8185}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