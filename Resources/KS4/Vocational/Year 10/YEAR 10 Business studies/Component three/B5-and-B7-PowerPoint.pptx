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1937C-3F38-4D92-B3CA-56C4AE46050B}">
  <a:tblStyle styleId="{24A1937C-3F38-4D92-B3CA-56C4AE4605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{24A1937C-3F38-4D92-B3CA-56C4AE46050B}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{24A1937C-3F38-4D92-B3CA-56C4AE46050B}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