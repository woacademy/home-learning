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822D37-CA97-45D1-8909-69D7F38E09E6}">
  <a:tblStyle styleId="{0C822D37-CA97-45D1-8909-69D7F38E09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{0C822D37-CA97-45D1-8909-69D7F38E09E6}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{0C822D37-CA97-45D1-8909-69D7F38E09E6}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