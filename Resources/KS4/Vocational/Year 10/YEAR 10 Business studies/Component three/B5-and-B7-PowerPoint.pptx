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347C1-261A-4A11-BE95-FD1143909E6C}">
  <a:tblStyle styleId="{2D4347C1-261A-4A11-BE95-FD1143909E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{2D4347C1-261A-4A11-BE95-FD1143909E6C}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{2D4347C1-261A-4A11-BE95-FD1143909E6C}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