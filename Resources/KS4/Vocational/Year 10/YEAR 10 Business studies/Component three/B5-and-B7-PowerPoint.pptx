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384918-BBF9-4D6F-BF46-C145A3E6AABD}">
  <a:tblStyle styleId="{F7384918-BBF9-4D6F-BF46-C145A3E6AA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{F7384918-BBF9-4D6F-BF46-C145A3E6AABD}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{F7384918-BBF9-4D6F-BF46-C145A3E6AABD}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