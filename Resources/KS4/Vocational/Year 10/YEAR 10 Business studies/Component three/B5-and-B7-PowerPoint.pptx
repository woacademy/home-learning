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9D4EEE-E5E9-4F6A-8ECF-AD1D28E47322}">
  <a:tblStyle styleId="{9D9D4EEE-E5E9-4F6A-8ECF-AD1D28E473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{9D9D4EEE-E5E9-4F6A-8ECF-AD1D28E47322}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{9D9D4EEE-E5E9-4F6A-8ECF-AD1D28E47322}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