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2F09E-5425-47DC-9B25-A6EF0263DAAC}">
  <a:tblStyle styleId="{6332F09E-5425-47DC-9B25-A6EF0263DA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{6332F09E-5425-47DC-9B25-A6EF0263DAAC}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{6332F09E-5425-47DC-9B25-A6EF0263DAAC}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