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8F1B55-4871-4F2F-BA26-18CBB8AD8DDF}">
  <a:tblStyle styleId="{038F1B55-4871-4F2F-BA26-18CBB8AD8D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{038F1B55-4871-4F2F-BA26-18CBB8AD8DDF}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{038F1B55-4871-4F2F-BA26-18CBB8AD8DDF}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