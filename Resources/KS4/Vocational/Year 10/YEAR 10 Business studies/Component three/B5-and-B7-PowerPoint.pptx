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AC35D8-0A92-415F-BC7A-96853D92BDC3}">
  <a:tblStyle styleId="{02AC35D8-0A92-415F-BC7A-96853D92BD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{02AC35D8-0A92-415F-BC7A-96853D92BDC3}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{02AC35D8-0A92-415F-BC7A-96853D92BDC3}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