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C74E58-052A-4280-89BA-D4B65005B034}">
  <a:tblStyle styleId="{DDC74E58-052A-4280-89BA-D4B65005B0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{DDC74E58-052A-4280-89BA-D4B65005B034}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{DDC74E58-052A-4280-89BA-D4B65005B034}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