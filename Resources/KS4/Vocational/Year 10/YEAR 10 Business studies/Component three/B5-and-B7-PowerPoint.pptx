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F6E870-6397-456F-A184-165B4D98F873}">
  <a:tblStyle styleId="{29F6E870-6397-456F-A184-165B4D98F8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{29F6E870-6397-456F-A184-165B4D98F873}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{29F6E870-6397-456F-A184-165B4D98F873}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