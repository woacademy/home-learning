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D4A67F-83C7-474D-A13F-0A3670AACB0D}">
  <a:tblStyle styleId="{57D4A67F-83C7-474D-A13F-0A3670AACB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{57D4A67F-83C7-474D-A13F-0A3670AACB0D}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