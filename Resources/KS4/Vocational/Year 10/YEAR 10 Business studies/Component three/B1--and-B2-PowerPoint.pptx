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2CD6C3E-DF1A-40CA-8A98-AE6E857A6C0C}">
  <a:tblStyle styleId="{12CD6C3E-DF1A-40CA-8A98-AE6E857A6C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{12CD6C3E-DF1A-40CA-8A98-AE6E857A6C0C}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