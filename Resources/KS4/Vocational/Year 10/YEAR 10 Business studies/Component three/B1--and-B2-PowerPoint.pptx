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7A10FDC-A5C9-4D27-A5E7-0F52453CA906}">
  <a:tblStyle styleId="{27A10FDC-A5C9-4D27-A5E7-0F52453CA90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{27A10FDC-A5C9-4D27-A5E7-0F52453CA906}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