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5DE290F-E5E9-4F98-9DAA-AE0B9C1F2C9A}">
  <a:tblStyle styleId="{65DE290F-E5E9-4F98-9DAA-AE0B9C1F2C9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3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{65DE290F-E5E9-4F98-9DAA-AE0B9C1F2C9A}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