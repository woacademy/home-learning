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788B23-EA58-4F6B-8AE3-70BC70DC4B37}">
  <a:tblStyle styleId="{D6788B23-EA58-4F6B-8AE3-70BC70DC4B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{D6788B23-EA58-4F6B-8AE3-70BC70DC4B37}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