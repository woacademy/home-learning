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80F553-829C-4D9E-8BE6-F587163BCBAA}">
  <a:tblStyle styleId="{6580F553-829C-4D9E-8BE6-F587163BCB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{6580F553-829C-4D9E-8BE6-F587163BCBAA}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