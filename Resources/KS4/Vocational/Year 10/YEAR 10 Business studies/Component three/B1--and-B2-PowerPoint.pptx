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60B1FA-0D96-40A2-947D-2E948B688FF1}">
  <a:tblStyle styleId="{B860B1FA-0D96-40A2-947D-2E948B688F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{B860B1FA-0D96-40A2-947D-2E948B688FF1}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