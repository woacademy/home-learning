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CC535D-9383-4E0C-850A-D0281F5A88E8}">
  <a:tblStyle styleId="{7CCC535D-9383-4E0C-850A-D0281F5A88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{7CCC535D-9383-4E0C-850A-D0281F5A88E8}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