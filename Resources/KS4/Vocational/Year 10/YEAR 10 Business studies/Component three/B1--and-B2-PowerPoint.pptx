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752588-B842-4273-9652-52D6CFAA8999}">
  <a:tblStyle styleId="{FC752588-B842-4273-9652-52D6CFAA89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{FC752588-B842-4273-9652-52D6CFAA8999}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