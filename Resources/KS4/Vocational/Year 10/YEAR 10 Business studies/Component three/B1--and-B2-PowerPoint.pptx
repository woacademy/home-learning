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70B06-FF55-4EA6-BA36-99C48846D096}">
  <a:tblStyle styleId="{31D70B06-FF55-4EA6-BA36-99C48846D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{31D70B06-FF55-4EA6-BA36-99C48846D096}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