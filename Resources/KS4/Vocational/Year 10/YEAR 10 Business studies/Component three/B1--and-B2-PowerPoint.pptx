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451DC8-EFB0-4BF4-B101-526E9A83CF01}">
  <a:tblStyle styleId="{E4451DC8-EFB0-4BF4-B101-526E9A83CF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{E4451DC8-EFB0-4BF4-B101-526E9A83CF01}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