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69C1AA-31BE-4BB2-BC22-FF4294999901}">
  <a:tblStyle styleId="{2969C1AA-31BE-4BB2-BC22-FF42949999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{2969C1AA-31BE-4BB2-BC22-FF4294999901}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