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7F71B6-0B34-40D4-8E06-CA2F3937E355}">
  <a:tblStyle styleId="{047F71B6-0B34-40D4-8E06-CA2F3937E3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{047F71B6-0B34-40D4-8E06-CA2F3937E355}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