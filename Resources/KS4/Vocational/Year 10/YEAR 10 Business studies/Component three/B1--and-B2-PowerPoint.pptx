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6C353A3-7752-4BE0-A11B-421F3E442497}">
  <a:tblStyle styleId="{06C353A3-7752-4BE0-A11B-421F3E44249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5.png"/><Relationship Id="rId5" Type="http://schemas.openxmlformats.org/officeDocument/2006/relationships/image" Target="../media/image4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{06C353A3-7752-4BE0-A11B-421F3E442497}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