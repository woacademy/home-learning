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AE65F1-EA09-4AA9-ACA9-7B7E74D79DAA}">
  <a:tblStyle styleId="{79AE65F1-EA09-4AA9-ACA9-7B7E74D79D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{79AE65F1-EA09-4AA9-ACA9-7B7E74D79DAA}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