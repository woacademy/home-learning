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14FEEB-99A8-4FD0-96F9-DFFC2B5A63FE}">
  <a:tblStyle styleId="{1514FEEB-99A8-4FD0-96F9-DFFC2B5A63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{1514FEEB-99A8-4FD0-96F9-DFFC2B5A63FE}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