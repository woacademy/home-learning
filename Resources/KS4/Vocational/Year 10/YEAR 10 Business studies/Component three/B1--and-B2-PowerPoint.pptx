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20D04F-74B3-4BBF-B25B-CB767D2DCBC0}">
  <a:tblStyle styleId="{5020D04F-74B3-4BBF-B25B-CB767D2DCB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{5020D04F-74B3-4BBF-B25B-CB767D2DCBC0}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