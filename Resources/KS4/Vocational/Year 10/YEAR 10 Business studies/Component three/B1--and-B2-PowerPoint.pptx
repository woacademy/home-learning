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67A836-ECE4-4990-9785-A2C8CA949F2B}">
  <a:tblStyle styleId="{4267A836-ECE4-4990-9785-A2C8CA949F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{4267A836-ECE4-4990-9785-A2C8CA949F2B}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