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6DB241-6F29-4F62-AE07-40587DC1DC89}">
  <a:tblStyle styleId="{C86DB241-6F29-4F62-AE07-40587DC1DC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{C86DB241-6F29-4F62-AE07-40587DC1DC89}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