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73074F-5B76-499C-990F-D1F80C504E14}">
  <a:tblStyle styleId="{4B73074F-5B76-499C-990F-D1F80C504E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{4B73074F-5B76-499C-990F-D1F80C504E14}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