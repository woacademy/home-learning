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879FC0-36C1-48DF-B317-FE698931BC37}">
  <a:tblStyle styleId="{70879FC0-36C1-48DF-B317-FE698931BC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{70879FC0-36C1-48DF-B317-FE698931BC37}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