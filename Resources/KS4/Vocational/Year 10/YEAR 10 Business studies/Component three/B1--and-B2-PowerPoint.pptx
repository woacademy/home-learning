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5A11B6-AD68-43ED-BE1F-173579D40B5D}">
  <a:tblStyle styleId="{E45A11B6-AD68-43ED-BE1F-173579D40B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{E45A11B6-AD68-43ED-BE1F-173579D40B5D}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