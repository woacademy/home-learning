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D76D3E-F55B-42F4-99A7-DECF5AE8AA2F}">
  <a:tblStyle styleId="{16D76D3E-F55B-42F4-99A7-DECF5AE8AA2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{16D76D3E-F55B-42F4-99A7-DECF5AE8AA2F}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