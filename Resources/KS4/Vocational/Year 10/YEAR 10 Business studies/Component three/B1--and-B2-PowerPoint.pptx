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845D81-ADF4-44BF-8C4E-FA38447268B2}">
  <a:tblStyle styleId="{16845D81-ADF4-44BF-8C4E-FA38447268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{16845D81-ADF4-44BF-8C4E-FA38447268B2}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