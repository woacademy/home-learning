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AC4498-0869-4B98-BB93-E97FCB8FED4F}">
  <a:tblStyle styleId="{E2AC4498-0869-4B98-BB93-E97FCB8FED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{E2AC4498-0869-4B98-BB93-E97FCB8FED4F}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