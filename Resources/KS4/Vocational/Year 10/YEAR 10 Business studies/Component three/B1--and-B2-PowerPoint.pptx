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81C190-C5AF-433D-A902-AE222B5AA27D}">
  <a:tblStyle styleId="{3C81C190-C5AF-433D-A902-AE222B5AA2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{3C81C190-C5AF-433D-A902-AE222B5AA27D}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