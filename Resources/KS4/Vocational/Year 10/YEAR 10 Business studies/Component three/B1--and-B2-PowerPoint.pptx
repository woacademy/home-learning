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4CC2B8-A2D4-4A04-9B7D-0C9F6453B012}">
  <a:tblStyle styleId="{664CC2B8-A2D4-4A04-9B7D-0C9F6453B0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{664CC2B8-A2D4-4A04-9B7D-0C9F6453B012}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