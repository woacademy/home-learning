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579F5-9EE0-4D3E-AB9E-9028A1B785BD}">
  <a:tblStyle styleId="{6BB579F5-9EE0-4D3E-AB9E-9028A1B785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{6BB579F5-9EE0-4D3E-AB9E-9028A1B785BD}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