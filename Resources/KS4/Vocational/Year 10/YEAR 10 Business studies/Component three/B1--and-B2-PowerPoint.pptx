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1BA8F1-5CCD-4727-948F-8C63AEB214EF}">
  <a:tblStyle styleId="{DC1BA8F1-5CCD-4727-948F-8C63AEB214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{DC1BA8F1-5CCD-4727-948F-8C63AEB214EF}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