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FC75DA-4EB3-4DB9-9A9E-F406BD59CA11}">
  <a:tblStyle styleId="{9FFC75DA-4EB3-4DB9-9A9E-F406BD59CA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{9FFC75DA-4EB3-4DB9-9A9E-F406BD59CA11}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