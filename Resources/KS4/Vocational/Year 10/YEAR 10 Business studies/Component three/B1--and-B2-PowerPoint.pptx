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8BC87A-1E50-46B3-8C7D-0F5EE1F42442}">
  <a:tblStyle styleId="{DA8BC87A-1E50-46B3-8C7D-0F5EE1F424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{DA8BC87A-1E50-46B3-8C7D-0F5EE1F42442}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