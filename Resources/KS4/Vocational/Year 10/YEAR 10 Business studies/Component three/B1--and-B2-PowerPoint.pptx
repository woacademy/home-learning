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B53BDE-DBA3-4E9F-9E6E-ED341E52BA5D}">
  <a:tblStyle styleId="{5FB53BDE-DBA3-4E9F-9E6E-ED341E52BA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{5FB53BDE-DBA3-4E9F-9E6E-ED341E52BA5D}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