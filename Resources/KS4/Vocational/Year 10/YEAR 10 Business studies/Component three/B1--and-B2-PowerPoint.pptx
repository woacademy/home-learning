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96BDA7-ABA3-443B-9F27-D65E9C5F2AA3}">
  <a:tblStyle styleId="{9996BDA7-ABA3-443B-9F27-D65E9C5F2A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{9996BDA7-ABA3-443B-9F27-D65E9C5F2AA3}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