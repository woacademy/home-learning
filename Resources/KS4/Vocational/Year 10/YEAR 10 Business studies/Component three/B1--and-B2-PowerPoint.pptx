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67F88-3CD1-4F66-A7E8-2B930D531839}">
  <a:tblStyle styleId="{9E667F88-3CD1-4F66-A7E8-2B930D5318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{9E667F88-3CD1-4F66-A7E8-2B930D531839}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