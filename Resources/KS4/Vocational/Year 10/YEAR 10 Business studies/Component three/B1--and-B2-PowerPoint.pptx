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A5E3EC3-3E65-489F-8461-115A755D78EE}">
  <a:tblStyle styleId="{4A5E3EC3-3E65-489F-8461-115A755D78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{4A5E3EC3-3E65-489F-8461-115A755D78EE}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