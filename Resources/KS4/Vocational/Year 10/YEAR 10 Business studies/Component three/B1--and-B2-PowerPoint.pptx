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1ED11E-F44C-40B3-BA73-D09C18BABA6F}">
  <a:tblStyle styleId="{B81ED11E-F44C-40B3-BA73-D09C18BABA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{B81ED11E-F44C-40B3-BA73-D09C18BABA6F}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