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B76D79-917A-42D5-9E1C-EF4F2C86F500}">
  <a:tblStyle styleId="{E2B76D79-917A-42D5-9E1C-EF4F2C86F5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{E2B76D79-917A-42D5-9E1C-EF4F2C86F500}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