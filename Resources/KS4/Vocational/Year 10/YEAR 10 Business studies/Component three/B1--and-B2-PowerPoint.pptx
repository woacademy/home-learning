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C7B519-DF7A-404C-BB51-E5A7CA729E79}">
  <a:tblStyle styleId="{21C7B519-DF7A-404C-BB51-E5A7CA729E7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{21C7B519-DF7A-404C-BB51-E5A7CA729E79}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