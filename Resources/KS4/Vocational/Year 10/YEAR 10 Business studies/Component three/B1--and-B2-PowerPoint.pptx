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8ACDBC7-018F-4C1A-ADC4-E27BF391D41F}">
  <a:tblStyle styleId="{A8ACDBC7-018F-4C1A-ADC4-E27BF391D4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{A8ACDBC7-018F-4C1A-ADC4-E27BF391D41F}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