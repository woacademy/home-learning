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7C78EA8-387F-441C-B046-9FA6D2B7F9EF}">
  <a:tblStyle styleId="{17C78EA8-387F-441C-B046-9FA6D2B7F9E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{17C78EA8-387F-441C-B046-9FA6D2B7F9EF}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