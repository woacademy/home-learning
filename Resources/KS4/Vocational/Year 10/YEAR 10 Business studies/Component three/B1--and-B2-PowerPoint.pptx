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4E68D8-2DEF-41C2-82E2-824FA0E6073F}">
  <a:tblStyle styleId="{9A4E68D8-2DEF-41C2-82E2-824FA0E607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{9A4E68D8-2DEF-41C2-82E2-824FA0E6073F}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