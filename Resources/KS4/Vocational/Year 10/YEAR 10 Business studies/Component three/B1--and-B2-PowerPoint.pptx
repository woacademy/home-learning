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1269B3-F1A0-41DE-9995-D703B21514FD}">
  <a:tblStyle styleId="{E31269B3-F1A0-41DE-9995-D703B21514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{E31269B3-F1A0-41DE-9995-D703B21514FD}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