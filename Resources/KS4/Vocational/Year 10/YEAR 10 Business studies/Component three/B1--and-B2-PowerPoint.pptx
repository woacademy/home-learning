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608D6F-B26C-4B5E-B87F-98B0CBFC921C}">
  <a:tblStyle styleId="{0E608D6F-B26C-4B5E-B87F-98B0CBFC92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{0E608D6F-B26C-4B5E-B87F-98B0CBFC921C}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