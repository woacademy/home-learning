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225FC8-5A2C-4A22-8BC5-6B7BF667BFF2}">
  <a:tblStyle styleId="{55225FC8-5A2C-4A22-8BC5-6B7BF667BF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{55225FC8-5A2C-4A22-8BC5-6B7BF667BFF2}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