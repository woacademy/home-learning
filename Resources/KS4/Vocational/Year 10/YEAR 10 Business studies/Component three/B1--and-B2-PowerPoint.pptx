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646BC3-55BE-4997-B021-02909972D4FC}">
  <a:tblStyle styleId="{B2646BC3-55BE-4997-B021-02909972D4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{B2646BC3-55BE-4997-B021-02909972D4FC}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