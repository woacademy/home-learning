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A30B0C-4F05-4A9C-846B-FDFB6FEB6F2F}">
  <a:tblStyle styleId="{71A30B0C-4F05-4A9C-846B-FDFB6FEB6F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{71A30B0C-4F05-4A9C-846B-FDFB6FEB6F2F}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