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490046-9D6A-4F5D-B34D-B6AC186DF5D5}">
  <a:tblStyle styleId="{FA490046-9D6A-4F5D-B34D-B6AC186DF5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{FA490046-9D6A-4F5D-B34D-B6AC186DF5D5}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