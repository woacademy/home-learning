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294D093-8148-406D-840D-B2D473A4CB26}">
  <a:tblStyle styleId="{9294D093-8148-406D-840D-B2D473A4CB2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{9294D093-8148-406D-840D-B2D473A4CB26}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