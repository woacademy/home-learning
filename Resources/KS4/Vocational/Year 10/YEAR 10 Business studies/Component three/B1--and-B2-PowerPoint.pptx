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AB1604-ECA7-4818-A159-C051F7C35F1A}">
  <a:tblStyle styleId="{D5AB1604-ECA7-4818-A159-C051F7C35F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{D5AB1604-ECA7-4818-A159-C051F7C35F1A}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