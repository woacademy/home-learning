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184252-4DBE-47F3-A6AF-E29BEC980C89}">
  <a:tblStyle styleId="{6F184252-4DBE-47F3-A6AF-E29BEC980C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{6F184252-4DBE-47F3-A6AF-E29BEC980C89}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