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7F7510-54AB-4926-9D5B-040E24B3509B}">
  <a:tblStyle styleId="{D87F7510-54AB-4926-9D5B-040E24B350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{D87F7510-54AB-4926-9D5B-040E24B3509B}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