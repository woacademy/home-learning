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9ECA78-6ABE-4091-B448-65C46F360636}">
  <a:tblStyle styleId="{599ECA78-6ABE-4091-B448-65C46F3606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{599ECA78-6ABE-4091-B448-65C46F360636}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