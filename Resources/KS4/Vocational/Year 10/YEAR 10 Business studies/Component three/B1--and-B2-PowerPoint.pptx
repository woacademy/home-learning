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441F48-7B7D-4D29-B8C9-FAC8D8670C61}">
  <a:tblStyle styleId="{BD441F48-7B7D-4D29-B8C9-FAC8D8670C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{BD441F48-7B7D-4D29-B8C9-FAC8D8670C61}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