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7B7C27-44F5-4351-AC6F-1B2A9D8CF19D}">
  <a:tblStyle styleId="{CF7B7C27-44F5-4351-AC6F-1B2A9D8CF19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{CF7B7C27-44F5-4351-AC6F-1B2A9D8CF19D}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