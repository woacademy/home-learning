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15C29C-03F9-4BA2-A641-89E1CA6291E3}">
  <a:tblStyle styleId="{8D15C29C-03F9-4BA2-A641-89E1CA6291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{8D15C29C-03F9-4BA2-A641-89E1CA6291E3}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