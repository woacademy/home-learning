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C03859D-B429-4682-ADD0-AE8E1ECC7870}">
  <a:tblStyle styleId="{FC03859D-B429-4682-ADD0-AE8E1ECC78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{FC03859D-B429-4682-ADD0-AE8E1ECC7870}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