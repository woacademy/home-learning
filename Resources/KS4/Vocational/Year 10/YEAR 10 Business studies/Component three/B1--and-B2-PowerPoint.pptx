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D64A9E-C5F8-4A38-92A3-C98FC5754260}">
  <a:tblStyle styleId="{BCD64A9E-C5F8-4A38-92A3-C98FC575426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{BCD64A9E-C5F8-4A38-92A3-C98FC5754260}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