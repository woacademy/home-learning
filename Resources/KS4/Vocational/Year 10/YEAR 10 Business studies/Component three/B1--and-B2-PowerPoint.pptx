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DB95EA-B6D4-4410-8BF5-E4D1B367B127}">
  <a:tblStyle styleId="{F5DB95EA-B6D4-4410-8BF5-E4D1B367B1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{F5DB95EA-B6D4-4410-8BF5-E4D1B367B127}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