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C54F7-A35A-4EB0-9042-C5A15D37BF93}">
  <a:tblStyle styleId="{D4DC54F7-A35A-4EB0-9042-C5A15D37BF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{D4DC54F7-A35A-4EB0-9042-C5A15D37BF93}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