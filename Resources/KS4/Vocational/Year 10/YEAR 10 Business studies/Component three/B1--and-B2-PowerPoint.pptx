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6E6ED0-B427-4788-83D8-C3BC31C23A1D}">
  <a:tblStyle styleId="{E96E6ED0-B427-4788-83D8-C3BC31C23A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{E96E6ED0-B427-4788-83D8-C3BC31C23A1D}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