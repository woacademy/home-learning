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EED0311F-0D4D-4362-9EE0-F3A188EC5549}">
  <a:tblStyle styleId="{EED0311F-0D4D-4362-9EE0-F3A188EC5549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6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8.png"/><Relationship Id="rId4" Type="http://schemas.openxmlformats.org/officeDocument/2006/relationships/image" Target="../media/image4.png"/><Relationship Id="rId5" Type="http://schemas.openxmlformats.org/officeDocument/2006/relationships/image" Target="../media/image5.jpg"/><Relationship Id="rId6" Type="http://schemas.openxmlformats.org/officeDocument/2006/relationships/image" Target="../media/image7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{EED0311F-0D4D-4362-9EE0-F3A188EC5549}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