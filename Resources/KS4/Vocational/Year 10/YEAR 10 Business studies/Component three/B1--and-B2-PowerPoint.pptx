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078CB856-2A2D-4BE7-B0B2-4AB881732E02}">
  <a:tblStyle styleId="{078CB856-2A2D-4BE7-B0B2-4AB881732E0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5.png"/><Relationship Id="rId5" Type="http://schemas.openxmlformats.org/officeDocument/2006/relationships/image" Target="../media/image8.jpg"/><Relationship Id="rId6" Type="http://schemas.openxmlformats.org/officeDocument/2006/relationships/image" Target="../media/image4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{078CB856-2A2D-4BE7-B0B2-4AB881732E02}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