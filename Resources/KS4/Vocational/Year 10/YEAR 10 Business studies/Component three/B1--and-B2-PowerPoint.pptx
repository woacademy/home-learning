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18FF14-28A8-42C4-8615-5DD0D0F836B7}">
  <a:tblStyle styleId="{F418FF14-28A8-42C4-8615-5DD0D0F836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{F418FF14-28A8-42C4-8615-5DD0D0F836B7}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