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7D959F-F2CE-4EAA-9186-F2B7BE4551C5}">
  <a:tblStyle styleId="{5C7D959F-F2CE-4EAA-9186-F2B7BE4551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{5C7D959F-F2CE-4EAA-9186-F2B7BE4551C5}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