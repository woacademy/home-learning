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F4DB99-5434-4CEA-B65B-3F78B3FDBE7D}">
  <a:tblStyle styleId="{C6F4DB99-5434-4CEA-B65B-3F78B3FDBE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{C6F4DB99-5434-4CEA-B65B-3F78B3FDBE7D}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