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2DBCD5-AE00-4014-9AA1-6F797B233CE7}">
  <a:tblStyle styleId="{DF2DBCD5-AE00-4014-9AA1-6F797B233C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{DF2DBCD5-AE00-4014-9AA1-6F797B233CE7}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