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1339F5-D134-4DB0-B410-E558A606167F}">
  <a:tblStyle styleId="{A71339F5-D134-4DB0-B410-E558A60616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{A71339F5-D134-4DB0-B410-E558A606167F}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