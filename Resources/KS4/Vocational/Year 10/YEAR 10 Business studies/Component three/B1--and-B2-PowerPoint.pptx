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507F55-D8E9-4609-9185-E80327DE7BA0}">
  <a:tblStyle styleId="{47507F55-D8E9-4609-9185-E80327DE7B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{47507F55-D8E9-4609-9185-E80327DE7BA0}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