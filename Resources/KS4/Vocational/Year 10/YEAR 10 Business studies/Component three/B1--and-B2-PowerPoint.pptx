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839186-2CDB-4C16-8449-5AD62F17EFAC}">
  <a:tblStyle styleId="{B2839186-2CDB-4C16-8449-5AD62F17EF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{B2839186-2CDB-4C16-8449-5AD62F17EFAC}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