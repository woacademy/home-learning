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5A6AB4-E8D0-4F9A-B98E-F5768A8DB501}">
  <a:tblStyle styleId="{295A6AB4-E8D0-4F9A-B98E-F5768A8DB5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{295A6AB4-E8D0-4F9A-B98E-F5768A8DB501}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