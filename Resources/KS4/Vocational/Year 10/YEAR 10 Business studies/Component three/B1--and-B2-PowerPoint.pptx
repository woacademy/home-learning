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11591-23F4-4F18-AD19-78CFD9E96BAC}">
  <a:tblStyle styleId="{64011591-23F4-4F18-AD19-78CFD9E96B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{64011591-23F4-4F18-AD19-78CFD9E96BAC}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