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F4F60-7DF5-45C2-8418-7229C8716E97}">
  <a:tblStyle styleId="{F3FF4F60-7DF5-45C2-8418-7229C8716E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{F3FF4F60-7DF5-45C2-8418-7229C8716E97}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