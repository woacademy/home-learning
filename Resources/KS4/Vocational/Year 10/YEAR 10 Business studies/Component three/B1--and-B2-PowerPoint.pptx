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C73C127-D785-49C7-BA8D-1D21A7A15C3C}">
  <a:tblStyle styleId="{CC73C127-D785-49C7-BA8D-1D21A7A15C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{CC73C127-D785-49C7-BA8D-1D21A7A15C3C}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