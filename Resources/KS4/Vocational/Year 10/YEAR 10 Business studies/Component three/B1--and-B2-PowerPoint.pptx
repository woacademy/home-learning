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48AC5D-7C3A-4615-9739-7293B2B89853}">
  <a:tblStyle styleId="{BE48AC5D-7C3A-4615-9739-7293B2B898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{BE48AC5D-7C3A-4615-9739-7293B2B89853}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