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D80832-A11F-41CD-A90F-D7AF7ADC576C}">
  <a:tblStyle styleId="{17D80832-A11F-41CD-A90F-D7AF7ADC57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{17D80832-A11F-41CD-A90F-D7AF7ADC576C}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