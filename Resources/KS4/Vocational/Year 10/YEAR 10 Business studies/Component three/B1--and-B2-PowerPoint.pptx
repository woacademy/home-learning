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03586C6-4996-4A17-AA7E-92D389A1FD41}">
  <a:tblStyle styleId="{003586C6-4996-4A17-AA7E-92D389A1FD4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{003586C6-4996-4A17-AA7E-92D389A1FD41}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