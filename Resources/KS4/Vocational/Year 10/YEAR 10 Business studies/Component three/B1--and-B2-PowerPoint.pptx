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DA5D5B-D5D8-42C8-9E69-2DF968DDD4CF}">
  <a:tblStyle styleId="{F8DA5D5B-D5D8-42C8-9E69-2DF968DDD4C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{F8DA5D5B-D5D8-42C8-9E69-2DF968DDD4CF}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