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A310A3-42DF-4B7F-9609-EB315DAA4792}">
  <a:tblStyle styleId="{50A310A3-42DF-4B7F-9609-EB315DAA47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{50A310A3-42DF-4B7F-9609-EB315DAA4792}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