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8B674-D0CC-49AC-9CC1-07A88A9732F0}">
  <a:tblStyle styleId="{5368B674-D0CC-49AC-9CC1-07A88A9732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{5368B674-D0CC-49AC-9CC1-07A88A9732F0}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