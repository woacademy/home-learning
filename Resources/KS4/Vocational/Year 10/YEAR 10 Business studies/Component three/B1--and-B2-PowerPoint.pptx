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5F7E56-4A5B-4BF6-967A-BD7D1DA53936}">
  <a:tblStyle styleId="{305F7E56-4A5B-4BF6-967A-BD7D1DA539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{305F7E56-4A5B-4BF6-967A-BD7D1DA53936}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