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FAFFB3-6925-463D-897C-4068988C903D}">
  <a:tblStyle styleId="{3CFAFFB3-6925-463D-897C-4068988C90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{3CFAFFB3-6925-463D-897C-4068988C903D}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