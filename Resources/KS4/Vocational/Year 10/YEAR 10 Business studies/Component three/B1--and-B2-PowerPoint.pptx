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36F3994-8BFE-4567-B4A3-05A0285C15C5}">
  <a:tblStyle styleId="{036F3994-8BFE-4567-B4A3-05A0285C15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{036F3994-8BFE-4567-B4A3-05A0285C15C5}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