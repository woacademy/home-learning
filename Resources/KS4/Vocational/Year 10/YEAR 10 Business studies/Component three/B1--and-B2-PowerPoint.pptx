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E4F27-12C0-484C-8EE8-E783BEA7A857}">
  <a:tblStyle styleId="{CAEE4F27-12C0-484C-8EE8-E783BEA7A8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{CAEE4F27-12C0-484C-8EE8-E783BEA7A857}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