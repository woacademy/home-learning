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319583-033C-45DC-A44C-EEFFE790121E}">
  <a:tblStyle styleId="{4D319583-033C-45DC-A44C-EEFFE79012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{4D319583-033C-45DC-A44C-EEFFE790121E}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