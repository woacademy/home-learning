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16E8B7-27F3-44DD-8BF0-2F1D4231D531}">
  <a:tblStyle styleId="{7316E8B7-27F3-44DD-8BF0-2F1D4231D5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{7316E8B7-27F3-44DD-8BF0-2F1D4231D531}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