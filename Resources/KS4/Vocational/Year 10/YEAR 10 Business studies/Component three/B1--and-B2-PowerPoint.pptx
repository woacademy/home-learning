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C93A938-6029-4F36-9F29-3C3C2DBB4862}">
  <a:tblStyle styleId="{3C93A938-6029-4F36-9F29-3C3C2DBB486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6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{3C93A938-6029-4F36-9F29-3C3C2DBB4862}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