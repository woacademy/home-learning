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0229E5-78A0-4673-8818-9E3C55AE8B75}">
  <a:tblStyle styleId="{570229E5-78A0-4673-8818-9E3C55AE8B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{570229E5-78A0-4673-8818-9E3C55AE8B75}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