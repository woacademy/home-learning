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896A58-B26B-4AAD-9178-1C3748A615B9}">
  <a:tblStyle styleId="{66896A58-B26B-4AAD-9178-1C3748A615B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{66896A58-B26B-4AAD-9178-1C3748A615B9}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