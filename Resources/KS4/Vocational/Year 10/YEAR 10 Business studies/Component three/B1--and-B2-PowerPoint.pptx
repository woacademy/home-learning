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C63B25-539F-4629-88D3-223FA384EA8B}">
  <a:tblStyle styleId="{7DC63B25-539F-4629-88D3-223FA384EA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{7DC63B25-539F-4629-88D3-223FA384EA8B}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