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062555-0004-4F5C-848F-33BA192EA6A5}">
  <a:tblStyle styleId="{FF062555-0004-4F5C-848F-33BA192EA6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{FF062555-0004-4F5C-848F-33BA192EA6A5}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