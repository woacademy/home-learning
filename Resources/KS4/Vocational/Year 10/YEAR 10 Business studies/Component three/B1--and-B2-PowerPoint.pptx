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6F5CEA-E161-49A2-AF72-CA873E9CB818}">
  <a:tblStyle styleId="{5E6F5CEA-E161-49A2-AF72-CA873E9CB8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{5E6F5CEA-E161-49A2-AF72-CA873E9CB818}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