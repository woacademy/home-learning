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D7A50B-777D-4172-893E-C4880CBA828B}">
  <a:tblStyle styleId="{13D7A50B-777D-4172-893E-C4880CBA82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{13D7A50B-777D-4172-893E-C4880CBA828B}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