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B47D1-A989-4FA6-B9EE-7AC61385AEAB}">
  <a:tblStyle styleId="{663B47D1-A989-4FA6-B9EE-7AC61385AE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{663B47D1-A989-4FA6-B9EE-7AC61385AEAB}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