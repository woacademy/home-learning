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7974B8-AE52-4610-9771-7008DB89473B}">
  <a:tblStyle styleId="{9E7974B8-AE52-4610-9771-7008DB8947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{9E7974B8-AE52-4610-9771-7008DB89473B}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