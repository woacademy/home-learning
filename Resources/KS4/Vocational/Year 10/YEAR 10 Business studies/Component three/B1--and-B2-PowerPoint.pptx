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7F9C2D-F8B3-4B11-9CC0-BBA3469FE5F2}">
  <a:tblStyle styleId="{797F9C2D-F8B3-4B11-9CC0-BBA3469FE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{797F9C2D-F8B3-4B11-9CC0-BBA3469FE5F2}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