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D5DE54-6349-4084-8DA8-C72D220EACC3}">
  <a:tblStyle styleId="{ABD5DE54-6349-4084-8DA8-C72D220EAC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{ABD5DE54-6349-4084-8DA8-C72D220EACC3}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