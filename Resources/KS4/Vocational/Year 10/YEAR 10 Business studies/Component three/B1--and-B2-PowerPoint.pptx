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2C05B2-D944-4778-8311-9875B9D56A10}">
  <a:tblStyle styleId="{692C05B2-D944-4778-8311-9875B9D56A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{692C05B2-D944-4778-8311-9875B9D56A10}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