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4829F5-CDB1-4565-8DFB-431B6770A253}">
  <a:tblStyle styleId="{FC4829F5-CDB1-4565-8DFB-431B6770A2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{FC4829F5-CDB1-4565-8DFB-431B6770A253}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