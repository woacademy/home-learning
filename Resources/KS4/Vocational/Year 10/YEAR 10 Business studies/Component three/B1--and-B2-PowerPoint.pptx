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3372E5-B129-4A85-8560-BB508460CD30}">
  <a:tblStyle styleId="{A53372E5-B129-4A85-8560-BB508460CD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{A53372E5-B129-4A85-8560-BB508460CD30}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