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529EB1-D295-4DAA-A69C-7FD25FFCD3A7}">
  <a:tblStyle styleId="{62529EB1-D295-4DAA-A69C-7FD25FFCD3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{62529EB1-D295-4DAA-A69C-7FD25FFCD3A7}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