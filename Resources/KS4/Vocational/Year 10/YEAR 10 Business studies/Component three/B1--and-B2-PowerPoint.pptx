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5727BF-A91B-4CE6-8782-55127D41791F}">
  <a:tblStyle styleId="{2F5727BF-A91B-4CE6-8782-55127D4179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{2F5727BF-A91B-4CE6-8782-55127D41791F}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