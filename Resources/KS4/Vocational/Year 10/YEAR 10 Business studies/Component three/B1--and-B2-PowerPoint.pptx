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40DE5F-ADE3-438D-848C-A8A1C6DD40AD}">
  <a:tblStyle styleId="{5F40DE5F-ADE3-438D-848C-A8A1C6DD40A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{5F40DE5F-ADE3-438D-848C-A8A1C6DD40AD}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