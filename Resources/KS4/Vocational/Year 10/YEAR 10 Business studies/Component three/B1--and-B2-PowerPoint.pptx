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27656-76DE-41F2-ACA5-255B3BF364EB}">
  <a:tblStyle styleId="{ECB27656-76DE-41F2-ACA5-255B3BF364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{ECB27656-76DE-41F2-ACA5-255B3BF364EB}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