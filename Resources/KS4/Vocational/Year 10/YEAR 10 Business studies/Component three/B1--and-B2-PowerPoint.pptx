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2C8690-E60B-4770-A48D-B5C58C442CD3}">
  <a:tblStyle styleId="{332C8690-E60B-4770-A48D-B5C58C442C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{332C8690-E60B-4770-A48D-B5C58C442CD3}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