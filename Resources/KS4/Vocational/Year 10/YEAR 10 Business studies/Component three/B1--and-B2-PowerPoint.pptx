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647CCC-CACD-4D49-AC13-7C1DEA844AE4}">
  <a:tblStyle styleId="{44647CCC-CACD-4D49-AC13-7C1DEA844A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{44647CCC-CACD-4D49-AC13-7C1DEA844AE4}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