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1C8699-F435-4934-A133-8BDC1163BAC8}">
  <a:tblStyle styleId="{0D1C8699-F435-4934-A133-8BDC1163BA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{0D1C8699-F435-4934-A133-8BDC1163BAC8}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