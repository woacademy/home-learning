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34DAFA0-7A14-49CF-98E5-CF5E197BC25E}">
  <a:tblStyle styleId="{534DAFA0-7A14-49CF-98E5-CF5E197BC25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{534DAFA0-7A14-49CF-98E5-CF5E197BC25E}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