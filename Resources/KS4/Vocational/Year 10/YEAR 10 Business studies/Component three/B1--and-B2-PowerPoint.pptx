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7F8E46-A957-4529-95C9-2AEE86F5C952}">
  <a:tblStyle styleId="{857F8E46-A957-4529-95C9-2AEE86F5C9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{857F8E46-A957-4529-95C9-2AEE86F5C952}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