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FDD83A-5011-4F17-9340-FBC14AE58F2F}">
  <a:tblStyle styleId="{7BFDD83A-5011-4F17-9340-FBC14AE58F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{7BFDD83A-5011-4F17-9340-FBC14AE58F2F}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