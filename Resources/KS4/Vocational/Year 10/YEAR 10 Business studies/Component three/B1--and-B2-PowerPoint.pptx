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9C626A-3260-420A-9C57-4C408D423049}">
  <a:tblStyle styleId="{169C626A-3260-420A-9C57-4C408D4230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{169C626A-3260-420A-9C57-4C408D423049}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