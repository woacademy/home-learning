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2C65255-325F-40F7-92DA-468722EE4B0B}">
  <a:tblStyle styleId="{12C65255-325F-40F7-92DA-468722EE4B0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{12C65255-325F-40F7-92DA-468722EE4B0B}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