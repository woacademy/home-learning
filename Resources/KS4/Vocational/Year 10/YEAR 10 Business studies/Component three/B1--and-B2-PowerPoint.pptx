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A0DCEF-CF1C-4A2F-822B-D29874A2623F}">
  <a:tblStyle styleId="{A7A0DCEF-CF1C-4A2F-822B-D29874A262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{A7A0DCEF-CF1C-4A2F-822B-D29874A2623F}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