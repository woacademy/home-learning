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3406A4-2CC6-437A-9B71-FF328678A58D}">
  <a:tblStyle styleId="{E33406A4-2CC6-437A-9B71-FF328678A5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{E33406A4-2CC6-437A-9B71-FF328678A58D}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