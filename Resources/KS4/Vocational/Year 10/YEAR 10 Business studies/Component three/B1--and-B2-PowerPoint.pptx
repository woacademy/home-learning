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BE1403-EA53-4B8C-85A2-510DC9D2E4ED}">
  <a:tblStyle styleId="{90BE1403-EA53-4B8C-85A2-510DC9D2E4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{90BE1403-EA53-4B8C-85A2-510DC9D2E4ED}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