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1737FD-3599-4CD0-8185-9B6B6126BE81}">
  <a:tblStyle styleId="{331737FD-3599-4CD0-8185-9B6B6126BE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{331737FD-3599-4CD0-8185-9B6B6126BE81}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