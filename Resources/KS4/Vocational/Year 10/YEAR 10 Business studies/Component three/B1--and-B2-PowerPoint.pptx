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F02ED9-1C0E-43D8-BF1F-E84C438D6773}">
  <a:tblStyle styleId="{FFF02ED9-1C0E-43D8-BF1F-E84C438D67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{FFF02ED9-1C0E-43D8-BF1F-E84C438D6773}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