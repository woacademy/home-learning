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1CC63C0-A8B5-4FDA-B09B-9262B1BD95F8}">
  <a:tblStyle styleId="{01CC63C0-A8B5-4FDA-B09B-9262B1BD95F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{01CC63C0-A8B5-4FDA-B09B-9262B1BD95F8}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