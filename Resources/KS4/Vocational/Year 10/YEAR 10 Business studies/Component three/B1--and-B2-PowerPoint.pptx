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72E95-2EC9-403E-A9F9-04DF57A99E1C}">
  <a:tblStyle styleId="{40572E95-2EC9-403E-A9F9-04DF57A99E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{40572E95-2EC9-403E-A9F9-04DF57A99E1C}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