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9257903-FB2E-4FED-B00E-7B2EFC3B7372}">
  <a:tblStyle styleId="{E9257903-FB2E-4FED-B00E-7B2EFC3B737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8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{E9257903-FB2E-4FED-B00E-7B2EFC3B7372}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