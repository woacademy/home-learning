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6401F1-9CEF-431E-9A4C-47C46B6897A7}">
  <a:tblStyle styleId="{5A6401F1-9CEF-431E-9A4C-47C46B6897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{5A6401F1-9CEF-431E-9A4C-47C46B6897A7}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