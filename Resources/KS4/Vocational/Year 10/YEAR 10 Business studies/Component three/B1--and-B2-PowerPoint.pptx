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1B3879-17D6-4550-B0B6-75AC2C954E6C}">
  <a:tblStyle styleId="{451B3879-17D6-4550-B0B6-75AC2C954E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{451B3879-17D6-4550-B0B6-75AC2C954E6C}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