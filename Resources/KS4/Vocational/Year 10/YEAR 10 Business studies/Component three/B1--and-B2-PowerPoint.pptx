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C2B878-4213-410E-8983-233B2B9EE617}">
  <a:tblStyle styleId="{BCC2B878-4213-410E-8983-233B2B9EE6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{BCC2B878-4213-410E-8983-233B2B9EE617}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