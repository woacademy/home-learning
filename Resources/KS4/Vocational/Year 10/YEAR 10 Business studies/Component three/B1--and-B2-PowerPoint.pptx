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69764F-249F-4AD6-8519-FEDD1806CF33}">
  <a:tblStyle styleId="{8269764F-249F-4AD6-8519-FEDD1806CF3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{8269764F-249F-4AD6-8519-FEDD1806CF33}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