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7D1D0-B338-4D64-A1F8-9F12E999DD22}">
  <a:tblStyle styleId="{1847D1D0-B338-4D64-A1F8-9F12E999DD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{1847D1D0-B338-4D64-A1F8-9F12E999DD22}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