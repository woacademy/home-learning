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815F17-4F95-4559-9290-B72716FDD868}">
  <a:tblStyle styleId="{D3815F17-4F95-4559-9290-B72716FDD8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{D3815F17-4F95-4559-9290-B72716FDD868}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