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A55C0-117C-4FE1-9642-428C95039F12}">
  <a:tblStyle styleId="{AFDA55C0-117C-4FE1-9642-428C95039F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{AFDA55C0-117C-4FE1-9642-428C95039F12}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