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2B462-081C-4D4F-A95C-E885DAC2B894}">
  <a:tblStyle styleId="{46C2B462-081C-4D4F-A95C-E885DAC2B8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{46C2B462-081C-4D4F-A95C-E885DAC2B894}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