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CB4965-3359-4FF8-B716-CD1849105BA9}">
  <a:tblStyle styleId="{81CB4965-3359-4FF8-B716-CD1849105B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{81CB4965-3359-4FF8-B716-CD1849105BA9}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