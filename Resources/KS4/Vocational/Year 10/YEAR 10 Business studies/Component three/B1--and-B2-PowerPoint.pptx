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401564-123B-4B21-BE30-60D2640AFC3F}">
  <a:tblStyle styleId="{33401564-123B-4B21-BE30-60D2640AFC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{33401564-123B-4B21-BE30-60D2640AFC3F}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