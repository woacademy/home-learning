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6257238-3120-46B2-A4E9-5530A136BCBB}">
  <a:tblStyle styleId="{76257238-3120-46B2-A4E9-5530A136BC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{76257238-3120-46B2-A4E9-5530A136BCBB}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