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B4082C-8537-420E-BE2F-9D4F71234CE0}">
  <a:tblStyle styleId="{13B4082C-8537-420E-BE2F-9D4F71234C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{13B4082C-8537-420E-BE2F-9D4F71234CE0}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