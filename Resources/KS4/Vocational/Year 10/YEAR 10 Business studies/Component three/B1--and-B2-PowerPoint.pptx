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6B799B-D9A5-4814-8F00-7A023A403EE7}">
  <a:tblStyle styleId="{7A6B799B-D9A5-4814-8F00-7A023A403E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{7A6B799B-D9A5-4814-8F00-7A023A403EE7}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