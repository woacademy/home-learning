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FB7543-0181-483F-9961-0D5F435556CB}">
  <a:tblStyle styleId="{80FB7543-0181-483F-9961-0D5F435556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{80FB7543-0181-483F-9961-0D5F435556CB}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