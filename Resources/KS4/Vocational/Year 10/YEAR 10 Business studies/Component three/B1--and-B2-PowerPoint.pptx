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A889FB-11F9-47E1-88DF-D3C74C909248}">
  <a:tblStyle styleId="{26A889FB-11F9-47E1-88DF-D3C74C9092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{26A889FB-11F9-47E1-88DF-D3C74C909248}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