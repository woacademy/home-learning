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6D1128-AB6A-4D2C-9277-7F45A1E41A53}">
  <a:tblStyle styleId="{B26D1128-AB6A-4D2C-9277-7F45A1E41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{B26D1128-AB6A-4D2C-9277-7F45A1E41A53}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