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70AC0-6036-45DB-9905-243F2220E9C2}">
  <a:tblStyle styleId="{0FF70AC0-6036-45DB-9905-243F2220E9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{0FF70AC0-6036-45DB-9905-243F2220E9C2}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