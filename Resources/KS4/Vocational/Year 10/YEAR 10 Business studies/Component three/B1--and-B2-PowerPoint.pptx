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903569-7C57-474A-A36B-D642E6CED607}">
  <a:tblStyle styleId="{0A903569-7C57-474A-A36B-D642E6CED6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{0A903569-7C57-474A-A36B-D642E6CED607}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