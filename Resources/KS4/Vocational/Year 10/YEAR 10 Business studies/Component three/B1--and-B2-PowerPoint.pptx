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949CCC-86E3-4BA3-A300-D59141C094EA}">
  <a:tblStyle styleId="{A6949CCC-86E3-4BA3-A300-D59141C094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{A6949CCC-86E3-4BA3-A300-D59141C094EA}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