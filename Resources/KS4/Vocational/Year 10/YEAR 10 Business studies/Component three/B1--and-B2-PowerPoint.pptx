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14634D-0FFA-458C-A9BA-1B3BF79E931A}">
  <a:tblStyle styleId="{4114634D-0FFA-458C-A9BA-1B3BF79E93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{4114634D-0FFA-458C-A9BA-1B3BF79E931A}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