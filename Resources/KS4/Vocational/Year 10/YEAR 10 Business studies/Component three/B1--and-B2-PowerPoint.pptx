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260B40-C426-44DA-8DDE-D0AC8A4BFE64}">
  <a:tblStyle styleId="{2D260B40-C426-44DA-8DDE-D0AC8A4BFE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{2D260B40-C426-44DA-8DDE-D0AC8A4BFE64}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