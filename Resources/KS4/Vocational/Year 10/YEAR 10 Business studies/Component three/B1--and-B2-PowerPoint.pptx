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BE756D-5FEB-40D2-A934-6E2C2B3ED4E2}">
  <a:tblStyle styleId="{ECBE756D-5FEB-40D2-A934-6E2C2B3ED4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{ECBE756D-5FEB-40D2-A934-6E2C2B3ED4E2}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