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B9D3BC4-AB8B-4A88-9557-AFD8EDC97370}">
  <a:tblStyle styleId="{4B9D3BC4-AB8B-4A88-9557-AFD8EDC973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{4B9D3BC4-AB8B-4A88-9557-AFD8EDC97370}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