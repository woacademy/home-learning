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8E0B69-5B0E-49BF-9527-AA9366931583}">
  <a:tblStyle styleId="{AB8E0B69-5B0E-49BF-9527-AA93669315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{AB8E0B69-5B0E-49BF-9527-AA9366931583}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