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79D054-B19D-42C1-87FE-74404EAD5498}">
  <a:tblStyle styleId="{4779D054-B19D-42C1-87FE-74404EAD54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{4779D054-B19D-42C1-87FE-74404EAD5498}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