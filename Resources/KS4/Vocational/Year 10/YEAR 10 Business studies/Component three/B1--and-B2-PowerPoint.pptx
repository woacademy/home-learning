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A74721E-8FBE-48A1-8D39-C8F33F285365}">
  <a:tblStyle styleId="{1A74721E-8FBE-48A1-8D39-C8F33F2853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{1A74721E-8FBE-48A1-8D39-C8F33F285365}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