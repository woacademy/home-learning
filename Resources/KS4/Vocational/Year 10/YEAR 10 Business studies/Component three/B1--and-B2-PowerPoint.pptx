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250BA1-DC3A-45EB-BCAF-0CE41F328275}">
  <a:tblStyle styleId="{50250BA1-DC3A-45EB-BCAF-0CE41F3282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{50250BA1-DC3A-45EB-BCAF-0CE41F328275}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