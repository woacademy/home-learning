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D75746-BEED-4EB1-BA53-86913269A5F4}">
  <a:tblStyle styleId="{1BD75746-BEED-4EB1-BA53-86913269A5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{1BD75746-BEED-4EB1-BA53-86913269A5F4}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