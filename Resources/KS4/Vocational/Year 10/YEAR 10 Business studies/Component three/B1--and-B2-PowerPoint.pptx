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0C75C6-277C-4831-860C-A149A54CF595}">
  <a:tblStyle styleId="{770C75C6-277C-4831-860C-A149A54CF5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{770C75C6-277C-4831-860C-A149A54CF595}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