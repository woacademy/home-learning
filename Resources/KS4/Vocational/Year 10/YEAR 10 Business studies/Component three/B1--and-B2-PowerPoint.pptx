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6A23E8-7600-48ED-8ADC-3C4B186ECEDF}">
  <a:tblStyle styleId="{2E6A23E8-7600-48ED-8ADC-3C4B186ECE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{2E6A23E8-7600-48ED-8ADC-3C4B186ECEDF}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