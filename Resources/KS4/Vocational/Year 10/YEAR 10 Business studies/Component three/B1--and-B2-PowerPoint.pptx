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23E5FF5-52C2-4C87-AE24-42BE4BFFE3DF}">
  <a:tblStyle styleId="{D23E5FF5-52C2-4C87-AE24-42BE4BFFE3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{D23E5FF5-52C2-4C87-AE24-42BE4BFFE3DF}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