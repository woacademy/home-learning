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C87783-207D-4FF0-81EA-578B9BCF66A8}">
  <a:tblStyle styleId="{00C87783-207D-4FF0-81EA-578B9BCF66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{00C87783-207D-4FF0-81EA-578B9BCF66A8}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