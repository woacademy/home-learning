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77DA29-7EC7-4352-A65A-8E379D0B089C}">
  <a:tblStyle styleId="{1777DA29-7EC7-4352-A65A-8E379D0B08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{1777DA29-7EC7-4352-A65A-8E379D0B089C}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