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038C29-8278-46A3-AEAA-EF3786EC9B4F}">
  <a:tblStyle styleId="{06038C29-8278-46A3-AEAA-EF3786EC9B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{06038C29-8278-46A3-AEAA-EF3786EC9B4F}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