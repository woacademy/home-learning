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1BD32C-3E54-49D0-904B-40D7A37315C5}">
  <a:tblStyle styleId="{091BD32C-3E54-49D0-904B-40D7A37315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{091BD32C-3E54-49D0-904B-40D7A37315C5}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