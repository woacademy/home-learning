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4283F2-62FF-42A3-A9C1-DA41655937C0}">
  <a:tblStyle styleId="{AD4283F2-62FF-42A3-A9C1-DA41655937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{AD4283F2-62FF-42A3-A9C1-DA41655937C0}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