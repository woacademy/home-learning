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E7C6C0F-1A48-4009-B424-7F911F6028E7}">
  <a:tblStyle styleId="{1E7C6C0F-1A48-4009-B424-7F911F6028E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Relationship Id="rId4" Type="http://schemas.openxmlformats.org/officeDocument/2006/relationships/image" Target="../media/image3.png"/><Relationship Id="rId5" Type="http://schemas.openxmlformats.org/officeDocument/2006/relationships/image" Target="../media/image6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{1E7C6C0F-1A48-4009-B424-7F911F6028E7}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