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295048-8293-4D2C-8E5D-82B83CB8745B}">
  <a:tblStyle styleId="{58295048-8293-4D2C-8E5D-82B83CB874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{58295048-8293-4D2C-8E5D-82B83CB8745B}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