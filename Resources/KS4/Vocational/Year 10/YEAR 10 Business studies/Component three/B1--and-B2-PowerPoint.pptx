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06EF3D-6F08-41A4-890C-6AEF053B1046}">
  <a:tblStyle styleId="{1F06EF3D-6F08-41A4-890C-6AEF053B10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{1F06EF3D-6F08-41A4-890C-6AEF053B1046}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