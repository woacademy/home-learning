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25A82E-F64D-4A62-8AF6-35DCCAF52F34}">
  <a:tblStyle styleId="{A025A82E-F64D-4A62-8AF6-35DCCAF52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{A025A82E-F64D-4A62-8AF6-35DCCAF52F34}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