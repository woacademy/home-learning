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3E70B-97A6-49CC-87B6-D83288E711B6}">
  <a:tblStyle styleId="{1173E70B-97A6-49CC-87B6-D83288E711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{1173E70B-97A6-49CC-87B6-D83288E711B6}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