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1A4A81-AE89-46C8-99C3-34CED1664206}">
  <a:tblStyle styleId="{9C1A4A81-AE89-46C8-99C3-34CED166420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{9C1A4A81-AE89-46C8-99C3-34CED1664206}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