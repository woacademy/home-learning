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405BF8E-707D-44DB-9A6B-D8DE3FB19912}">
  <a:tblStyle styleId="{3405BF8E-707D-44DB-9A6B-D8DE3FB199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{3405BF8E-707D-44DB-9A6B-D8DE3FB19912}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