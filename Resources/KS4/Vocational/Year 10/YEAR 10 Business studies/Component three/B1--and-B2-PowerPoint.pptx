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1E28DC-9FD6-4930-BD14-BCBA67AE37C2}">
  <a:tblStyle styleId="{9D1E28DC-9FD6-4930-BD14-BCBA67AE37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{9D1E28DC-9FD6-4930-BD14-BCBA67AE37C2}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