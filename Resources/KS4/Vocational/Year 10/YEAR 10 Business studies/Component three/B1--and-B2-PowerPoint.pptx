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8B0CA6-D400-4630-A13B-CEA0E76D71A6}">
  <a:tblStyle styleId="{738B0CA6-D400-4630-A13B-CEA0E76D71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{738B0CA6-D400-4630-A13B-CEA0E76D71A6}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