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A0B2E0-706B-44CC-93BF-D97D9846F472}">
  <a:tblStyle styleId="{82A0B2E0-706B-44CC-93BF-D97D9846F4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{82A0B2E0-706B-44CC-93BF-D97D9846F472}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