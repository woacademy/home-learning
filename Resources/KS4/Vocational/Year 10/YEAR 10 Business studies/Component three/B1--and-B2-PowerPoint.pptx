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6F0DBA-4DBB-4DC7-A4A3-C25EB0935372}">
  <a:tblStyle styleId="{436F0DBA-4DBB-4DC7-A4A3-C25EB09353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{436F0DBA-4DBB-4DC7-A4A3-C25EB0935372}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