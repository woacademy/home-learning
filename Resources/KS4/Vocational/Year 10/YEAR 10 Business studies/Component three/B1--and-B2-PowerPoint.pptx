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4AB00F-0099-457D-B533-4388505DA37B}">
  <a:tblStyle styleId="{DA4AB00F-0099-457D-B533-4388505DA3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{DA4AB00F-0099-457D-B533-4388505DA37B}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