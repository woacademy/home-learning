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4BE8E4-8811-44ED-A56D-B7992DBED07E}">
  <a:tblStyle styleId="{874BE8E4-8811-44ED-A56D-B7992DBED0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{874BE8E4-8811-44ED-A56D-B7992DBED07E}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