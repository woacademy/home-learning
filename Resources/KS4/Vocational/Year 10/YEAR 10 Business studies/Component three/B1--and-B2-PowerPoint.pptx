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C4B48C-0B16-4BDF-9BB2-2188E0EE149F}">
  <a:tblStyle styleId="{ACC4B48C-0B16-4BDF-9BB2-2188E0EE14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{ACC4B48C-0B16-4BDF-9BB2-2188E0EE149F}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