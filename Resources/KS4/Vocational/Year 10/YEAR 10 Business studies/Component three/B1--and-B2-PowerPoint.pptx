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DBF303-FF9F-457F-8342-5EF507D15D21}">
  <a:tblStyle styleId="{ACDBF303-FF9F-457F-8342-5EF507D15D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{ACDBF303-FF9F-457F-8342-5EF507D15D21}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