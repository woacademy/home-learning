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12F048-8BDA-4581-A80C-D0FDEFD40C4D}">
  <a:tblStyle styleId="{9A12F048-8BDA-4581-A80C-D0FDEFD40C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{9A12F048-8BDA-4581-A80C-D0FDEFD40C4D}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