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5BE36A-283E-4DEE-AAC0-0D285AC567C9}">
  <a:tblStyle styleId="{165BE36A-283E-4DEE-AAC0-0D285AC567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{165BE36A-283E-4DEE-AAC0-0D285AC567C9}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