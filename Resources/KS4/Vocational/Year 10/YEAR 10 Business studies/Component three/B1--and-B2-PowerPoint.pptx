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67D753-ACB0-4566-A122-9FBFC77C00C6}">
  <a:tblStyle styleId="{C567D753-ACB0-4566-A122-9FBFC77C00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{C567D753-ACB0-4566-A122-9FBFC77C00C6}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