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AEE8C6-5F10-4E87-8C61-B6417B5E2F99}">
  <a:tblStyle styleId="{A9AEE8C6-5F10-4E87-8C61-B6417B5E2F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{A9AEE8C6-5F10-4E87-8C61-B6417B5E2F99}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