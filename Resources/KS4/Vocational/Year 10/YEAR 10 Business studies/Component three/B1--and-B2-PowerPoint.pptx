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07F33E-749F-4C22-89ED-E5467691F941}">
  <a:tblStyle styleId="{EB07F33E-749F-4C22-89ED-E5467691F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{EB07F33E-749F-4C22-89ED-E5467691F941}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