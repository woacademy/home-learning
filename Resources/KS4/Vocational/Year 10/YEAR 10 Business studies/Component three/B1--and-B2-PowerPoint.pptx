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139791-2B8C-4697-A006-D2727CDDD59A}">
  <a:tblStyle styleId="{C5139791-2B8C-4697-A006-D2727CDDD5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{C5139791-2B8C-4697-A006-D2727CDDD59A}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