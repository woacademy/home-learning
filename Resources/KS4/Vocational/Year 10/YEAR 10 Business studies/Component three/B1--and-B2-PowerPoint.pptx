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49C816-6398-4B1A-A37E-140AACD7BB27}">
  <a:tblStyle styleId="{1249C816-6398-4B1A-A37E-140AACD7BB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{1249C816-6398-4B1A-A37E-140AACD7BB27}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