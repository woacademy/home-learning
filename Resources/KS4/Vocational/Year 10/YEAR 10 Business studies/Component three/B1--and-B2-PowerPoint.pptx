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757207-97FE-4F56-9239-9357E6D35325}">
  <a:tblStyle styleId="{64757207-97FE-4F56-9239-9357E6D353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{64757207-97FE-4F56-9239-9357E6D35325}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