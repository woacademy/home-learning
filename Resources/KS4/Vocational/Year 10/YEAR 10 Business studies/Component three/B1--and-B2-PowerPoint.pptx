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AC4AEE-A9F7-4181-82F5-B7FC78131D66}">
  <a:tblStyle styleId="{93AC4AEE-A9F7-4181-82F5-B7FC78131D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{93AC4AEE-A9F7-4181-82F5-B7FC78131D66}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