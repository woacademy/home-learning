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1F52A1-8854-4680-82DB-D4543D79DE31}">
  <a:tblStyle styleId="{711F52A1-8854-4680-82DB-D4543D79DE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{711F52A1-8854-4680-82DB-D4543D79DE31}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