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ACE84-D1A9-44B1-9E08-886F8A9F36A8}">
  <a:tblStyle styleId="{43DACE84-D1A9-44B1-9E08-886F8A9F36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{43DACE84-D1A9-44B1-9E08-886F8A9F36A8}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