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410C8F-8505-47BD-AE7C-09806E9805D4}">
  <a:tblStyle styleId="{C3410C8F-8505-47BD-AE7C-09806E9805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{C3410C8F-8505-47BD-AE7C-09806E9805D4}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