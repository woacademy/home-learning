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69A8C2-B81C-4C19-97A0-1C996E082333}">
  <a:tblStyle styleId="{C769A8C2-B81C-4C19-97A0-1C996E0823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{C769A8C2-B81C-4C19-97A0-1C996E082333}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