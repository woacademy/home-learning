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7605DE-E6EA-4A29-9DB1-ED76A66F3CB3}">
  <a:tblStyle styleId="{947605DE-E6EA-4A29-9DB1-ED76A66F3C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{947605DE-E6EA-4A29-9DB1-ED76A66F3CB3}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