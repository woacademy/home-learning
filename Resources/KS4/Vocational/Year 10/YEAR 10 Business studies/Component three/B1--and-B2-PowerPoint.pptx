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624443-697D-441F-A94F-11A30E7CB156}">
  <a:tblStyle styleId="{45624443-697D-441F-A94F-11A30E7CB1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{45624443-697D-441F-A94F-11A30E7CB156}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