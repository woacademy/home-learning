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304DB-A814-4F32-9E55-1E7A4824AAB7}">
  <a:tblStyle styleId="{19F304DB-A814-4F32-9E55-1E7A4824AA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{19F304DB-A814-4F32-9E55-1E7A4824AAB7}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