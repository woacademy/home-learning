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36F7A-6214-4CF3-AF50-4FC43D479E08}">
  <a:tblStyle styleId="{94836F7A-6214-4CF3-AF50-4FC43D479E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{94836F7A-6214-4CF3-AF50-4FC43D479E08}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