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BD8B6A-C69C-49FD-A1EC-BBC07166FF45}">
  <a:tblStyle styleId="{12BD8B6A-C69C-49FD-A1EC-BBC07166FF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{12BD8B6A-C69C-49FD-A1EC-BBC07166FF45}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