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F6398A-B816-46D1-B221-CC25D069F577}">
  <a:tblStyle styleId="{11F6398A-B816-46D1-B221-CC25D069F5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{11F6398A-B816-46D1-B221-CC25D069F577}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