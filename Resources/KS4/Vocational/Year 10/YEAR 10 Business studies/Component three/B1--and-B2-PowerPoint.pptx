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8A2145-F4E3-4522-89A9-353EFBB27BC3}">
  <a:tblStyle styleId="{DE8A2145-F4E3-4522-89A9-353EFBB27BC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{DE8A2145-F4E3-4522-89A9-353EFBB27BC3}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