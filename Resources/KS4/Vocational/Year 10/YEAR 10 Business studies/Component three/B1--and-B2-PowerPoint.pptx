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C1CBD5-C263-4CD8-9565-12E2DE40B586}">
  <a:tblStyle styleId="{45C1CBD5-C263-4CD8-9565-12E2DE40B5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{45C1CBD5-C263-4CD8-9565-12E2DE40B586}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