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5CA893-8019-45BC-9717-A72DE716C8BC}">
  <a:tblStyle styleId="{0E5CA893-8019-45BC-9717-A72DE716C8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{0E5CA893-8019-45BC-9717-A72DE716C8BC}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