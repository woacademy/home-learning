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C6ABE4D-B27D-4C69-A027-A5420288F399}">
  <a:tblStyle styleId="{9C6ABE4D-B27D-4C69-A027-A5420288F39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{9C6ABE4D-B27D-4C69-A027-A5420288F399}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