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57F628-7D4E-4358-BC89-09453CE2C4B0}">
  <a:tblStyle styleId="{1A57F628-7D4E-4358-BC89-09453CE2C4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{1A57F628-7D4E-4358-BC89-09453CE2C4B0}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