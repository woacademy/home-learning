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8B8DA1-6F0E-4E38-87C1-385B0BB77C90}">
  <a:tblStyle styleId="{378B8DA1-6F0E-4E38-87C1-385B0BB77C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{378B8DA1-6F0E-4E38-87C1-385B0BB77C90}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