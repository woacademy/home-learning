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5DF937-5589-4CA4-8FF4-012ED6AEB167}">
  <a:tblStyle styleId="{335DF937-5589-4CA4-8FF4-012ED6AEB1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{335DF937-5589-4CA4-8FF4-012ED6AEB167}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