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C7AB35-0351-4674-BA85-A97D47818B33}">
  <a:tblStyle styleId="{30C7AB35-0351-4674-BA85-A97D47818B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{30C7AB35-0351-4674-BA85-A97D47818B33}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