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453F401-35E3-4892-909B-EA8B7E47E344}">
  <a:tblStyle styleId="{9453F401-35E3-4892-909B-EA8B7E47E34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3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{9453F401-35E3-4892-909B-EA8B7E47E344}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