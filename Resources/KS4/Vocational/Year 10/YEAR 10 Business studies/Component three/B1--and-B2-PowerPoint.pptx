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80C8F5-1BBC-46E9-A6C5-5ADCC05B4DD4}">
  <a:tblStyle styleId="{6080C8F5-1BBC-46E9-A6C5-5ADCC05B4D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{6080C8F5-1BBC-46E9-A6C5-5ADCC05B4DD4}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