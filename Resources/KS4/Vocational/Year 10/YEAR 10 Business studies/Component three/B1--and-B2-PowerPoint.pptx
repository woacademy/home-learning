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22216D-F675-42B8-B430-9CD46CA76F65}">
  <a:tblStyle styleId="{1522216D-F675-42B8-B430-9CD46CA76F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{1522216D-F675-42B8-B430-9CD46CA76F65}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