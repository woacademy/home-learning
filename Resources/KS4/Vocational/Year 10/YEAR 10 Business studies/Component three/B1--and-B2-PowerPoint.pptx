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C1CD67-26D7-4FB3-9E1D-07A6F2BA3F23}">
  <a:tblStyle styleId="{C8C1CD67-26D7-4FB3-9E1D-07A6F2BA3F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{C8C1CD67-26D7-4FB3-9E1D-07A6F2BA3F23}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