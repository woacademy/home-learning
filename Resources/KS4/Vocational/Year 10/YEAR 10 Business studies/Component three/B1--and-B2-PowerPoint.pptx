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0B3344-D12C-4E18-ADA4-A13793BC60A9}">
  <a:tblStyle styleId="{0C0B3344-D12C-4E18-ADA4-A13793BC60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{0C0B3344-D12C-4E18-ADA4-A13793BC60A9}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