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D9DC9A-E194-4A03-92CA-1642CC128E0D}">
  <a:tblStyle styleId="{54D9DC9A-E194-4A03-92CA-1642CC128E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{54D9DC9A-E194-4A03-92CA-1642CC128E0D}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