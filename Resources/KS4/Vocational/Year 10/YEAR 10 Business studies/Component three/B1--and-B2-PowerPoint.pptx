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877E4E-3EA6-470C-81F6-0AF7BD42C2F4}">
  <a:tblStyle styleId="{FD877E4E-3EA6-470C-81F6-0AF7BD42C2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{FD877E4E-3EA6-470C-81F6-0AF7BD42C2F4}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