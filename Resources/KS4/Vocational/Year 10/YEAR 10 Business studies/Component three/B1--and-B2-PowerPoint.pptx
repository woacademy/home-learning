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C7B3667-902A-4B93-954B-F408BC579D71}">
  <a:tblStyle styleId="{AC7B3667-902A-4B93-954B-F408BC579D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{AC7B3667-902A-4B93-954B-F408BC579D71}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