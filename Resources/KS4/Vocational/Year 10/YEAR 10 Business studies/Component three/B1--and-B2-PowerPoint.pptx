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67F6B6-F07F-441F-B135-3A40FA93AC48}">
  <a:tblStyle styleId="{DB67F6B6-F07F-441F-B135-3A40FA93AC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{DB67F6B6-F07F-441F-B135-3A40FA93AC48}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