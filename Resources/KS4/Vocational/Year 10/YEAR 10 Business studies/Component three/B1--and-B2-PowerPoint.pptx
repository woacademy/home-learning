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403A85-CE24-4B56-A577-4E29EED7C477}">
  <a:tblStyle styleId="{B2403A85-CE24-4B56-A577-4E29EED7C4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{B2403A85-CE24-4B56-A577-4E29EED7C477}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