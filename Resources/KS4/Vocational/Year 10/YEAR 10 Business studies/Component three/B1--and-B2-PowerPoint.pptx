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B41584-0987-4D09-8359-E83A61DF978B}">
  <a:tblStyle styleId="{58B41584-0987-4D09-8359-E83A61DF97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{58B41584-0987-4D09-8359-E83A61DF978B}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