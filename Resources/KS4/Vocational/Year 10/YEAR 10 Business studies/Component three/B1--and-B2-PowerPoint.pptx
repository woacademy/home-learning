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A92274-AE14-4BC2-8D18-0BAB65404BB2}">
  <a:tblStyle styleId="{07A92274-AE14-4BC2-8D18-0BAB65404B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{07A92274-AE14-4BC2-8D18-0BAB65404BB2}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