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0CBA51-90C2-4DD8-8A4A-FDF9C9D44AB5}">
  <a:tblStyle styleId="{760CBA51-90C2-4DD8-8A4A-FDF9C9D44A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{760CBA51-90C2-4DD8-8A4A-FDF9C9D44AB5}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