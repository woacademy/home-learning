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B881E6-E9A5-4577-B9AE-B6F48CD52B93}">
  <a:tblStyle styleId="{B2B881E6-E9A5-4577-B9AE-B6F48CD52B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{B2B881E6-E9A5-4577-B9AE-B6F48CD52B93}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