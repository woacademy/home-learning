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B43CF3-5EB2-4DAB-94D6-7D64BF7A6AA5}">
  <a:tblStyle styleId="{29B43CF3-5EB2-4DAB-94D6-7D64BF7A6A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{29B43CF3-5EB2-4DAB-94D6-7D64BF7A6AA5}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