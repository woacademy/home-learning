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43B1CE-8C07-4FA0-8DB0-49BC6269C0EF}">
  <a:tblStyle styleId="{5B43B1CE-8C07-4FA0-8DB0-49BC6269C0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{5B43B1CE-8C07-4FA0-8DB0-49BC6269C0EF}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