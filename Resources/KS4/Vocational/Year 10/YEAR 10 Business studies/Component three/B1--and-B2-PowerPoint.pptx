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96A90A-43D4-4637-B261-91739AF652C0}">
  <a:tblStyle styleId="{3896A90A-43D4-4637-B261-91739AF65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{3896A90A-43D4-4637-B261-91739AF652C0}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