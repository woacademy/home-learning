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D893E6-3AD1-4207-8C81-6CC994DD3A4A}">
  <a:tblStyle styleId="{16D893E6-3AD1-4207-8C81-6CC994DD3A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{16D893E6-3AD1-4207-8C81-6CC994DD3A4A}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