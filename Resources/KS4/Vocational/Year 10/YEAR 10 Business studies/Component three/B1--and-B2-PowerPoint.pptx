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0B3576-7F31-4FCD-8202-611BC01ED0E0}">
  <a:tblStyle styleId="{FE0B3576-7F31-4FCD-8202-611BC01ED0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{FE0B3576-7F31-4FCD-8202-611BC01ED0E0}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