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62CE944-C15D-4AF7-84CC-37D6FFDE87A1}">
  <a:tblStyle styleId="{C62CE944-C15D-4AF7-84CC-37D6FFDE87A1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7.jpg"/><Relationship Id="rId4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3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{C62CE944-C15D-4AF7-84CC-37D6FFDE87A1}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