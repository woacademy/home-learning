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6190F9-AB57-4003-B841-81824A778FBE}">
  <a:tblStyle styleId="{2E6190F9-AB57-4003-B841-81824A778F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{2E6190F9-AB57-4003-B841-81824A778FBE}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