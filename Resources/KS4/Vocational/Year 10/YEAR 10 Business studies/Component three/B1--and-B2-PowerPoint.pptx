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9482F3-AAEF-47BB-96DD-3A3A2DF1B04D}">
  <a:tblStyle styleId="{289482F3-AAEF-47BB-96DD-3A3A2DF1B0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{289482F3-AAEF-47BB-96DD-3A3A2DF1B04D}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