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459BB4-3C84-4489-8849-7F270D365ECA}">
  <a:tblStyle styleId="{68459BB4-3C84-4489-8849-7F270D365E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{68459BB4-3C84-4489-8849-7F270D365ECA}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