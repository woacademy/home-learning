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517D1C-5121-4EB7-A516-E632442D6FF4}">
  <a:tblStyle styleId="{44517D1C-5121-4EB7-A516-E632442D6F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{44517D1C-5121-4EB7-A516-E632442D6FF4}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