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A417A5-B114-4CB0-9C6C-3A2D1E10A2AB}">
  <a:tblStyle styleId="{33A417A5-B114-4CB0-9C6C-3A2D1E10A2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{33A417A5-B114-4CB0-9C6C-3A2D1E10A2AB}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