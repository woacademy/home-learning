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452B4E-F0D6-431D-AEE8-932AE73CFC65}">
  <a:tblStyle styleId="{76452B4E-F0D6-431D-AEE8-932AE73CF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{76452B4E-F0D6-431D-AEE8-932AE73CFC65}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