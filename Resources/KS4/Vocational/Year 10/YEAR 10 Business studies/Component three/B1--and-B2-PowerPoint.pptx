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90E00-EE2D-4DC3-9397-F512E2B90A37}">
  <a:tblStyle styleId="{28590E00-EE2D-4DC3-9397-F512E2B90A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{28590E00-EE2D-4DC3-9397-F512E2B90A37}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