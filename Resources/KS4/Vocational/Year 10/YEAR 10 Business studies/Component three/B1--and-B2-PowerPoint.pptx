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24F84-B422-4DF8-AD37-0DC262C97C66}">
  <a:tblStyle styleId="{C4F24F84-B422-4DF8-AD37-0DC262C97C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{C4F24F84-B422-4DF8-AD37-0DC262C97C66}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