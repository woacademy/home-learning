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6219EC-1076-4DB5-80DC-FBE9060A74B2}">
  <a:tblStyle styleId="{8B6219EC-1076-4DB5-80DC-FBE9060A74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{8B6219EC-1076-4DB5-80DC-FBE9060A74B2}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