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5490B-BA80-43C4-AF50-E5C868675BDE}">
  <a:tblStyle styleId="{2615490B-BA80-43C4-AF50-E5C868675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{2615490B-BA80-43C4-AF50-E5C868675BDE}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