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E2D957B-FC1F-44A9-820B-985FD215F45C}">
  <a:tblStyle styleId="{3E2D957B-FC1F-44A9-820B-985FD215F45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{3E2D957B-FC1F-44A9-820B-985FD215F45C}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