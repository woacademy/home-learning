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B2A521-1719-42B1-893A-596BE98430F4}">
  <a:tblStyle styleId="{21B2A521-1719-42B1-893A-596BE98430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{21B2A521-1719-42B1-893A-596BE98430F4}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