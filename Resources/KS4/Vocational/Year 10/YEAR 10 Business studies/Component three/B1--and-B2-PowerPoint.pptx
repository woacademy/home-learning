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6C2E35-D7D2-459E-9FC6-A2BF3F374A67}">
  <a:tblStyle styleId="{FE6C2E35-D7D2-459E-9FC6-A2BF3F374A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{FE6C2E35-D7D2-459E-9FC6-A2BF3F374A67}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