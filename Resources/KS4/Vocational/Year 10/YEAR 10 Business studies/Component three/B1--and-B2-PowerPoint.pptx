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4CF84-A136-4752-8DC6-8613F5ADDD8D}">
  <a:tblStyle styleId="{3194CF84-A136-4752-8DC6-8613F5ADDD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{3194CF84-A136-4752-8DC6-8613F5ADDD8D}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