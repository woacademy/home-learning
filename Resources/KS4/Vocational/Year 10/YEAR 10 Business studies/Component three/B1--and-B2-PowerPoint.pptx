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AC7CA8-A83F-4AD2-BBDD-6B319A68CC72}">
  <a:tblStyle styleId="{A9AC7CA8-A83F-4AD2-BBDD-6B319A68CC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{A9AC7CA8-A83F-4AD2-BBDD-6B319A68CC72}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