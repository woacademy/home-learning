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2F361A-DD2A-4C57-92AB-F12B45CEAD93}">
  <a:tblStyle styleId="{F92F361A-DD2A-4C57-92AB-F12B45CEAD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{F92F361A-DD2A-4C57-92AB-F12B45CEAD93}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