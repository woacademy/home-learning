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3D28D1-6BE1-421D-B8E8-53F122C1E8AE}">
  <a:tblStyle styleId="{C83D28D1-6BE1-421D-B8E8-53F122C1E8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{C83D28D1-6BE1-421D-B8E8-53F122C1E8AE}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