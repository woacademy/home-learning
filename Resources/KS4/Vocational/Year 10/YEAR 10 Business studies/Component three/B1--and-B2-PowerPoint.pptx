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18D209-82BB-49AA-BFEF-B65504D00998}">
  <a:tblStyle styleId="{F618D209-82BB-49AA-BFEF-B65504D009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{F618D209-82BB-49AA-BFEF-B65504D00998}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