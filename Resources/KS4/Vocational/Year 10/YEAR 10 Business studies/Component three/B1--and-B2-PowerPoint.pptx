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59B734-EDBC-4A64-97FD-9B6CA79B123D}">
  <a:tblStyle styleId="{7059B734-EDBC-4A64-97FD-9B6CA79B12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{7059B734-EDBC-4A64-97FD-9B6CA79B123D}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