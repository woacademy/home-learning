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F5C95E-C007-4D41-8F4C-B0A3A326AA48}">
  <a:tblStyle styleId="{E8F5C95E-C007-4D41-8F4C-B0A3A326AA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{E8F5C95E-C007-4D41-8F4C-B0A3A326AA48}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