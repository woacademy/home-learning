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D5D569-8D49-4CC6-81D4-F84D10E46F4D}">
  <a:tblStyle styleId="{B2D5D569-8D49-4CC6-81D4-F84D10E46F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{B2D5D569-8D49-4CC6-81D4-F84D10E46F4D}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