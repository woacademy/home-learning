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D64825-8BA1-40D5-8F6C-AA222ED6C1E0}">
  <a:tblStyle styleId="{E7D64825-8BA1-40D5-8F6C-AA222ED6C1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{E7D64825-8BA1-40D5-8F6C-AA222ED6C1E0}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