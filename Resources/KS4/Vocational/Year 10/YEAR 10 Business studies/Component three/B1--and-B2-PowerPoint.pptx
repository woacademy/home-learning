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2D8D75-2209-475C-BE49-13196F629B1D}">
  <a:tblStyle styleId="{4A2D8D75-2209-475C-BE49-13196F629B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{4A2D8D75-2209-475C-BE49-13196F629B1D}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