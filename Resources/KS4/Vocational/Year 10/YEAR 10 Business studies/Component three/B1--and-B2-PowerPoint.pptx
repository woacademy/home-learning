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F93042-8E6E-4518-B7E2-6F80D13AE995}">
  <a:tblStyle styleId="{B5F93042-8E6E-4518-B7E2-6F80D13AE9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{B5F93042-8E6E-4518-B7E2-6F80D13AE995}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