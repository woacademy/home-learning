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83B35E-5F19-451C-A682-97E4584A9361}">
  <a:tblStyle styleId="{D883B35E-5F19-451C-A682-97E4584A93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{D883B35E-5F19-451C-A682-97E4584A9361}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