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AACAFA-6E49-44FE-9998-D754E6A63700}">
  <a:tblStyle styleId="{9BAACAFA-6E49-44FE-9998-D754E6A637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{9BAACAFA-6E49-44FE-9998-D754E6A63700}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