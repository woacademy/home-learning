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06EB8-9715-4D1C-AC02-F122CCFBEB0C}">
  <a:tblStyle styleId="{8C506EB8-9715-4D1C-AC02-F122CCFBE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{8C506EB8-9715-4D1C-AC02-F122CCFBEB0C}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