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ECA456-2EB8-4252-B60A-4C5A44ED506D}">
  <a:tblStyle styleId="{74ECA456-2EB8-4252-B60A-4C5A44ED50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{74ECA456-2EB8-4252-B60A-4C5A44ED506D}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