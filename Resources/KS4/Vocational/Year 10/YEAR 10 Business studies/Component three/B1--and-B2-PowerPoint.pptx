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85E100-645C-4703-A40A-272D9C1B05CA}">
  <a:tblStyle styleId="{7385E100-645C-4703-A40A-272D9C1B05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{7385E100-645C-4703-A40A-272D9C1B05CA}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