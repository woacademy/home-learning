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A4073A-4532-42D6-A11F-646A34C93FA0}">
  <a:tblStyle styleId="{3CA4073A-4532-42D6-A11F-646A34C93F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{3CA4073A-4532-42D6-A11F-646A34C93FA0}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