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341BD44-41D1-4F5A-99CF-E4E059BD636F}">
  <a:tblStyle styleId="{7341BD44-41D1-4F5A-99CF-E4E059BD63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{7341BD44-41D1-4F5A-99CF-E4E059BD636F}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