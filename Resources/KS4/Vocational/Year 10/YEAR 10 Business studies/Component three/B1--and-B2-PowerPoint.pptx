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247DF3-B5C1-422D-AEA1-3D6EDF71DF74}">
  <a:tblStyle styleId="{15247DF3-B5C1-422D-AEA1-3D6EDF71DF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{15247DF3-B5C1-422D-AEA1-3D6EDF71DF74}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