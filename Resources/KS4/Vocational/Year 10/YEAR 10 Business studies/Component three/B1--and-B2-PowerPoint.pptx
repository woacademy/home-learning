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238D0-ADD4-4534-BF57-067A142DE0C2}">
  <a:tblStyle styleId="{C04238D0-ADD4-4534-BF57-067A142DE0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{C04238D0-ADD4-4534-BF57-067A142DE0C2}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