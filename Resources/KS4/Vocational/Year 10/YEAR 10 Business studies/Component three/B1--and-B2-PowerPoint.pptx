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814A26-C431-4703-A053-217CFA957D47}">
  <a:tblStyle styleId="{8E814A26-C431-4703-A053-217CFA957D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{8E814A26-C431-4703-A053-217CFA957D47}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