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F5C112-E583-4100-99DE-0DCDFB9A2B26}">
  <a:tblStyle styleId="{81F5C112-E583-4100-99DE-0DCDFB9A2B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{81F5C112-E583-4100-99DE-0DCDFB9A2B26}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