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773E56-DAE3-4158-B83F-9D2D93807965}">
  <a:tblStyle styleId="{F4773E56-DAE3-4158-B83F-9D2D938079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{F4773E56-DAE3-4158-B83F-9D2D93807965}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