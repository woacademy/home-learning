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2A21163-C2B7-40A9-9987-BFBE84650F76}">
  <a:tblStyle styleId="{22A21163-C2B7-40A9-9987-BFBE84650F7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{22A21163-C2B7-40A9-9987-BFBE84650F76}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