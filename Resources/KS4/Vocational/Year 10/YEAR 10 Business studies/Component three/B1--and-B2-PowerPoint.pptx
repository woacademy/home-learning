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5F7DD-5072-4206-94D1-CD105C71CA60}">
  <a:tblStyle styleId="{B6A5F7DD-5072-4206-94D1-CD105C71CA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{B6A5F7DD-5072-4206-94D1-CD105C71CA60}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