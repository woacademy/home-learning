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251D13-1D1B-4821-9D16-C69F26A3A164}">
  <a:tblStyle styleId="{C7251D13-1D1B-4821-9D16-C69F26A3A1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{C7251D13-1D1B-4821-9D16-C69F26A3A164}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