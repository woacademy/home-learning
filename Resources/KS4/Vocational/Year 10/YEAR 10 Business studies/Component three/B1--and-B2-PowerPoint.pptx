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AA7CB3-0639-43BE-B0CC-664C09885D6C}">
  <a:tblStyle styleId="{52AA7CB3-0639-43BE-B0CC-664C09885D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{52AA7CB3-0639-43BE-B0CC-664C09885D6C}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