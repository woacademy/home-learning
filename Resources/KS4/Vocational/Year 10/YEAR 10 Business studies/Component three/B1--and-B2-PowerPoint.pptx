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6AD105-CE1C-4089-84A1-A9B5F7BE622F}">
  <a:tblStyle styleId="{676AD105-CE1C-4089-84A1-A9B5F7BE62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{676AD105-CE1C-4089-84A1-A9B5F7BE622F}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