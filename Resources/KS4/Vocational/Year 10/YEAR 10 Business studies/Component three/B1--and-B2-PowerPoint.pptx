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0FCCF1-3E79-4BBE-94E8-B70AD3D152A2}">
  <a:tblStyle styleId="{CD0FCCF1-3E79-4BBE-94E8-B70AD3D152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{CD0FCCF1-3E79-4BBE-94E8-B70AD3D152A2}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