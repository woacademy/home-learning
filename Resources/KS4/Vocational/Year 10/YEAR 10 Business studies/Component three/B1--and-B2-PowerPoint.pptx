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C925AD-BB8B-4E65-9292-44F9EBEE6C8B}">
  <a:tblStyle styleId="{84C925AD-BB8B-4E65-9292-44F9EBEE6C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{84C925AD-BB8B-4E65-9292-44F9EBEE6C8B}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