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44EBC8-45C8-4E98-909C-FB1862EBD862}">
  <a:tblStyle styleId="{0E44EBC8-45C8-4E98-909C-FB1862EBD8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{0E44EBC8-45C8-4E98-909C-FB1862EBD862}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