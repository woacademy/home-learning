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B8633D-D88F-47CB-AA91-54D30E40C33A}">
  <a:tblStyle styleId="{93B8633D-D88F-47CB-AA91-54D30E40C3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{93B8633D-D88F-47CB-AA91-54D30E40C33A}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