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9A379-6E19-4065-8F1D-62585893CDEA}">
  <a:tblStyle styleId="{A689A379-6E19-4065-8F1D-62585893C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{A689A379-6E19-4065-8F1D-62585893CDEA}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