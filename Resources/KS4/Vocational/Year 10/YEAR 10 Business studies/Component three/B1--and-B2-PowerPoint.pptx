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9932EF-2CFF-41AD-8FC6-85549D4597C5}">
  <a:tblStyle styleId="{439932EF-2CFF-41AD-8FC6-85549D4597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{439932EF-2CFF-41AD-8FC6-85549D4597C5}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