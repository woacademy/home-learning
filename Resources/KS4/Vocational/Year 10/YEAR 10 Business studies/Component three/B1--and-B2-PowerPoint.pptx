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BD6BBA-25E2-4E45-9FB8-937BB2D4DDA5}">
  <a:tblStyle styleId="{34BD6BBA-25E2-4E45-9FB8-937BB2D4DD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{34BD6BBA-25E2-4E45-9FB8-937BB2D4DDA5}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