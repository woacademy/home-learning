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6A2E96-9CCF-428A-A49E-74E3F2D4DCC0}">
  <a:tblStyle styleId="{D36A2E96-9CCF-428A-A49E-74E3F2D4DC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{D36A2E96-9CCF-428A-A49E-74E3F2D4DCC0}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