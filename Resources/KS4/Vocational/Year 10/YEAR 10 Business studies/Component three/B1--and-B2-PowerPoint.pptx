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684A39-3642-46AB-A048-31B21C77D3D6}">
  <a:tblStyle styleId="{FD684A39-3642-46AB-A048-31B21C77D3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{FD684A39-3642-46AB-A048-31B21C77D3D6}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