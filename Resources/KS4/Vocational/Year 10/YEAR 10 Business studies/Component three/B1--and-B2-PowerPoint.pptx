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E4AA76-3317-4333-A3AC-B2619FEA5357}">
  <a:tblStyle styleId="{F7E4AA76-3317-4333-A3AC-B2619FEA53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{F7E4AA76-3317-4333-A3AC-B2619FEA5357}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