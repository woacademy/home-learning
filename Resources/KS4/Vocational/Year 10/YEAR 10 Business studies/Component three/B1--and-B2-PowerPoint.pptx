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81AB9D-4DA0-4F84-9750-5F6DA4359F02}">
  <a:tblStyle styleId="{5B81AB9D-4DA0-4F84-9750-5F6DA4359F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{5B81AB9D-4DA0-4F84-9750-5F6DA4359F02}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