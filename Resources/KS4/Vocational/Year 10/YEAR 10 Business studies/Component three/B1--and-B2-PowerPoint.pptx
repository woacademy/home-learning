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4C4693-A07C-4966-87B5-6562A0F05B4A}">
  <a:tblStyle styleId="{6D4C4693-A07C-4966-87B5-6562A0F05B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{6D4C4693-A07C-4966-87B5-6562A0F05B4A}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