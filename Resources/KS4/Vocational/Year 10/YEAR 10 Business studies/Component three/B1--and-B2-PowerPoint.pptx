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5BC517-39CC-4DDB-9A6B-0536E2E994C5}">
  <a:tblStyle styleId="{605BC517-39CC-4DDB-9A6B-0536E2E994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{605BC517-39CC-4DDB-9A6B-0536E2E994C5}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