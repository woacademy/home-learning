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BE9C97-4411-41A7-9E02-D643E9C17060}">
  <a:tblStyle styleId="{90BE9C97-4411-41A7-9E02-D643E9C170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{90BE9C97-4411-41A7-9E02-D643E9C17060}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