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F7E03-4620-499C-BAE4-F56842FF8212}">
  <a:tblStyle styleId="{9E9F7E03-4620-499C-BAE4-F56842FF8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{9E9F7E03-4620-499C-BAE4-F56842FF8212}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