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962340-FF2E-46A7-87C7-2BACA96AE3AF}">
  <a:tblStyle styleId="{5D962340-FF2E-46A7-87C7-2BACA96AE3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{5D962340-FF2E-46A7-87C7-2BACA96AE3AF}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