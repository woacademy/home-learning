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25F298E-9394-4379-AA02-539DFB53BD55}">
  <a:tblStyle styleId="{D25F298E-9394-4379-AA02-539DFB53BD5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{D25F298E-9394-4379-AA02-539DFB53BD55}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