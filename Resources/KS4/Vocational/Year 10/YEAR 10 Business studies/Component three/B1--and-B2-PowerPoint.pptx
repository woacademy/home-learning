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91B246-D35E-4E70-8C52-6F763A67F684}">
  <a:tblStyle styleId="{D591B246-D35E-4E70-8C52-6F763A67F6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{D591B246-D35E-4E70-8C52-6F763A67F684}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