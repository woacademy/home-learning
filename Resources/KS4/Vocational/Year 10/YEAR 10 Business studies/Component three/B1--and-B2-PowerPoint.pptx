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306193-E612-4586-8AF8-F3FBD5F368D7}">
  <a:tblStyle styleId="{42306193-E612-4586-8AF8-F3FBD5F368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{42306193-E612-4586-8AF8-F3FBD5F368D7}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