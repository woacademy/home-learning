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C8AFCA-660E-4D28-B2D6-D716540B3A7A}">
  <a:tblStyle styleId="{22C8AFCA-660E-4D28-B2D6-D716540B3A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{22C8AFCA-660E-4D28-B2D6-D716540B3A7A}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