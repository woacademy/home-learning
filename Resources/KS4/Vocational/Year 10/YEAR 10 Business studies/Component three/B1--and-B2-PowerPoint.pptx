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82BA5F-BAA9-48C6-9CB3-75C0C3A07E34}">
  <a:tblStyle styleId="{8B82BA5F-BAA9-48C6-9CB3-75C0C3A07E3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{8B82BA5F-BAA9-48C6-9CB3-75C0C3A07E34}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