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3CAA26-32B0-4B7B-90C2-3924DB5C61A2}">
  <a:tblStyle styleId="{1D3CAA26-32B0-4B7B-90C2-3924DB5C61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{1D3CAA26-32B0-4B7B-90C2-3924DB5C61A2}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