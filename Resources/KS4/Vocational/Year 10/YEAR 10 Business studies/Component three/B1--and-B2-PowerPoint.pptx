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ECB4D3-6956-4014-A919-41729CB0C93B}">
  <a:tblStyle styleId="{6EECB4D3-6956-4014-A919-41729CB0C9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{6EECB4D3-6956-4014-A919-41729CB0C93B}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