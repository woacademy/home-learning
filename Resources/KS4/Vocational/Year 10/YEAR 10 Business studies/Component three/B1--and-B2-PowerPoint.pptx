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712731-233D-409F-8391-20DC0CBBC244}">
  <a:tblStyle styleId="{07712731-233D-409F-8391-20DC0CBBC2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{07712731-233D-409F-8391-20DC0CBBC244}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