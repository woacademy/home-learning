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4DB9A1-787B-42AC-BB83-BE1123A7C42C}">
  <a:tblStyle styleId="{9A4DB9A1-787B-42AC-BB83-BE1123A7C4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{9A4DB9A1-787B-42AC-BB83-BE1123A7C42C}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