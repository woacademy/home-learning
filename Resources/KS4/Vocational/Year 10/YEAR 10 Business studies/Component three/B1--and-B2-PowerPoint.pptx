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98E453-6D37-4A86-98C8-6696E5F8EF2D}">
  <a:tblStyle styleId="{A798E453-6D37-4A86-98C8-6696E5F8EF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{A798E453-6D37-4A86-98C8-6696E5F8EF2D}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