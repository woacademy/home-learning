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AD106F-2F68-4629-9CE5-73F09CE9CF3F}">
  <a:tblStyle styleId="{A3AD106F-2F68-4629-9CE5-73F09CE9CF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{A3AD106F-2F68-4629-9CE5-73F09CE9CF3F}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