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2221B4-C4F6-4D10-8981-D8EE2953207A}">
  <a:tblStyle styleId="{CA2221B4-C4F6-4D10-8981-D8EE295320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{CA2221B4-C4F6-4D10-8981-D8EE2953207A}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