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D7576B-BBD1-4021-8C31-2A23EB0ACFAC}">
  <a:tblStyle styleId="{76D7576B-BBD1-4021-8C31-2A23EB0ACF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{76D7576B-BBD1-4021-8C31-2A23EB0ACFAC}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