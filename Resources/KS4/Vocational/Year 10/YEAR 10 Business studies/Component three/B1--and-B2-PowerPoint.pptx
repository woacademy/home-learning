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FAC16E-6B8D-4F02-BC6D-8EB7C21A2CAF}">
  <a:tblStyle styleId="{59FAC16E-6B8D-4F02-BC6D-8EB7C21A2C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{59FAC16E-6B8D-4F02-BC6D-8EB7C21A2CAF}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