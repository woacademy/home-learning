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F775E47-2B15-4DBE-B1E5-2E9A43F4DCB0}">
  <a:tblStyle styleId="{0F775E47-2B15-4DBE-B1E5-2E9A43F4DC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{0F775E47-2B15-4DBE-B1E5-2E9A43F4DCB0}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