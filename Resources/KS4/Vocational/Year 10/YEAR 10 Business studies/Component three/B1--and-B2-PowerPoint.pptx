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16D286-DCC7-4568-AB89-4E88283FECFD}">
  <a:tblStyle styleId="{3916D286-DCC7-4568-AB89-4E88283FEC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{3916D286-DCC7-4568-AB89-4E88283FECFD}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