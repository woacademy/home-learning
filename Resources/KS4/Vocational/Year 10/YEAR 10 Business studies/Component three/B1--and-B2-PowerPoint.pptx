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810FA6-3436-419E-802B-C8727FDB4517}">
  <a:tblStyle styleId="{5C810FA6-3436-419E-802B-C8727FDB45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{5C810FA6-3436-419E-802B-C8727FDB4517}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