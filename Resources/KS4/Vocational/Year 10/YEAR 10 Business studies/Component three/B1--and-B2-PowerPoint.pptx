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57CB1B-C83E-4DC7-9648-9EB8C05C0E36}">
  <a:tblStyle styleId="{BA57CB1B-C83E-4DC7-9648-9EB8C05C0E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{BA57CB1B-C83E-4DC7-9648-9EB8C05C0E36}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