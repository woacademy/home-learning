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29FB67-8399-4494-8E6F-0D7C1AC3B4CA}">
  <a:tblStyle styleId="{6829FB67-8399-4494-8E6F-0D7C1AC3B4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{6829FB67-8399-4494-8E6F-0D7C1AC3B4CA}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