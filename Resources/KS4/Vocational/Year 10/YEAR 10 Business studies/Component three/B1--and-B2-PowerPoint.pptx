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DC5C2B-753C-4F62-A6FD-D5986677ADCB}">
  <a:tblStyle styleId="{4CDC5C2B-753C-4F62-A6FD-D5986677ADC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{4CDC5C2B-753C-4F62-A6FD-D5986677ADCB}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