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9E050E6-7BCA-406A-8C65-AFBD84B2016B}">
  <a:tblStyle styleId="{99E050E6-7BCA-406A-8C65-AFBD84B201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{99E050E6-7BCA-406A-8C65-AFBD84B2016B}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