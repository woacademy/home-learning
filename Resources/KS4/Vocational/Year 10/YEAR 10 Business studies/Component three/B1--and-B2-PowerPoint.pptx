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4E58F6-6D80-43AC-A5B4-37D2B6DB7C92}">
  <a:tblStyle styleId="{4D4E58F6-6D80-43AC-A5B4-37D2B6DB7C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{4D4E58F6-6D80-43AC-A5B4-37D2B6DB7C92}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