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6EF7D8-5CF2-4EAF-8E1A-4AC25473C391}">
  <a:tblStyle styleId="{216EF7D8-5CF2-4EAF-8E1A-4AC25473C3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{216EF7D8-5CF2-4EAF-8E1A-4AC25473C391}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