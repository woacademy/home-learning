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9909AF-ACBD-49CD-9D5D-33CC6C92AB32}">
  <a:tblStyle styleId="{BF9909AF-ACBD-49CD-9D5D-33CC6C92AB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{BF9909AF-ACBD-49CD-9D5D-33CC6C92AB32}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