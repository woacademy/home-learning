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580BEA-B2CA-4E7A-9F44-F7F83B274309}">
  <a:tblStyle styleId="{B7580BEA-B2CA-4E7A-9F44-F7F83B2743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{B7580BEA-B2CA-4E7A-9F44-F7F83B274309}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