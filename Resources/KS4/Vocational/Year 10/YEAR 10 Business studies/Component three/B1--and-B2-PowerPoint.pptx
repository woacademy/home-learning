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576D0C-9C69-4275-90A2-8CD642BB8CF1}">
  <a:tblStyle styleId="{D2576D0C-9C69-4275-90A2-8CD642BB8C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{D2576D0C-9C69-4275-90A2-8CD642BB8CF1}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