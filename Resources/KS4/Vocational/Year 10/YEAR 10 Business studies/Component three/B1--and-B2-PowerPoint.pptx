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A5C808-DF83-444A-BB19-EFD55AC255C6}">
  <a:tblStyle styleId="{B0A5C808-DF83-444A-BB19-EFD55AC255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{B0A5C808-DF83-444A-BB19-EFD55AC255C6}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