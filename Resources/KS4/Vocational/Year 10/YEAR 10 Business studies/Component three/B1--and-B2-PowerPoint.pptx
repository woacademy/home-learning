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FA81F7E-EC77-4442-8A86-BD1C017CD776}">
  <a:tblStyle styleId="{4FA81F7E-EC77-4442-8A86-BD1C017CD77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4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{4FA81F7E-EC77-4442-8A86-BD1C017CD776}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