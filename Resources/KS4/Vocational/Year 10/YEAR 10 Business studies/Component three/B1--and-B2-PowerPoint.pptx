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8722F3-AEEF-483B-83DC-E5247CC537A4}">
  <a:tblStyle styleId="{228722F3-AEEF-483B-83DC-E5247CC537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{228722F3-AEEF-483B-83DC-E5247CC537A4}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