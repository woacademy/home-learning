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14A46-C157-4D84-B604-6D1F9F4F42DE}">
  <a:tblStyle styleId="{C7514A46-C157-4D84-B604-6D1F9F4F42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{C7514A46-C157-4D84-B604-6D1F9F4F42DE}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