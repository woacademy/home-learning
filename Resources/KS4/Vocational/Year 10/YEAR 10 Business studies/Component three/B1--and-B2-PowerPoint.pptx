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B505B-3F18-410B-9EBC-0F8716CE9982}">
  <a:tblStyle styleId="{086B505B-3F18-410B-9EBC-0F8716CE99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{086B505B-3F18-410B-9EBC-0F8716CE9982}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