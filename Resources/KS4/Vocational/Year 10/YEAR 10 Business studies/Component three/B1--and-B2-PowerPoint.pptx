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EC6E62-EB64-40D3-AEE2-9389A8D15F8C}">
  <a:tblStyle styleId="{40EC6E62-EB64-40D3-AEE2-9389A8D15F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{40EC6E62-EB64-40D3-AEE2-9389A8D15F8C}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