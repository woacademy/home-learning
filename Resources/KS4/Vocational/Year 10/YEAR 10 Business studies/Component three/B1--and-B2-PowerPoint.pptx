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8F29A-6435-4967-8479-CCA74016385E}">
  <a:tblStyle styleId="{15D8F29A-6435-4967-8479-CCA7401638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{15D8F29A-6435-4967-8479-CCA74016385E}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