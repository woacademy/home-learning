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7600E6-073F-47CB-A647-4C9D6BEA72D7}">
  <a:tblStyle styleId="{4B7600E6-073F-47CB-A647-4C9D6BEA72D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{4B7600E6-073F-47CB-A647-4C9D6BEA72D7}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