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C1241B9-5D3A-4FE9-8B67-D30AA24BB701}">
  <a:tblStyle styleId="{EC1241B9-5D3A-4FE9-8B67-D30AA24BB70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3.png"/><Relationship Id="rId5" Type="http://schemas.openxmlformats.org/officeDocument/2006/relationships/image" Target="../media/image8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{EC1241B9-5D3A-4FE9-8B67-D30AA24BB701}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