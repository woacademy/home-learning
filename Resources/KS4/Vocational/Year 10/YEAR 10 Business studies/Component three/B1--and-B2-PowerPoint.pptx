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06B191-2182-498B-B846-3DAB63C80253}">
  <a:tblStyle styleId="{9506B191-2182-498B-B846-3DAB63C802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{9506B191-2182-498B-B846-3DAB63C80253}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