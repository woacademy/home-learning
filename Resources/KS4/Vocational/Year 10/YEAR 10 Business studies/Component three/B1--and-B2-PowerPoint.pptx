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CECF8A-F3C3-417A-AA88-1D26E105DAC6}">
  <a:tblStyle styleId="{F6CECF8A-F3C3-417A-AA88-1D26E105DA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{F6CECF8A-F3C3-417A-AA88-1D26E105DAC6}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