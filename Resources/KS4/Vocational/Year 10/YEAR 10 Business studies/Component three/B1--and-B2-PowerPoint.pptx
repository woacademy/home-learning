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5FA45D-D430-44EA-96A3-92ABC4936041}">
  <a:tblStyle styleId="{365FA45D-D430-44EA-96A3-92ABC49360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{365FA45D-D430-44EA-96A3-92ABC4936041}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