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F35419-B027-4FEA-A72A-1FC813DD5A47}">
  <a:tblStyle styleId="{C6F35419-B027-4FEA-A72A-1FC813DD5A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{C6F35419-B027-4FEA-A72A-1FC813DD5A47}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