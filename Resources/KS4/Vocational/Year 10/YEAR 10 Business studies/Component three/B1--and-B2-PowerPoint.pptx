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A1C88-EDE5-433B-963B-201D4238AFE7}">
  <a:tblStyle styleId="{1B3A1C88-EDE5-433B-963B-201D4238A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{1B3A1C88-EDE5-433B-963B-201D4238AFE7}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