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991B9CB1-17C5-432C-8D68-FC6B3F3403A9}">
  <a:tblStyle styleId="{991B9CB1-17C5-432C-8D68-FC6B3F3403A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6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{991B9CB1-17C5-432C-8D68-FC6B3F3403A9}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