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5300D7-AB10-4125-A4D2-2BFABD2190AE}">
  <a:tblStyle styleId="{1D5300D7-AB10-4125-A4D2-2BFABD2190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{1D5300D7-AB10-4125-A4D2-2BFABD2190AE}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