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26E273-0042-4495-BE99-B9AC884EC65E}">
  <a:tblStyle styleId="{1926E273-0042-4495-BE99-B9AC884EC6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{1926E273-0042-4495-BE99-B9AC884EC65E}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