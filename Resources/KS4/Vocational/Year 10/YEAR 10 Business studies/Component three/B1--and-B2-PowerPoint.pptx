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47FAA-B397-4AAC-9BA2-5B900926A2F0}">
  <a:tblStyle styleId="{E9847FAA-B397-4AAC-9BA2-5B900926A2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{E9847FAA-B397-4AAC-9BA2-5B900926A2F0}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