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C22DE2-1228-4F96-AB14-A5512EFAFAEE}">
  <a:tblStyle styleId="{BAC22DE2-1228-4F96-AB14-A5512EFAFA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{BAC22DE2-1228-4F96-AB14-A5512EFAFAEE}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