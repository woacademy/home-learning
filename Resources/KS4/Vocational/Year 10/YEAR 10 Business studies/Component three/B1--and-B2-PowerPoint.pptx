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3660414-17F4-42D5-948E-44EDDABAB46F}">
  <a:tblStyle styleId="{93660414-17F4-42D5-948E-44EDDABAB46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7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{93660414-17F4-42D5-948E-44EDDABAB46F}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