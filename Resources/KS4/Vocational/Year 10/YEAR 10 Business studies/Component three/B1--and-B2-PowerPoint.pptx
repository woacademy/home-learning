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3FD733-2D1F-4CE2-AF25-82E9EEDC8090}">
  <a:tblStyle styleId="{FB3FD733-2D1F-4CE2-AF25-82E9EEDC80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{FB3FD733-2D1F-4CE2-AF25-82E9EEDC8090}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