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A52B5C-05CE-40FF-9192-ED09C5ABFA7F}">
  <a:tblStyle styleId="{11A52B5C-05CE-40FF-9192-ED09C5ABFA7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{11A52B5C-05CE-40FF-9192-ED09C5ABFA7F}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