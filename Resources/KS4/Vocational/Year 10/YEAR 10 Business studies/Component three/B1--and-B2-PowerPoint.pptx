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E27689-3E9F-4BBF-BABF-88A5C10C9A33}">
  <a:tblStyle styleId="{60E27689-3E9F-4BBF-BABF-88A5C10C9A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{60E27689-3E9F-4BBF-BABF-88A5C10C9A33}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