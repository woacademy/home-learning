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13CD5E-F193-4BA8-B1B5-FBAFABFCB03F}">
  <a:tblStyle styleId="{1413CD5E-F193-4BA8-B1B5-FBAFABFCB0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{1413CD5E-F193-4BA8-B1B5-FBAFABFCB03F}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