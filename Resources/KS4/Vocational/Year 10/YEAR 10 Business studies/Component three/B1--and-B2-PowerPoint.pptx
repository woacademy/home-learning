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D0BF8-49D3-4B8E-AE90-D940876F8D70}">
  <a:tblStyle styleId="{AAAD0BF8-49D3-4B8E-AE90-D940876F8D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{AAAD0BF8-49D3-4B8E-AE90-D940876F8D70}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