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8D5BED-DFF6-41E9-B267-6D45B0800B9F}">
  <a:tblStyle styleId="{7F8D5BED-DFF6-41E9-B267-6D45B0800B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{7F8D5BED-DFF6-41E9-B267-6D45B0800B9F}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