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70E32A-DDE3-4F0D-98DE-0DCB56438EB9}">
  <a:tblStyle styleId="{7370E32A-DDE3-4F0D-98DE-0DCB56438E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{7370E32A-DDE3-4F0D-98DE-0DCB56438EB9}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