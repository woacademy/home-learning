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C0DBD-E2D6-4445-BF2E-83A38C3F75A7}">
  <a:tblStyle styleId="{BF9C0DBD-E2D6-4445-BF2E-83A38C3F75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{BF9C0DBD-E2D6-4445-BF2E-83A38C3F75A7}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