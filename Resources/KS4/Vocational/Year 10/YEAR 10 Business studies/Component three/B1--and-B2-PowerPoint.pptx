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43A439-19B3-4C2C-A936-DC35B9A14580}">
  <a:tblStyle styleId="{C943A439-19B3-4C2C-A936-DC35B9A145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{C943A439-19B3-4C2C-A936-DC35B9A14580}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