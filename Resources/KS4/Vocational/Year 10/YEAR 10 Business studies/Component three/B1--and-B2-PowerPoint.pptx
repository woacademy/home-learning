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43CF71-E55D-41E7-890C-CA38DB68B1E9}">
  <a:tblStyle styleId="{FA43CF71-E55D-41E7-890C-CA38DB68B1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{FA43CF71-E55D-41E7-890C-CA38DB68B1E9}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