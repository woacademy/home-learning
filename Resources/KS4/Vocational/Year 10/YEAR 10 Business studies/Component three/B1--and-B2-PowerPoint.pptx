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E0A33-9146-425B-B41B-F84D345931A0}">
  <a:tblStyle styleId="{EFAE0A33-9146-425B-B41B-F84D345931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{EFAE0A33-9146-425B-B41B-F84D345931A0}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