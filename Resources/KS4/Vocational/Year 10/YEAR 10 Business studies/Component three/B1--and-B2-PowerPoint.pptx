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E5B2C6-6BB8-4ECD-AC43-94831FEA829A}">
  <a:tblStyle styleId="{DCE5B2C6-6BB8-4ECD-AC43-94831FEA82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{DCE5B2C6-6BB8-4ECD-AC43-94831FEA829A}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