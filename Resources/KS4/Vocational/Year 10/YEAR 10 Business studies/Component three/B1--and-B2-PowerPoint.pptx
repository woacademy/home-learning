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F7EF6-422D-41F0-97CA-083BD9DDBE81}">
  <a:tblStyle styleId="{892F7EF6-422D-41F0-97CA-083BD9DDB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{892F7EF6-422D-41F0-97CA-083BD9DDBE81}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