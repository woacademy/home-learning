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E74B83-949D-41FE-A2C1-0A25BF4DA116}">
  <a:tblStyle styleId="{D5E74B83-949D-41FE-A2C1-0A25BF4DA1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{D5E74B83-949D-41FE-A2C1-0A25BF4DA116}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