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A9E274-95AE-48A1-A990-3CC8B53D6FB1}">
  <a:tblStyle styleId="{8CA9E274-95AE-48A1-A990-3CC8B53D6F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{8CA9E274-95AE-48A1-A990-3CC8B53D6FB1}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