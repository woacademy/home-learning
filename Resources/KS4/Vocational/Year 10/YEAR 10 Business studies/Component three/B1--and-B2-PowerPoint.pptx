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09B5380-A757-4EB7-B118-ACDCD522D4BC}">
  <a:tblStyle styleId="{909B5380-A757-4EB7-B118-ACDCD522D4B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{909B5380-A757-4EB7-B118-ACDCD522D4BC}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