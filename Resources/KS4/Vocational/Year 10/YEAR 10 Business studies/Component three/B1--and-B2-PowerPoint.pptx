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012D0-89F3-4E5B-9B55-D63506A7E194}">
  <a:tblStyle styleId="{6C8012D0-89F3-4E5B-9B55-D63506A7E1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{6C8012D0-89F3-4E5B-9B55-D63506A7E194}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