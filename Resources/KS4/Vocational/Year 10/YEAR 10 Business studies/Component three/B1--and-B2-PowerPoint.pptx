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238ED6-5BF0-41A4-921D-BDB578D6F31B}">
  <a:tblStyle styleId="{B2238ED6-5BF0-41A4-921D-BDB578D6F3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{B2238ED6-5BF0-41A4-921D-BDB578D6F31B}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