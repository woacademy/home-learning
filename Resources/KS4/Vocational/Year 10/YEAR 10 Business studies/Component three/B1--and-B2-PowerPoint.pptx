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130703-2CDC-46B9-BD16-58A593AAD8BF}">
  <a:tblStyle styleId="{08130703-2CDC-46B9-BD16-58A593AAD8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{08130703-2CDC-46B9-BD16-58A593AAD8BF}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