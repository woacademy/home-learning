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2C7C8D1-9E19-4541-89C4-B19DFF9ABF08}">
  <a:tblStyle styleId="{F2C7C8D1-9E19-4541-89C4-B19DFF9ABF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{F2C7C8D1-9E19-4541-89C4-B19DFF9ABF08}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