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F360AB-1284-4A30-B09B-CA6C2443A730}">
  <a:tblStyle styleId="{15F360AB-1284-4A30-B09B-CA6C2443A7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{15F360AB-1284-4A30-B09B-CA6C2443A730}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