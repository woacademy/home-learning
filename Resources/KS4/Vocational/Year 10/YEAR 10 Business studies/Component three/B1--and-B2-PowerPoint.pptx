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4074EF-D104-4797-B524-EB49CFF937DE}">
  <a:tblStyle styleId="{694074EF-D104-4797-B524-EB49CFF937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{694074EF-D104-4797-B524-EB49CFF937DE}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