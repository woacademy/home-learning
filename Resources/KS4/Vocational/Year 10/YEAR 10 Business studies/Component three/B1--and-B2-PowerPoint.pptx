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AAE548-15BD-45CA-A7A0-3116E7C534AA}">
  <a:tblStyle styleId="{52AAE548-15BD-45CA-A7A0-3116E7C534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{52AAE548-15BD-45CA-A7A0-3116E7C534AA}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