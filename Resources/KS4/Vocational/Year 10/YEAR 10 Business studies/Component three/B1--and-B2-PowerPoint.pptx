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234B76-536D-4FE0-AC51-11DD5117F62F}">
  <a:tblStyle styleId="{F2234B76-536D-4FE0-AC51-11DD5117F6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{F2234B76-536D-4FE0-AC51-11DD5117F62F}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