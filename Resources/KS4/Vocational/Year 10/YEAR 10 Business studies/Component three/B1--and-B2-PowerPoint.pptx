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4551D3-0D7B-45E5-80BA-992C6A0B202F}">
  <a:tblStyle styleId="{FE4551D3-0D7B-45E5-80BA-992C6A0B20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{FE4551D3-0D7B-45E5-80BA-992C6A0B202F}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