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14D2DE-E550-42AB-983B-E4FAE2DC5565}">
  <a:tblStyle styleId="{2F14D2DE-E550-42AB-983B-E4FAE2DC55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{2F14D2DE-E550-42AB-983B-E4FAE2DC5565}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