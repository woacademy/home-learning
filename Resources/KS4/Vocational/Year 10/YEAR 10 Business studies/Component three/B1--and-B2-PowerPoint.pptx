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143554-6C9B-404E-93EF-005CDF1D859F}">
  <a:tblStyle styleId="{62143554-6C9B-404E-93EF-005CDF1D85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{62143554-6C9B-404E-93EF-005CDF1D859F}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