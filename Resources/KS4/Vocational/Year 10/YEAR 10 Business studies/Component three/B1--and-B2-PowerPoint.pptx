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AADF05-998A-48F4-B36B-E6DD0545F20F}">
  <a:tblStyle styleId="{16AADF05-998A-48F4-B36B-E6DD0545F2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{16AADF05-998A-48F4-B36B-E6DD0545F20F}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