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41C3832-C84A-4E31-9DB3-528E9847F0FA}">
  <a:tblStyle styleId="{A41C3832-C84A-4E31-9DB3-528E9847F0F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8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{A41C3832-C84A-4E31-9DB3-528E9847F0FA}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