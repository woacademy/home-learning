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89A032-954C-4F4D-B4BB-3D09DCB5D0E4}">
  <a:tblStyle styleId="{7F89A032-954C-4F4D-B4BB-3D09DCB5D0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{7F89A032-954C-4F4D-B4BB-3D09DCB5D0E4}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