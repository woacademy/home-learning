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AEBFD3-B606-4475-985A-629103A76549}">
  <a:tblStyle styleId="{73AEBFD3-B606-4475-985A-629103A765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{73AEBFD3-B606-4475-985A-629103A76549}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