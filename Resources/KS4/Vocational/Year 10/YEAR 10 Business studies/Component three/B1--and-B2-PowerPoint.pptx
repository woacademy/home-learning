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88EEEC-6D3A-463A-9EFA-D525B8F4DAB4}">
  <a:tblStyle styleId="{F688EEEC-6D3A-463A-9EFA-D525B8F4DA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{F688EEEC-6D3A-463A-9EFA-D525B8F4DAB4}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