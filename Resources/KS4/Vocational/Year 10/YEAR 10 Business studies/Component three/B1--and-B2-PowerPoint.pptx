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42BFD62-C0B5-49FE-A9DC-BDF3C9781692}">
  <a:tblStyle styleId="{742BFD62-C0B5-49FE-A9DC-BDF3C97816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2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3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{742BFD62-C0B5-49FE-A9DC-BDF3C9781692}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