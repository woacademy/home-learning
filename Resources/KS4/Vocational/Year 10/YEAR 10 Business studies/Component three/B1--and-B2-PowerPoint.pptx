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2CBD4A-F9C5-4043-897E-6E497699BB5B}">
  <a:tblStyle styleId="{A82CBD4A-F9C5-4043-897E-6E497699BB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{A82CBD4A-F9C5-4043-897E-6E497699BB5B}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