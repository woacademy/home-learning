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5A43BD-C502-4450-97D7-C0D8EA8243AF}">
  <a:tblStyle styleId="{D75A43BD-C502-4450-97D7-C0D8EA8243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{D75A43BD-C502-4450-97D7-C0D8EA8243AF}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