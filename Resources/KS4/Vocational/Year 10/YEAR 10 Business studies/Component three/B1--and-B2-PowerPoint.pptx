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0EECEA-1596-4A01-9740-C75048E26DE2}">
  <a:tblStyle styleId="{B70EECEA-1596-4A01-9740-C75048E26D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{B70EECEA-1596-4A01-9740-C75048E26DE2}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