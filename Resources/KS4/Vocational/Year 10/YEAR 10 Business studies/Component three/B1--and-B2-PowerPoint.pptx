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64887A-B6D9-4056-9A9B-10B79B2BBD8A}">
  <a:tblStyle styleId="{2364887A-B6D9-4056-9A9B-10B79B2BBD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{2364887A-B6D9-4056-9A9B-10B79B2BBD8A}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