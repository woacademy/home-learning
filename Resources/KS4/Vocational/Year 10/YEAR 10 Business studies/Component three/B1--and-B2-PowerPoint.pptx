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61EB9-0AD6-421F-8C9C-5FF6E5276B91}">
  <a:tblStyle styleId="{1E961EB9-0AD6-421F-8C9C-5FF6E5276B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{1E961EB9-0AD6-421F-8C9C-5FF6E5276B91}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