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ED3281F-73AE-438F-ACBC-E0377411DD2B}">
  <a:tblStyle styleId="{EED3281F-73AE-438F-ACBC-E0377411DD2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{EED3281F-73AE-438F-ACBC-E0377411DD2B}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