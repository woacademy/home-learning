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1CD7E-C3EA-4709-AE4B-B9D99953FEF2}">
  <a:tblStyle styleId="{3231CD7E-C3EA-4709-AE4B-B9D99953FE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{3231CD7E-C3EA-4709-AE4B-B9D99953FEF2}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