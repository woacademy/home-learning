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D116F1-F12D-4D75-8751-8E82CE40F0B2}">
  <a:tblStyle styleId="{2BD116F1-F12D-4D75-8751-8E82CE40F0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{2BD116F1-F12D-4D75-8751-8E82CE40F0B2}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