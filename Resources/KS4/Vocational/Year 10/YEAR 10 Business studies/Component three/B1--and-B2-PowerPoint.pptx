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CA47D0-2EC7-48F0-A087-9B8F673C8F32}">
  <a:tblStyle styleId="{29CA47D0-2EC7-48F0-A087-9B8F673C8F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{29CA47D0-2EC7-48F0-A087-9B8F673C8F32}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