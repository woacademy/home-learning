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3BE8D6-3AA6-459B-BBBE-42C1B2030173}">
  <a:tblStyle styleId="{C33BE8D6-3AA6-459B-BBBE-42C1B203017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{C33BE8D6-3AA6-459B-BBBE-42C1B2030173}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