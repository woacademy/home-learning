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997994-34AE-4D4C-AD8B-A173018A765F}">
  <a:tblStyle styleId="{5C997994-34AE-4D4C-AD8B-A173018A76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{5C997994-34AE-4D4C-AD8B-A173018A765F}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