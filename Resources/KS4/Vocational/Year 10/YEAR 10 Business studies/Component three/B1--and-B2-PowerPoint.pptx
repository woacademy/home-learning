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6E3D64-8241-4BB3-8C07-AFE65FDB10DE}">
  <a:tblStyle styleId="{676E3D64-8241-4BB3-8C07-AFE65FDB10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2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{676E3D64-8241-4BB3-8C07-AFE65FDB10DE}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