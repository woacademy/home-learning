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D31947-4B46-46A1-BAA5-A2271B6DCD2F}">
  <a:tblStyle styleId="{26D31947-4B46-46A1-BAA5-A2271B6DCD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{26D31947-4B46-46A1-BAA5-A2271B6DCD2F}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