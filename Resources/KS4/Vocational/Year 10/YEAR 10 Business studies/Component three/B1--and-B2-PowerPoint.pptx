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9718B2-9635-4492-AF28-2C852FD1CB0D}">
  <a:tblStyle styleId="{BE9718B2-9635-4492-AF28-2C852FD1CB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{BE9718B2-9635-4492-AF28-2C852FD1CB0D}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