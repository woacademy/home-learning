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577A55-CF33-4ACF-8934-7EBEDDC79401}">
  <a:tblStyle styleId="{4A577A55-CF33-4ACF-8934-7EBEDDC7940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{4A577A55-CF33-4ACF-8934-7EBEDDC79401}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