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BEF1C5-FDE8-499E-9694-67F5A0A1EB70}">
  <a:tblStyle styleId="{E2BEF1C5-FDE8-499E-9694-67F5A0A1EB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{E2BEF1C5-FDE8-499E-9694-67F5A0A1EB70}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