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6832A8-07A1-4CBB-971F-965F324B2E90}">
  <a:tblStyle styleId="{416832A8-07A1-4CBB-971F-965F324B2E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{416832A8-07A1-4CBB-971F-965F324B2E90}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