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F2F470-F893-4CDF-82B0-2E603698D391}">
  <a:tblStyle styleId="{77F2F470-F893-4CDF-82B0-2E603698D3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{77F2F470-F893-4CDF-82B0-2E603698D391}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