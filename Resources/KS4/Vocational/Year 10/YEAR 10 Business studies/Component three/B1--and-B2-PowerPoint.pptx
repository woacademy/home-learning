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3CDC51-80C1-4F62-82CC-FAD0E66D6E9D}">
  <a:tblStyle styleId="{7C3CDC51-80C1-4F62-82CC-FAD0E66D6E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{7C3CDC51-80C1-4F62-82CC-FAD0E66D6E9D}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