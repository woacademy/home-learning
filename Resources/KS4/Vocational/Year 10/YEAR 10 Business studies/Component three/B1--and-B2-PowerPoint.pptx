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D1DA76-54D4-467A-94C1-123AAE18F420}">
  <a:tblStyle styleId="{0AD1DA76-54D4-467A-94C1-123AAE18F4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{0AD1DA76-54D4-467A-94C1-123AAE18F420}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