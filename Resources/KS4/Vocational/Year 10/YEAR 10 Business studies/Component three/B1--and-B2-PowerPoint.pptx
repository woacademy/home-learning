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B3C4DA-C595-457A-9C12-FDEDE78C56F1}">
  <a:tblStyle styleId="{E5B3C4DA-C595-457A-9C12-FDEDE78C56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{E5B3C4DA-C595-457A-9C12-FDEDE78C56F1}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