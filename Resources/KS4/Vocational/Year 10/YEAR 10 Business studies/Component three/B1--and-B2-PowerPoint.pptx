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CA3D304-C4AF-4B67-B543-6CE78CCAC98E}">
  <a:tblStyle styleId="{5CA3D304-C4AF-4B67-B543-6CE78CCAC98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{5CA3D304-C4AF-4B67-B543-6CE78CCAC98E}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