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BBF64F-4919-4275-A75D-7EA4285CCFFA}">
  <a:tblStyle styleId="{10BBF64F-4919-4275-A75D-7EA4285CCF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{10BBF64F-4919-4275-A75D-7EA4285CCFFA}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