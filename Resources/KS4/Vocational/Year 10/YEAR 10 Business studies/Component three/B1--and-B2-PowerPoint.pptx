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57BFC5-FE0F-4B46-AB90-4F2AE92C1651}">
  <a:tblStyle styleId="{A757BFC5-FE0F-4B46-AB90-4F2AE92C16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{A757BFC5-FE0F-4B46-AB90-4F2AE92C1651}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