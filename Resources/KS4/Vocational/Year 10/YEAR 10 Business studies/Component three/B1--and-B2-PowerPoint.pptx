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7CAC5C-F34F-414C-BDDD-89DD7D434585}">
  <a:tblStyle styleId="{1F7CAC5C-F34F-414C-BDDD-89DD7D4345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{1F7CAC5C-F34F-414C-BDDD-89DD7D434585}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