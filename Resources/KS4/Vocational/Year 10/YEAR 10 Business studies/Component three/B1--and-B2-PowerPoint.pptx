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5F9620-348E-4F5C-B1F9-B312994729D4}">
  <a:tblStyle styleId="{095F9620-348E-4F5C-B1F9-B312994729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{095F9620-348E-4F5C-B1F9-B312994729D4}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