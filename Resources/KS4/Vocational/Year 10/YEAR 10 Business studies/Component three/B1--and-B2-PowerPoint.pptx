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6566F1-2CCB-4D28-9CF0-482E9EF5B70A}">
  <a:tblStyle styleId="{4D6566F1-2CCB-4D28-9CF0-482E9EF5B7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{4D6566F1-2CCB-4D28-9CF0-482E9EF5B70A}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