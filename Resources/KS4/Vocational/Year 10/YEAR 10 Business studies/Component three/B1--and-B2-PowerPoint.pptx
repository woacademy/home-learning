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967570-960C-4B25-B83C-273206AA494E}">
  <a:tblStyle styleId="{19967570-960C-4B25-B83C-273206AA49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{19967570-960C-4B25-B83C-273206AA494E}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