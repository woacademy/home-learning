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543DA3-3F95-4EC4-A4C8-1C5A30A5EC2C}">
  <a:tblStyle styleId="{94543DA3-3F95-4EC4-A4C8-1C5A30A5EC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{94543DA3-3F95-4EC4-A4C8-1C5A30A5EC2C}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