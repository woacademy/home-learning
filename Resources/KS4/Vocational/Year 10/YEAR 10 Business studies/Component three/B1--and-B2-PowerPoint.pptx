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4CDCC9-3988-4697-A960-A90253A62F54}">
  <a:tblStyle styleId="{704CDCC9-3988-4697-A960-A90253A62F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{704CDCC9-3988-4697-A960-A90253A62F54}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