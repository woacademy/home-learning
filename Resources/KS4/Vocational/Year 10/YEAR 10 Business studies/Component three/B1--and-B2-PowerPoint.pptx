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7F7F01-CBFB-4236-B5BA-5BBB48EC3032}">
  <a:tblStyle styleId="{DF7F7F01-CBFB-4236-B5BA-5BBB48EC30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{DF7F7F01-CBFB-4236-B5BA-5BBB48EC3032}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