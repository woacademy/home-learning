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8587BE-BDE0-4059-804A-315D3D67A8A8}">
  <a:tblStyle styleId="{DE8587BE-BDE0-4059-804A-315D3D67A8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{DE8587BE-BDE0-4059-804A-315D3D67A8A8}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