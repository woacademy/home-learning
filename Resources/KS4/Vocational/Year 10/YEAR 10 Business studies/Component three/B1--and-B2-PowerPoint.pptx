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C8FBFF-6DF6-4512-8591-EFCF73D89C3B}">
  <a:tblStyle styleId="{7EC8FBFF-6DF6-4512-8591-EFCF73D89C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{7EC8FBFF-6DF6-4512-8591-EFCF73D89C3B}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