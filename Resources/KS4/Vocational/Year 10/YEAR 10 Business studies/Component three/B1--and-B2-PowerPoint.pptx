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580F2-8EAF-4625-819F-66587D447FDD}">
  <a:tblStyle styleId="{D01580F2-8EAF-4625-819F-66587D447F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{D01580F2-8EAF-4625-819F-66587D447FDD}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