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BA782F-A967-4FE5-8FF4-286D05F9B548}">
  <a:tblStyle styleId="{2FBA782F-A967-4FE5-8FF4-286D05F9B5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{2FBA782F-A967-4FE5-8FF4-286D05F9B548}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