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A55F0A-2F4A-4249-9C85-B7D0129A8E74}">
  <a:tblStyle styleId="{3EA55F0A-2F4A-4249-9C85-B7D0129A8E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{3EA55F0A-2F4A-4249-9C85-B7D0129A8E74}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