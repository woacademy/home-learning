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459BAB-0158-4E77-BC73-62D99507F4BE}">
  <a:tblStyle styleId="{74459BAB-0158-4E77-BC73-62D99507F4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{74459BAB-0158-4E77-BC73-62D99507F4BE}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