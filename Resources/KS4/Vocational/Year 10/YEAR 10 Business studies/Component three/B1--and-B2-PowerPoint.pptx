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D1696-F70A-4BF5-9697-39458A2FC523}">
  <a:tblStyle styleId="{C98D1696-F70A-4BF5-9697-39458A2FC5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{C98D1696-F70A-4BF5-9697-39458A2FC523}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