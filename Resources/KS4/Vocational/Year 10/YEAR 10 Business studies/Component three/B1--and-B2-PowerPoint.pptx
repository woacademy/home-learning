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7C55B494-7DE6-49F8-8595-1FF9703243A6}">
  <a:tblStyle styleId="{7C55B494-7DE6-49F8-8595-1FF9703243A6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jpg"/><Relationship Id="rId4" Type="http://schemas.openxmlformats.org/officeDocument/2006/relationships/image" Target="../media/image8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4.png"/><Relationship Id="rId4" Type="http://schemas.openxmlformats.org/officeDocument/2006/relationships/image" Target="../media/image5.png"/><Relationship Id="rId5" Type="http://schemas.openxmlformats.org/officeDocument/2006/relationships/image" Target="../media/image6.jpg"/><Relationship Id="rId6" Type="http://schemas.openxmlformats.org/officeDocument/2006/relationships/image" Target="../media/image7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{7C55B494-7DE6-49F8-8595-1FF9703243A6}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