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FEC15-D6BD-495A-B53F-B6E5B6B79214}">
  <a:tblStyle styleId="{A56FEC15-D6BD-495A-B53F-B6E5B6B792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{A56FEC15-D6BD-495A-B53F-B6E5B6B79214}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