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B90C44-A2F7-477A-A010-6EE8F05066A5}">
  <a:tblStyle styleId="{8CB90C44-A2F7-477A-A010-6EE8F05066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{8CB90C44-A2F7-477A-A010-6EE8F05066A5}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