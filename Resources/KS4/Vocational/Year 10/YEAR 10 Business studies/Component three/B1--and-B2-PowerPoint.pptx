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4E533E-A16A-46D7-B146-A18772E73719}">
  <a:tblStyle styleId="{F84E533E-A16A-46D7-B146-A18772E737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{F84E533E-A16A-46D7-B146-A18772E73719}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