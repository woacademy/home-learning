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C7126-05E7-4A18-B424-4520985EC973}">
  <a:tblStyle styleId="{683C7126-05E7-4A18-B424-4520985EC9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{683C7126-05E7-4A18-B424-4520985EC973}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