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9FC62-0CB1-424F-8049-323B2CC9FF15}">
  <a:tblStyle styleId="{61B9FC62-0CB1-424F-8049-323B2CC9FF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{61B9FC62-0CB1-424F-8049-323B2CC9FF15}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