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17C08E-F642-40CF-B202-68A384A00040}">
  <a:tblStyle styleId="{1F17C08E-F642-40CF-B202-68A384A000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{1F17C08E-F642-40CF-B202-68A384A00040}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