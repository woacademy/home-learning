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AE23D8-18D3-4DEE-90BC-3354EBB2D84F}">
  <a:tblStyle styleId="{1EAE23D8-18D3-4DEE-90BC-3354EBB2D8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{1EAE23D8-18D3-4DEE-90BC-3354EBB2D84F}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