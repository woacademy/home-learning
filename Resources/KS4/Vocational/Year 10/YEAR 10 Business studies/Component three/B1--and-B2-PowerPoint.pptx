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07136B-D29F-47C2-9377-B2ABFE1E962C}">
  <a:tblStyle styleId="{1C07136B-D29F-47C2-9377-B2ABFE1E96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{1C07136B-D29F-47C2-9377-B2ABFE1E962C}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