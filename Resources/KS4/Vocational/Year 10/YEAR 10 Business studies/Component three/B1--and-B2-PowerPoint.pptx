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7CA3C6-0094-4F38-B802-E7EC52C0D515}">
  <a:tblStyle styleId="{317CA3C6-0094-4F38-B802-E7EC52C0D5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{317CA3C6-0094-4F38-B802-E7EC52C0D515}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