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F994E1-5D9B-48C5-847A-7D8CF7F07059}">
  <a:tblStyle styleId="{2CF994E1-5D9B-48C5-847A-7D8CF7F0705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{2CF994E1-5D9B-48C5-847A-7D8CF7F07059}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