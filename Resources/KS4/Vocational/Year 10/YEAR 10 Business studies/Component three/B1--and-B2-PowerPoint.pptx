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48EA3-8F28-4E2D-A5FF-CD5CEB2E0C61}">
  <a:tblStyle styleId="{0E648EA3-8F28-4E2D-A5FF-CD5CEB2E0C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{0E648EA3-8F28-4E2D-A5FF-CD5CEB2E0C61}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