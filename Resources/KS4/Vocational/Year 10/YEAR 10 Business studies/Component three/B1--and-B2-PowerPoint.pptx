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7338CA-2C2D-4B25-B3E3-C86585641B81}">
  <a:tblStyle styleId="{177338CA-2C2D-4B25-B3E3-C86585641B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{177338CA-2C2D-4B25-B3E3-C86585641B81}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