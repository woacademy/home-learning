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5A0646-824F-45E6-A029-770A9A76A1B1}">
  <a:tblStyle styleId="{7C5A0646-824F-45E6-A029-770A9A76A1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{7C5A0646-824F-45E6-A029-770A9A76A1B1}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