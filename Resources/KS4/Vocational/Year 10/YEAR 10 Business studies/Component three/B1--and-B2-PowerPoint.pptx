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53D810-0FDA-48B6-A13F-CA6C805C3ADD}">
  <a:tblStyle styleId="{7D53D810-0FDA-48B6-A13F-CA6C805C3A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{7D53D810-0FDA-48B6-A13F-CA6C805C3ADD}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