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83E190-1FF2-43F7-92B9-CD9EB65A392C}">
  <a:tblStyle styleId="{0283E190-1FF2-43F7-92B9-CD9EB65A39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{0283E190-1FF2-43F7-92B9-CD9EB65A392C}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