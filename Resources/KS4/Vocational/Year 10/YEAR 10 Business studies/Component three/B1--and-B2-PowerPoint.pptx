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1065F7-E616-4BBF-B2D1-FEC6677F6A31}">
  <a:tblStyle styleId="{871065F7-E616-4BBF-B2D1-FEC6677F6A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{871065F7-E616-4BBF-B2D1-FEC6677F6A31}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