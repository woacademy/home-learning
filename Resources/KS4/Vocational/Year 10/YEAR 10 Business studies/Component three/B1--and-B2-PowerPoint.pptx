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F5E16E-241B-4171-AC4E-307780914E6F}">
  <a:tblStyle styleId="{59F5E16E-241B-4171-AC4E-307780914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{59F5E16E-241B-4171-AC4E-307780914E6F}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