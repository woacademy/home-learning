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32F481-55B2-4CB3-AF14-8A0468CA603C}">
  <a:tblStyle styleId="{4232F481-55B2-4CB3-AF14-8A0468CA60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{4232F481-55B2-4CB3-AF14-8A0468CA603C}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