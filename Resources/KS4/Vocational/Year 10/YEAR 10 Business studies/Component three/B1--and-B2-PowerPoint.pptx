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7A1A94-266C-4820-995F-D8D70007B9D0}">
  <a:tblStyle styleId="{CF7A1A94-266C-4820-995F-D8D70007B9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{CF7A1A94-266C-4820-995F-D8D70007B9D0}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