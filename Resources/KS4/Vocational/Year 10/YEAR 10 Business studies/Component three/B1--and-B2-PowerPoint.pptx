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A506CC-BD08-4ED9-B011-E554A81F6027}">
  <a:tblStyle styleId="{5FA506CC-BD08-4ED9-B011-E554A81F60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{5FA506CC-BD08-4ED9-B011-E554A81F6027}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