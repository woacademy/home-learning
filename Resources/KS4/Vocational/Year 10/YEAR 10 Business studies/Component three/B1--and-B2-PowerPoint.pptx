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EEE0073-5C61-4F7D-8DB9-3DF79CC4D96E}">
  <a:tblStyle styleId="{BEEE0073-5C61-4F7D-8DB9-3DF79CC4D96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{BEEE0073-5C61-4F7D-8DB9-3DF79CC4D96E}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