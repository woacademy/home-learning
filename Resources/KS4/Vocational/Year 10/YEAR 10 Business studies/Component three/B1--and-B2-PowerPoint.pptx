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EA9435-33DD-4F00-AAAC-6DD6AF0382FD}">
  <a:tblStyle styleId="{B3EA9435-33DD-4F00-AAAC-6DD6AF0382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{B3EA9435-33DD-4F00-AAAC-6DD6AF0382FD}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