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E2C54B4-D507-4920-949A-94D7FA73374C}">
  <a:tblStyle styleId="{0E2C54B4-D507-4920-949A-94D7FA7337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{0E2C54B4-D507-4920-949A-94D7FA73374C}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