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E1B340-825A-4F07-AC60-6A056DE400A1}">
  <a:tblStyle styleId="{3AE1B340-825A-4F07-AC60-6A056DE400A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{3AE1B340-825A-4F07-AC60-6A056DE400A1}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