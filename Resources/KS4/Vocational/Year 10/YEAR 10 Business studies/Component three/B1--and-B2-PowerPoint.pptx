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70D16A-325E-47D9-B01E-73D6B0A1FB99}">
  <a:tblStyle styleId="{3C70D16A-325E-47D9-B01E-73D6B0A1FB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{3C70D16A-325E-47D9-B01E-73D6B0A1FB99}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