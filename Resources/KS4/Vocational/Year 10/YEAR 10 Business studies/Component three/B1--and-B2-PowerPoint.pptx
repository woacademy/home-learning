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8B09D1-D27D-4527-8069-CAD069BD6A46}">
  <a:tblStyle styleId="{9E8B09D1-D27D-4527-8069-CAD069BD6A4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{9E8B09D1-D27D-4527-8069-CAD069BD6A46}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