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A2D6F82-973B-4661-8822-160661D559EE}">
  <a:tblStyle styleId="{5A2D6F82-973B-4661-8822-160661D559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{5A2D6F82-973B-4661-8822-160661D559EE}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