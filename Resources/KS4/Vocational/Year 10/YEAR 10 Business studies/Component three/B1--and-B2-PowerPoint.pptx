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590595-6869-4119-B2B4-29DD18C9B711}">
  <a:tblStyle styleId="{30590595-6869-4119-B2B4-29DD18C9B7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{30590595-6869-4119-B2B4-29DD18C9B711}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