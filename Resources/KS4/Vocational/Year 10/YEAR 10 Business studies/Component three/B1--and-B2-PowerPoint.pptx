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B2F829-56FE-40F4-A957-AFFD2259C8AE}">
  <a:tblStyle styleId="{7FB2F829-56FE-40F4-A957-AFFD2259C8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{7FB2F829-56FE-40F4-A957-AFFD2259C8AE}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