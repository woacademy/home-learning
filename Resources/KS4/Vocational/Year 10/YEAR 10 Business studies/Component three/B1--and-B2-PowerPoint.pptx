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2A41BEE-C8F5-4A9A-AC8A-6D34328CB4AB}">
  <a:tblStyle styleId="{C2A41BEE-C8F5-4A9A-AC8A-6D34328CB4A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7.png"/><Relationship Id="rId5" Type="http://schemas.openxmlformats.org/officeDocument/2006/relationships/image" Target="../media/image5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{C2A41BEE-C8F5-4A9A-AC8A-6D34328CB4AB}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