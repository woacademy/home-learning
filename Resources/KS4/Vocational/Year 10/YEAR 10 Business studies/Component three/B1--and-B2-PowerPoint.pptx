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85E01A-58E2-4A35-B4CB-528AEB7FC80C}">
  <a:tblStyle styleId="{0885E01A-58E2-4A35-B4CB-528AEB7FC8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{0885E01A-58E2-4A35-B4CB-528AEB7FC80C}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