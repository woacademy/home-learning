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C356BC-B4AF-47B9-8F01-9CECDC0F31E9}">
  <a:tblStyle styleId="{55C356BC-B4AF-47B9-8F01-9CECDC0F31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{55C356BC-B4AF-47B9-8F01-9CECDC0F31E9}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