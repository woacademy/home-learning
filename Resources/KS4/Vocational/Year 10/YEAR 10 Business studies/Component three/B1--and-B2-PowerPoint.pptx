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93E974-FD2A-4BAF-B544-32F86EA0CAED}">
  <a:tblStyle styleId="{2B93E974-FD2A-4BAF-B544-32F86EA0CA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{2B93E974-FD2A-4BAF-B544-32F86EA0CAED}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