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3615E1-4900-4DE3-85D9-FACB7D26D32A}">
  <a:tblStyle styleId="{1C3615E1-4900-4DE3-85D9-FACB7D26D32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{1C3615E1-4900-4DE3-85D9-FACB7D26D32A}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