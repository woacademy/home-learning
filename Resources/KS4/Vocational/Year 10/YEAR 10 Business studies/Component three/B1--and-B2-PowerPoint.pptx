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D6FC62-B2ED-47E4-94D8-4CC88D5254E4}">
  <a:tblStyle styleId="{2FD6FC62-B2ED-47E4-94D8-4CC88D5254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{2FD6FC62-B2ED-47E4-94D8-4CC88D5254E4}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