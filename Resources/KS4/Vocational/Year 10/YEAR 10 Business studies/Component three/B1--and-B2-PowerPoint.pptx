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B2291-9973-4511-B8E7-15183190F747}">
  <a:tblStyle styleId="{F8DB2291-9973-4511-B8E7-15183190F7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{F8DB2291-9973-4511-B8E7-15183190F747}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