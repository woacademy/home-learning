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EF00C9-6DCC-4425-BE3C-0E80B7C61401}">
  <a:tblStyle styleId="{C8EF00C9-6DCC-4425-BE3C-0E80B7C614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{C8EF00C9-6DCC-4425-BE3C-0E80B7C61401}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