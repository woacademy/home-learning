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E33225-E225-4696-864A-54AFC214A28C}">
  <a:tblStyle styleId="{09E33225-E225-4696-864A-54AFC214A2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{09E33225-E225-4696-864A-54AFC214A28C}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