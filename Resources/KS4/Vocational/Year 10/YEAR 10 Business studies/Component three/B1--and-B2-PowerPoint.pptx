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BC9EDE-9903-44ED-9B72-E10A6F02A46C}">
  <a:tblStyle styleId="{48BC9EDE-9903-44ED-9B72-E10A6F02A46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{48BC9EDE-9903-44ED-9B72-E10A6F02A46C}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