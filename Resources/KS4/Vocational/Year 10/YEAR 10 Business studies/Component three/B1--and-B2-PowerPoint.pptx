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A0F043-0473-4237-BAE3-FBB38C894335}">
  <a:tblStyle styleId="{9CA0F043-0473-4237-BAE3-FBB38C8943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{9CA0F043-0473-4237-BAE3-FBB38C894335}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