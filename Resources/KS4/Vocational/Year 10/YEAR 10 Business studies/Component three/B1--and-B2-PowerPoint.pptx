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C506E6-E3C7-4C84-94F2-5CD7E1C1D64D}">
  <a:tblStyle styleId="{6CC506E6-E3C7-4C84-94F2-5CD7E1C1D6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{6CC506E6-E3C7-4C84-94F2-5CD7E1C1D64D}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