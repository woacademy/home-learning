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A892FA-CD92-421C-A77D-FCC4BA70538B}">
  <a:tblStyle styleId="{B7A892FA-CD92-421C-A77D-FCC4BA705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{B7A892FA-CD92-421C-A77D-FCC4BA70538B}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