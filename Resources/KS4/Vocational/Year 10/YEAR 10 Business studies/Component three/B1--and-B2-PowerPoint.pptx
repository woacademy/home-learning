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101D41-107A-4DCE-9282-74B69552B20A}">
  <a:tblStyle styleId="{57101D41-107A-4DCE-9282-74B69552B2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{57101D41-107A-4DCE-9282-74B69552B20A}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