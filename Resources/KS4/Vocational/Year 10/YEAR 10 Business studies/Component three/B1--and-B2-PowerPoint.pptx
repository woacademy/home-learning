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EA329E-11FF-4C85-A21A-29E8EBA8162E}">
  <a:tblStyle styleId="{71EA329E-11FF-4C85-A21A-29E8EBA816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{71EA329E-11FF-4C85-A21A-29E8EBA8162E}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