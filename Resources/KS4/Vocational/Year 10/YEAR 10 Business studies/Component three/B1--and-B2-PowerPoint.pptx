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AEB1A1-4E1E-42C9-A59D-1E32788578EB}">
  <a:tblStyle styleId="{25AEB1A1-4E1E-42C9-A59D-1E32788578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{25AEB1A1-4E1E-42C9-A59D-1E32788578EB}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