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07DA8-AF85-4D39-8C7E-499A936C4781}">
  <a:tblStyle styleId="{2A407DA8-AF85-4D39-8C7E-499A936C47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{2A407DA8-AF85-4D39-8C7E-499A936C4781}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