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8BCCA6-D409-4D97-99B5-12E45BB88F61}">
  <a:tblStyle styleId="{F08BCCA6-D409-4D97-99B5-12E45BB88F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{F08BCCA6-D409-4D97-99B5-12E45BB88F61}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