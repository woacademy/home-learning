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60689B-A9AF-470E-B61E-2C72ACEDFA8C}">
  <a:tblStyle styleId="{F060689B-A9AF-470E-B61E-2C72ACEDFA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{F060689B-A9AF-470E-B61E-2C72ACEDFA8C}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