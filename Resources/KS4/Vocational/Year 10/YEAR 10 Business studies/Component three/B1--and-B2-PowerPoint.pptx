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8ECFB7-BAE2-43FE-A2EB-8087AC003D01}">
  <a:tblStyle styleId="{298ECFB7-BAE2-43FE-A2EB-8087AC003D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{298ECFB7-BAE2-43FE-A2EB-8087AC003D01}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