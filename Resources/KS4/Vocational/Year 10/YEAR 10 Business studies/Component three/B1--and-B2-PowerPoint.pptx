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E9186E-ABF8-4C91-995B-6A3A4399AB0C}">
  <a:tblStyle styleId="{E6E9186E-ABF8-4C91-995B-6A3A4399AB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{E6E9186E-ABF8-4C91-995B-6A3A4399AB0C}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