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C2D07-0986-4DAF-B2E8-9234370B6756}">
  <a:tblStyle styleId="{121C2D07-0986-4DAF-B2E8-9234370B6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{121C2D07-0986-4DAF-B2E8-9234370B6756}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