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BDE27-104A-4C55-8EAB-6E1ECC36287B}">
  <a:tblStyle styleId="{2C0BDE27-104A-4C55-8EAB-6E1ECC3628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{2C0BDE27-104A-4C55-8EAB-6E1ECC36287B}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