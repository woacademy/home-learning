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FE1591-D913-4475-8E37-EDE4748EC30D}">
  <a:tblStyle styleId="{7BFE1591-D913-4475-8E37-EDE4748EC3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{7BFE1591-D913-4475-8E37-EDE4748EC30D}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