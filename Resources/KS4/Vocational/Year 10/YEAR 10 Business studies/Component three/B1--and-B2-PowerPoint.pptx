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E02D6A-1C57-4542-B8AE-5DA8DF9A5679}">
  <a:tblStyle styleId="{88E02D6A-1C57-4542-B8AE-5DA8DF9A56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{88E02D6A-1C57-4542-B8AE-5DA8DF9A5679}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