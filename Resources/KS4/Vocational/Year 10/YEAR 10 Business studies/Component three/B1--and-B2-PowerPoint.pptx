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B657A2-32D3-49E6-A271-8357EF879039}">
  <a:tblStyle styleId="{11B657A2-32D3-49E6-A271-8357EF8790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{11B657A2-32D3-49E6-A271-8357EF879039}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