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BD2143-AA00-4BD9-9118-0E7171006415}">
  <a:tblStyle styleId="{DABD2143-AA00-4BD9-9118-0E71710064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{DABD2143-AA00-4BD9-9118-0E7171006415}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