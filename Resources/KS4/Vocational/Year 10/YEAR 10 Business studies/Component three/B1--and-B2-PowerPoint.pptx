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1AE03-8EBF-4E3F-9626-2D6F1ECCF306}">
  <a:tblStyle styleId="{A901AE03-8EBF-4E3F-9626-2D6F1ECCF3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{A901AE03-8EBF-4E3F-9626-2D6F1ECCF306}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