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01C52E7-7948-4B52-A544-DDDBC8DF9644}">
  <a:tblStyle styleId="{D01C52E7-7948-4B52-A544-DDDBC8DF964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{D01C52E7-7948-4B52-A544-DDDBC8DF9644}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