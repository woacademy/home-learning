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8205C-4C71-4F62-B0D0-877F798BBA92}">
  <a:tblStyle styleId="{EDD8205C-4C71-4F62-B0D0-877F798BBA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{EDD8205C-4C71-4F62-B0D0-877F798BBA92}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