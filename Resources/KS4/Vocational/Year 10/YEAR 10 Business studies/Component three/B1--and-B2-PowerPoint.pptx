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6E25FC-02D2-4056-A5DB-79F614CB5B1B}">
  <a:tblStyle styleId="{2C6E25FC-02D2-4056-A5DB-79F614CB5B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{2C6E25FC-02D2-4056-A5DB-79F614CB5B1B}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