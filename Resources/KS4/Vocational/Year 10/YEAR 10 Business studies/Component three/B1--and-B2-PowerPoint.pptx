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461416B-8B2E-4ED3-9443-572DEF8D428C}">
  <a:tblStyle styleId="{4461416B-8B2E-4ED3-9443-572DEF8D42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{4461416B-8B2E-4ED3-9443-572DEF8D428C}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