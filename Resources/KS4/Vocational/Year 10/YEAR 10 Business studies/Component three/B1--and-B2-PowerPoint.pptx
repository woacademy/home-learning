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7C01B7-C2C0-4844-A713-610FE017974A}">
  <a:tblStyle styleId="{DA7C01B7-C2C0-4844-A713-610FE01797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{DA7C01B7-C2C0-4844-A713-610FE017974A}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