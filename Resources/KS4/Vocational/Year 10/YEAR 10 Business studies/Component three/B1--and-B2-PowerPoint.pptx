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D3F964-4248-401E-8102-7446A844FFCA}">
  <a:tblStyle styleId="{11D3F964-4248-401E-8102-7446A844FF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{11D3F964-4248-401E-8102-7446A844FFCA}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