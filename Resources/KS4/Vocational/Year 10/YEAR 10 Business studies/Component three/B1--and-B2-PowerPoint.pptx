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8A14BA-8CB7-4F80-BB73-790844485951}">
  <a:tblStyle styleId="{E48A14BA-8CB7-4F80-BB73-7908444859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{E48A14BA-8CB7-4F80-BB73-790844485951}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