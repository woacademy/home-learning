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11BBFA4-2CCD-4E05-819F-DA42DF0FA2CA}">
  <a:tblStyle styleId="{111BBFA4-2CCD-4E05-819F-DA42DF0FA2C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6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{111BBFA4-2CCD-4E05-819F-DA42DF0FA2CA}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