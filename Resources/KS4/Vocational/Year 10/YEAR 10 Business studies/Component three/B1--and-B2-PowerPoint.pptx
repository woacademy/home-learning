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500B01-0535-4918-AB83-9AF534C54C93}">
  <a:tblStyle styleId="{9C500B01-0535-4918-AB83-9AF534C54C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{9C500B01-0535-4918-AB83-9AF534C54C93}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