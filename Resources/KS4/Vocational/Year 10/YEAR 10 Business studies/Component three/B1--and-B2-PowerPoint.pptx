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2A4D1A-979F-4738-B87A-FE9392B2E90A}">
  <a:tblStyle styleId="{BA2A4D1A-979F-4738-B87A-FE9392B2E9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{BA2A4D1A-979F-4738-B87A-FE9392B2E90A}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