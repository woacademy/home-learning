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C27980-28F7-403B-BBC9-2504F4C0D1A5}">
  <a:tblStyle styleId="{E3C27980-28F7-403B-BBC9-2504F4C0D1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{E3C27980-28F7-403B-BBC9-2504F4C0D1A5}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