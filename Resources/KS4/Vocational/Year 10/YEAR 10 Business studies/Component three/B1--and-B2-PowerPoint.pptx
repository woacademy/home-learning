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4AA741-3BC3-471C-89CA-8A2260EF6487}">
  <a:tblStyle styleId="{2F4AA741-3BC3-471C-89CA-8A2260EF64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{2F4AA741-3BC3-471C-89CA-8A2260EF6487}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