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DF808C8-6386-4A24-90FA-B845D046EA7D}">
  <a:tblStyle styleId="{1DF808C8-6386-4A24-90FA-B845D046EA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{1DF808C8-6386-4A24-90FA-B845D046EA7D}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