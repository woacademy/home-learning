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AF3766-8741-497F-AD4B-14FB53BB6BFB}">
  <a:tblStyle styleId="{85AF3766-8741-497F-AD4B-14FB53BB6B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{85AF3766-8741-497F-AD4B-14FB53BB6BFB}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