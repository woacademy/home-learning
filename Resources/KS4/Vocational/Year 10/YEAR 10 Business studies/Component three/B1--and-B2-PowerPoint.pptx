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82999A-DE18-43BF-8E20-2A11B5C69BEF}">
  <a:tblStyle styleId="{9F82999A-DE18-43BF-8E20-2A11B5C69B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{9F82999A-DE18-43BF-8E20-2A11B5C69BEF}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