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D413D12-07F4-4C9B-A026-DC27CD9D5413}">
  <a:tblStyle styleId="{CD413D12-07F4-4C9B-A026-DC27CD9D54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{CD413D12-07F4-4C9B-A026-DC27CD9D5413}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