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828427-D249-4357-9EB7-29D1B7502A3E}">
  <a:tblStyle styleId="{CE828427-D249-4357-9EB7-29D1B7502A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{CE828427-D249-4357-9EB7-29D1B7502A3E}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