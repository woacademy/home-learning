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5DFFDE1-03ED-437B-9F66-1365A375A209}">
  <a:tblStyle styleId="{15DFFDE1-03ED-437B-9F66-1365A375A20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4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{15DFFDE1-03ED-437B-9F66-1365A375A209}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