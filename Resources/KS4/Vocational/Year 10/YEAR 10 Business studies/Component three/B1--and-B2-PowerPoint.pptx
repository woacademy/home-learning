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F704AF-81A2-44E0-95C9-A10A0694386C}">
  <a:tblStyle styleId="{B8F704AF-81A2-44E0-95C9-A10A069438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{B8F704AF-81A2-44E0-95C9-A10A0694386C}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