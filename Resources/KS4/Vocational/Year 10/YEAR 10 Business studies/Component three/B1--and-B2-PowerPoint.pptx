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E76AC2-7C15-46E7-B4C9-5156C7F79CE6}">
  <a:tblStyle styleId="{ACE76AC2-7C15-46E7-B4C9-5156C7F79C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{ACE76AC2-7C15-46E7-B4C9-5156C7F79CE6}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