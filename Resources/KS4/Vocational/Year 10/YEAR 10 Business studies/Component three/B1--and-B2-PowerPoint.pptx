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19C378-47CE-4178-B54A-13125A86D61C}">
  <a:tblStyle styleId="{4219C378-47CE-4178-B54A-13125A86D6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{4219C378-47CE-4178-B54A-13125A86D61C}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