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6064B1-39C5-417E-8035-6A83736EDE90}">
  <a:tblStyle styleId="{456064B1-39C5-417E-8035-6A83736EDE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{456064B1-39C5-417E-8035-6A83736EDE90}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