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73E6CE-FD24-4D69-AC99-3C0A4AB8FD2C}">
  <a:tblStyle styleId="{C673E6CE-FD24-4D69-AC99-3C0A4AB8FD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{C673E6CE-FD24-4D69-AC99-3C0A4AB8FD2C}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