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136414-0740-4E08-A5F2-18B06836D584}">
  <a:tblStyle styleId="{2F136414-0740-4E08-A5F2-18B06836D5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{2F136414-0740-4E08-A5F2-18B06836D584}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