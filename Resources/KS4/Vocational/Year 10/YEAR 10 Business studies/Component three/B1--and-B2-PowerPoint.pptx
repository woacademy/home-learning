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205234-7560-49C6-ADA4-B1155536B8C2}">
  <a:tblStyle styleId="{68205234-7560-49C6-ADA4-B1155536B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{68205234-7560-49C6-ADA4-B1155536B8C2}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