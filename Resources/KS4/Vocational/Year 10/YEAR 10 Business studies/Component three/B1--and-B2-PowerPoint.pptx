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0A8A1A-A1DF-49CD-9E27-1623BD16F4B1}">
  <a:tblStyle styleId="{5A0A8A1A-A1DF-49CD-9E27-1623BD16F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{5A0A8A1A-A1DF-49CD-9E27-1623BD16F4B1}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