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50396A-44EE-4671-B030-5F30A9BBA9C5}">
  <a:tblStyle styleId="{7850396A-44EE-4671-B030-5F30A9BBA9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{7850396A-44EE-4671-B030-5F30A9BBA9C5}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