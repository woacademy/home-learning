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745569-91DB-40B8-BDEE-E370060764D4}">
  <a:tblStyle styleId="{3C745569-91DB-40B8-BDEE-E370060764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{3C745569-91DB-40B8-BDEE-E370060764D4}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