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0705B1-568A-40DD-A98E-D9A9819E3CD3}">
  <a:tblStyle styleId="{6E0705B1-568A-40DD-A98E-D9A9819E3C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{6E0705B1-568A-40DD-A98E-D9A9819E3CD3}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