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084324-2E4E-4088-A3E3-80F0B61D4858}">
  <a:tblStyle styleId="{65084324-2E4E-4088-A3E3-80F0B61D48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{65084324-2E4E-4088-A3E3-80F0B61D4858}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