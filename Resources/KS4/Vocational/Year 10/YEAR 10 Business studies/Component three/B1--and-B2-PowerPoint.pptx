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E74E49-AA06-41CC-B0C7-FC17852BC9DE}">
  <a:tblStyle styleId="{A9E74E49-AA06-41CC-B0C7-FC17852BC9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{A9E74E49-AA06-41CC-B0C7-FC17852BC9DE}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