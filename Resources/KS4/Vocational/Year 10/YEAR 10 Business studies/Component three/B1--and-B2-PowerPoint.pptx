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4B797D4-8396-4108-9740-58F9309F24E8}">
  <a:tblStyle styleId="{54B797D4-8396-4108-9740-58F9309F24E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7.png"/><Relationship Id="rId4" Type="http://schemas.openxmlformats.org/officeDocument/2006/relationships/image" Target="../media/image5.png"/><Relationship Id="rId5" Type="http://schemas.openxmlformats.org/officeDocument/2006/relationships/image" Target="../media/image4.jpg"/><Relationship Id="rId6" Type="http://schemas.openxmlformats.org/officeDocument/2006/relationships/image" Target="../media/image6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{54B797D4-8396-4108-9740-58F9309F24E8}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