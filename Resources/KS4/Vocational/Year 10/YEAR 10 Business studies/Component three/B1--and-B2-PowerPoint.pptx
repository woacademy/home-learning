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9C168A-65F7-4F6A-9215-2767D32AB69F}">
  <a:tblStyle styleId="{2D9C168A-65F7-4F6A-9215-2767D32AB6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{2D9C168A-65F7-4F6A-9215-2767D32AB69F}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