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86492F8-2A8F-4733-9FDD-C57E13C076E4}">
  <a:tblStyle styleId="{086492F8-2A8F-4733-9FDD-C57E13C076E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{086492F8-2A8F-4733-9FDD-C57E13C076E4}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