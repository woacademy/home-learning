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EBA3B5-60F8-4121-894E-6D75DDBCF402}">
  <a:tblStyle styleId="{28EBA3B5-60F8-4121-894E-6D75DDBCF4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{28EBA3B5-60F8-4121-894E-6D75DDBCF402}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