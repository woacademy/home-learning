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153470-C165-4C63-819A-59FD37DB4626}">
  <a:tblStyle styleId="{5B153470-C165-4C63-819A-59FD37DB46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{5B153470-C165-4C63-819A-59FD37DB4626}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