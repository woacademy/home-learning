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9ED27-1803-4DB7-8A49-649911D6A553}">
  <a:tblStyle styleId="{86B9ED27-1803-4DB7-8A49-649911D6A5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{86B9ED27-1803-4DB7-8A49-649911D6A553}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