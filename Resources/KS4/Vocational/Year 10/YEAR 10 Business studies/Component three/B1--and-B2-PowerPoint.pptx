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A558E1-5CB4-4F1F-A198-BD2F1F640A9E}">
  <a:tblStyle styleId="{27A558E1-5CB4-4F1F-A198-BD2F1F640A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{27A558E1-5CB4-4F1F-A198-BD2F1F640A9E}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