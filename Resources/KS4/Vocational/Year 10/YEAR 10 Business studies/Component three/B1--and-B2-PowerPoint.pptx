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2C2EBA-9B96-4E02-9917-A49082F22D73}">
  <a:tblStyle styleId="{062C2EBA-9B96-4E02-9917-A49082F22D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{062C2EBA-9B96-4E02-9917-A49082F22D73}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