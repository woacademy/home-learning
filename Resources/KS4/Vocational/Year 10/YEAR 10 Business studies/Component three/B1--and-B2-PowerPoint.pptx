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CDCCF5-961E-440D-A3EF-4DA9672DBE34}">
  <a:tblStyle styleId="{F9CDCCF5-961E-440D-A3EF-4DA9672DBE3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{F9CDCCF5-961E-440D-A3EF-4DA9672DBE34}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