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B3DF0D-32F5-4F55-A1C1-A2B40180B6CD}">
  <a:tblStyle styleId="{56B3DF0D-32F5-4F55-A1C1-A2B40180B6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{56B3DF0D-32F5-4F55-A1C1-A2B40180B6CD}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