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CC9A6A-94CA-4B42-8DC7-9A29B7FC0CA3}">
  <a:tblStyle styleId="{1DCC9A6A-94CA-4B42-8DC7-9A29B7FC0C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{1DCC9A6A-94CA-4B42-8DC7-9A29B7FC0CA3}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