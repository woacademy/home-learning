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C680E7-1579-487F-941D-DDB45890DA04}">
  <a:tblStyle styleId="{94C680E7-1579-487F-941D-DDB45890DA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{94C680E7-1579-487F-941D-DDB45890DA04}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