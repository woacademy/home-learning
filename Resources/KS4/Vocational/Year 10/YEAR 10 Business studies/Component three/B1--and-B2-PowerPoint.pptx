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EE49F6-F6D5-47CA-89B1-B9BF19FF8848}">
  <a:tblStyle styleId="{6EEE49F6-F6D5-47CA-89B1-B9BF19FF88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{6EEE49F6-F6D5-47CA-89B1-B9BF19FF8848}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