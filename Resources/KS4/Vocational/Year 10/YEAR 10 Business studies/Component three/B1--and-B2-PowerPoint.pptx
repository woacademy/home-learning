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31BB73-63CE-4045-AA39-6438D6B96A50}">
  <a:tblStyle styleId="{2231BB73-63CE-4045-AA39-6438D6B96A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{2231BB73-63CE-4045-AA39-6438D6B96A50}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