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572113-04A6-451D-86B9-325F920D3DD7}">
  <a:tblStyle styleId="{EA572113-04A6-451D-86B9-325F920D3D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{EA572113-04A6-451D-86B9-325F920D3DD7}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