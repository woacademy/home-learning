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495052-BF2C-4204-B29A-7C48C81A2B5F}">
  <a:tblStyle styleId="{E8495052-BF2C-4204-B29A-7C48C81A2B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{E8495052-BF2C-4204-B29A-7C48C81A2B5F}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