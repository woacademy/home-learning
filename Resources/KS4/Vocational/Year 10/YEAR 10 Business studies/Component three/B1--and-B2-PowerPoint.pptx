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93A3D-876F-49EF-8B2D-B761908181EA}">
  <a:tblStyle styleId="{68193A3D-876F-49EF-8B2D-B761908181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{68193A3D-876F-49EF-8B2D-B761908181EA}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