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858C69-AE86-4E4D-9580-5F0E02D3CF95}">
  <a:tblStyle styleId="{1C858C69-AE86-4E4D-9580-5F0E02D3C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{1C858C69-AE86-4E4D-9580-5F0E02D3CF95}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