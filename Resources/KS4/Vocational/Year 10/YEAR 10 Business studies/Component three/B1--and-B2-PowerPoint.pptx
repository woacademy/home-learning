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8077F1-D437-431C-B758-992C1ACA1096}">
  <a:tblStyle styleId="{D88077F1-D437-431C-B758-992C1ACA10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{D88077F1-D437-431C-B758-992C1ACA1096}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