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A80CA2-9719-403E-9932-AE23C0E257B2}">
  <a:tblStyle styleId="{82A80CA2-9719-403E-9932-AE23C0E257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{82A80CA2-9719-403E-9932-AE23C0E257B2}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