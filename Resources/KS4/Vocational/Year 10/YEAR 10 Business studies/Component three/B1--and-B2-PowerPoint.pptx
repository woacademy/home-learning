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317C45-4AC4-4A87-BDBF-56468A2E9BC9}">
  <a:tblStyle styleId="{98317C45-4AC4-4A87-BDBF-56468A2E9B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{98317C45-4AC4-4A87-BDBF-56468A2E9BC9}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