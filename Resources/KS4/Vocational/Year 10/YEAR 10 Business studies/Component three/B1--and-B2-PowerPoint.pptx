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CEF73F-1339-4F97-AC5B-CC02406ED9F4}">
  <a:tblStyle styleId="{EACEF73F-1339-4F97-AC5B-CC02406ED9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{EACEF73F-1339-4F97-AC5B-CC02406ED9F4}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