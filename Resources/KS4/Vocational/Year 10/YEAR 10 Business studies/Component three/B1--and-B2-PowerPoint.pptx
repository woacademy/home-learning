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7C7D9B7-4C43-4212-815C-74CA255E1328}">
  <a:tblStyle styleId="{37C7D9B7-4C43-4212-815C-74CA255E132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8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{37C7D9B7-4C43-4212-815C-74CA255E1328}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