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6864B-48E7-4D13-93CA-B3B6A7E7A89A}">
  <a:tblStyle styleId="{44B6864B-48E7-4D13-93CA-B3B6A7E7A8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{44B6864B-48E7-4D13-93CA-B3B6A7E7A89A}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