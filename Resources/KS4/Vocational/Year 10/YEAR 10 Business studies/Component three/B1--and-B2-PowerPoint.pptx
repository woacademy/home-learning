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80BFBA-CDDE-4D3D-8805-6C7B0365567E}">
  <a:tblStyle styleId="{3D80BFBA-CDDE-4D3D-8805-6C7B036556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{3D80BFBA-CDDE-4D3D-8805-6C7B0365567E}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