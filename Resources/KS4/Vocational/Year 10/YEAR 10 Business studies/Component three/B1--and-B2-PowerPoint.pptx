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9A2218-9374-42FD-89CD-304EAD65A1F2}">
  <a:tblStyle styleId="{B19A2218-9374-42FD-89CD-304EAD65A1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{B19A2218-9374-42FD-89CD-304EAD65A1F2}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