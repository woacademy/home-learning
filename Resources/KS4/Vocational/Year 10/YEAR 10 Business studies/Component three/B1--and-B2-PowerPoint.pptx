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F031B5-A820-4939-9A5E-8F176C55F820}">
  <a:tblStyle styleId="{29F031B5-A820-4939-9A5E-8F176C55F8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{29F031B5-A820-4939-9A5E-8F176C55F820}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