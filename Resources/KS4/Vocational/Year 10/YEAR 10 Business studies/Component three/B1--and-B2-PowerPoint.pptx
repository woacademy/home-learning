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2FFCC1-B102-4DF8-91CE-5DF7BC075CE1}">
  <a:tblStyle styleId="{4F2FFCC1-B102-4DF8-91CE-5DF7BC075C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{4F2FFCC1-B102-4DF8-91CE-5DF7BC075CE1}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