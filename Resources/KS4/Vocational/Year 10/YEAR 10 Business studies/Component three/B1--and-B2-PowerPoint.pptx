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74AF64-182C-4CE9-9198-DD754A2BB07C}">
  <a:tblStyle styleId="{0174AF64-182C-4CE9-9198-DD754A2BB0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{0174AF64-182C-4CE9-9198-DD754A2BB07C}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