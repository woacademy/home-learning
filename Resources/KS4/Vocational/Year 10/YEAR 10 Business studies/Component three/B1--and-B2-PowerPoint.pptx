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A6ADF5-9F46-487C-94FF-DCAC4F47E0AA}">
  <a:tblStyle styleId="{3BA6ADF5-9F46-487C-94FF-DCAC4F47E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{3BA6ADF5-9F46-487C-94FF-DCAC4F47E0AA}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