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03B0C0-3100-4307-BEB6-9B36928C80BA}">
  <a:tblStyle styleId="{1703B0C0-3100-4307-BEB6-9B36928C80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{1703B0C0-3100-4307-BEB6-9B36928C80BA}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