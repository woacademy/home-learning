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05B580-B411-4C7F-9594-B9D38501FC47}">
  <a:tblStyle styleId="{4005B580-B411-4C7F-9594-B9D38501FC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{4005B580-B411-4C7F-9594-B9D38501FC47}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