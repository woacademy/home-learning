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F54865-D5F8-4646-A5D4-0F7912B9FA12}">
  <a:tblStyle styleId="{96F54865-D5F8-4646-A5D4-0F7912B9FA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{96F54865-D5F8-4646-A5D4-0F7912B9FA12}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