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731743-3D1E-4EAF-91A7-304E704DC115}">
  <a:tblStyle styleId="{92731743-3D1E-4EAF-91A7-304E704DC1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{92731743-3D1E-4EAF-91A7-304E704DC115}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