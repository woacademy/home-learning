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B5B7E-00DA-4EC9-BC73-27F8358C734B}">
  <a:tblStyle styleId="{A57B5B7E-00DA-4EC9-BC73-27F8358C73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{A57B5B7E-00DA-4EC9-BC73-27F8358C734B}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