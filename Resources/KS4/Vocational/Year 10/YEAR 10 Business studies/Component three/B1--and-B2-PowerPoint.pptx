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CC1BB7-2E1A-4012-9252-866C4B8604FF}">
  <a:tblStyle styleId="{D0CC1BB7-2E1A-4012-9252-866C4B8604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{D0CC1BB7-2E1A-4012-9252-866C4B8604FF}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