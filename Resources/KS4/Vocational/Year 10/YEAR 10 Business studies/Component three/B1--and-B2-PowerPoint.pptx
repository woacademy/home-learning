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4E4528-9F54-4AF8-954F-E238F87C09B8}">
  <a:tblStyle styleId="{3E4E4528-9F54-4AF8-954F-E238F87C09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{3E4E4528-9F54-4AF8-954F-E238F87C09B8}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