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CC42A6-CEC9-4E44-927B-B6CD90988A88}">
  <a:tblStyle styleId="{B0CC42A6-CEC9-4E44-927B-B6CD90988A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{B0CC42A6-CEC9-4E44-927B-B6CD90988A88}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