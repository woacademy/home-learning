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18DD05-6A67-451E-8EEE-12BE0F9E4F6C}">
  <a:tblStyle styleId="{6018DD05-6A67-451E-8EEE-12BE0F9E4F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{6018DD05-6A67-451E-8EEE-12BE0F9E4F6C}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