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F24D3B3-2E98-4A5C-8F54-841EF1364F6C}">
  <a:tblStyle styleId="{7F24D3B3-2E98-4A5C-8F54-841EF1364F6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{7F24D3B3-2E98-4A5C-8F54-841EF1364F6C}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