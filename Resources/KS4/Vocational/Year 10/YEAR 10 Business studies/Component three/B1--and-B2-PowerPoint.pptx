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5A64127-6BD6-447D-866C-F5CEEAE29F34}">
  <a:tblStyle styleId="{75A64127-6BD6-447D-866C-F5CEEAE29F3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{75A64127-6BD6-447D-866C-F5CEEAE29F34}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