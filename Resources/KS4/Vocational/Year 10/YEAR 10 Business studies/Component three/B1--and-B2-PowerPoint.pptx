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881D889-897C-48ED-AC35-D3564C1239E6}">
  <a:tblStyle styleId="{0881D889-897C-48ED-AC35-D3564C1239E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{0881D889-897C-48ED-AC35-D3564C1239E6}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