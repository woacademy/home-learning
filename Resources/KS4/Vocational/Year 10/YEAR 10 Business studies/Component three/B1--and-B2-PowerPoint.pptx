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CCE5D5-1FE4-49C6-AA15-2ACBD29CFAD2}">
  <a:tblStyle styleId="{81CCE5D5-1FE4-49C6-AA15-2ACBD29CFA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{81CCE5D5-1FE4-49C6-AA15-2ACBD29CFAD2}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