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C307C6-4DB7-4B42-A05C-2574121BC6FB}">
  <a:tblStyle styleId="{67C307C6-4DB7-4B42-A05C-2574121BC6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{67C307C6-4DB7-4B42-A05C-2574121BC6FB}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