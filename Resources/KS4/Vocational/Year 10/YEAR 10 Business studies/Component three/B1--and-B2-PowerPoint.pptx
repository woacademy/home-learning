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8B642467-210F-485C-9E91-204FD36F9BC5}">
  <a:tblStyle styleId="{8B642467-210F-485C-9E91-204FD36F9BC5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6.jpg"/><Relationship Id="rId4" Type="http://schemas.openxmlformats.org/officeDocument/2006/relationships/image" Target="../media/image7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4.png"/><Relationship Id="rId4" Type="http://schemas.openxmlformats.org/officeDocument/2006/relationships/image" Target="../media/image2.png"/><Relationship Id="rId5" Type="http://schemas.openxmlformats.org/officeDocument/2006/relationships/image" Target="../media/image8.jpg"/><Relationship Id="rId6" Type="http://schemas.openxmlformats.org/officeDocument/2006/relationships/image" Target="../media/image5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{8B642467-210F-485C-9E91-204FD36F9BC5}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