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ED6874-C10F-4AAF-A7D5-7690D1565699}">
  <a:tblStyle styleId="{1AED6874-C10F-4AAF-A7D5-7690D15656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{1AED6874-C10F-4AAF-A7D5-7690D1565699}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