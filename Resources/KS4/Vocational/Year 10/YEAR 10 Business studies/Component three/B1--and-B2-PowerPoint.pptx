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2CE07C2-A7A2-44E5-8989-5C0087763240}">
  <a:tblStyle styleId="{92CE07C2-A7A2-44E5-8989-5C008776324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{92CE07C2-A7A2-44E5-8989-5C0087763240}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