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A762B3-4A1F-470C-94C8-3BCB68DC8F8C}">
  <a:tblStyle styleId="{B0A762B3-4A1F-470C-94C8-3BCB68DC8F8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{B0A762B3-4A1F-470C-94C8-3BCB68DC8F8C}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