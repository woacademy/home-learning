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A3B5C5-39D8-47BB-A310-310F02015E5E}">
  <a:tblStyle styleId="{CEA3B5C5-39D8-47BB-A310-310F02015E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{CEA3B5C5-39D8-47BB-A310-310F02015E5E}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