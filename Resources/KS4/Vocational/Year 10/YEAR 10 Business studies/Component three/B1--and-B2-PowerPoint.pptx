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CA2DC-0017-4942-B26B-DE2AA1315DEC}">
  <a:tblStyle styleId="{110CA2DC-0017-4942-B26B-DE2AA1315D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{110CA2DC-0017-4942-B26B-DE2AA1315DEC}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