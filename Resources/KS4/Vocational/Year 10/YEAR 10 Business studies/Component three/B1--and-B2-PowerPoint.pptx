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0DFD1A-6447-4BA9-9057-2D66F2D78591}">
  <a:tblStyle styleId="{BD0DFD1A-6447-4BA9-9057-2D66F2D78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{BD0DFD1A-6447-4BA9-9057-2D66F2D78591}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