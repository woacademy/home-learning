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B5F66F7-74E7-4381-AF7D-C0C5C2A81C48}">
  <a:tblStyle styleId="{EB5F66F7-74E7-4381-AF7D-C0C5C2A81C4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{EB5F66F7-74E7-4381-AF7D-C0C5C2A81C48}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