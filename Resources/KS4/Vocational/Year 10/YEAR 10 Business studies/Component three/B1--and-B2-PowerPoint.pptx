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C82086-899C-48B3-A6FF-F7613DB917D9}">
  <a:tblStyle styleId="{AFC82086-899C-48B3-A6FF-F7613DB917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{AFC82086-899C-48B3-A6FF-F7613DB917D9}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