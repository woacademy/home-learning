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E0C859-F331-47DD-A91F-8EA34ACEBFAA}">
  <a:tblStyle styleId="{67E0C859-F331-47DD-A91F-8EA34ACEBFA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{67E0C859-F331-47DD-A91F-8EA34ACEBFAA}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