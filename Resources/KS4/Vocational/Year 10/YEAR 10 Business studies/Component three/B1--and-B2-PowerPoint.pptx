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8EE8200-5DE3-4E7A-8215-370FA7E629CF}">
  <a:tblStyle styleId="{28EE8200-5DE3-4E7A-8215-370FA7E629CF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6.png"/><Relationship Id="rId4" Type="http://schemas.openxmlformats.org/officeDocument/2006/relationships/image" Target="../media/image5.png"/><Relationship Id="rId5" Type="http://schemas.openxmlformats.org/officeDocument/2006/relationships/image" Target="../media/image4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{28EE8200-5DE3-4E7A-8215-370FA7E629CF}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