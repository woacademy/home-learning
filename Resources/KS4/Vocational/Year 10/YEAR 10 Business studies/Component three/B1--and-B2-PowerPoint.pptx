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C7CD2B-5220-46FE-9A8C-40FF0F02EDCD}">
  <a:tblStyle styleId="{72C7CD2B-5220-46FE-9A8C-40FF0F02ED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{72C7CD2B-5220-46FE-9A8C-40FF0F02EDCD}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