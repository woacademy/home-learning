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B16F57-830F-47DD-8C67-B4C9FE201F18}">
  <a:tblStyle styleId="{AAB16F57-830F-47DD-8C67-B4C9FE201F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{AAB16F57-830F-47DD-8C67-B4C9FE201F18}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