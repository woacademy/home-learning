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7584228-11C4-47D9-B6B2-7107381082F8}">
  <a:tblStyle styleId="{77584228-11C4-47D9-B6B2-7107381082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{77584228-11C4-47D9-B6B2-7107381082F8}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