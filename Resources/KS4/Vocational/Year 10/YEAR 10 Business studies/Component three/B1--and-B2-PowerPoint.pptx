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895B4-F80B-41A1-B22D-F5427BB51B87}">
  <a:tblStyle styleId="{87A895B4-F80B-41A1-B22D-F5427BB51B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{87A895B4-F80B-41A1-B22D-F5427BB51B87}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