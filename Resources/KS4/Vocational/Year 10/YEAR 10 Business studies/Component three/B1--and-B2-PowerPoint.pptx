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825E54-AAA5-4836-B3D2-A8762E3B7DC5}">
  <a:tblStyle styleId="{FB825E54-AAA5-4836-B3D2-A8762E3B7D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{FB825E54-AAA5-4836-B3D2-A8762E3B7DC5}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