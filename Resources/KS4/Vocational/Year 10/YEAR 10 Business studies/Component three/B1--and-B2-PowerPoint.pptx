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74B768-E4C3-4D0E-BE17-E007ABBB1487}">
  <a:tblStyle styleId="{AC74B768-E4C3-4D0E-BE17-E007ABBB14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{AC74B768-E4C3-4D0E-BE17-E007ABBB1487}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