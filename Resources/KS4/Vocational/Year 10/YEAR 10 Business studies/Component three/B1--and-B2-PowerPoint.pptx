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0D6CB-8E2B-4802-9DF7-020E862968FA}">
  <a:tblStyle styleId="{DC20D6CB-8E2B-4802-9DF7-020E862968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{DC20D6CB-8E2B-4802-9DF7-020E862968FA}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