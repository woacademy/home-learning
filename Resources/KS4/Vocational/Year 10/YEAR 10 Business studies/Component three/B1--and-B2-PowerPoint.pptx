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DAC9DFA-63FE-47BB-AAB3-43F395948F01}">
  <a:tblStyle styleId="{DDAC9DFA-63FE-47BB-AAB3-43F395948F0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6.png"/><Relationship Id="rId5" Type="http://schemas.openxmlformats.org/officeDocument/2006/relationships/image" Target="../media/image5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{DDAC9DFA-63FE-47BB-AAB3-43F395948F01}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