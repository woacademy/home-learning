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677232-F313-453C-9343-2AD71C6E4FA2}">
  <a:tblStyle styleId="{DA677232-F313-453C-9343-2AD71C6E4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{DA677232-F313-453C-9343-2AD71C6E4FA2}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