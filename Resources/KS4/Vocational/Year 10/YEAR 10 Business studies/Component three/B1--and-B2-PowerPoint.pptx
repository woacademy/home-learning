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41895B-9B52-44FC-8A77-7841B2C6EB47}">
  <a:tblStyle styleId="{5641895B-9B52-44FC-8A77-7841B2C6EB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{5641895B-9B52-44FC-8A77-7841B2C6EB47}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