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32372D-DC2D-42B6-99F3-D98F25C9C58D}">
  <a:tblStyle styleId="{B532372D-DC2D-42B6-99F3-D98F25C9C5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{B532372D-DC2D-42B6-99F3-D98F25C9C58D}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