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7FFCC2-1F73-4FBD-B3E2-65B0528166CB}">
  <a:tblStyle styleId="{5C7FFCC2-1F73-4FBD-B3E2-65B052816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{5C7FFCC2-1F73-4FBD-B3E2-65B0528166CB}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