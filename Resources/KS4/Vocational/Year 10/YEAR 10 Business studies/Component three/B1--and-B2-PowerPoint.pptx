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8E0AC2-23A7-4A20-B02A-D4727007BC7D}">
  <a:tblStyle styleId="{698E0AC2-23A7-4A20-B02A-D4727007BC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{698E0AC2-23A7-4A20-B02A-D4727007BC7D}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