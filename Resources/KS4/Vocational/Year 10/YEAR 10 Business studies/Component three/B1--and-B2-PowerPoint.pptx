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1A223-C100-4A40-81A1-1614161B0F24}">
  <a:tblStyle styleId="{2E41A223-C100-4A40-81A1-1614161B0F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{2E41A223-C100-4A40-81A1-1614161B0F24}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