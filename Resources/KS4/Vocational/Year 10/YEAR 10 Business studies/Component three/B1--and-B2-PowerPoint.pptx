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966CBF-5AE1-4903-BB02-42FA7B1803FC}">
  <a:tblStyle styleId="{E8966CBF-5AE1-4903-BB02-42FA7B1803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{E8966CBF-5AE1-4903-BB02-42FA7B1803FC}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