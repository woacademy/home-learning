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D7F17F-535A-47BF-A10F-5E0306ECB042}">
  <a:tblStyle styleId="{FED7F17F-535A-47BF-A10F-5E0306ECB0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{FED7F17F-535A-47BF-A10F-5E0306ECB042}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