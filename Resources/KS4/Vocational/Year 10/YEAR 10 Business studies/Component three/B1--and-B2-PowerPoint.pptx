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73C9D6-926E-4F61-ACBA-8E23DF8DE01F}">
  <a:tblStyle styleId="{8C73C9D6-926E-4F61-ACBA-8E23DF8DE0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{8C73C9D6-926E-4F61-ACBA-8E23DF8DE01F}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