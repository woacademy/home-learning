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2CF26F-518F-442D-B35D-098A8AF84679}">
  <a:tblStyle styleId="{F82CF26F-518F-442D-B35D-098A8AF846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{F82CF26F-518F-442D-B35D-098A8AF84679}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