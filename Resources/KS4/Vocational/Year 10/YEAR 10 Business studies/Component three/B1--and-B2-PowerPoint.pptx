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066970-7F5D-46A6-B5D0-FABB0EB62F08}">
  <a:tblStyle styleId="{13066970-7F5D-46A6-B5D0-FABB0EB62F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{13066970-7F5D-46A6-B5D0-FABB0EB62F08}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