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0E157D-6BDE-4F99-AE38-5015F3E7F4F6}">
  <a:tblStyle styleId="{DB0E157D-6BDE-4F99-AE38-5015F3E7F4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{DB0E157D-6BDE-4F99-AE38-5015F3E7F4F6}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