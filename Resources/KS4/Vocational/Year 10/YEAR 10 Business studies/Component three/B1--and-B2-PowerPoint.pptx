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C0D2EF-C8A7-4182-98BB-D8A7DF7193D1}">
  <a:tblStyle styleId="{A5C0D2EF-C8A7-4182-98BB-D8A7DF7193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{A5C0D2EF-C8A7-4182-98BB-D8A7DF7193D1}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