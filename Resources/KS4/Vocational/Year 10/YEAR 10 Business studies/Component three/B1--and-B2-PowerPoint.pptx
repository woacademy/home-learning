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A2CAFB9-2F8C-4DF0-86C7-83B45633E9C7}">
  <a:tblStyle styleId="{9A2CAFB9-2F8C-4DF0-86C7-83B45633E9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{9A2CAFB9-2F8C-4DF0-86C7-83B45633E9C7}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