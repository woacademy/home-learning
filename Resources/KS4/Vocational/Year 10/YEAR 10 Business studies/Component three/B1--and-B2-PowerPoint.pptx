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129A10-BAE3-4963-91AA-E4373D7168DB}">
  <a:tblStyle styleId="{98129A10-BAE3-4963-91AA-E4373D7168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{98129A10-BAE3-4963-91AA-E4373D7168DB}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