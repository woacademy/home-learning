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29C4F3-53D0-490D-9692-5A7939145234}">
  <a:tblStyle styleId="{1229C4F3-53D0-490D-9692-5A79391452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{1229C4F3-53D0-490D-9692-5A7939145234}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