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D3D6C1-355D-42D4-8B84-029545941B43}">
  <a:tblStyle styleId="{6ED3D6C1-355D-42D4-8B84-029545941B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{6ED3D6C1-355D-42D4-8B84-029545941B43}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