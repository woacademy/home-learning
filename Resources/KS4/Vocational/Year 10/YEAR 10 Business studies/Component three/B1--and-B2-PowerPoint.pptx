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561407-9141-4CB9-997C-DE9AE12204B8}">
  <a:tblStyle styleId="{C0561407-9141-4CB9-997C-DE9AE12204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{C0561407-9141-4CB9-997C-DE9AE12204B8}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