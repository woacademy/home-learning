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FB5AE0-3059-4E58-A988-AE0190EC063D}">
  <a:tblStyle styleId="{9AFB5AE0-3059-4E58-A988-AE0190EC06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{9AFB5AE0-3059-4E58-A988-AE0190EC063D}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