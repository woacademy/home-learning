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3B51999-515A-42D3-AB33-321066F9B221}">
  <a:tblStyle styleId="{63B51999-515A-42D3-AB33-321066F9B22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{63B51999-515A-42D3-AB33-321066F9B221}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