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3D6D2-4BD0-4220-A629-BAFA5DAC8342}">
  <a:tblStyle styleId="{1F23D6D2-4BD0-4220-A629-BAFA5DAC83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{1F23D6D2-4BD0-4220-A629-BAFA5DAC8342}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