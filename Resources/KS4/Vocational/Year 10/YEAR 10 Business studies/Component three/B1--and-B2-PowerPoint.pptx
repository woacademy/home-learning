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17BCCA-BD44-411F-89D1-C2D6E0A9D29A}">
  <a:tblStyle styleId="{8B17BCCA-BD44-411F-89D1-C2D6E0A9D29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{8B17BCCA-BD44-411F-89D1-C2D6E0A9D29A}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