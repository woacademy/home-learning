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4E506-5FAC-41D2-81FD-D6F88E9B22E6}">
  <a:tblStyle styleId="{D134E506-5FAC-41D2-81FD-D6F88E9B2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{D134E506-5FAC-41D2-81FD-D6F88E9B22E6}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