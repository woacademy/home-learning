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375B56-35F7-4F30-BFAD-E0B1E5E7ACB1}">
  <a:tblStyle styleId="{97375B56-35F7-4F30-BFAD-E0B1E5E7AC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{97375B56-35F7-4F30-BFAD-E0B1E5E7ACB1}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