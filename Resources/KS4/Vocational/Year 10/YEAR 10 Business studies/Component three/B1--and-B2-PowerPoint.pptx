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366723-33BB-4BD5-8D9F-F27E693FACD2}">
  <a:tblStyle styleId="{06366723-33BB-4BD5-8D9F-F27E693FAC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{06366723-33BB-4BD5-8D9F-F27E693FACD2}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