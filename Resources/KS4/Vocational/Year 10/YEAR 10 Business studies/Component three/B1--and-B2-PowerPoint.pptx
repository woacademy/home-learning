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0BBE74-2A56-4532-BEED-78BA0013B0A5}">
  <a:tblStyle styleId="{200BBE74-2A56-4532-BEED-78BA0013B0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{200BBE74-2A56-4532-BEED-78BA0013B0A5}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