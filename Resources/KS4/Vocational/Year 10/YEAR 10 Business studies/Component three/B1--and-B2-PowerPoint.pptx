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881F5B-45EB-48F3-ACA5-E7715C787BC1}">
  <a:tblStyle styleId="{1A881F5B-45EB-48F3-ACA5-E7715C787B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{1A881F5B-45EB-48F3-ACA5-E7715C787BC1}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