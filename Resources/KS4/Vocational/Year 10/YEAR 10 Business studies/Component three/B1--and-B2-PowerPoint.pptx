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58EDB28-E4C1-4021-9373-2414E4C088E2}">
  <a:tblStyle styleId="{358EDB28-E4C1-4021-9373-2414E4C088E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{358EDB28-E4C1-4021-9373-2414E4C088E2}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