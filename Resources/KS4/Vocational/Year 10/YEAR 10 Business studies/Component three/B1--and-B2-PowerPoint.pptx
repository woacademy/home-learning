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EDE20E-B1D6-4E89-B748-BFE56740679E}">
  <a:tblStyle styleId="{40EDE20E-B1D6-4E89-B748-BFE5674067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{40EDE20E-B1D6-4E89-B748-BFE56740679E}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