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0C9510-D76C-4A3F-97E3-43AD354DA72E}">
  <a:tblStyle styleId="{BC0C9510-D76C-4A3F-97E3-43AD354DA7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{BC0C9510-D76C-4A3F-97E3-43AD354DA72E}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