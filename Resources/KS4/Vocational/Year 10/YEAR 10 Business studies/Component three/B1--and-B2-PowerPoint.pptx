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B2663-0B98-4628-99B1-91FAC8FF3733}">
  <a:tblStyle styleId="{73AB2663-0B98-4628-99B1-91FAC8FF3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{73AB2663-0B98-4628-99B1-91FAC8FF3733}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