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633DA39-EF30-4012-96F7-5E03EDB2311B}">
  <a:tblStyle styleId="{5633DA39-EF30-4012-96F7-5E03EDB2311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{5633DA39-EF30-4012-96F7-5E03EDB2311B}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