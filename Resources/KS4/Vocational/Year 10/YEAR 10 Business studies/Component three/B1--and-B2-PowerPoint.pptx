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D3B26E-1C32-4AE0-B036-BB0EAE9E8B72}">
  <a:tblStyle styleId="{DDD3B26E-1C32-4AE0-B036-BB0EAE9E8B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{DDD3B26E-1C32-4AE0-B036-BB0EAE9E8B72}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