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AEFF95-B33C-417C-9648-98E603B19C6B}">
  <a:tblStyle styleId="{D1AEFF95-B33C-417C-9648-98E603B19C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{D1AEFF95-B33C-417C-9648-98E603B19C6B}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