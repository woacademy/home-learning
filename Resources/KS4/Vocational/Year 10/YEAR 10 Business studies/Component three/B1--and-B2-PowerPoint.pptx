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F25F89-5995-414C-824D-A98A79F88A42}">
  <a:tblStyle styleId="{03F25F89-5995-414C-824D-A98A79F88A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{03F25F89-5995-414C-824D-A98A79F88A42}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