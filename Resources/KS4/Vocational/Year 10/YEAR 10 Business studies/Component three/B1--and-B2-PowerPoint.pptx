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B1707B-21A9-4B34-B65A-58021BA07625}">
  <a:tblStyle styleId="{4AB1707B-21A9-4B34-B65A-58021BA076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{4AB1707B-21A9-4B34-B65A-58021BA07625}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