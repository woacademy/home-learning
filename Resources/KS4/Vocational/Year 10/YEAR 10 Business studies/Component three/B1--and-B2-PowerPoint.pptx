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3AEAD2-913A-4DF0-9CDC-C9C3CE497C42}">
  <a:tblStyle styleId="{153AEAD2-913A-4DF0-9CDC-C9C3CE497C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{153AEAD2-913A-4DF0-9CDC-C9C3CE497C42}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