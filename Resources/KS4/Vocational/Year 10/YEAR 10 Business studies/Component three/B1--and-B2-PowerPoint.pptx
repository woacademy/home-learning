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A26606-C23A-4400-A176-C81E1250C2B0}">
  <a:tblStyle styleId="{26A26606-C23A-4400-A176-C81E1250C2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{26A26606-C23A-4400-A176-C81E1250C2B0}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