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1C01B1-664E-462A-818D-DEE8A3049C9E}">
  <a:tblStyle styleId="{B21C01B1-664E-462A-818D-DEE8A3049C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{B21C01B1-664E-462A-818D-DEE8A3049C9E}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