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D7A445-69F4-4B8E-BCFC-6436277D6A02}">
  <a:tblStyle styleId="{EDD7A445-69F4-4B8E-BCFC-6436277D6A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{EDD7A445-69F4-4B8E-BCFC-6436277D6A02}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