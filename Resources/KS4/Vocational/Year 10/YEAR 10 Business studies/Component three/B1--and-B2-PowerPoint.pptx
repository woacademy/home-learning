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FEB8E2-51C5-4B28-9A50-970F8F77931F}">
  <a:tblStyle styleId="{5DFEB8E2-51C5-4B28-9A50-970F8F7793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{5DFEB8E2-51C5-4B28-9A50-970F8F77931F}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