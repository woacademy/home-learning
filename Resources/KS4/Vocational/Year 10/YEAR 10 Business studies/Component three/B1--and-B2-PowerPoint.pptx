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7DDEF5-4A9D-4B42-BBF9-0AF0BCECFDC2}">
  <a:tblStyle styleId="{CE7DDEF5-4A9D-4B42-BBF9-0AF0BCECFDC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{CE7DDEF5-4A9D-4B42-BBF9-0AF0BCECFDC2}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