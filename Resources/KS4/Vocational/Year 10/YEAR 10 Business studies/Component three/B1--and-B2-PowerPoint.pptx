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AD98230-DDEF-4452-B712-27ECC94D6807}">
  <a:tblStyle styleId="{9AD98230-DDEF-4452-B712-27ECC94D680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{9AD98230-DDEF-4452-B712-27ECC94D6807}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