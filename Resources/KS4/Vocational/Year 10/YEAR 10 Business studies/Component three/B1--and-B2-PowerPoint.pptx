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FADC9D-587D-4354-9E31-0E699A0E3A7D}">
  <a:tblStyle styleId="{0DFADC9D-587D-4354-9E31-0E699A0E3A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{0DFADC9D-587D-4354-9E31-0E699A0E3A7D}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