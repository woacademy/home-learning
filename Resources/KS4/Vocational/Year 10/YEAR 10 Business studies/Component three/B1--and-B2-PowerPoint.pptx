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67DE708-E9E7-4053-96A6-A08E161E9420}">
  <a:tblStyle styleId="{967DE708-E9E7-4053-96A6-A08E161E942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8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5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{967DE708-E9E7-4053-96A6-A08E161E9420}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