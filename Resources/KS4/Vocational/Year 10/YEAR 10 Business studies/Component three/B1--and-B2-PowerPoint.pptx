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CFF5AF-8419-4BA5-882A-39338E41EEFB}">
  <a:tblStyle styleId="{ABCFF5AF-8419-4BA5-882A-39338E41EE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{ABCFF5AF-8419-4BA5-882A-39338E41EEFB}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