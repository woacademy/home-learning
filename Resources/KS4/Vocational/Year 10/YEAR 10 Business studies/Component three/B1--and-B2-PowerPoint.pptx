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5CB50C-BB98-4948-98E4-08F33A86B9CA}">
  <a:tblStyle styleId="{975CB50C-BB98-4948-98E4-08F33A86B9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{975CB50C-BB98-4948-98E4-08F33A86B9CA}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