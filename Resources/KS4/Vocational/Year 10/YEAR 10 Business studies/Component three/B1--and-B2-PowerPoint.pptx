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CE8EE-2C94-4FF7-A6DE-59FB8388ABA5}">
  <a:tblStyle styleId="{74CCE8EE-2C94-4FF7-A6DE-59FB8388AB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{74CCE8EE-2C94-4FF7-A6DE-59FB8388ABA5}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