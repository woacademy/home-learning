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0012AA-2A4C-43A4-B16C-90EA40FDDC76}">
  <a:tblStyle styleId="{5E0012AA-2A4C-43A4-B16C-90EA40FDD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{5E0012AA-2A4C-43A4-B16C-90EA40FDDC76}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