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A2E8CA-4F5D-4499-BC5F-64C108AD807F}">
  <a:tblStyle styleId="{79A2E8CA-4F5D-4499-BC5F-64C108AD80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{79A2E8CA-4F5D-4499-BC5F-64C108AD807F}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