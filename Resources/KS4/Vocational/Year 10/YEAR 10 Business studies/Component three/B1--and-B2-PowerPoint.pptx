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B2B4B4-83EF-4FD0-AEB1-DD85C4795D2E}">
  <a:tblStyle styleId="{F0B2B4B4-83EF-4FD0-AEB1-DD85C4795D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{F0B2B4B4-83EF-4FD0-AEB1-DD85C4795D2E}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