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F0B9735-6D8F-402C-9D5C-368647ECDA68}">
  <a:tblStyle styleId="{AF0B9735-6D8F-402C-9D5C-368647ECDA6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{AF0B9735-6D8F-402C-9D5C-368647ECDA68}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