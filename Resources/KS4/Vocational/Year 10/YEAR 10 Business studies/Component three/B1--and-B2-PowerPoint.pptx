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72D4F8-BACF-4D4B-B7D9-D435789A39C6}">
  <a:tblStyle styleId="{8672D4F8-BACF-4D4B-B7D9-D435789A39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{8672D4F8-BACF-4D4B-B7D9-D435789A39C6}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