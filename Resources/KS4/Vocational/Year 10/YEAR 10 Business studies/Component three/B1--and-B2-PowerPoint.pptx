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6D3029-511C-41CF-89BF-C30858659126}">
  <a:tblStyle styleId="{536D3029-511C-41CF-89BF-C308586591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{536D3029-511C-41CF-89BF-C30858659126}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