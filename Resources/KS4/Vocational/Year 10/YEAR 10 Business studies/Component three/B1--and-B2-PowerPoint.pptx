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DC5C2F-2835-400F-BC6D-44F6025D5BAA}">
  <a:tblStyle styleId="{F4DC5C2F-2835-400F-BC6D-44F6025D5B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{F4DC5C2F-2835-400F-BC6D-44F6025D5BAA}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