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8B53A2D-583D-40C6-A001-F7DA27DF3670}">
  <a:tblStyle styleId="{D8B53A2D-583D-40C6-A001-F7DA27DF3670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{D8B53A2D-583D-40C6-A001-F7DA27DF3670}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