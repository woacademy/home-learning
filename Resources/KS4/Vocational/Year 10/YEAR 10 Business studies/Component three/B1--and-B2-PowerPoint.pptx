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744829-304C-400C-BD27-3F68D168302A}">
  <a:tblStyle styleId="{DB744829-304C-400C-BD27-3F68D16830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{DB744829-304C-400C-BD27-3F68D168302A}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