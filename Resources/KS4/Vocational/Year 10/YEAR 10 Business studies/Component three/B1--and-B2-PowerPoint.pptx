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195407-7442-4CCA-9EFF-96820C5F4478}">
  <a:tblStyle styleId="{1E195407-7442-4CCA-9EFF-96820C5F44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{1E195407-7442-4CCA-9EFF-96820C5F4478}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