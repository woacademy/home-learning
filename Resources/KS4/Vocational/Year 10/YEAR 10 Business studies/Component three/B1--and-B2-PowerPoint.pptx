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4A6438B-A064-4ECA-A517-E4BEFADA1B24}">
  <a:tblStyle styleId="{44A6438B-A064-4ECA-A517-E4BEFADA1B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{44A6438B-A064-4ECA-A517-E4BEFADA1B24}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