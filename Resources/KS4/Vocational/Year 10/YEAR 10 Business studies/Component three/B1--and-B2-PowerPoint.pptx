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AE4465-CC81-4E95-A401-3FF44EA33BA0}">
  <a:tblStyle styleId="{53AE4465-CC81-4E95-A401-3FF44EA33B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{53AE4465-CC81-4E95-A401-3FF44EA33BA0}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