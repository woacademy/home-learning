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0F8543-EEB9-4B73-BFB4-14D65F6035AD}">
  <a:tblStyle styleId="{880F8543-EEB9-4B73-BFB4-14D65F6035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{880F8543-EEB9-4B73-BFB4-14D65F6035AD}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