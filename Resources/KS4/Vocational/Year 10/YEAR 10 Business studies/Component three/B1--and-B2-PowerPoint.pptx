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BC0DC9-EDF3-4B28-AD6F-8629AE5B2ABF}">
  <a:tblStyle styleId="{B3BC0DC9-EDF3-4B28-AD6F-8629AE5B2A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{B3BC0DC9-EDF3-4B28-AD6F-8629AE5B2ABF}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