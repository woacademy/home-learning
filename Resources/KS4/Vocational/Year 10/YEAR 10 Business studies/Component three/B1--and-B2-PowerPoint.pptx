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4C8D1-02CA-4ABD-B282-5855F19DA4F8}">
  <a:tblStyle styleId="{F7C4C8D1-02CA-4ABD-B282-5855F19DA4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{F7C4C8D1-02CA-4ABD-B282-5855F19DA4F8}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