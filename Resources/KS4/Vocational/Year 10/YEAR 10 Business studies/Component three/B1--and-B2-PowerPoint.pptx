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3DC4EB2-61A6-4426-B529-414F46192CEF}">
  <a:tblStyle styleId="{43DC4EB2-61A6-4426-B529-414F46192CEF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6.png"/><Relationship Id="rId5" Type="http://schemas.openxmlformats.org/officeDocument/2006/relationships/image" Target="../media/image5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{43DC4EB2-61A6-4426-B529-414F46192CEF}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