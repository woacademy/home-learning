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CA1D1-8568-4410-856F-4D7A1076B5E8}">
  <a:tblStyle styleId="{545CA1D1-8568-4410-856F-4D7A1076B5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{545CA1D1-8568-4410-856F-4D7A1076B5E8}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