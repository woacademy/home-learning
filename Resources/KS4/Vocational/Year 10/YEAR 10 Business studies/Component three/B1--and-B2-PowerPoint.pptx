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BE240B-3D36-40A4-9531-350C74F4BE27}">
  <a:tblStyle styleId="{10BE240B-3D36-40A4-9531-350C74F4BE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{10BE240B-3D36-40A4-9531-350C74F4BE27}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