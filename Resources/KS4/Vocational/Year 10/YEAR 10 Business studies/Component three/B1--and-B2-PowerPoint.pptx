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9286644-F387-4714-A9BF-6254588CD3E7}">
  <a:tblStyle styleId="{99286644-F387-4714-A9BF-6254588CD3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{99286644-F387-4714-A9BF-6254588CD3E7}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