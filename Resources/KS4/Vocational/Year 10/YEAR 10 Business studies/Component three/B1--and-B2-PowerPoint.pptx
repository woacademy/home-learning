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04B860-4855-424D-8CDA-DB5BB5AA77C1}">
  <a:tblStyle styleId="{5B04B860-4855-424D-8CDA-DB5BB5AA77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{5B04B860-4855-424D-8CDA-DB5BB5AA77C1}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