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2A7DB3-F69F-4DE6-8462-BF834D8301C6}">
  <a:tblStyle styleId="{A52A7DB3-F69F-4DE6-8462-BF834D8301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{A52A7DB3-F69F-4DE6-8462-BF834D8301C6}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