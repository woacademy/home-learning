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D110C-835C-43E1-A8E3-E3E100CE0456}">
  <a:tblStyle styleId="{B87D110C-835C-43E1-A8E3-E3E100CE04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{B87D110C-835C-43E1-A8E3-E3E100CE0456}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