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D796E-5647-46E5-90A1-E1E50429DF31}">
  <a:tblStyle styleId="{49ED796E-5647-46E5-90A1-E1E50429D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{49ED796E-5647-46E5-90A1-E1E50429DF31}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