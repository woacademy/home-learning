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FB7C73-E147-46FB-B161-9C2C993DD6F4}">
  <a:tblStyle styleId="{9CFB7C73-E147-46FB-B161-9C2C993DD6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{9CFB7C73-E147-46FB-B161-9C2C993DD6F4}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