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C5D410-6EF8-4975-8F3D-0E279088170C}">
  <a:tblStyle styleId="{A9C5D410-6EF8-4975-8F3D-0E27908817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{A9C5D410-6EF8-4975-8F3D-0E279088170C}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