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BFCDA6-F4D9-46DE-ACA3-A07597D78138}">
  <a:tblStyle styleId="{0FBFCDA6-F4D9-46DE-ACA3-A07597D781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{0FBFCDA6-F4D9-46DE-ACA3-A07597D78138}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