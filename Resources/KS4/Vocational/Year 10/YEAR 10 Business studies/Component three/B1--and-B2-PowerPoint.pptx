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45FC0A-1BAB-4DD8-8654-38DFF3AC2C85}">
  <a:tblStyle styleId="{0E45FC0A-1BAB-4DD8-8654-38DFF3AC2C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{0E45FC0A-1BAB-4DD8-8654-38DFF3AC2C85}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