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03F210-AB25-45E1-9E83-6745B4E32F8E}">
  <a:tblStyle styleId="{CF03F210-AB25-45E1-9E83-6745B4E32F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{CF03F210-AB25-45E1-9E83-6745B4E32F8E}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