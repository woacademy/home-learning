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E8491F-9308-43DF-9C03-46B2A9200967}">
  <a:tblStyle styleId="{65E8491F-9308-43DF-9C03-46B2A92009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{65E8491F-9308-43DF-9C03-46B2A9200967}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