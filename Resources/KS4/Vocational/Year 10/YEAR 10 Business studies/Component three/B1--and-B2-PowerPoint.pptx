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BC6BAA-81F8-4F2E-A130-E037BA20A413}">
  <a:tblStyle styleId="{42BC6BAA-81F8-4F2E-A130-E037BA20A4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{42BC6BAA-81F8-4F2E-A130-E037BA20A413}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