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016F43-A940-4279-933E-B8067D23DEBC}">
  <a:tblStyle styleId="{4C016F43-A940-4279-933E-B8067D23DE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{4C016F43-A940-4279-933E-B8067D23DEBC}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