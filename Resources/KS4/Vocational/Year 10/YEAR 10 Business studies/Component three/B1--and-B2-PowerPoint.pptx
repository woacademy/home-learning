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5E336A-5BB2-42E9-8A34-3958BB466C59}">
  <a:tblStyle styleId="{7A5E336A-5BB2-42E9-8A34-3958BB466C5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{7A5E336A-5BB2-42E9-8A34-3958BB466C59}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