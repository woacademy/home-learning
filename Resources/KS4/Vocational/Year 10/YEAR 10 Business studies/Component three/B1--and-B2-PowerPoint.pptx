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C03FCD-69F0-4DE0-A107-50FD675C3A80}">
  <a:tblStyle styleId="{71C03FCD-69F0-4DE0-A107-50FD675C3A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{71C03FCD-69F0-4DE0-A107-50FD675C3A80}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