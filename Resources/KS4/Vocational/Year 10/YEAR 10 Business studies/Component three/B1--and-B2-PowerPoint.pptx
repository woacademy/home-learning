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04C1F6-61D1-45B3-BBB9-74390EBF5210}">
  <a:tblStyle styleId="{4F04C1F6-61D1-45B3-BBB9-74390EBF52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{4F04C1F6-61D1-45B3-BBB9-74390EBF5210}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