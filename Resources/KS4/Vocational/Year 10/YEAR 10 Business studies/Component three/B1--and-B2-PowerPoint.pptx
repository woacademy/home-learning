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A6A4F4-9F8D-4710-B93E-6FC20B9C68F8}">
  <a:tblStyle styleId="{93A6A4F4-9F8D-4710-B93E-6FC20B9C68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{93A6A4F4-9F8D-4710-B93E-6FC20B9C68F8}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