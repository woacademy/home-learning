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0DA202-7103-4439-9964-AD1765470DDE}">
  <a:tblStyle styleId="{D60DA202-7103-4439-9964-AD1765470D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{D60DA202-7103-4439-9964-AD1765470DDE}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