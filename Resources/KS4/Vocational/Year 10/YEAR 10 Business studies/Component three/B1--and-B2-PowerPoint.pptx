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B98C09-6FE3-4A15-8C0C-74DA049C3844}">
  <a:tblStyle styleId="{E2B98C09-6FE3-4A15-8C0C-74DA049C38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{E2B98C09-6FE3-4A15-8C0C-74DA049C3844}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