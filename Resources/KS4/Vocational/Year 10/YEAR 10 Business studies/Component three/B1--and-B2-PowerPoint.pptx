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96500-97C6-422F-B61B-CCBB8EAEEF0E}">
  <a:tblStyle styleId="{91496500-97C6-422F-B61B-CCBB8EAEEF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{91496500-97C6-422F-B61B-CCBB8EAEEF0E}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