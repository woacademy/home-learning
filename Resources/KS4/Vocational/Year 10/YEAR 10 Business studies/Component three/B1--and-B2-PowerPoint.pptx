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37DFB2-A31D-4488-BC5E-E4F7B01BC238}">
  <a:tblStyle styleId="{E537DFB2-A31D-4488-BC5E-E4F7B01BC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{E537DFB2-A31D-4488-BC5E-E4F7B01BC238}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