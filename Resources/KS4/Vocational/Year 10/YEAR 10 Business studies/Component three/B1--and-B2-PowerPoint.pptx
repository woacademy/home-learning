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92078D-953E-4302-96F4-93E425DB9786}">
  <a:tblStyle styleId="{BB92078D-953E-4302-96F4-93E425DB97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{BB92078D-953E-4302-96F4-93E425DB9786}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