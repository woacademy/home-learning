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6D123D4-D12D-4600-A792-2EB0A108BC46}">
  <a:tblStyle styleId="{E6D123D4-D12D-4600-A792-2EB0A108BC4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{E6D123D4-D12D-4600-A792-2EB0A108BC46}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