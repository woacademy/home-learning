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7936849-0A80-4628-A0D3-13F7AAA45F03}">
  <a:tblStyle styleId="{E7936849-0A80-4628-A0D3-13F7AAA45F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{E7936849-0A80-4628-A0D3-13F7AAA45F03}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