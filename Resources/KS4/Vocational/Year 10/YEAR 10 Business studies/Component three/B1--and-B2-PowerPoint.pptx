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4EB5A8-063A-4B10-A637-A1DDA54C6A63}">
  <a:tblStyle styleId="{774EB5A8-063A-4B10-A637-A1DDA54C6A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{774EB5A8-063A-4B10-A637-A1DDA54C6A63}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