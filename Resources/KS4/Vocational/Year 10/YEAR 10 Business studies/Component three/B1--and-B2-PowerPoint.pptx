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40187-90DA-4C1F-BFC3-7DA22977315C}">
  <a:tblStyle styleId="{60E40187-90DA-4C1F-BFC3-7DA2297731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{60E40187-90DA-4C1F-BFC3-7DA22977315C}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