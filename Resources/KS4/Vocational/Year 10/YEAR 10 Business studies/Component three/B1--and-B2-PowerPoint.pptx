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189AAD-B29C-44AD-8BB9-37F4FFCF2553}">
  <a:tblStyle styleId="{4D189AAD-B29C-44AD-8BB9-37F4FFCF25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{4D189AAD-B29C-44AD-8BB9-37F4FFCF2553}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