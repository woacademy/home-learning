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775FF5-6ACD-4DBE-B74D-E0CEA20AE690}">
  <a:tblStyle styleId="{32775FF5-6ACD-4DBE-B74D-E0CEA20AE6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{32775FF5-6ACD-4DBE-B74D-E0CEA20AE690}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