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0DCB33-838F-448C-9686-36F42D3912A7}">
  <a:tblStyle styleId="{C70DCB33-838F-448C-9686-36F42D3912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{C70DCB33-838F-448C-9686-36F42D3912A7}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