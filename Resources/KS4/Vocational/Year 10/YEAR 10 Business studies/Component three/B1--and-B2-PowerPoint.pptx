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C91A88-9063-4761-B581-39FD00518279}">
  <a:tblStyle styleId="{35C91A88-9063-4761-B581-39FD005182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{35C91A88-9063-4761-B581-39FD00518279}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