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C36D60-4FB4-4E47-8309-E8BF5BFA8B78}">
  <a:tblStyle styleId="{CAC36D60-4FB4-4E47-8309-E8BF5BFA8B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{CAC36D60-4FB4-4E47-8309-E8BF5BFA8B78}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