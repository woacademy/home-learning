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2BB4FA-68FF-4960-BC1B-27E202AE9C79}">
  <a:tblStyle styleId="{202BB4FA-68FF-4960-BC1B-27E202AE9C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{202BB4FA-68FF-4960-BC1B-27E202AE9C79}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