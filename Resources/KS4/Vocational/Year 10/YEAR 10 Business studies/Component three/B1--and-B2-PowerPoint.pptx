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1A953F-41CB-4CF8-9629-E8E7F8D0F5EC}">
  <a:tblStyle styleId="{E71A953F-41CB-4CF8-9629-E8E7F8D0F5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{E71A953F-41CB-4CF8-9629-E8E7F8D0F5EC}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