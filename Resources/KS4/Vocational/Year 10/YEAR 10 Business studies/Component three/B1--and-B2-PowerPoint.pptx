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322C8-BC37-4598-9FA1-33402D5BB1FA}">
  <a:tblStyle styleId="{33A322C8-BC37-4598-9FA1-33402D5BB1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{33A322C8-BC37-4598-9FA1-33402D5BB1FA}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