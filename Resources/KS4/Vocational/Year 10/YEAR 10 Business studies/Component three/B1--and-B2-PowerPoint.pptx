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D5D3DD-70D1-4DBC-BACB-DAC0723CDA53}">
  <a:tblStyle styleId="{FDD5D3DD-70D1-4DBC-BACB-DAC0723CD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{FDD5D3DD-70D1-4DBC-BACB-DAC0723CDA53}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