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8C59A9-3F63-4FC5-8362-68FBE3B6B720}">
  <a:tblStyle styleId="{CF8C59A9-3F63-4FC5-8362-68FBE3B6B7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{CF8C59A9-3F63-4FC5-8362-68FBE3B6B720}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