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EF0D78-2236-4E26-A3F5-B2DFA4D10299}">
  <a:tblStyle styleId="{62EF0D78-2236-4E26-A3F5-B2DFA4D102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{62EF0D78-2236-4E26-A3F5-B2DFA4D10299}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