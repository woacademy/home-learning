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A4ACB-639A-4D56-94E2-07849B854E13}">
  <a:tblStyle styleId="{129A4ACB-639A-4D56-94E2-07849B854E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{129A4ACB-639A-4D56-94E2-07849B854E13}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