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98306F-D03E-4B53-A748-37F7C5328A70}">
  <a:tblStyle styleId="{DD98306F-D03E-4B53-A748-37F7C5328A7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{DD98306F-D03E-4B53-A748-37F7C5328A70}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