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F6506DB-C4D6-4155-9257-EE28BB185FDE}">
  <a:tblStyle styleId="{8F6506DB-C4D6-4155-9257-EE28BB185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{8F6506DB-C4D6-4155-9257-EE28BB185FDE}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