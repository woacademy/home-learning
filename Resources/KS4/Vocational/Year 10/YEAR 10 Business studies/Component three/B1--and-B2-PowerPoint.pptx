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80631B-9102-4FC3-86CF-37D38990BC80}">
  <a:tblStyle styleId="{A380631B-9102-4FC3-86CF-37D38990BC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{A380631B-9102-4FC3-86CF-37D38990BC80}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