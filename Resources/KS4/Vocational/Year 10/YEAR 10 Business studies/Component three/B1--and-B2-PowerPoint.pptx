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FEB750-A560-4F56-A868-D4206B45EEDD}">
  <a:tblStyle styleId="{D5FEB750-A560-4F56-A868-D4206B45EE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{D5FEB750-A560-4F56-A868-D4206B45EEDD}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