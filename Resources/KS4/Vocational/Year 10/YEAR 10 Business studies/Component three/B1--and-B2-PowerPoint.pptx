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0E6DE5-BEA8-47D6-A6B0-F0CBECE6D1A2}">
  <a:tblStyle styleId="{970E6DE5-BEA8-47D6-A6B0-F0CBECE6D1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{970E6DE5-BEA8-47D6-A6B0-F0CBECE6D1A2}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