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9A2CE16-60C9-4C6B-86D5-D7F4B76B7C25}">
  <a:tblStyle styleId="{89A2CE16-60C9-4C6B-86D5-D7F4B76B7C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{89A2CE16-60C9-4C6B-86D5-D7F4B76B7C25}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