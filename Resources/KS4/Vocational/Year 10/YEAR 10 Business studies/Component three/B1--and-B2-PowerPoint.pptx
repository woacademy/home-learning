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28214D-A306-4475-A976-A3870E095B7A}">
  <a:tblStyle styleId="{5D28214D-A306-4475-A976-A3870E095B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{5D28214D-A306-4475-A976-A3870E095B7A}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