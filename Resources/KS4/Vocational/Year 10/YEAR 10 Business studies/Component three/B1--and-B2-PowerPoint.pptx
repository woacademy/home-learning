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A613774-7D5C-4B3F-8359-748A3C7ABF42}">
  <a:tblStyle styleId="{DA613774-7D5C-4B3F-8359-748A3C7ABF4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8.png"/><Relationship Id="rId5" Type="http://schemas.openxmlformats.org/officeDocument/2006/relationships/image" Target="../media/image7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{DA613774-7D5C-4B3F-8359-748A3C7ABF42}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