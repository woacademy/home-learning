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A79899-855C-4087-887A-A67301323E2A}">
  <a:tblStyle styleId="{91A79899-855C-4087-887A-A67301323E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{91A79899-855C-4087-887A-A67301323E2A}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