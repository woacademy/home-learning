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4D9C79-21F6-4FD8-BE18-8833A5121D93}">
  <a:tblStyle styleId="{964D9C79-21F6-4FD8-BE18-8833A5121D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{964D9C79-21F6-4FD8-BE18-8833A5121D93}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