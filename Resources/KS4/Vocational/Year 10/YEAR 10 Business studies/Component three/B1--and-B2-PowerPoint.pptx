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C3FC07-A739-4C39-AFEC-F9F3D0963645}">
  <a:tblStyle styleId="{F9C3FC07-A739-4C39-AFEC-F9F3D09636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{F9C3FC07-A739-4C39-AFEC-F9F3D0963645}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