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4AAE43-EF84-4BF6-9C18-6C045C99B30A}">
  <a:tblStyle styleId="{AE4AAE43-EF84-4BF6-9C18-6C045C99B3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{AE4AAE43-EF84-4BF6-9C18-6C045C99B30A}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