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9CDA57-0D43-47A6-8A42-7AA7F0E96C46}">
  <a:tblStyle styleId="{069CDA57-0D43-47A6-8A42-7AA7F0E96C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{069CDA57-0D43-47A6-8A42-7AA7F0E96C46}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