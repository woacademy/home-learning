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ED950A9-BB69-43FB-B24F-A6D4DCFA4966}">
  <a:tblStyle styleId="{AED950A9-BB69-43FB-B24F-A6D4DCFA49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{AED950A9-BB69-43FB-B24F-A6D4DCFA4966}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