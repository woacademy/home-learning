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D1B942-7D69-4280-99A8-EE39BF59DD79}">
  <a:tblStyle styleId="{EDD1B942-7D69-4280-99A8-EE39BF59DD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{EDD1B942-7D69-4280-99A8-EE39BF59DD79}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