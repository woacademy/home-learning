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7B44BC-0E61-4C93-A916-ED3E5BAD3B68}">
  <a:tblStyle styleId="{2C7B44BC-0E61-4C93-A916-ED3E5BAD3B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{2C7B44BC-0E61-4C93-A916-ED3E5BAD3B68}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