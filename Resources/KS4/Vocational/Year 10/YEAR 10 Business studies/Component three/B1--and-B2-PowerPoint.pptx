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9548A9-F905-4E54-991E-BC4011EECAE9}">
  <a:tblStyle styleId="{2D9548A9-F905-4E54-991E-BC4011EECA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{2D9548A9-F905-4E54-991E-BC4011EECAE9}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