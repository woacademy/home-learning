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6BCBF8-92B1-417D-B955-154B3795155B}">
  <a:tblStyle styleId="{D36BCBF8-92B1-417D-B955-154B379515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{D36BCBF8-92B1-417D-B955-154B3795155B}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