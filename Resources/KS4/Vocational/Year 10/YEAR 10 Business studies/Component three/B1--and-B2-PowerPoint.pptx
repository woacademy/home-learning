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C83EE9-C8F1-472C-A1BE-A0C0D9EF6F4B}">
  <a:tblStyle styleId="{F4C83EE9-C8F1-472C-A1BE-A0C0D9EF6F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{F4C83EE9-C8F1-472C-A1BE-A0C0D9EF6F4B}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