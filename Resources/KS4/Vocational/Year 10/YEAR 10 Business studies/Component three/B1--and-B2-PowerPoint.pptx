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F172F7-C208-4DF1-BFF9-BB8A1B64DB20}">
  <a:tblStyle styleId="{00F172F7-C208-4DF1-BFF9-BB8A1B64DB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{00F172F7-C208-4DF1-BFF9-BB8A1B64DB20}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