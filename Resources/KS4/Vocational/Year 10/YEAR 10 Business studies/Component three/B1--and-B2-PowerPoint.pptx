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196785-A715-4699-A00E-197F8738CD1D}">
  <a:tblStyle styleId="{4A196785-A715-4699-A00E-197F8738CD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{4A196785-A715-4699-A00E-197F8738CD1D}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