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A9766E-EFCD-4E2C-ABB4-FB259EF1DD2A}">
  <a:tblStyle styleId="{E8A9766E-EFCD-4E2C-ABB4-FB259EF1DD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{E8A9766E-EFCD-4E2C-ABB4-FB259EF1DD2A}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