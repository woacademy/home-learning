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4ADA5D-3ED5-4F3C-9D0B-6C97C6FA547E}">
  <a:tblStyle styleId="{9F4ADA5D-3ED5-4F3C-9D0B-6C97C6FA54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{9F4ADA5D-3ED5-4F3C-9D0B-6C97C6FA547E}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