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C27596-2664-4504-A393-7F38D1423134}">
  <a:tblStyle styleId="{8CC27596-2664-4504-A393-7F38D14231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{8CC27596-2664-4504-A393-7F38D1423134}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