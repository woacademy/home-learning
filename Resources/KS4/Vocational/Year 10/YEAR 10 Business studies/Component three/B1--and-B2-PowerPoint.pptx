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17BEFC-D766-4318-B3AB-E729C61D2AC7}">
  <a:tblStyle styleId="{1A17BEFC-D766-4318-B3AB-E729C61D2A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{1A17BEFC-D766-4318-B3AB-E729C61D2AC7}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