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F6E38C-8A3C-4220-9A2A-DBB208F6909F}">
  <a:tblStyle styleId="{ADF6E38C-8A3C-4220-9A2A-DBB208F690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{ADF6E38C-8A3C-4220-9A2A-DBB208F6909F}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