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DF3535D-D44C-425C-B6D6-510181171306}">
  <a:tblStyle styleId="{3DF3535D-D44C-425C-B6D6-5101811713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{3DF3535D-D44C-425C-B6D6-510181171306}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