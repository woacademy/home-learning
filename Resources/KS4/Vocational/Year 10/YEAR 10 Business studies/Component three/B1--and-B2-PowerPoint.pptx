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8DFE4F-5915-4E25-B95D-532DFC09D2EB}">
  <a:tblStyle styleId="{0D8DFE4F-5915-4E25-B95D-532DFC09D2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{0D8DFE4F-5915-4E25-B95D-532DFC09D2EB}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