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DF956-C958-4ED5-B4DF-287D80FC2B2B}">
  <a:tblStyle styleId="{ABCDF956-C958-4ED5-B4DF-287D80FC2B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{ABCDF956-C958-4ED5-B4DF-287D80FC2B2B}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