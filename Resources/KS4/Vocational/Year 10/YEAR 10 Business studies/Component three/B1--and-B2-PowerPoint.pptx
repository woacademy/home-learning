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76A69B-6F53-4271-95B6-EEB73CB4F9BC}">
  <a:tblStyle styleId="{E876A69B-6F53-4271-95B6-EEB73CB4F9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{E876A69B-6F53-4271-95B6-EEB73CB4F9BC}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