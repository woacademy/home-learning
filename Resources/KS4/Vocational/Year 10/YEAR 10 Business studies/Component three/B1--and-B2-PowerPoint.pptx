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9F0454-9FA7-4982-83B9-4F99A2EFC980}">
  <a:tblStyle styleId="{BB9F0454-9FA7-4982-83B9-4F99A2EFC9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{BB9F0454-9FA7-4982-83B9-4F99A2EFC980}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