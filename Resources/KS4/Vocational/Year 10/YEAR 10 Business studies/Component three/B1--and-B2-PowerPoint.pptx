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45F453-740B-42AF-B2ED-4FE8C3D94637}">
  <a:tblStyle styleId="{FC45F453-740B-42AF-B2ED-4FE8C3D946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{FC45F453-740B-42AF-B2ED-4FE8C3D94637}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