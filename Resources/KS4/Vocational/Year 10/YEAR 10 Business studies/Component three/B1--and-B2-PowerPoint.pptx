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585BF4-11FF-46FF-9E3B-BDC988FBFAAB}">
  <a:tblStyle styleId="{20585BF4-11FF-46FF-9E3B-BDC988FBFA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{20585BF4-11FF-46FF-9E3B-BDC988FBFAAB}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