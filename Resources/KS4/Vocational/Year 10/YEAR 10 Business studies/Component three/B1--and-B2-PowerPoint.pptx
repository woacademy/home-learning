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D4DF70-7C24-4576-A3D4-98A06010E687}">
  <a:tblStyle styleId="{8ED4DF70-7C24-4576-A3D4-98A06010E6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{8ED4DF70-7C24-4576-A3D4-98A06010E687}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