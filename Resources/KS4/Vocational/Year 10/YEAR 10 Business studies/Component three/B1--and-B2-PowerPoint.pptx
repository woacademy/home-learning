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DA36AE-0E74-4957-8CB5-83085F2D553B}">
  <a:tblStyle styleId="{99DA36AE-0E74-4957-8CB5-83085F2D55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{99DA36AE-0E74-4957-8CB5-83085F2D553B}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