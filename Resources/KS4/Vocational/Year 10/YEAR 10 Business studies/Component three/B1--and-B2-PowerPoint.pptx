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1C27A6-5732-4AB2-AB4A-B515F54211E2}">
  <a:tblStyle styleId="{441C27A6-5732-4AB2-AB4A-B515F54211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{441C27A6-5732-4AB2-AB4A-B515F54211E2}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