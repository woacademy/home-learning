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14E5FD-7A96-4A69-B2B1-E7CB84444388}">
  <a:tblStyle styleId="{1A14E5FD-7A96-4A69-B2B1-E7CB844443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{1A14E5FD-7A96-4A69-B2B1-E7CB84444388}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