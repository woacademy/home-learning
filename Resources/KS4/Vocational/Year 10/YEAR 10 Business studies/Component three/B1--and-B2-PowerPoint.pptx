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27D719-223A-415F-AD98-A1830077CE69}">
  <a:tblStyle styleId="{E027D719-223A-415F-AD98-A1830077CE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{E027D719-223A-415F-AD98-A1830077CE69}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