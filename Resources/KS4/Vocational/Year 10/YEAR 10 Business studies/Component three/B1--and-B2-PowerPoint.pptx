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61DFB1-00C7-43F5-8F93-9A1F6392C039}">
  <a:tblStyle styleId="{4961DFB1-00C7-43F5-8F93-9A1F6392C0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{4961DFB1-00C7-43F5-8F93-9A1F6392C039}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