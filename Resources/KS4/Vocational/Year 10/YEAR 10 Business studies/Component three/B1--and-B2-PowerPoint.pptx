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36919D-575A-4275-BD41-DA7EBBCA8D00}">
  <a:tblStyle styleId="{4636919D-575A-4275-BD41-DA7EBBCA8D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{4636919D-575A-4275-BD41-DA7EBBCA8D00}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