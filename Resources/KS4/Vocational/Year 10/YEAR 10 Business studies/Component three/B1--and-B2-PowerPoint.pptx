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A67888-D158-4CED-83D5-3120C6588CC3}">
  <a:tblStyle styleId="{59A67888-D158-4CED-83D5-3120C6588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{59A67888-D158-4CED-83D5-3120C6588CC3}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