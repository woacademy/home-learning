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CC4519-4109-464F-AD78-DC74964D4261}">
  <a:tblStyle styleId="{34CC4519-4109-464F-AD78-DC74964D42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{34CC4519-4109-464F-AD78-DC74964D4261}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