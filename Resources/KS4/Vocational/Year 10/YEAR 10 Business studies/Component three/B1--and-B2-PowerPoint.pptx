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C5EA9E-CB67-45C5-82BB-91D8455FE5DC}">
  <a:tblStyle styleId="{48C5EA9E-CB67-45C5-82BB-91D8455FE5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{48C5EA9E-CB67-45C5-82BB-91D8455FE5DC}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