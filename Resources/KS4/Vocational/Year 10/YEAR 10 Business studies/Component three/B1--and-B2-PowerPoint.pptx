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F98349-6BCA-41DD-90F6-C31DFD8827F7}">
  <a:tblStyle styleId="{5AF98349-6BCA-41DD-90F6-C31DFD8827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{5AF98349-6BCA-41DD-90F6-C31DFD8827F7}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