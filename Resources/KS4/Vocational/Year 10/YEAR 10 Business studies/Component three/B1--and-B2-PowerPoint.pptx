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DF3C3A-F7CF-4BB4-99A6-BA8A104382DB}">
  <a:tblStyle styleId="{36DF3C3A-F7CF-4BB4-99A6-BA8A104382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{36DF3C3A-F7CF-4BB4-99A6-BA8A104382DB}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