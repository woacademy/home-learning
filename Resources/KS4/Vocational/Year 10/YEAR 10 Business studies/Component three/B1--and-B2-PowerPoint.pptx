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5068C4-E26D-4801-B351-4DC757F414C3}">
  <a:tblStyle styleId="{F75068C4-E26D-4801-B351-4DC757F414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{F75068C4-E26D-4801-B351-4DC757F414C3}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