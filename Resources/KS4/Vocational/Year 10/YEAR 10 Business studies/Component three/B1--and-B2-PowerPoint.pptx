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EEBCA-CF86-4421-BD4F-1C32038F7916}">
  <a:tblStyle styleId="{C14EEBCA-CF86-4421-BD4F-1C32038F79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{C14EEBCA-CF86-4421-BD4F-1C32038F7916}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