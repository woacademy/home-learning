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E513235-2CD2-4EF5-98E7-8D0B9E8776F7}">
  <a:tblStyle styleId="{0E513235-2CD2-4EF5-98E7-8D0B9E8776F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{0E513235-2CD2-4EF5-98E7-8D0B9E8776F7}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