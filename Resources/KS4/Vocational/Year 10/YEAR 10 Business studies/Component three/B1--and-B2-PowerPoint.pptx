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F0AEDA-FD46-4975-B3FA-C142CC4292E6}">
  <a:tblStyle styleId="{64F0AEDA-FD46-4975-B3FA-C142CC4292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{64F0AEDA-FD46-4975-B3FA-C142CC4292E6}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