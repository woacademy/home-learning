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52FC5A-61D5-4A45-AA17-04E3762C93C8}">
  <a:tblStyle styleId="{0252FC5A-61D5-4A45-AA17-04E3762C93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{0252FC5A-61D5-4A45-AA17-04E3762C93C8}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