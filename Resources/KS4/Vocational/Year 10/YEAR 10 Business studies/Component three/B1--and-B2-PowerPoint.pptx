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A35EBE-2103-4912-8314-2D0C53B24ACA}">
  <a:tblStyle styleId="{EEA35EBE-2103-4912-8314-2D0C53B24A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{EEA35EBE-2103-4912-8314-2D0C53B24ACA}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