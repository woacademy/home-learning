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4D9C5D-BB4D-4746-8F29-1D7FDBD41F9B}">
  <a:tblStyle styleId="{E04D9C5D-BB4D-4746-8F29-1D7FDBD41F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{E04D9C5D-BB4D-4746-8F29-1D7FDBD41F9B}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