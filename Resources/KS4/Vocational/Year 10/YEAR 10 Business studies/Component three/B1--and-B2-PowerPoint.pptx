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FA0456F-E282-4E6E-A852-3CDCE9E9064A}">
  <a:tblStyle styleId="{9FA0456F-E282-4E6E-A852-3CDCE9E906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{9FA0456F-E282-4E6E-A852-3CDCE9E9064A}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