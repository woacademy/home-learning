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8165C4-C010-4871-9F06-F676BEB289C4}">
  <a:tblStyle styleId="{318165C4-C010-4871-9F06-F676BEB289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{318165C4-C010-4871-9F06-F676BEB289C4}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