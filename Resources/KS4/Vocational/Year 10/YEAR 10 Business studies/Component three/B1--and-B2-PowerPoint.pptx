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19CA22-3823-4598-B224-11FE8B0A81DF}">
  <a:tblStyle styleId="{A319CA22-3823-4598-B224-11FE8B0A81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{A319CA22-3823-4598-B224-11FE8B0A81DF}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