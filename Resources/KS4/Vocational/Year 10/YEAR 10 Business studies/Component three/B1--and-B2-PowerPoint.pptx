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598316F-6A3D-4055-BB35-922E153FD607}">
  <a:tblStyle styleId="{D598316F-6A3D-4055-BB35-922E153FD60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{D598316F-6A3D-4055-BB35-922E153FD607}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