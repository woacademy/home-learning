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815B33-7B2B-498E-940D-7C6B6657F900}">
  <a:tblStyle styleId="{7E815B33-7B2B-498E-940D-7C6B6657F9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{7E815B33-7B2B-498E-940D-7C6B6657F900}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