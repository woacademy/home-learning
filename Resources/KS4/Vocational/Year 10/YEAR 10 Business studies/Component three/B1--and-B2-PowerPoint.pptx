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43F980-B43A-4D12-A488-B1F00F255C5A}">
  <a:tblStyle styleId="{7143F980-B43A-4D12-A488-B1F00F255C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{7143F980-B43A-4D12-A488-B1F00F255C5A}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