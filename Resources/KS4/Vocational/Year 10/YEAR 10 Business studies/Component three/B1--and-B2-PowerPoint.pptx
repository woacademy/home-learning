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0E6EC5-6B4C-4069-8E6A-F3BDF5AEBFAC}">
  <a:tblStyle styleId="{9E0E6EC5-6B4C-4069-8E6A-F3BDF5AEBF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{9E0E6EC5-6B4C-4069-8E6A-F3BDF5AEBFAC}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