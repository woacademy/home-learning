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10F14D-2528-4D93-A074-09B1BEE4870D}">
  <a:tblStyle styleId="{D010F14D-2528-4D93-A074-09B1BEE487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{D010F14D-2528-4D93-A074-09B1BEE4870D}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