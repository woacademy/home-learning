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FBC17B3-D359-4714-94EE-A43F7D30F811}">
  <a:tblStyle styleId="{AFBC17B3-D359-4714-94EE-A43F7D30F81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{AFBC17B3-D359-4714-94EE-A43F7D30F811}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