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F3648F-528E-4188-8FB1-76F5F0E263AA}">
  <a:tblStyle styleId="{42F3648F-528E-4188-8FB1-76F5F0E263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{42F3648F-528E-4188-8FB1-76F5F0E263AA}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