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7B09C5-BA14-406C-8420-691C1F9A6E23}">
  <a:tblStyle styleId="{A47B09C5-BA14-406C-8420-691C1F9A6E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{A47B09C5-BA14-406C-8420-691C1F9A6E23}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