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4CC7928-AFA7-4A2B-830A-050F619F06CD}">
  <a:tblStyle styleId="{A4CC7928-AFA7-4A2B-830A-050F619F06C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5" Type="http://schemas.openxmlformats.org/officeDocument/2006/relationships/image" Target="../media/image5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{A4CC7928-AFA7-4A2B-830A-050F619F06CD}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