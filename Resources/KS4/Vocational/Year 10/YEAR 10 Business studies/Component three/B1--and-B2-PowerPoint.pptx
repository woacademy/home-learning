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700630-2FB4-4D90-B169-DEADDC69C21F}">
  <a:tblStyle styleId="{FD700630-2FB4-4D90-B169-DEADDC69C2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{FD700630-2FB4-4D90-B169-DEADDC69C21F}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