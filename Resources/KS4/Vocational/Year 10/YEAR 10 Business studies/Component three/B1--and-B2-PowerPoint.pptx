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3C879D-D49B-4565-B67C-F3877B720503}">
  <a:tblStyle styleId="{D03C879D-D49B-4565-B67C-F3877B7205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{D03C879D-D49B-4565-B67C-F3877B720503}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