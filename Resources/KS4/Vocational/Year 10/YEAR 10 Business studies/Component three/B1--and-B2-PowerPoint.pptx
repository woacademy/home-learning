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E1458C-69EA-4E35-BD43-041B79C16473}">
  <a:tblStyle styleId="{C2E1458C-69EA-4E35-BD43-041B79C164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{C2E1458C-69EA-4E35-BD43-041B79C16473}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