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E26F08-5784-4C7E-942B-E843F71A9935}">
  <a:tblStyle styleId="{8EE26F08-5784-4C7E-942B-E843F71A99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{8EE26F08-5784-4C7E-942B-E843F71A9935}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