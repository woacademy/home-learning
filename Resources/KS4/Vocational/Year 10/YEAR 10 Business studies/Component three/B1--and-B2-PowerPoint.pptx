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F50EE3-83AE-4C63-8A71-EF39D3C8EDD3}">
  <a:tblStyle styleId="{59F50EE3-83AE-4C63-8A71-EF39D3C8ED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{59F50EE3-83AE-4C63-8A71-EF39D3C8EDD3}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