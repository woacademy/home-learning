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7149BD4-0719-4ABA-9ECD-5A719276ECB2}">
  <a:tblStyle styleId="{E7149BD4-0719-4ABA-9ECD-5A719276ECB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7.png"/><Relationship Id="rId5" Type="http://schemas.openxmlformats.org/officeDocument/2006/relationships/image" Target="../media/image6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{E7149BD4-0719-4ABA-9ECD-5A719276ECB2}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