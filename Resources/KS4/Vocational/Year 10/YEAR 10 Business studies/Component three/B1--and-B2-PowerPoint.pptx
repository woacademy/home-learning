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7AD8CB-8982-46CD-9049-A79AD741ED25}">
  <a:tblStyle styleId="{657AD8CB-8982-46CD-9049-A79AD741ED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{657AD8CB-8982-46CD-9049-A79AD741ED25}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