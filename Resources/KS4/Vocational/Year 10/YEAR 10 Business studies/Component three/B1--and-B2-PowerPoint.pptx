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84EE57-2716-4786-9C9B-D4E5466B29A6}">
  <a:tblStyle styleId="{2284EE57-2716-4786-9C9B-D4E5466B29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{2284EE57-2716-4786-9C9B-D4E5466B29A6}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