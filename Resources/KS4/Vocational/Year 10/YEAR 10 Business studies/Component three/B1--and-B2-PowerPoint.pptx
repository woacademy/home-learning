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4CF4DF-8216-420D-8BA5-AB2515E2CDBF}">
  <a:tblStyle styleId="{914CF4DF-8216-420D-8BA5-AB2515E2CD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{914CF4DF-8216-420D-8BA5-AB2515E2CDBF}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