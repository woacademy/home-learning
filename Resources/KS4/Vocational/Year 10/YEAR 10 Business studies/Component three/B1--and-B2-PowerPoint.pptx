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2957454-6463-4F71-AAA9-F8604F91AD73}">
  <a:tblStyle styleId="{E2957454-6463-4F71-AAA9-F8604F91AD7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{E2957454-6463-4F71-AAA9-F8604F91AD73}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