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61BBC6-69DE-4AB5-B15C-C942289CECC2}">
  <a:tblStyle styleId="{8261BBC6-69DE-4AB5-B15C-C942289CEC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{8261BBC6-69DE-4AB5-B15C-C942289CECC2}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