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03C45-E5D2-40BC-9DA9-9A8039A2CC52}">
  <a:tblStyle styleId="{5F703C45-E5D2-40BC-9DA9-9A8039A2CC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{5F703C45-E5D2-40BC-9DA9-9A8039A2CC52}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