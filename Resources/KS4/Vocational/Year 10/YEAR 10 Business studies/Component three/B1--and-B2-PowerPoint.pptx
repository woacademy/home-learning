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C9716E-AB71-4DD2-8790-533EB5E23ACC}">
  <a:tblStyle styleId="{09C9716E-AB71-4DD2-8790-533EB5E23A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{09C9716E-AB71-4DD2-8790-533EB5E23ACC}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