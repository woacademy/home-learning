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28C3EE-3693-4CC9-B687-9351A8B8B048}">
  <a:tblStyle styleId="{3928C3EE-3693-4CC9-B687-9351A8B8B0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{3928C3EE-3693-4CC9-B687-9351A8B8B048}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