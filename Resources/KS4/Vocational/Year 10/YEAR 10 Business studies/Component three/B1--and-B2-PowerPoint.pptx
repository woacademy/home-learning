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593E3C3-5F35-4708-B0A7-8B8FD2A1F3FA}">
  <a:tblStyle styleId="{0593E3C3-5F35-4708-B0A7-8B8FD2A1F3F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{0593E3C3-5F35-4708-B0A7-8B8FD2A1F3FA}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