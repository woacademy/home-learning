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D88EB-26AD-4822-8175-185688F08B73}">
  <a:tblStyle styleId="{83DD88EB-26AD-4822-8175-185688F08B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{83DD88EB-26AD-4822-8175-185688F08B73}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