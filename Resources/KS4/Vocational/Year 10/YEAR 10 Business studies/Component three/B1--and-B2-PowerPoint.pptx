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54F6EC-10AD-4A63-8430-1EB73821F3DE}">
  <a:tblStyle styleId="{4854F6EC-10AD-4A63-8430-1EB73821F3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2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{4854F6EC-10AD-4A63-8430-1EB73821F3DE}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