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CCA17D-811E-422A-B083-150AA9B2B9D9}">
  <a:tblStyle styleId="{ABCCA17D-811E-422A-B083-150AA9B2B9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{ABCCA17D-811E-422A-B083-150AA9B2B9D9}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