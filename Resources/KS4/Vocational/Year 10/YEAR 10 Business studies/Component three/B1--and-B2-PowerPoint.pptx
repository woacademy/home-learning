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2A0128-DB41-4D28-89DB-83B7BABEBCC7}">
  <a:tblStyle styleId="{912A0128-DB41-4D28-89DB-83B7BABEBC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{912A0128-DB41-4D28-89DB-83B7BABEBCC7}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