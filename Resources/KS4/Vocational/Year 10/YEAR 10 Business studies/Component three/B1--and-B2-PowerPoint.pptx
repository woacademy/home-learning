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C89E98-B022-48C7-ABCD-E97F48D0B0F8}">
  <a:tblStyle styleId="{52C89E98-B022-48C7-ABCD-E97F48D0B0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{52C89E98-B022-48C7-ABCD-E97F48D0B0F8}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