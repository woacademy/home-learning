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811B0D-FCC6-4B4A-8F7E-201501F19C5E}">
  <a:tblStyle styleId="{C8811B0D-FCC6-4B4A-8F7E-201501F19C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{C8811B0D-FCC6-4B4A-8F7E-201501F19C5E}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