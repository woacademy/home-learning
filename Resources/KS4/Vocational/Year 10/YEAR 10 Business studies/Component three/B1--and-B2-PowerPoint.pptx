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5087B0-7F36-4ED1-B581-17666ED64C97}">
  <a:tblStyle styleId="{8D5087B0-7F36-4ED1-B581-17666ED64C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{8D5087B0-7F36-4ED1-B581-17666ED64C97}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