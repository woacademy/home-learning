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E418B9B-3F06-43C3-B3DF-FAE2B4C824DE}">
  <a:tblStyle styleId="{CE418B9B-3F06-43C3-B3DF-FAE2B4C824D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7.png"/><Relationship Id="rId5" Type="http://schemas.openxmlformats.org/officeDocument/2006/relationships/image" Target="../media/image6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{CE418B9B-3F06-43C3-B3DF-FAE2B4C824DE}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