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0E2676-700B-4BCA-9504-99ED4AE5F629}">
  <a:tblStyle styleId="{9F0E2676-700B-4BCA-9504-99ED4AE5F6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{9F0E2676-700B-4BCA-9504-99ED4AE5F629}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