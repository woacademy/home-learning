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D4F62E-5644-4FA8-90AB-CB23827A3FB7}">
  <a:tblStyle styleId="{0CD4F62E-5644-4FA8-90AB-CB23827A3F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{0CD4F62E-5644-4FA8-90AB-CB23827A3FB7}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