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D8A81E-3DBD-4152-AA46-8594D0CA218B}">
  <a:tblStyle styleId="{35D8A81E-3DBD-4152-AA46-8594D0CA21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{35D8A81E-3DBD-4152-AA46-8594D0CA218B}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