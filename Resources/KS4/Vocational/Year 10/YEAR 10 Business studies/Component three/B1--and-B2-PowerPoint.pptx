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BB5B08-ECB5-48F1-9CB3-3DFD47EE20A0}">
  <a:tblStyle styleId="{52BB5B08-ECB5-48F1-9CB3-3DFD47EE20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{52BB5B08-ECB5-48F1-9CB3-3DFD47EE20A0}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