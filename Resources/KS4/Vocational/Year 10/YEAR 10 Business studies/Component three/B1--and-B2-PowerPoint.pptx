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51A8B8-C712-4FC7-916E-42FA18597F95}">
  <a:tblStyle styleId="{8751A8B8-C712-4FC7-916E-42FA18597F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{8751A8B8-C712-4FC7-916E-42FA18597F95}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