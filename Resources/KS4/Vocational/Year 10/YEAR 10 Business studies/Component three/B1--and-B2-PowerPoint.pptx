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0523CD-ACAE-4E1A-9D40-B693A2CA24E9}">
  <a:tblStyle styleId="{D00523CD-ACAE-4E1A-9D40-B693A2CA24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{D00523CD-ACAE-4E1A-9D40-B693A2CA24E9}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