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0394F6-BC31-4A9A-AFA3-90D6079E29B6}">
  <a:tblStyle styleId="{5C0394F6-BC31-4A9A-AFA3-90D6079E29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{5C0394F6-BC31-4A9A-AFA3-90D6079E29B6}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