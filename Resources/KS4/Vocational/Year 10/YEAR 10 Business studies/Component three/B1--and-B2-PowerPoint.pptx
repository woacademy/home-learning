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86ED42-61BD-458D-8432-3A8536DD4016}">
  <a:tblStyle styleId="{1C86ED42-61BD-458D-8432-3A8536DD40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{1C86ED42-61BD-458D-8432-3A8536DD4016}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