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2CE180-F0A6-42C9-8028-83083ABC4592}">
  <a:tblStyle styleId="{A82CE180-F0A6-42C9-8028-83083ABC45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{A82CE180-F0A6-42C9-8028-83083ABC4592}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