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39B32C-8E4A-4288-BE03-7EAFCFF4E39D}">
  <a:tblStyle styleId="{3D39B32C-8E4A-4288-BE03-7EAFCFF4E3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{3D39B32C-8E4A-4288-BE03-7EAFCFF4E39D}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