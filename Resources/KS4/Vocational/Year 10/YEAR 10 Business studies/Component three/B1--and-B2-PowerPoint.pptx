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2DBD42-A1AD-4F12-B1B1-336F39996F3B}">
  <a:tblStyle styleId="{BE2DBD42-A1AD-4F12-B1B1-336F39996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{BE2DBD42-A1AD-4F12-B1B1-336F39996F3B}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