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2BF87D-3801-40E1-A598-9F15E327B125}">
  <a:tblStyle styleId="{202BF87D-3801-40E1-A598-9F15E327B1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{202BF87D-3801-40E1-A598-9F15E327B125}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