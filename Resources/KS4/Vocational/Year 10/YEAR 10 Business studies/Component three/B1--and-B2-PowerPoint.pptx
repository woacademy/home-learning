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6A763-EF71-46EE-B4A2-F58AB3B4FBE4}">
  <a:tblStyle styleId="{CDD6A763-EF71-46EE-B4A2-F58AB3B4F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{CDD6A763-EF71-46EE-B4A2-F58AB3B4FBE4}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