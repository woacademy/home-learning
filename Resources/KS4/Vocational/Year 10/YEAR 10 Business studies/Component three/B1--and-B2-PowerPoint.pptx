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F3AEFF-002C-40BC-B489-4ED829C9BC33}">
  <a:tblStyle styleId="{4AF3AEFF-002C-40BC-B489-4ED829C9BC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{4AF3AEFF-002C-40BC-B489-4ED829C9BC33}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