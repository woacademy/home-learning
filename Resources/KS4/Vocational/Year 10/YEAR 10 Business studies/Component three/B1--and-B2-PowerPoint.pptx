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0B3DA9-DD43-42DB-A36B-80629BC702A2}">
  <a:tblStyle styleId="{130B3DA9-DD43-42DB-A36B-80629BC702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{130B3DA9-DD43-42DB-A36B-80629BC702A2}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