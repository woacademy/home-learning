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CA1D5A-B419-49C5-A6B6-3C3A73AF9079}">
  <a:tblStyle styleId="{A3CA1D5A-B419-49C5-A6B6-3C3A73AF90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{A3CA1D5A-B419-49C5-A6B6-3C3A73AF9079}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