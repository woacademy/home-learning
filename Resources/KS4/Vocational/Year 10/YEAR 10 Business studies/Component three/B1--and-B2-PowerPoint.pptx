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A2A1AA-8495-40A7-B2B5-90485E1AC2E2}">
  <a:tblStyle styleId="{FBA2A1AA-8495-40A7-B2B5-90485E1AC2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{FBA2A1AA-8495-40A7-B2B5-90485E1AC2E2}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