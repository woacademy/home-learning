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F4AC8A2-E113-49C1-8AB5-AD12697DBA83}">
  <a:tblStyle styleId="{FF4AC8A2-E113-49C1-8AB5-AD12697DBA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{FF4AC8A2-E113-49C1-8AB5-AD12697DBA83}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