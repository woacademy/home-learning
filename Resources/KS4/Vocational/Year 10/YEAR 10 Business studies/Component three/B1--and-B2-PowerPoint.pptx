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92E6FD-8525-4761-9684-D1686C27A302}">
  <a:tblStyle styleId="{C392E6FD-8525-4761-9684-D1686C27A3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{C392E6FD-8525-4761-9684-D1686C27A302}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