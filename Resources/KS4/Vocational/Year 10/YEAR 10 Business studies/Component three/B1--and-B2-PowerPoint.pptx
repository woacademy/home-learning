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05B12B1-449C-4B0B-A9AB-97DF7E639E8F}">
  <a:tblStyle styleId="{E05B12B1-449C-4B0B-A9AB-97DF7E639E8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5.png"/><Relationship Id="rId5" Type="http://schemas.openxmlformats.org/officeDocument/2006/relationships/image" Target="../media/image8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{E05B12B1-449C-4B0B-A9AB-97DF7E639E8F}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