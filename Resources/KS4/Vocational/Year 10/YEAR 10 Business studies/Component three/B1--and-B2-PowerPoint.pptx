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BB6D4F-9913-4DC5-88AB-51BB5ABCA36C}">
  <a:tblStyle styleId="{D0BB6D4F-9913-4DC5-88AB-51BB5ABCA3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{D0BB6D4F-9913-4DC5-88AB-51BB5ABCA36C}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