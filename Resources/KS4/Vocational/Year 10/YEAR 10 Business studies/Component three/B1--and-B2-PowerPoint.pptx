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1E9E6A-DCBF-47D3-819C-8FA0199351B1}">
  <a:tblStyle styleId="{1A1E9E6A-DCBF-47D3-819C-8FA0199351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{1A1E9E6A-DCBF-47D3-819C-8FA0199351B1}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