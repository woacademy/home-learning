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F236E-BAD0-4EDF-8410-44F7D37ACCC2}">
  <a:tblStyle styleId="{369F236E-BAD0-4EDF-8410-44F7D37ACC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{369F236E-BAD0-4EDF-8410-44F7D37ACCC2}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