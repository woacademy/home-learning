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194243-B7F5-4F16-894C-7FE55591D7AD}">
  <a:tblStyle styleId="{94194243-B7F5-4F16-894C-7FE55591D7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{94194243-B7F5-4F16-894C-7FE55591D7AD}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