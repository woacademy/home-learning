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93D36-7475-4740-A60F-2DFE380FEBCE}">
  <a:tblStyle styleId="{DB693D36-7475-4740-A60F-2DFE380FEB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{DB693D36-7475-4740-A60F-2DFE380FEBCE}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