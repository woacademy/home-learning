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F3DE60-9A01-4785-9DE4-900FB0845839}">
  <a:tblStyle styleId="{CCF3DE60-9A01-4785-9DE4-900FB08458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{CCF3DE60-9A01-4785-9DE4-900FB0845839}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