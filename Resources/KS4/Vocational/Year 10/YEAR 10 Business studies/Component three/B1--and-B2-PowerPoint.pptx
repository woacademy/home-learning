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8F2E1D-7F44-45C0-B4F9-75C273B32505}">
  <a:tblStyle styleId="{C78F2E1D-7F44-45C0-B4F9-75C273B325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{C78F2E1D-7F44-45C0-B4F9-75C273B32505}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