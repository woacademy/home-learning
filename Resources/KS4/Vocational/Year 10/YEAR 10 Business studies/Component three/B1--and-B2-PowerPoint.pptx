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D4E648F-0327-4BA4-9508-CFFAA9F02025}">
  <a:tblStyle styleId="{1D4E648F-0327-4BA4-9508-CFFAA9F020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{1D4E648F-0327-4BA4-9508-CFFAA9F02025}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