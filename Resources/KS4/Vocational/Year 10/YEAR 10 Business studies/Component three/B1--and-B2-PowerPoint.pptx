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40A9D4-FC15-425E-A04F-41F7F57110E4}">
  <a:tblStyle styleId="{8840A9D4-FC15-425E-A04F-41F7F57110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{8840A9D4-FC15-425E-A04F-41F7F57110E4}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