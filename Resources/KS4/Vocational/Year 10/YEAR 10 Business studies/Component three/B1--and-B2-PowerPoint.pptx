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08B62E-5DC1-4AF5-A4AD-BE7F95B0435C}">
  <a:tblStyle styleId="{4608B62E-5DC1-4AF5-A4AD-BE7F95B043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{4608B62E-5DC1-4AF5-A4AD-BE7F95B0435C}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