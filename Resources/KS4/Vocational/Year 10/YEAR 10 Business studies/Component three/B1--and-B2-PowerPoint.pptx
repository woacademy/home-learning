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27331E-3748-4D1D-AA35-855EFEAD8D9A}">
  <a:tblStyle styleId="{DF27331E-3748-4D1D-AA35-855EFEAD8D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{DF27331E-3748-4D1D-AA35-855EFEAD8D9A}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