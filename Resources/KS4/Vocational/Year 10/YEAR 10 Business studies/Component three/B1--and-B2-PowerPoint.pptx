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224E8E-D522-470A-A2D1-EFA65EFD3AD3}">
  <a:tblStyle styleId="{E9224E8E-D522-470A-A2D1-EFA65EFD3A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{E9224E8E-D522-470A-A2D1-EFA65EFD3AD3}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