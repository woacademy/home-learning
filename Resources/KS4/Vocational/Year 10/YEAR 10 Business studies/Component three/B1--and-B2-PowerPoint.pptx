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DADB19-432E-4DB6-A985-1B853EEF9D3A}">
  <a:tblStyle styleId="{E4DADB19-432E-4DB6-A985-1B853EEF9D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{E4DADB19-432E-4DB6-A985-1B853EEF9D3A}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