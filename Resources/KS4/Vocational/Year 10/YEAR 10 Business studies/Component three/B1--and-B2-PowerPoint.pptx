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F128386-6CE6-44FD-8A14-D0C21AD41718}">
  <a:tblStyle styleId="{FF128386-6CE6-44FD-8A14-D0C21AD417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{FF128386-6CE6-44FD-8A14-D0C21AD41718}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