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B2CD30-E7DD-48F8-B155-982A529CF5BC}">
  <a:tblStyle styleId="{A2B2CD30-E7DD-48F8-B155-982A529CF5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{A2B2CD30-E7DD-48F8-B155-982A529CF5BC}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