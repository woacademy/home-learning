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6C092D-35E8-4E22-A83A-AC7E8F9B6C50}">
  <a:tblStyle styleId="{EB6C092D-35E8-4E22-A83A-AC7E8F9B6C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{EB6C092D-35E8-4E22-A83A-AC7E8F9B6C50}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