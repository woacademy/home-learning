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D52F5F-3C10-4C3B-8B84-6A4695A0582F}">
  <a:tblStyle styleId="{52D52F5F-3C10-4C3B-8B84-6A4695A058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{52D52F5F-3C10-4C3B-8B84-6A4695A0582F}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