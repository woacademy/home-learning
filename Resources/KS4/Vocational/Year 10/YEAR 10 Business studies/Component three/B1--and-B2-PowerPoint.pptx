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38BC3E-239A-4E23-9EAD-8A499A587367}">
  <a:tblStyle styleId="{2D38BC3E-239A-4E23-9EAD-8A499A5873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{2D38BC3E-239A-4E23-9EAD-8A499A587367}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