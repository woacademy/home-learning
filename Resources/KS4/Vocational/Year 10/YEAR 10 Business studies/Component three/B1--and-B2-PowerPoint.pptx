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34935D-EBB6-47DE-9677-FE884F899C90}">
  <a:tblStyle styleId="{4E34935D-EBB6-47DE-9677-FE884F899C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{4E34935D-EBB6-47DE-9677-FE884F899C90}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