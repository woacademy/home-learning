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B579A-0446-46AF-862D-9ED3448BEFBF}">
  <a:tblStyle styleId="{7BFB579A-0446-46AF-862D-9ED3448BEF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{7BFB579A-0446-46AF-862D-9ED3448BEFBF}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