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49C125-4520-4619-89BC-E4B27474E8F8}">
  <a:tblStyle styleId="{3D49C125-4520-4619-89BC-E4B27474E8F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{3D49C125-4520-4619-89BC-E4B27474E8F8}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