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EEF78F-EC95-4CAA-8DF9-F7E2D2F300DC}">
  <a:tblStyle styleId="{50EEF78F-EC95-4CAA-8DF9-F7E2D2F300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{50EEF78F-EC95-4CAA-8DF9-F7E2D2F300DC}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