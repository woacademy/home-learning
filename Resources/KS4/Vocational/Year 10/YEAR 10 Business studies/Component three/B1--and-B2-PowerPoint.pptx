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454A5C-AFB3-4A25-9BD6-BA37EAD04BE6}">
  <a:tblStyle styleId="{C7454A5C-AFB3-4A25-9BD6-BA37EAD04B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{C7454A5C-AFB3-4A25-9BD6-BA37EAD04BE6}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