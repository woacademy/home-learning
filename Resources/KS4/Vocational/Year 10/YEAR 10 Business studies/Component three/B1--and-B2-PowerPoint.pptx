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C2A132-41CE-4858-A176-6598E5CEE2A7}">
  <a:tblStyle styleId="{0DC2A132-41CE-4858-A176-6598E5CEE2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{0DC2A132-41CE-4858-A176-6598E5CEE2A7}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