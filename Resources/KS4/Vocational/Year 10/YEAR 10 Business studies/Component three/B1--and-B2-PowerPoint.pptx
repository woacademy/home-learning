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D28231-5D1B-4F11-9FA8-923744615D8F}">
  <a:tblStyle styleId="{0ED28231-5D1B-4F11-9FA8-923744615D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{0ED28231-5D1B-4F11-9FA8-923744615D8F}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