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B62808-B79F-4B12-BB6F-347DF155FBB3}">
  <a:tblStyle styleId="{A4B62808-B79F-4B12-BB6F-347DF155FBB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{A4B62808-B79F-4B12-BB6F-347DF155FBB3}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