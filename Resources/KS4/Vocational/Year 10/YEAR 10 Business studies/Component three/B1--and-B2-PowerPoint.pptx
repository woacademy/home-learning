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27A955-52BD-4A48-92A7-2C79EADB5D04}">
  <a:tblStyle styleId="{7F27A955-52BD-4A48-92A7-2C79EADB5D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{7F27A955-52BD-4A48-92A7-2C79EADB5D04}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