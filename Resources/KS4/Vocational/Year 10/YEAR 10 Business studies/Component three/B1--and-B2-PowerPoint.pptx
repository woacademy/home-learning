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8E0755-23EC-4B79-ADF1-1627EA748D89}">
  <a:tblStyle styleId="{828E0755-23EC-4B79-ADF1-1627EA748D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{828E0755-23EC-4B79-ADF1-1627EA748D89}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