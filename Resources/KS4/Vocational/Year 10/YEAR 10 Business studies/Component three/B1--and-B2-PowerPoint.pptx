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38AA1D-3248-4A0E-B870-FAE057B2DBDA}">
  <a:tblStyle styleId="{C638AA1D-3248-4A0E-B870-FAE057B2DB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{C638AA1D-3248-4A0E-B870-FAE057B2DBDA}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