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699FB64-67B2-4040-A675-687F9179E0AB}">
  <a:tblStyle styleId="{6699FB64-67B2-4040-A675-687F9179E0A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{6699FB64-67B2-4040-A675-687F9179E0AB}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