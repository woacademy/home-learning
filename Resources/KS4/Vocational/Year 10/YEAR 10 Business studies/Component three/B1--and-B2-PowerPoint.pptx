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B7D253-06EE-4B7B-AA17-87A08DC200D7}">
  <a:tblStyle styleId="{E4B7D253-06EE-4B7B-AA17-87A08DC200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{E4B7D253-06EE-4B7B-AA17-87A08DC200D7}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