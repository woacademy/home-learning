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D6F854-0825-489C-918A-8EF577CD4A19}">
  <a:tblStyle styleId="{21D6F854-0825-489C-918A-8EF577CD4A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{21D6F854-0825-489C-918A-8EF577CD4A19}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