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F4D3F1-F84C-4BC4-8ADB-E1CD131C8758}">
  <a:tblStyle styleId="{B3F4D3F1-F84C-4BC4-8ADB-E1CD131C87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{B3F4D3F1-F84C-4BC4-8ADB-E1CD131C8758}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