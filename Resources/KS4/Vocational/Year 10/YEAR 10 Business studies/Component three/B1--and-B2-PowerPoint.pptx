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897D0B-5869-4EA5-8F75-32319647DFDF}">
  <a:tblStyle styleId="{12897D0B-5869-4EA5-8F75-32319647DF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{12897D0B-5869-4EA5-8F75-32319647DFDF}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