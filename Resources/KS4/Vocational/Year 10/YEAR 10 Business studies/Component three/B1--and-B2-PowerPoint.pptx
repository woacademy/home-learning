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1C6323-D0CB-4F22-951C-BBA2E80FC1AB}">
  <a:tblStyle styleId="{401C6323-D0CB-4F22-951C-BBA2E80FC1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{401C6323-D0CB-4F22-951C-BBA2E80FC1AB}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