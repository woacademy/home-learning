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4068D6-5502-4F37-8D7A-BDC90B65EDC7}">
  <a:tblStyle styleId="{9B4068D6-5502-4F37-8D7A-BDC90B65EDC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{9B4068D6-5502-4F37-8D7A-BDC90B65EDC7}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