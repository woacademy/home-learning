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101ED9-7352-424C-AE52-E5AA5F4035E0}">
  <a:tblStyle styleId="{6D101ED9-7352-424C-AE52-E5AA5F4035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{6D101ED9-7352-424C-AE52-E5AA5F4035E0}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