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73324B-AD50-4F16-B371-F8F94BED32EF}">
  <a:tblStyle styleId="{2573324B-AD50-4F16-B371-F8F94BED32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{2573324B-AD50-4F16-B371-F8F94BED32EF}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