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9EE07-DE4D-42E4-B3E2-4D5D196F04DB}">
  <a:tblStyle styleId="{7149EE07-DE4D-42E4-B3E2-4D5D196F04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{7149EE07-DE4D-42E4-B3E2-4D5D196F04DB}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