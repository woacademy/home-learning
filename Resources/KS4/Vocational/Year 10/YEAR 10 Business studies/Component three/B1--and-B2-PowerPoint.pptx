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6F7C2F9-BEDC-4055-BB13-5220C8D7BDCC}">
  <a:tblStyle styleId="{E6F7C2F9-BEDC-4055-BB13-5220C8D7BD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{E6F7C2F9-BEDC-4055-BB13-5220C8D7BDCC}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