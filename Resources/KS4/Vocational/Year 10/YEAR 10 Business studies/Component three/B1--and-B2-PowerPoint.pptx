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C0231A-6F5E-47A3-9C8A-FE6604F113EB}">
  <a:tblStyle styleId="{A1C0231A-6F5E-47A3-9C8A-FE6604F113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{A1C0231A-6F5E-47A3-9C8A-FE6604F113EB}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