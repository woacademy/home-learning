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CE107-C6DA-4F95-A8A9-F4560A7050C0}">
  <a:tblStyle styleId="{86BCE107-C6DA-4F95-A8A9-F4560A7050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{86BCE107-C6DA-4F95-A8A9-F4560A7050C0}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