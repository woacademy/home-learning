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BCFD0D-97B2-4782-B75D-9E13DC3CB70A}">
  <a:tblStyle styleId="{EDBCFD0D-97B2-4782-B75D-9E13DC3CB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{EDBCFD0D-97B2-4782-B75D-9E13DC3CB70A}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