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31B12D-2389-4C5D-9392-799764CC7943}">
  <a:tblStyle styleId="{D631B12D-2389-4C5D-9392-799764CC7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{D631B12D-2389-4C5D-9392-799764CC7943}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