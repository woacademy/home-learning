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816688-46F3-42C9-9ACD-C601085EC4E8}">
  <a:tblStyle styleId="{D1816688-46F3-42C9-9ACD-C601085EC4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{D1816688-46F3-42C9-9ACD-C601085EC4E8}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