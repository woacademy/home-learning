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16E9043-DB12-4A13-AFEC-6126BD745772}">
  <a:tblStyle styleId="{D16E9043-DB12-4A13-AFEC-6126BD7457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{D16E9043-DB12-4A13-AFEC-6126BD745772}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