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3B509-DDE3-4792-8338-3E522BFD1F69}">
  <a:tblStyle styleId="{5F53B509-DDE3-4792-8338-3E522BFD1F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{5F53B509-DDE3-4792-8338-3E522BFD1F69}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