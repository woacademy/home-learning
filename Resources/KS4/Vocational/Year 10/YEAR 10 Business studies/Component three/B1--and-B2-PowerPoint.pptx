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7FF32B-2C03-4C8D-A9AE-339494788979}">
  <a:tblStyle styleId="{097FF32B-2C03-4C8D-A9AE-3394947889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{097FF32B-2C03-4C8D-A9AE-339494788979}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