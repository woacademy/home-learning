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C65047-9B98-4724-92E4-61A406CA952C}">
  <a:tblStyle styleId="{15C65047-9B98-4724-92E4-61A406CA95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{15C65047-9B98-4724-92E4-61A406CA952C}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