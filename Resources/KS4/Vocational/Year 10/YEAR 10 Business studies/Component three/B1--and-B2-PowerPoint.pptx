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38C22E-64FF-4DB0-AC6F-C0D54EB73065}">
  <a:tblStyle styleId="{2038C22E-64FF-4DB0-AC6F-C0D54EB730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{2038C22E-64FF-4DB0-AC6F-C0D54EB73065}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