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3D1559-32FE-4298-BFEA-2F2F459DD4EF}">
  <a:tblStyle styleId="{363D1559-32FE-4298-BFEA-2F2F459DD4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{363D1559-32FE-4298-BFEA-2F2F459DD4EF}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