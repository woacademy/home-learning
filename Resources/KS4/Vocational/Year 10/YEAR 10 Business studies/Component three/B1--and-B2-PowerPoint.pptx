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7803A0-96F5-4425-A1D1-2D6BD0DA8AD0}">
  <a:tblStyle styleId="{AA7803A0-96F5-4425-A1D1-2D6BD0DA8A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{AA7803A0-96F5-4425-A1D1-2D6BD0DA8AD0}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