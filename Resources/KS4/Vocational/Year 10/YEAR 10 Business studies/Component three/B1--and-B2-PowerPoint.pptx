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004632-7D26-4222-A47C-A4AB7F403EEC}">
  <a:tblStyle styleId="{24004632-7D26-4222-A47C-A4AB7F403E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{24004632-7D26-4222-A47C-A4AB7F403EEC}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