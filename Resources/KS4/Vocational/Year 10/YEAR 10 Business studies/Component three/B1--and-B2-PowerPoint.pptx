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90AEAC-B33B-4A26-B431-E5B4FF4B07D7}">
  <a:tblStyle styleId="{A690AEAC-B33B-4A26-B431-E5B4FF4B07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{A690AEAC-B33B-4A26-B431-E5B4FF4B07D7}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