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4B8B59-F9DB-4331-B8D8-161A5368DA9E}">
  <a:tblStyle styleId="{684B8B59-F9DB-4331-B8D8-161A5368DA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{684B8B59-F9DB-4331-B8D8-161A5368DA9E}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