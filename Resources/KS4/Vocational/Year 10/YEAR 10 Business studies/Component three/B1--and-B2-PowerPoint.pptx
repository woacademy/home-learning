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AA4AFB-1FB0-48BC-8D3B-8A336E2C9FD3}">
  <a:tblStyle styleId="{A5AA4AFB-1FB0-48BC-8D3B-8A336E2C9F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{A5AA4AFB-1FB0-48BC-8D3B-8A336E2C9FD3}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