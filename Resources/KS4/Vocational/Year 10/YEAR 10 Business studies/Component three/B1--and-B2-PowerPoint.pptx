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78D65C-2721-491E-A48D-DEFA1E6AF5BF}">
  <a:tblStyle styleId="{B578D65C-2721-491E-A48D-DEFA1E6AF5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{B578D65C-2721-491E-A48D-DEFA1E6AF5BF}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