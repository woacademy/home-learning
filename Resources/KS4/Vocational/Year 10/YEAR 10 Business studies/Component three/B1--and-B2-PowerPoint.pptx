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86A009-BFF8-4489-9821-7E9CAEE88E0A}">
  <a:tblStyle styleId="{8F86A009-BFF8-4489-9821-7E9CAEE88E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{8F86A009-BFF8-4489-9821-7E9CAEE88E0A}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