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792E67-11A1-485D-8B52-521614E600AE}">
  <a:tblStyle styleId="{A4792E67-11A1-485D-8B52-521614E600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{A4792E67-11A1-485D-8B52-521614E600AE}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