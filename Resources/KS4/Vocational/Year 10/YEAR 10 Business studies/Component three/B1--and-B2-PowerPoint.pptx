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E3F35B-1C30-4D9B-AD47-F876042E1C76}">
  <a:tblStyle styleId="{30E3F35B-1C30-4D9B-AD47-F876042E1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{30E3F35B-1C30-4D9B-AD47-F876042E1C76}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