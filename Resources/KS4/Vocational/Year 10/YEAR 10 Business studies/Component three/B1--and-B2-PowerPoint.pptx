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838139-EC13-4C08-9FA3-171D6CED453A}">
  <a:tblStyle styleId="{B6838139-EC13-4C08-9FA3-171D6CED45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{B6838139-EC13-4C08-9FA3-171D6CED453A}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