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7BB6AA-8090-48FD-8F8B-628F1F9F918B}">
  <a:tblStyle styleId="{4C7BB6AA-8090-48FD-8F8B-628F1F9F91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{4C7BB6AA-8090-48FD-8F8B-628F1F9F918B}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