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2764B3-34DC-4FA6-9AE7-19848C82F2FB}">
  <a:tblStyle styleId="{812764B3-34DC-4FA6-9AE7-19848C82F2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{812764B3-34DC-4FA6-9AE7-19848C82F2FB}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