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F2F3D3F-6665-4D52-875C-FECB15840EC0}">
  <a:tblStyle styleId="{EF2F3D3F-6665-4D52-875C-FECB15840EC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4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7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{EF2F3D3F-6665-4D52-875C-FECB15840EC0}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