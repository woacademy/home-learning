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A66C9C-3644-4070-874E-A3D5535D2D6E}">
  <a:tblStyle styleId="{30A66C9C-3644-4070-874E-A3D5535D2D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{30A66C9C-3644-4070-874E-A3D5535D2D6E}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