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28ECD7-7500-41F1-80BC-B1D7D60F3DE2}">
  <a:tblStyle styleId="{A528ECD7-7500-41F1-80BC-B1D7D60F3D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{A528ECD7-7500-41F1-80BC-B1D7D60F3DE2}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