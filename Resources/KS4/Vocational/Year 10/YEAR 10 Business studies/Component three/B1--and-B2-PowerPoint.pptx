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E7534C-754B-403A-B218-60440C5CF2D8}">
  <a:tblStyle styleId="{56E7534C-754B-403A-B218-60440C5CF2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{56E7534C-754B-403A-B218-60440C5CF2D8}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