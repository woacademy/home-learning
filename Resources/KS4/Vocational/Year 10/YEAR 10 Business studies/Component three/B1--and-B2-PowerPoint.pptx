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F61185-FA24-4A31-86AF-4532FC99241D}">
  <a:tblStyle styleId="{F5F61185-FA24-4A31-86AF-4532FC9924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{F5F61185-FA24-4A31-86AF-4532FC99241D}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