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4FCDC57-A032-4C29-BC05-2909361C05DB}">
  <a:tblStyle styleId="{B4FCDC57-A032-4C29-BC05-2909361C05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{B4FCDC57-A032-4C29-BC05-2909361C05DB}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