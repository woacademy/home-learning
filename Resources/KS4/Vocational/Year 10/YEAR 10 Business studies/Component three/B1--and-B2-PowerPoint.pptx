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2E7D25-F895-495E-A25F-A04455EE8AF9}">
  <a:tblStyle styleId="{882E7D25-F895-495E-A25F-A04455EE8A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{882E7D25-F895-495E-A25F-A04455EE8AF9}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