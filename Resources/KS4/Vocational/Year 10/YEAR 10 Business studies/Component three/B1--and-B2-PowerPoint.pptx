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2843F69-58AF-4ECC-B2AD-95FBCAC75E69}">
  <a:tblStyle styleId="{B2843F69-58AF-4ECC-B2AD-95FBCAC75E6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3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{B2843F69-58AF-4ECC-B2AD-95FBCAC75E69}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