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AD8057-770C-4035-90A4-3194004C8823}">
  <a:tblStyle styleId="{DBAD8057-770C-4035-90A4-3194004C88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{DBAD8057-770C-4035-90A4-3194004C8823}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