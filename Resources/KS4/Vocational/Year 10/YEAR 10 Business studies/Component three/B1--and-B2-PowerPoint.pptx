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4031EBF-31A9-4B50-A541-34AE85A2C0F8}">
  <a:tblStyle styleId="{14031EBF-31A9-4B50-A541-34AE85A2C0F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2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{14031EBF-31A9-4B50-A541-34AE85A2C0F8}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