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BA6731-DF02-450F-96E3-CDB6681C8999}">
  <a:tblStyle styleId="{98BA6731-DF02-450F-96E3-CDB6681C89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{98BA6731-DF02-450F-96E3-CDB6681C8999}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