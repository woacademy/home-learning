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B0847C-EABA-4C0E-9389-2EDAC97C1F33}">
  <a:tblStyle styleId="{3FB0847C-EABA-4C0E-9389-2EDAC97C1F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{3FB0847C-EABA-4C0E-9389-2EDAC97C1F33}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