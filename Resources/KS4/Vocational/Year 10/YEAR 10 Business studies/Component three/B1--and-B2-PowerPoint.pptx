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E1D8935-B36D-40B6-97C3-27C9F46F5558}">
  <a:tblStyle styleId="{8E1D8935-B36D-40B6-97C3-27C9F46F555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4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{8E1D8935-B36D-40B6-97C3-27C9F46F5558}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