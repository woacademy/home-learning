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70E85D-3FEE-4CB8-A635-CA72DBAC1F3D}">
  <a:tblStyle styleId="{4970E85D-3FEE-4CB8-A635-CA72DBAC1F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{4970E85D-3FEE-4CB8-A635-CA72DBAC1F3D}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