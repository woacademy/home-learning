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2A89B2B-189D-46A1-A799-60524295CAA0}">
  <a:tblStyle styleId="{A2A89B2B-189D-46A1-A799-60524295CA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{A2A89B2B-189D-46A1-A799-60524295CAA0}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