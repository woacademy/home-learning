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20FF9D-34F6-4F28-9EF9-BE0484AF79EB}">
  <a:tblStyle styleId="{CC20FF9D-34F6-4F28-9EF9-BE0484AF79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{CC20FF9D-34F6-4F28-9EF9-BE0484AF79EB}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