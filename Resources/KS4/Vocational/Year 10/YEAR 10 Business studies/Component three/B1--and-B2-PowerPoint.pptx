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B73E35-31EE-4CFE-9596-AA06785F3CE1}">
  <a:tblStyle styleId="{C7B73E35-31EE-4CFE-9596-AA06785F3C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{C7B73E35-31EE-4CFE-9596-AA06785F3CE1}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