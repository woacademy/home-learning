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D90267-1DC4-488B-BA6E-A124324E56E0}">
  <a:tblStyle styleId="{68D90267-1DC4-488B-BA6E-A124324E56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{68D90267-1DC4-488B-BA6E-A124324E56E0}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