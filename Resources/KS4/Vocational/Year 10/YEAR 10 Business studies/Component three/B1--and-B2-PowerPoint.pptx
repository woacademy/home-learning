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7CF5CCB-8E02-4205-8890-8043358DE110}">
  <a:tblStyle styleId="{67CF5CCB-8E02-4205-8890-8043358DE11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3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{67CF5CCB-8E02-4205-8890-8043358DE110}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