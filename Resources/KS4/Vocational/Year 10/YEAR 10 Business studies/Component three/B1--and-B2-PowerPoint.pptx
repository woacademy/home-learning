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73A20B-B40B-4E47-AB5C-92DC2D0DB8B7}">
  <a:tblStyle styleId="{F873A20B-B40B-4E47-AB5C-92DC2D0DB8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{F873A20B-B40B-4E47-AB5C-92DC2D0DB8B7}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