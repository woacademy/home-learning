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FB6ED3-891D-417F-93BA-5F1BF77CF754}">
  <a:tblStyle styleId="{97FB6ED3-891D-417F-93BA-5F1BF77CF7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{97FB6ED3-891D-417F-93BA-5F1BF77CF754}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