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ECE2678-D09C-467A-9500-BB95BB5798F3}">
  <a:tblStyle styleId="{AECE2678-D09C-467A-9500-BB95BB5798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{AECE2678-D09C-467A-9500-BB95BB5798F3}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