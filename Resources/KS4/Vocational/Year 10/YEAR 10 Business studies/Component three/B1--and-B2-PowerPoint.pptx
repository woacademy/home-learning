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9C003B-E4A1-4A9E-AC3A-268CEB9E7536}">
  <a:tblStyle styleId="{6E9C003B-E4A1-4A9E-AC3A-268CEB9E75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{6E9C003B-E4A1-4A9E-AC3A-268CEB9E7536}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