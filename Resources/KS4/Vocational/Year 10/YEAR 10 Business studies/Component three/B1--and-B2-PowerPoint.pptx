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E878AD-430F-4B0D-ADDA-0D020C8A1CCA}">
  <a:tblStyle styleId="{D6E878AD-430F-4B0D-ADDA-0D020C8A1CC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{D6E878AD-430F-4B0D-ADDA-0D020C8A1CCA}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