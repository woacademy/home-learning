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CB2B07-44D1-404A-83E6-AA235FB14668}">
  <a:tblStyle styleId="{E3CB2B07-44D1-404A-83E6-AA235FB146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{E3CB2B07-44D1-404A-83E6-AA235FB14668}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