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7459C0-ED87-48B0-9F94-03458B46754D}">
  <a:tblStyle styleId="{797459C0-ED87-48B0-9F94-03458B4675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{797459C0-ED87-48B0-9F94-03458B46754D}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