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AA5016-089F-44C8-B4DA-3BE7151ACC51}">
  <a:tblStyle styleId="{70AA5016-089F-44C8-B4DA-3BE7151ACC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{70AA5016-089F-44C8-B4DA-3BE7151ACC51}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