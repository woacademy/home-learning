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FC2E35-5359-4005-A672-C7339391F318}">
  <a:tblStyle styleId="{4EFC2E35-5359-4005-A672-C7339391F31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{4EFC2E35-5359-4005-A672-C7339391F318}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