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6FBB7-E871-42D9-8B05-B20F119B96D5}">
  <a:tblStyle styleId="{B6C6FBB7-E871-42D9-8B05-B20F119B96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{B6C6FBB7-E871-42D9-8B05-B20F119B96D5}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