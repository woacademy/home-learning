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59B5F4-2879-4F2D-9420-2F4BA14D9826}">
  <a:tblStyle styleId="{FD59B5F4-2879-4F2D-9420-2F4BA14D98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{FD59B5F4-2879-4F2D-9420-2F4BA14D9826}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