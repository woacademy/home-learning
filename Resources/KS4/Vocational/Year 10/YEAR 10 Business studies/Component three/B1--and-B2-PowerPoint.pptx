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412D77-7E58-48F8-9941-7C9FE822CDF6}">
  <a:tblStyle styleId="{00412D77-7E58-48F8-9941-7C9FE822CD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{00412D77-7E58-48F8-9941-7C9FE822CDF6}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