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12DE0A-2E24-41F4-96E4-3F8C3979B4BF}">
  <a:tblStyle styleId="{9C12DE0A-2E24-41F4-96E4-3F8C3979B4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{9C12DE0A-2E24-41F4-96E4-3F8C3979B4BF}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