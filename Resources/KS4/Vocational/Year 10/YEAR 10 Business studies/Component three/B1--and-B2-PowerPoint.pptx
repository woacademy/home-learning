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6E4204-B089-4804-A74F-99B8B3864520}">
  <a:tblStyle styleId="{F96E4204-B089-4804-A74F-99B8B38645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{F96E4204-B089-4804-A74F-99B8B3864520}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