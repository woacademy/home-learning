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08D21C-B160-4A3C-B8C8-9B44A319C1B1}">
  <a:tblStyle styleId="{EE08D21C-B160-4A3C-B8C8-9B44A319C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{EE08D21C-B160-4A3C-B8C8-9B44A319C1B1}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