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190332-58EE-4883-A9AB-278F816B8478}">
  <a:tblStyle styleId="{14190332-58EE-4883-A9AB-278F816B84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{14190332-58EE-4883-A9AB-278F816B8478}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