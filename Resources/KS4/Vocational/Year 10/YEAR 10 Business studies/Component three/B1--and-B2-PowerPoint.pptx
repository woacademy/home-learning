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F684D6-BB64-4B9F-946C-075C3FA5E4F1}">
  <a:tblStyle styleId="{C4F684D6-BB64-4B9F-946C-075C3FA5E4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{C4F684D6-BB64-4B9F-946C-075C3FA5E4F1}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