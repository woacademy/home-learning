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CC1C64-F410-4EF1-8474-77D8BBBD755C}">
  <a:tblStyle styleId="{DACC1C64-F410-4EF1-8474-77D8BBBD75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{DACC1C64-F410-4EF1-8474-77D8BBBD755C}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