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92BB47-372C-4EB5-9DBE-719C04C6D334}">
  <a:tblStyle styleId="{E892BB47-372C-4EB5-9DBE-719C04C6D3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{E892BB47-372C-4EB5-9DBE-719C04C6D334}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