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0474D6F-4B86-4504-8F58-CB50C16033A2}">
  <a:tblStyle styleId="{00474D6F-4B86-4504-8F58-CB50C16033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{00474D6F-4B86-4504-8F58-CB50C16033A2}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