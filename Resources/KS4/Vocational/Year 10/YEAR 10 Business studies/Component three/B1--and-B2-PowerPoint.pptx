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80D93F-D414-4722-A429-AD9934B84BDD}">
  <a:tblStyle styleId="{D780D93F-D414-4722-A429-AD9934B84B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{D780D93F-D414-4722-A429-AD9934B84BDD}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