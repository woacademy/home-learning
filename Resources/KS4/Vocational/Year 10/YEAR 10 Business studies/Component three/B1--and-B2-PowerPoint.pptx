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FF4BF90-C8AD-48B6-BB27-11D90958E6A3}">
  <a:tblStyle styleId="{5FF4BF90-C8AD-48B6-BB27-11D90958E6A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4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{5FF4BF90-C8AD-48B6-BB27-11D90958E6A3}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