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C7C28BC-4B99-4042-8C75-CB9941924EEB}">
  <a:tblStyle styleId="{8C7C28BC-4B99-4042-8C75-CB9941924EE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{8C7C28BC-4B99-4042-8C75-CB9941924EEB}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