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C07211E-9EA1-42B0-9B3A-BF706CA201E9}">
  <a:tblStyle styleId="{BC07211E-9EA1-42B0-9B3A-BF706CA201E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{BC07211E-9EA1-42B0-9B3A-BF706CA201E9}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