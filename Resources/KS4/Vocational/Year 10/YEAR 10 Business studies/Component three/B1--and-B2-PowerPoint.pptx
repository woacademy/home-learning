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80400F-E351-4160-9D04-9DB7FE4167CD}">
  <a:tblStyle styleId="{5680400F-E351-4160-9D04-9DB7FE4167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{5680400F-E351-4160-9D04-9DB7FE4167CD}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