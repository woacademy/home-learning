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C0FCF8-1CE5-4307-9F1A-5D9A010A13F9}">
  <a:tblStyle styleId="{92C0FCF8-1CE5-4307-9F1A-5D9A010A13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{92C0FCF8-1CE5-4307-9F1A-5D9A010A13F9}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