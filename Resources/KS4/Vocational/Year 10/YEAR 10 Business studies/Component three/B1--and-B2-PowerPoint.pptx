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E4FD04-EE95-41F1-9856-2A0D65E39DA3}">
  <a:tblStyle styleId="{13E4FD04-EE95-41F1-9856-2A0D65E39D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{13E4FD04-EE95-41F1-9856-2A0D65E39DA3}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