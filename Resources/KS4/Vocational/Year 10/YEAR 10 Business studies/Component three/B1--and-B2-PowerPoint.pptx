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A85ADE-D381-46B3-908B-F1F52C6EC258}">
  <a:tblStyle styleId="{64A85ADE-D381-46B3-908B-F1F52C6EC2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{64A85ADE-D381-46B3-908B-F1F52C6EC258}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