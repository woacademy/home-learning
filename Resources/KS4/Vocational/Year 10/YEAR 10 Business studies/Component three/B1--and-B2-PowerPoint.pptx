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A22C96-B7DE-4361-9541-7A21EA23246A}">
  <a:tblStyle styleId="{B8A22C96-B7DE-4361-9541-7A21EA2324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{B8A22C96-B7DE-4361-9541-7A21EA23246A}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