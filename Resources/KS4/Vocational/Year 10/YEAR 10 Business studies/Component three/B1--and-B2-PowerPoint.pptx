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C84757-ECA9-4F26-82BF-C94185FB872F}">
  <a:tblStyle styleId="{56C84757-ECA9-4F26-82BF-C94185FB87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{56C84757-ECA9-4F26-82BF-C94185FB872F}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