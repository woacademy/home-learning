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A0FCBE-2E0D-4DEA-A7E6-73EA658CC84A}">
  <a:tblStyle styleId="{F4A0FCBE-2E0D-4DEA-A7E6-73EA658CC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{F4A0FCBE-2E0D-4DEA-A7E6-73EA658CC84A}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