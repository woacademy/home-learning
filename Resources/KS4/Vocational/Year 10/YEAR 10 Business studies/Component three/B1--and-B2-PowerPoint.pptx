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249F0B-5102-4BAD-BD8D-3A51C9CD7FED}">
  <a:tblStyle styleId="{35249F0B-5102-4BAD-BD8D-3A51C9CD7F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{35249F0B-5102-4BAD-BD8D-3A51C9CD7FED}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