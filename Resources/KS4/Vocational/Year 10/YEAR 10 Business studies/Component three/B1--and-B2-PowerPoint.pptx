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10D3E5-18E8-4395-A9B1-72CD128B7B0C}">
  <a:tblStyle styleId="{D710D3E5-18E8-4395-A9B1-72CD128B7B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{D710D3E5-18E8-4395-A9B1-72CD128B7B0C}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