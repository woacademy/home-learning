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DEC752-360D-41F3-A535-C6BB3853DA5A}">
  <a:tblStyle styleId="{7EDEC752-360D-41F3-A535-C6BB3853DA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{7EDEC752-360D-41F3-A535-C6BB3853DA5A}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