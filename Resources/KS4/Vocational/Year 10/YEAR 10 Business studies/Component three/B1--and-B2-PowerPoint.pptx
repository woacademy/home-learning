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51BFA2-FEB3-4768-B01C-90411AC68F0F}">
  <a:tblStyle styleId="{8651BFA2-FEB3-4768-B01C-90411AC68F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{8651BFA2-FEB3-4768-B01C-90411AC68F0F}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