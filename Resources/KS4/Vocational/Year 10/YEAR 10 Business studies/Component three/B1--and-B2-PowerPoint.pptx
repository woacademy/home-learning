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36C1CA-71FA-49B3-8D42-BF6B7DE96493}">
  <a:tblStyle styleId="{7236C1CA-71FA-49B3-8D42-BF6B7DE964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{7236C1CA-71FA-49B3-8D42-BF6B7DE96493}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