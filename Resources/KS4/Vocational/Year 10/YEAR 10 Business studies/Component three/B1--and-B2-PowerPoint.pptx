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76ADD-0D1F-4F3F-BE0E-CF96D27C0BC6}">
  <a:tblStyle styleId="{6D076ADD-0D1F-4F3F-BE0E-CF96D27C0B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{6D076ADD-0D1F-4F3F-BE0E-CF96D27C0BC6}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