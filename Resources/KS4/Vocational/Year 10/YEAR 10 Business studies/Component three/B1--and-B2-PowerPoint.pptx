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9D4893-D029-431E-9570-AD410426926E}">
  <a:tblStyle styleId="{E59D4893-D029-431E-9570-AD4104269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{E59D4893-D029-431E-9570-AD410426926E}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