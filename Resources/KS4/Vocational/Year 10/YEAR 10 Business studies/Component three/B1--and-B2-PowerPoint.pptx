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4043A6-3922-4C2D-8FE1-3C365560F885}">
  <a:tblStyle styleId="{F14043A6-3922-4C2D-8FE1-3C365560F8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{F14043A6-3922-4C2D-8FE1-3C365560F885}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