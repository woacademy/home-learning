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C4F816-BA8A-4DDA-A982-90C843DCAED9}">
  <a:tblStyle styleId="{8BC4F816-BA8A-4DDA-A982-90C843DCAE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{8BC4F816-BA8A-4DDA-A982-90C843DCAED9}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