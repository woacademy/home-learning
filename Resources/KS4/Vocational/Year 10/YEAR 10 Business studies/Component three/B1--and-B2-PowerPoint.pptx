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11EFCC-53BB-4BAE-A0AF-42188C879FEE}">
  <a:tblStyle styleId="{7D11EFCC-53BB-4BAE-A0AF-42188C879F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{7D11EFCC-53BB-4BAE-A0AF-42188C879FEE}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