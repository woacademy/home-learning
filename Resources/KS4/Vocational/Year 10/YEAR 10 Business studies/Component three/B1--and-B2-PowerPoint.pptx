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C538A8-AF63-4C40-B14D-11CF43E9194E}">
  <a:tblStyle styleId="{B8C538A8-AF63-4C40-B14D-11CF43E91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{B8C538A8-AF63-4C40-B14D-11CF43E9194E}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