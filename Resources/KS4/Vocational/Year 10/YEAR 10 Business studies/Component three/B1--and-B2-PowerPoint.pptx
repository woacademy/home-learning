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107620-8758-4CD2-BFC9-4C955BBA2EB2}">
  <a:tblStyle styleId="{7D107620-8758-4CD2-BFC9-4C955BBA2E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{7D107620-8758-4CD2-BFC9-4C955BBA2EB2}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