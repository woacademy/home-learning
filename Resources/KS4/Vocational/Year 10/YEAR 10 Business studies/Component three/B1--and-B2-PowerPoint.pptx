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747DF5-93B7-442F-A002-2A088AF1B1A4}">
  <a:tblStyle styleId="{63747DF5-93B7-442F-A002-2A088AF1B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{63747DF5-93B7-442F-A002-2A088AF1B1A4}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