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21D482-EDF8-40BB-93AD-0B835D5F7AC4}">
  <a:tblStyle styleId="{4721D482-EDF8-40BB-93AD-0B835D5F7A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{4721D482-EDF8-40BB-93AD-0B835D5F7AC4}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