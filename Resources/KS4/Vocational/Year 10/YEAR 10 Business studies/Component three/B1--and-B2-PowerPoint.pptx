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355246-5003-48A5-8DC4-DC71C650CFDF}">
  <a:tblStyle styleId="{BB355246-5003-48A5-8DC4-DC71C650CF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{BB355246-5003-48A5-8DC4-DC71C650CFDF}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