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CC56F5-2BD6-4198-AA19-6D55218E04FA}">
  <a:tblStyle styleId="{C5CC56F5-2BD6-4198-AA19-6D55218E04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{C5CC56F5-2BD6-4198-AA19-6D55218E04FA}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