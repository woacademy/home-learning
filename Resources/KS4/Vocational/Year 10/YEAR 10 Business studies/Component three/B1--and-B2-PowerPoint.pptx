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E906EE-E3CB-4A63-9297-7351E89C6A0A}">
  <a:tblStyle styleId="{FEE906EE-E3CB-4A63-9297-7351E89C6A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{FEE906EE-E3CB-4A63-9297-7351E89C6A0A}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