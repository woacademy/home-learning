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06525-188B-421D-8935-E8DBD56BD74A}">
  <a:tblStyle styleId="{A5206525-188B-421D-8935-E8DBD56BD74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{A5206525-188B-421D-8935-E8DBD56BD74A}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