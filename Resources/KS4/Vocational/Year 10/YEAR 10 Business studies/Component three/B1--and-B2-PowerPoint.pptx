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E4480D-EB20-4E6B-8CD2-FD617B3CB5D2}">
  <a:tblStyle styleId="{A1E4480D-EB20-4E6B-8CD2-FD617B3CB5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{A1E4480D-EB20-4E6B-8CD2-FD617B3CB5D2}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