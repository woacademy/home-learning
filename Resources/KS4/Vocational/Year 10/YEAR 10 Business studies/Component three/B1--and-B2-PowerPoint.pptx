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0C066B-BC5B-4192-8C48-70DE0BAC5E81}">
  <a:tblStyle styleId="{150C066B-BC5B-4192-8C48-70DE0BAC5E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3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{150C066B-BC5B-4192-8C48-70DE0BAC5E81}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