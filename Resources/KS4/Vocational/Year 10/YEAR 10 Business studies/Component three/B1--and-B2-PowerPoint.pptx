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8F1EBE-9984-4EF1-A84C-99F00457EC2C}">
  <a:tblStyle styleId="{4A8F1EBE-9984-4EF1-A84C-99F00457EC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{4A8F1EBE-9984-4EF1-A84C-99F00457EC2C}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