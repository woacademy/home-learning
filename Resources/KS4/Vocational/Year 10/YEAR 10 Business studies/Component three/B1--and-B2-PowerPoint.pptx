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0B2F53-3674-4A3A-991D-24C1C38B654B}">
  <a:tblStyle styleId="{5B0B2F53-3674-4A3A-991D-24C1C38B65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{5B0B2F53-3674-4A3A-991D-24C1C38B654B}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