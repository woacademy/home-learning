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AEA604-50AB-4B80-9D59-C4FB0CAA6668}">
  <a:tblStyle styleId="{C8AEA604-50AB-4B80-9D59-C4FB0CAA66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{C8AEA604-50AB-4B80-9D59-C4FB0CAA6668}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