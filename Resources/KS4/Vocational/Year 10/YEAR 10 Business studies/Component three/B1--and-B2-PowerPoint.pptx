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39A49A-BA2A-4730-BD61-3D93174606BF}">
  <a:tblStyle styleId="{2439A49A-BA2A-4730-BD61-3D93174606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{2439A49A-BA2A-4730-BD61-3D93174606BF}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