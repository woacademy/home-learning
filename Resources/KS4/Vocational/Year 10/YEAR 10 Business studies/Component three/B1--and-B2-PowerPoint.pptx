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E4FEC5D-C613-4D65-8F00-6BD343AE7233}">
  <a:tblStyle styleId="{6E4FEC5D-C613-4D65-8F00-6BD343AE72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{6E4FEC5D-C613-4D65-8F00-6BD343AE7233}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