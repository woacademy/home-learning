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A9E89C-A24D-4D53-A371-9903BB94FBD3}">
  <a:tblStyle styleId="{2BA9E89C-A24D-4D53-A371-9903BB94FB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{2BA9E89C-A24D-4D53-A371-9903BB94FBD3}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