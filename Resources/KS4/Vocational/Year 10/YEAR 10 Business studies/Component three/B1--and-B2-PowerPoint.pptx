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1BBF76-787D-42C8-B278-3DE3C720CB1F}">
  <a:tblStyle styleId="{D41BBF76-787D-42C8-B278-3DE3C720CB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{D41BBF76-787D-42C8-B278-3DE3C720CB1F}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