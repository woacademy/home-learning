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B1142-7726-4E36-9288-452ECE81A2CA}">
  <a:tblStyle styleId="{938B1142-7726-4E36-9288-452ECE81A2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{938B1142-7726-4E36-9288-452ECE81A2CA}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