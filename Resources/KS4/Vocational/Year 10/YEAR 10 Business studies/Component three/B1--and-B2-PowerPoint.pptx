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D22077-A8EC-44D5-8CF5-6E0F30D08CD3}">
  <a:tblStyle styleId="{A5D22077-A8EC-44D5-8CF5-6E0F30D08C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{A5D22077-A8EC-44D5-8CF5-6E0F30D08CD3}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