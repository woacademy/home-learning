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E0E797-CA7D-4AA1-B47B-E36719DAA436}">
  <a:tblStyle styleId="{F9E0E797-CA7D-4AA1-B47B-E36719DAA4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{F9E0E797-CA7D-4AA1-B47B-E36719DAA436}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