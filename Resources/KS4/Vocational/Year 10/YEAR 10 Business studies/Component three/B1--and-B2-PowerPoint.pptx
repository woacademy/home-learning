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C7AA40-3F69-4F5E-A336-A412FA450478}">
  <a:tblStyle styleId="{C4C7AA40-3F69-4F5E-A336-A412FA4504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{C4C7AA40-3F69-4F5E-A336-A412FA450478}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