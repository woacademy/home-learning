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1E8E7A-F46A-41F2-BCB3-11E6C7C5FE86}">
  <a:tblStyle styleId="{6A1E8E7A-F46A-41F2-BCB3-11E6C7C5FE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{6A1E8E7A-F46A-41F2-BCB3-11E6C7C5FE86}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