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694D1B-8A29-4697-A5E1-6C1AB84A355D}">
  <a:tblStyle styleId="{8C694D1B-8A29-4697-A5E1-6C1AB84A35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{8C694D1B-8A29-4697-A5E1-6C1AB84A355D}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