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6D9B9E-2053-4242-9A2F-2533D0C69284}">
  <a:tblStyle styleId="{8E6D9B9E-2053-4242-9A2F-2533D0C692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{8E6D9B9E-2053-4242-9A2F-2533D0C69284}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