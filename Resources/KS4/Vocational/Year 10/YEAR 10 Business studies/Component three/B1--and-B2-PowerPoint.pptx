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9DDDD7-2A90-4219-AB3E-2433413FE7C9}">
  <a:tblStyle styleId="{9C9DDDD7-2A90-4219-AB3E-2433413FE7C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{9C9DDDD7-2A90-4219-AB3E-2433413FE7C9}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