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8660E-343D-403E-B314-44C1E2A5724E}">
  <a:tblStyle styleId="{A0E8660E-343D-403E-B314-44C1E2A57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{A0E8660E-343D-403E-B314-44C1E2A5724E}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