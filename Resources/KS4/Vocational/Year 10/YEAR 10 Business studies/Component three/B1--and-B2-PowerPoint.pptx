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D841011-0DAE-440A-A8A4-7FD294598800}">
  <a:tblStyle styleId="{5D841011-0DAE-440A-A8A4-7FD2945988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{5D841011-0DAE-440A-A8A4-7FD294598800}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