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F6A247-C803-450A-9F54-CA15048085E2}">
  <a:tblStyle styleId="{2FF6A247-C803-450A-9F54-CA15048085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{2FF6A247-C803-450A-9F54-CA15048085E2}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