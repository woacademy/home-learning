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A0FF59-8D24-491A-B824-C3211A3C6EAD}">
  <a:tblStyle styleId="{7CA0FF59-8D24-491A-B824-C3211A3C6E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{7CA0FF59-8D24-491A-B824-C3211A3C6EAD}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