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C0D426-4AA0-47B4-A17E-E760825BAA58}">
  <a:tblStyle styleId="{E8C0D426-4AA0-47B4-A17E-E760825BAA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{E8C0D426-4AA0-47B4-A17E-E760825BAA58}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