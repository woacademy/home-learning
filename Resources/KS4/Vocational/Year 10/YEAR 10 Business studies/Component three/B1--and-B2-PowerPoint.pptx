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8D8389-2D53-4066-A479-7AFADA7777E5}">
  <a:tblStyle styleId="{CC8D8389-2D53-4066-A479-7AFADA7777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{CC8D8389-2D53-4066-A479-7AFADA7777E5}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