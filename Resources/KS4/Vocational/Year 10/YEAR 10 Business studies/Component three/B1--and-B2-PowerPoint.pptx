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6DB7600-632D-47DB-839E-4B0EB866DE4D}">
  <a:tblStyle styleId="{66DB7600-632D-47DB-839E-4B0EB866DE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{66DB7600-632D-47DB-839E-4B0EB866DE4D}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