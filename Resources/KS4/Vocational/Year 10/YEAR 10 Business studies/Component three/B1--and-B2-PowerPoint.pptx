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B6E904-CECD-4B6C-98F9-00CF0088BC65}">
  <a:tblStyle styleId="{C7B6E904-CECD-4B6C-98F9-00CF0088BC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{C7B6E904-CECD-4B6C-98F9-00CF0088BC65}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