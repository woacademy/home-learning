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7CF89FC-54AE-47CC-AAEA-9A07303C90BD}">
  <a:tblStyle styleId="{37CF89FC-54AE-47CC-AAEA-9A07303C90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{37CF89FC-54AE-47CC-AAEA-9A07303C90BD}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