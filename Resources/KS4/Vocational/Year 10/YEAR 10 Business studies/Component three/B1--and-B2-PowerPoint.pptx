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510BBA-C6C7-4B5C-B26E-B9B0A11F38C2}">
  <a:tblStyle styleId="{7F510BBA-C6C7-4B5C-B26E-B9B0A11F38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{7F510BBA-C6C7-4B5C-B26E-B9B0A11F38C2}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