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337BD1-B045-4CF8-80E2-E12C7643758D}">
  <a:tblStyle styleId="{7C337BD1-B045-4CF8-80E2-E12C764375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{7C337BD1-B045-4CF8-80E2-E12C7643758D}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