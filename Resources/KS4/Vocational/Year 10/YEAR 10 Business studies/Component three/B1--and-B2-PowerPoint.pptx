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3228B-821A-4441-8564-2D3D476E945C}">
  <a:tblStyle styleId="{5633228B-821A-4441-8564-2D3D476E94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{5633228B-821A-4441-8564-2D3D476E945C}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