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FA265-81E3-4231-B904-41287E89C24E}">
  <a:tblStyle styleId="{D76FA265-81E3-4231-B904-41287E89C2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{D76FA265-81E3-4231-B904-41287E89C24E}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