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1556F0-D7F8-4DDA-9676-FE9DA2B0B8A5}">
  <a:tblStyle styleId="{D41556F0-D7F8-4DDA-9676-FE9DA2B0B8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{D41556F0-D7F8-4DDA-9676-FE9DA2B0B8A5}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