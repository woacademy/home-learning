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AEB945-96BF-4CC2-AD93-C06016895CFB}">
  <a:tblStyle styleId="{4AAEB945-96BF-4CC2-AD93-C06016895C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{4AAEB945-96BF-4CC2-AD93-C06016895CFB}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