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BE59EB-6F66-4F38-8893-DA6D40029C92}">
  <a:tblStyle styleId="{21BE59EB-6F66-4F38-8893-DA6D40029C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{21BE59EB-6F66-4F38-8893-DA6D40029C92}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