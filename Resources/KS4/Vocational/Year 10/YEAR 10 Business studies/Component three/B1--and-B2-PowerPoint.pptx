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2607A9-D8AA-4EBC-90DE-70E2ED2EF2D8}">
  <a:tblStyle styleId="{CD2607A9-D8AA-4EBC-90DE-70E2ED2EF2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{CD2607A9-D8AA-4EBC-90DE-70E2ED2EF2D8}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