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FC77DF-DFBA-4A51-B5B3-AABD6943DD57}">
  <a:tblStyle styleId="{50FC77DF-DFBA-4A51-B5B3-AABD6943DD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{50FC77DF-DFBA-4A51-B5B3-AABD6943DD57}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