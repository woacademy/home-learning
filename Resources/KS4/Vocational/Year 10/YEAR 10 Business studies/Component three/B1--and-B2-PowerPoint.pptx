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2834147-8A87-42A4-8F1A-D48E5A421E18}">
  <a:tblStyle styleId="{C2834147-8A87-42A4-8F1A-D48E5A421E1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{C2834147-8A87-42A4-8F1A-D48E5A421E18}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