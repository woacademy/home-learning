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807A84-A2D7-45F9-962F-5037641BA050}">
  <a:tblStyle styleId="{03807A84-A2D7-45F9-962F-5037641BA0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{03807A84-A2D7-45F9-962F-5037641BA050}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