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5C519F-C292-4E1C-9D1A-DDED074773E5}">
  <a:tblStyle styleId="{405C519F-C292-4E1C-9D1A-DDED074773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{405C519F-C292-4E1C-9D1A-DDED074773E5}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