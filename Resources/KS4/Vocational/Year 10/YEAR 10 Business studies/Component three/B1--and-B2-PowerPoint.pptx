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522E4A-5D33-4B54-8CAC-E9CD4CCA1E73}">
  <a:tblStyle styleId="{3D522E4A-5D33-4B54-8CAC-E9CD4CCA1E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{3D522E4A-5D33-4B54-8CAC-E9CD4CCA1E73}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