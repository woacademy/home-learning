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5F4E47-E9E7-4648-9CE4-D06DCC0571F7}">
  <a:tblStyle styleId="{1E5F4E47-E9E7-4648-9CE4-D06DCC0571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{1E5F4E47-E9E7-4648-9CE4-D06DCC0571F7}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