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37B11C-7CB9-43B4-B6BE-99E9FCDA48CC}">
  <a:tblStyle styleId="{C637B11C-7CB9-43B4-B6BE-99E9FCDA48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{C637B11C-7CB9-43B4-B6BE-99E9FCDA48CC}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