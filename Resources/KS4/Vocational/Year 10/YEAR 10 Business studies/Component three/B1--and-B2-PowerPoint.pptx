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C73783-4A97-404D-8212-04136BE029FA}">
  <a:tblStyle styleId="{DFC73783-4A97-404D-8212-04136BE029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{DFC73783-4A97-404D-8212-04136BE029FA}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