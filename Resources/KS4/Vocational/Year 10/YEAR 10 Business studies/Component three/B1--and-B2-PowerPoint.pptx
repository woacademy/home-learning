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8A4F4C-5FFF-4C02-BD89-73A349190E63}">
  <a:tblStyle styleId="{B38A4F4C-5FFF-4C02-BD89-73A349190E6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{B38A4F4C-5FFF-4C02-BD89-73A349190E63}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