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CC515D9-31B3-47BE-850F-A30C6E1DAB55}">
  <a:tblStyle styleId="{9CC515D9-31B3-47BE-850F-A30C6E1DAB5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{9CC515D9-31B3-47BE-850F-A30C6E1DAB55}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