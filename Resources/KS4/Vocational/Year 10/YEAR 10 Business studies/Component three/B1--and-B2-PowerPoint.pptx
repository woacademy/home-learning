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0FAFA7-2468-4E49-83CD-C3471D847531}">
  <a:tblStyle styleId="{E90FAFA7-2468-4E49-83CD-C3471D8475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{E90FAFA7-2468-4E49-83CD-C3471D847531}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