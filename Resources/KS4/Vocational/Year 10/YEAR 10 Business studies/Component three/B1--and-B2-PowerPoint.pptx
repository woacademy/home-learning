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8D8A1-5097-4F50-A216-EFC892D7709C}">
  <a:tblStyle styleId="{47F8D8A1-5097-4F50-A216-EFC892D770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{47F8D8A1-5097-4F50-A216-EFC892D7709C}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