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5EB1B-EA78-4034-A518-243B62530770}">
  <a:tblStyle styleId="{5785EB1B-EA78-4034-A518-243B625307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{5785EB1B-EA78-4034-A518-243B62530770}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