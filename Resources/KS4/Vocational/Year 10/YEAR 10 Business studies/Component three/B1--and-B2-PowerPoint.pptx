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7BE286-7EE4-4470-944C-D18893258775}">
  <a:tblStyle styleId="{C57BE286-7EE4-4470-944C-D18893258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{C57BE286-7EE4-4470-944C-D18893258775}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