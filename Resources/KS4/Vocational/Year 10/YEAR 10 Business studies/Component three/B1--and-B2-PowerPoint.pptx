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5941D-34D8-4A6C-82BD-21F9210D3C09}">
  <a:tblStyle styleId="{E355941D-34D8-4A6C-82BD-21F9210D3C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{E355941D-34D8-4A6C-82BD-21F9210D3C09}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