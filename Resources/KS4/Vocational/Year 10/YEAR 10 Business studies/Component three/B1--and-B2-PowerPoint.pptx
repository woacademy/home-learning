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9D4FD1-3211-421A-8A4E-F7A0D543FBBC}">
  <a:tblStyle styleId="{D79D4FD1-3211-421A-8A4E-F7A0D543FB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{D79D4FD1-3211-421A-8A4E-F7A0D543FBBC}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