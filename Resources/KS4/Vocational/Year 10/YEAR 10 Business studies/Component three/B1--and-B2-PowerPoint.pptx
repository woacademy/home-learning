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0165523-549F-4BAC-94AD-0FE923CEAD61}">
  <a:tblStyle styleId="{50165523-549F-4BAC-94AD-0FE923CEAD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{50165523-549F-4BAC-94AD-0FE923CEAD61}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