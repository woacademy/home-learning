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84D928-CBA8-4812-9797-985BE56FCA89}">
  <a:tblStyle styleId="{BF84D928-CBA8-4812-9797-985BE56FCA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{BF84D928-CBA8-4812-9797-985BE56FCA89}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