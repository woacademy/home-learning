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7659F0-C5A2-45D6-B846-41C00D639393}">
  <a:tblStyle styleId="{0A7659F0-C5A2-45D6-B846-41C00D6393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{0A7659F0-C5A2-45D6-B846-41C00D639393}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