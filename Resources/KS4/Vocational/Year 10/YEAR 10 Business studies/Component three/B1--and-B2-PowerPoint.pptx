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FC468D-ED95-459E-AFB7-A85460060B22}">
  <a:tblStyle styleId="{2BFC468D-ED95-459E-AFB7-A85460060B2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{2BFC468D-ED95-459E-AFB7-A85460060B22}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