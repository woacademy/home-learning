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18E7CD-F93B-492F-A279-D720C3238B77}">
  <a:tblStyle styleId="{FB18E7CD-F93B-492F-A279-D720C3238B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{FB18E7CD-F93B-492F-A279-D720C3238B77}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