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753282-E20B-424C-AD47-D09A250EFBB4}">
  <a:tblStyle styleId="{13753282-E20B-424C-AD47-D09A250EFB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{13753282-E20B-424C-AD47-D09A250EFBB4}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