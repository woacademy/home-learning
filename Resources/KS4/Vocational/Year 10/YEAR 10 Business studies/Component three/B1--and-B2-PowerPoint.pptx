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18C2F3-2D81-445E-804F-962710200767}">
  <a:tblStyle styleId="{1F18C2F3-2D81-445E-804F-9627102007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{1F18C2F3-2D81-445E-804F-962710200767}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