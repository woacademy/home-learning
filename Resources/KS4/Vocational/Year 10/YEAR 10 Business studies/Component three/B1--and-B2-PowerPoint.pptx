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DEECB4-EC76-4D84-9111-F6672CFBE487}">
  <a:tblStyle styleId="{92DEECB4-EC76-4D84-9111-F6672CFBE4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{92DEECB4-EC76-4D84-9111-F6672CFBE487}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