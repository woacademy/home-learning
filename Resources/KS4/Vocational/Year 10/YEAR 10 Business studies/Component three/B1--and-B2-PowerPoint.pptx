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1F89C1-C78A-4131-8B88-FD6BE6424122}">
  <a:tblStyle styleId="{041F89C1-C78A-4131-8B88-FD6BE64241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{041F89C1-C78A-4131-8B88-FD6BE6424122}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