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348811-7BC3-4836-BB1A-9EA2A9F8F72E}">
  <a:tblStyle styleId="{B1348811-7BC3-4836-BB1A-9EA2A9F8F7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{B1348811-7BC3-4836-BB1A-9EA2A9F8F72E}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