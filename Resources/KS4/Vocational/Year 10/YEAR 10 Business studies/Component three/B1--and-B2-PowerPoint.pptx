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AA2DF1-DE8B-42FB-A743-779BE00138DC}">
  <a:tblStyle styleId="{01AA2DF1-DE8B-42FB-A743-779BE00138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{01AA2DF1-DE8B-42FB-A743-779BE00138DC}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