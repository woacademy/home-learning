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3FE6F6-6912-47F7-AF65-B782B592E005}">
  <a:tblStyle styleId="{F23FE6F6-6912-47F7-AF65-B782B592E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{F23FE6F6-6912-47F7-AF65-B782B592E005}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