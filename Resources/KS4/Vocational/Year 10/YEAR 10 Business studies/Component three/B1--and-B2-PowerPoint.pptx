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975FA9-7C49-450D-AFDB-1F369DA2901E}">
  <a:tblStyle styleId="{19975FA9-7C49-450D-AFDB-1F369DA290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{19975FA9-7C49-450D-AFDB-1F369DA2901E}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