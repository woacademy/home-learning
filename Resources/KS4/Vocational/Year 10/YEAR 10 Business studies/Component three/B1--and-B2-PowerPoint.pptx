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6B39096-7CFC-4C9B-830D-8AC70DFAEBFC}">
  <a:tblStyle styleId="{46B39096-7CFC-4C9B-830D-8AC70DFAEBF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{46B39096-7CFC-4C9B-830D-8AC70DFAEBFC}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