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1820E5-C2CD-4236-A794-60ADF99FB5BF}">
  <a:tblStyle styleId="{A11820E5-C2CD-4236-A794-60ADF99FB5B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{A11820E5-C2CD-4236-A794-60ADF99FB5BF}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