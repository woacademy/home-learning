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BD3B802-ECAE-4A88-861C-9497AAF43D9A}">
  <a:tblStyle styleId="{ABD3B802-ECAE-4A88-861C-9497AAF43D9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3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{ABD3B802-ECAE-4A88-861C-9497AAF43D9A}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