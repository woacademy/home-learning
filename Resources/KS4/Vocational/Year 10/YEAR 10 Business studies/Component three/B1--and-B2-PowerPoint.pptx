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55FD77-0BEE-464D-A45E-13FA01E52B97}">
  <a:tblStyle styleId="{F055FD77-0BEE-464D-A45E-13FA01E52B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{F055FD77-0BEE-464D-A45E-13FA01E52B97}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