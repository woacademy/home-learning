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D4CCF-F4A9-4199-B56E-FB43AB8A4C89}">
  <a:tblStyle styleId="{F65D4CCF-F4A9-4199-B56E-FB43AB8A4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{F65D4CCF-F4A9-4199-B56E-FB43AB8A4C89}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