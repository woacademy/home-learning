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156D7-CC31-4A24-A940-FAB9BB49FF09}">
  <a:tblStyle styleId="{1E9156D7-CC31-4A24-A940-FAB9BB49FF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{1E9156D7-CC31-4A24-A940-FAB9BB49FF09}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