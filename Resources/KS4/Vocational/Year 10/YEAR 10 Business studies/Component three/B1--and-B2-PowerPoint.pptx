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905025-871C-4B93-8364-A5F50BB5FB71}">
  <a:tblStyle styleId="{7C905025-871C-4B93-8364-A5F50BB5FB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{7C905025-871C-4B93-8364-A5F50BB5FB71}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