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11EBE1-7DD2-4FF7-B85F-F5E296465BBB}">
  <a:tblStyle styleId="{4811EBE1-7DD2-4FF7-B85F-F5E296465BB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{4811EBE1-7DD2-4FF7-B85F-F5E296465BBB}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