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041784-58F8-475C-AFDA-8856F679B1F3}">
  <a:tblStyle styleId="{3E041784-58F8-475C-AFDA-8856F679B1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{3E041784-58F8-475C-AFDA-8856F679B1F3}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