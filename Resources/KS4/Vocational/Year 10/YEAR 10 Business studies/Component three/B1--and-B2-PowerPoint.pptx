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956CC9-DD19-45E7-B41D-112B90B702F8}">
  <a:tblStyle styleId="{DF956CC9-DD19-45E7-B41D-112B90B702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{DF956CC9-DD19-45E7-B41D-112B90B702F8}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