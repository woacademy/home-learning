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309E0E-307E-47AA-8C74-8F799173A910}">
  <a:tblStyle styleId="{6C309E0E-307E-47AA-8C74-8F799173A9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{6C309E0E-307E-47AA-8C74-8F799173A910}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