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CF0CC6-7A0D-4436-90E7-1403D1E150E9}">
  <a:tblStyle styleId="{B7CF0CC6-7A0D-4436-90E7-1403D1E150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{B7CF0CC6-7A0D-4436-90E7-1403D1E150E9}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