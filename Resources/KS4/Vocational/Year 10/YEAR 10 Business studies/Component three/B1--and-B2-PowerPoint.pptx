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F922F8-2546-47A8-BDBD-2D0A32232B66}">
  <a:tblStyle styleId="{7BF922F8-2546-47A8-BDBD-2D0A32232B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{7BF922F8-2546-47A8-BDBD-2D0A32232B66}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