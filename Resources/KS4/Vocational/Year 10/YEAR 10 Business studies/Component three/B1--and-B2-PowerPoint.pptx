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E01985-4F0D-40F0-8F6D-86ADA14BA833}">
  <a:tblStyle styleId="{07E01985-4F0D-40F0-8F6D-86ADA14BA8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{07E01985-4F0D-40F0-8F6D-86ADA14BA833}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