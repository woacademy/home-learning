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DF636D-03DD-4274-B5F2-C422BB4D65D7}">
  <a:tblStyle styleId="{FFDF636D-03DD-4274-B5F2-C422BB4D65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{FFDF636D-03DD-4274-B5F2-C422BB4D65D7}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