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E5FDDB-F530-4564-B8E9-345F027BD7E2}">
  <a:tblStyle styleId="{0FE5FDDB-F530-4564-B8E9-345F027BD7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{0FE5FDDB-F530-4564-B8E9-345F027BD7E2}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