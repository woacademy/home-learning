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D31C14-C65C-41F7-AF6C-C2BC24A9CEE5}">
  <a:tblStyle styleId="{DCD31C14-C65C-41F7-AF6C-C2BC24A9CE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{DCD31C14-C65C-41F7-AF6C-C2BC24A9CEE5}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