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41A116-922E-457C-B794-01F7E806BF13}">
  <a:tblStyle styleId="{3741A116-922E-457C-B794-01F7E806BF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{3741A116-922E-457C-B794-01F7E806BF13}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