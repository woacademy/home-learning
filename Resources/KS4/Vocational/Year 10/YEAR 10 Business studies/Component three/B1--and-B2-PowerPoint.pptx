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5CE841-CC19-41BD-A9DB-06D7A8464A74}">
  <a:tblStyle styleId="{C25CE841-CC19-41BD-A9DB-06D7A8464A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{C25CE841-CC19-41BD-A9DB-06D7A8464A74}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