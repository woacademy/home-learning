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59A51A-D3B7-4476-B3C7-F188E9D322CA}">
  <a:tblStyle styleId="{C659A51A-D3B7-4476-B3C7-F188E9D322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{C659A51A-D3B7-4476-B3C7-F188E9D322CA}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