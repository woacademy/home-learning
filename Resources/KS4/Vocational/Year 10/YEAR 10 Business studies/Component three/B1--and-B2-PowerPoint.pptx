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07DDB0-6ECE-499D-96A9-90E170068A66}">
  <a:tblStyle styleId="{4007DDB0-6ECE-499D-96A9-90E170068A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{4007DDB0-6ECE-499D-96A9-90E170068A66}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