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37BE20-FE04-4D8C-87A8-E06325A9F83C}">
  <a:tblStyle styleId="{6837BE20-FE04-4D8C-87A8-E06325A9F8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{6837BE20-FE04-4D8C-87A8-E06325A9F83C}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