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864B98-BB41-4CB6-83BD-045CFFDEA519}">
  <a:tblStyle styleId="{E1864B98-BB41-4CB6-83BD-045CFFDEA5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{E1864B98-BB41-4CB6-83BD-045CFFDEA519}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