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E5D564-75E8-44B7-A55F-A9165747B7B2}">
  <a:tblStyle styleId="{A3E5D564-75E8-44B7-A55F-A9165747B7B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6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{A3E5D564-75E8-44B7-A55F-A9165747B7B2}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