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38D2C8-733E-4254-B67A-34961C655417}">
  <a:tblStyle styleId="{0938D2C8-733E-4254-B67A-34961C6554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{0938D2C8-733E-4254-B67A-34961C655417}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