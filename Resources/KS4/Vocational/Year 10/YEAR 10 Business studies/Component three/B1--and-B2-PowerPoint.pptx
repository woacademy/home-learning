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0A49E4-844F-43F2-9D35-192817E64035}">
  <a:tblStyle styleId="{030A49E4-844F-43F2-9D35-192817E640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{030A49E4-844F-43F2-9D35-192817E64035}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