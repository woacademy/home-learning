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E2FE0A-D9DE-4E3D-A16F-7F62446637BA}">
  <a:tblStyle styleId="{1AE2FE0A-D9DE-4E3D-A16F-7F62446637B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{1AE2FE0A-D9DE-4E3D-A16F-7F62446637BA}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