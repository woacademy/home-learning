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310ECC-56F4-4385-9EEC-A8CBA2FB5E5C}">
  <a:tblStyle styleId="{07310ECC-56F4-4385-9EEC-A8CBA2FB5E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{07310ECC-56F4-4385-9EEC-A8CBA2FB5E5C}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