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889AF0-C476-4C8F-BFE2-2FC47316CC86}">
  <a:tblStyle styleId="{FE889AF0-C476-4C8F-BFE2-2FC47316CC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{FE889AF0-C476-4C8F-BFE2-2FC47316CC86}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