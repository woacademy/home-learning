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5F4AA8-5C80-46F5-9C50-ADC10A3B8C86}">
  <a:tblStyle styleId="{805F4AA8-5C80-46F5-9C50-ADC10A3B8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{805F4AA8-5C80-46F5-9C50-ADC10A3B8C86}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