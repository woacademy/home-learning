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9CD47-9A67-4CC9-93D7-7FEA033EC168}">
  <a:tblStyle styleId="{D789CD47-9A67-4CC9-93D7-7FEA033EC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{D789CD47-9A67-4CC9-93D7-7FEA033EC168}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