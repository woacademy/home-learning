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627C96-185D-4492-9696-628433A70DCE}">
  <a:tblStyle styleId="{80627C96-185D-4492-9696-628433A70D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{80627C96-185D-4492-9696-628433A70DCE}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