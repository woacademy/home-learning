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905C2A5-BEB0-4AE7-AB86-0AF585F43676}">
  <a:tblStyle styleId="{9905C2A5-BEB0-4AE7-AB86-0AF585F4367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{9905C2A5-BEB0-4AE7-AB86-0AF585F43676}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