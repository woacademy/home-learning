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7E3D82-2535-4616-9C58-B201E5581400}">
  <a:tblStyle styleId="{AD7E3D82-2535-4616-9C58-B201E55814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{AD7E3D82-2535-4616-9C58-B201E5581400}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