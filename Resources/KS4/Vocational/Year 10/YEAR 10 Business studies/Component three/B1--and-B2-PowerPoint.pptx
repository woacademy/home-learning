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CBC8BD-AC9A-4AD7-BC4E-A38A3CC53889}">
  <a:tblStyle styleId="{7FCBC8BD-AC9A-4AD7-BC4E-A38A3CC538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{7FCBC8BD-AC9A-4AD7-BC4E-A38A3CC53889}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