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40BB63-1F9D-4CFE-A002-1F5C34AA6E0A}">
  <a:tblStyle styleId="{3B40BB63-1F9D-4CFE-A002-1F5C34AA6E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{3B40BB63-1F9D-4CFE-A002-1F5C34AA6E0A}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