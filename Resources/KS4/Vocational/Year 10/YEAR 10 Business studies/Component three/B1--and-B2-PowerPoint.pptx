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25B1080-2820-41CF-BFA8-6172F10B07CE}">
  <a:tblStyle styleId="{E25B1080-2820-41CF-BFA8-6172F10B07C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4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{E25B1080-2820-41CF-BFA8-6172F10B07CE}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