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FDA8C8-6467-4311-9989-F5934D3E894A}">
  <a:tblStyle styleId="{93FDA8C8-6467-4311-9989-F5934D3E89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{93FDA8C8-6467-4311-9989-F5934D3E894A}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