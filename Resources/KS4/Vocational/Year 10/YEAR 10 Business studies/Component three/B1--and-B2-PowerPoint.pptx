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47D8CF-B0E9-48E3-A427-397803B2F95F}">
  <a:tblStyle styleId="{2D47D8CF-B0E9-48E3-A427-397803B2F95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{2D47D8CF-B0E9-48E3-A427-397803B2F95F}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