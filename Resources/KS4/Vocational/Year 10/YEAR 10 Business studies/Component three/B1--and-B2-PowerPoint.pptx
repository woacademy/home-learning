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527EDE-59EB-4736-8D4E-5B47A16CBB89}">
  <a:tblStyle styleId="{26527EDE-59EB-4736-8D4E-5B47A16CBB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{26527EDE-59EB-4736-8D4E-5B47A16CBB89}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