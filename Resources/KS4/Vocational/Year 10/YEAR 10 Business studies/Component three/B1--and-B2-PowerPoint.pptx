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3E3A42-0924-4F6F-BED9-8F404D366B96}">
  <a:tblStyle styleId="{9B3E3A42-0924-4F6F-BED9-8F404D366B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{9B3E3A42-0924-4F6F-BED9-8F404D366B96}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