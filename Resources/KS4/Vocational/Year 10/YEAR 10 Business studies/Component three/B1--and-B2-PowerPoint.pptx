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73E611-3111-449C-AB52-A210206C645E}">
  <a:tblStyle styleId="{0E73E611-3111-449C-AB52-A210206C64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{0E73E611-3111-449C-AB52-A210206C645E}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