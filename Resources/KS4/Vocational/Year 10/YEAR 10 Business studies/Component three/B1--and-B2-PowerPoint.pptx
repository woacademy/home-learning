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8D36CC-C62A-4C49-9BB5-14D1762A53F7}">
  <a:tblStyle styleId="{7D8D36CC-C62A-4C49-9BB5-14D1762A53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{7D8D36CC-C62A-4C49-9BB5-14D1762A53F7}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