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EC95CA-E8E5-4335-B47E-288D521A1452}">
  <a:tblStyle styleId="{45EC95CA-E8E5-4335-B47E-288D521A14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{45EC95CA-E8E5-4335-B47E-288D521A1452}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