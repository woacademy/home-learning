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F418A3-52CC-4C8A-9F19-C31BA865F6CE}">
  <a:tblStyle styleId="{9DF418A3-52CC-4C8A-9F19-C31BA865F6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{9DF418A3-52CC-4C8A-9F19-C31BA865F6CE}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