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B3F8E3-6495-4AB5-9E53-3CD0C482FE3E}">
  <a:tblStyle styleId="{F9B3F8E3-6495-4AB5-9E53-3CD0C482FE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{F9B3F8E3-6495-4AB5-9E53-3CD0C482FE3E}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