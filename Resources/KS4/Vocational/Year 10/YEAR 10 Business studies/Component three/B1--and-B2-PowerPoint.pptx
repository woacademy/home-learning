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CF9E32-29B8-43B6-A37C-7EFCBF4412E6}">
  <a:tblStyle styleId="{C7CF9E32-29B8-43B6-A37C-7EFCBF4412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{C7CF9E32-29B8-43B6-A37C-7EFCBF4412E6}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