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BE7F589-F64F-4EC8-9751-2F15ACCD18BF}">
  <a:tblStyle styleId="{DBE7F589-F64F-4EC8-9751-2F15ACCD18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{DBE7F589-F64F-4EC8-9751-2F15ACCD18BF}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