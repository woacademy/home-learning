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07CA91-BF20-453B-96B2-8920C2C21B52}">
  <a:tblStyle styleId="{DA07CA91-BF20-453B-96B2-8920C2C21B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{DA07CA91-BF20-453B-96B2-8920C2C21B52}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