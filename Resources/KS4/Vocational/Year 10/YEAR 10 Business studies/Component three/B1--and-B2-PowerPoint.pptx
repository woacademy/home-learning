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C94D60-EAA7-4D46-B00C-6C57438002DA}">
  <a:tblStyle styleId="{09C94D60-EAA7-4D46-B00C-6C57438002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{09C94D60-EAA7-4D46-B00C-6C57438002DA}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