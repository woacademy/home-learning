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3F2641-C81B-4AC4-B17C-6342E6EC43DD}">
  <a:tblStyle styleId="{6A3F2641-C81B-4AC4-B17C-6342E6EC43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{6A3F2641-C81B-4AC4-B17C-6342E6EC43DD}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