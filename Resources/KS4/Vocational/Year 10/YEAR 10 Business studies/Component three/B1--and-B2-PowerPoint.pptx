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993F46-6EA1-4CD4-9693-FC862768E68B}">
  <a:tblStyle styleId="{B8993F46-6EA1-4CD4-9693-FC862768E6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{B8993F46-6EA1-4CD4-9693-FC862768E68B}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