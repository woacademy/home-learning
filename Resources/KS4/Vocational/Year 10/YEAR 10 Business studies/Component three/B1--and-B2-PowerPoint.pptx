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5E0CD-45DD-488E-963C-14EBD46592C0}">
  <a:tblStyle styleId="{A395E0CD-45DD-488E-963C-14EBD4659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{A395E0CD-45DD-488E-963C-14EBD46592C0}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