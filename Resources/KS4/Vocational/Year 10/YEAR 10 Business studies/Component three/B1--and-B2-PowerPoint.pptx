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5AA457-71D7-410E-AA45-A417A90CE75A}">
  <a:tblStyle styleId="{085AA457-71D7-410E-AA45-A417A90CE7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{085AA457-71D7-410E-AA45-A417A90CE75A}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