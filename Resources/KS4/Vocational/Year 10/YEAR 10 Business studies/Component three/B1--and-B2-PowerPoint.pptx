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763C98-B934-4542-8A61-BF1A5F48B4AD}">
  <a:tblStyle styleId="{F8763C98-B934-4542-8A61-BF1A5F48B4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{F8763C98-B934-4542-8A61-BF1A5F48B4AD}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