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EDAEAF-989E-4318-9871-A77826308002}">
  <a:tblStyle styleId="{57EDAEAF-989E-4318-9871-A77826308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{57EDAEAF-989E-4318-9871-A77826308002}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