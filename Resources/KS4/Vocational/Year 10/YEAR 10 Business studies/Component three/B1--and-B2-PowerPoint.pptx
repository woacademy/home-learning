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28863-4944-4BAC-8877-56309A2870C7}">
  <a:tblStyle styleId="{3AC28863-4944-4BAC-8877-56309A2870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{3AC28863-4944-4BAC-8877-56309A2870C7}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