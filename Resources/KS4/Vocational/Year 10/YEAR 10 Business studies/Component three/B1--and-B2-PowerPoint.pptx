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86733E-5425-4B74-BE04-218450C1A1DA}">
  <a:tblStyle styleId="{9586733E-5425-4B74-BE04-218450C1A1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{9586733E-5425-4B74-BE04-218450C1A1DA}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