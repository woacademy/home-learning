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6EB28D-E0FB-48D9-8F6A-787152BB22C3}">
  <a:tblStyle styleId="{4D6EB28D-E0FB-48D9-8F6A-787152BB22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{4D6EB28D-E0FB-48D9-8F6A-787152BB22C3}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