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27EA71-9220-48F2-BFB2-83123E645E92}">
  <a:tblStyle styleId="{4C27EA71-9220-48F2-BFB2-83123E645E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{4C27EA71-9220-48F2-BFB2-83123E645E92}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