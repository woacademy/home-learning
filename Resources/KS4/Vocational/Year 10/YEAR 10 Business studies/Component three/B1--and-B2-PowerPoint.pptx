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0BD891-B85D-4184-B347-BE325C0753C1}">
  <a:tblStyle styleId="{580BD891-B85D-4184-B347-BE325C0753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{580BD891-B85D-4184-B347-BE325C0753C1}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