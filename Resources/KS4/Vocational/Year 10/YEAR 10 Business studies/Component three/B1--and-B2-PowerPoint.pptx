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676693-19E2-4911-91FB-CF12CDA3CC64}">
  <a:tblStyle styleId="{8D676693-19E2-4911-91FB-CF12CDA3CC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{8D676693-19E2-4911-91FB-CF12CDA3CC64}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