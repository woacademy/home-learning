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D70CD-633D-4984-83BA-41D9C356CBA6}">
  <a:tblStyle styleId="{88DD70CD-633D-4984-83BA-41D9C356CB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{88DD70CD-633D-4984-83BA-41D9C356CBA6}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