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918B6E-6E79-4B8B-8EBC-1B85490A2884}">
  <a:tblStyle styleId="{7E918B6E-6E79-4B8B-8EBC-1B85490A28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{7E918B6E-6E79-4B8B-8EBC-1B85490A2884}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