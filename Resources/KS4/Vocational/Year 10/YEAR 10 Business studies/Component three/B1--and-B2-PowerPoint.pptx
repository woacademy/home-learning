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CB0927-DA0E-4308-A3D4-B13FCDC22150}">
  <a:tblStyle styleId="{A3CB0927-DA0E-4308-A3D4-B13FCDC221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{A3CB0927-DA0E-4308-A3D4-B13FCDC22150}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