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5542EF-3B5B-4BF1-A826-76CDAA587BB2}">
  <a:tblStyle styleId="{ED5542EF-3B5B-4BF1-A826-76CDAA587B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{ED5542EF-3B5B-4BF1-A826-76CDAA587BB2}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