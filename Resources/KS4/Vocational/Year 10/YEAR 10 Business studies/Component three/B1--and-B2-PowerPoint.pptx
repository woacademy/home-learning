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B71AC6-627D-4F67-9984-6B6665C80D32}">
  <a:tblStyle styleId="{0FB71AC6-627D-4F67-9984-6B6665C80D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{0FB71AC6-627D-4F67-9984-6B6665C80D32}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