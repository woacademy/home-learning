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1F3D3F-72E2-497D-BE88-B3DF37B1CAAA}">
  <a:tblStyle styleId="{241F3D3F-72E2-497D-BE88-B3DF37B1CA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{241F3D3F-72E2-497D-BE88-B3DF37B1CAAA}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