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2B3984-4536-4058-B810-30C04A081973}">
  <a:tblStyle styleId="{6C2B3984-4536-4058-B810-30C04A0819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{6C2B3984-4536-4058-B810-30C04A081973}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