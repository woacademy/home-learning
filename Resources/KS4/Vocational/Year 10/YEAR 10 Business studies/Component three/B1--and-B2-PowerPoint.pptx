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99D8D7-0B2A-47DC-881D-846D11F3222D}">
  <a:tblStyle styleId="{4699D8D7-0B2A-47DC-881D-846D11F322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{4699D8D7-0B2A-47DC-881D-846D11F3222D}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