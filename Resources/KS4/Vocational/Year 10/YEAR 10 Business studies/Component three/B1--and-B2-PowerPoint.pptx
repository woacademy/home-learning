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217AA-774D-4AB1-8F98-261C37D68F9F}">
  <a:tblStyle styleId="{DDC217AA-774D-4AB1-8F98-261C37D68F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{DDC217AA-774D-4AB1-8F98-261C37D68F9F}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