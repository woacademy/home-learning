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FEE891-429E-4F80-BCC2-118FB1CFD783}">
  <a:tblStyle styleId="{ADFEE891-429E-4F80-BCC2-118FB1CFD7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{ADFEE891-429E-4F80-BCC2-118FB1CFD783}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