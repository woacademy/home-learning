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BEE5A8-52ED-4883-A26A-3DCE9A5A224E}">
  <a:tblStyle styleId="{45BEE5A8-52ED-4883-A26A-3DCE9A5A2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{45BEE5A8-52ED-4883-A26A-3DCE9A5A224E}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