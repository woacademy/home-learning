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5EB02F-FC47-4612-836B-B0AD0D14B6AB}">
  <a:tblStyle styleId="{D15EB02F-FC47-4612-836B-B0AD0D14B6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{D15EB02F-FC47-4612-836B-B0AD0D14B6AB}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