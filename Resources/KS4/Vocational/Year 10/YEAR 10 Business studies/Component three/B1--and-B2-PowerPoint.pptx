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655346-71D1-4DD8-88F9-9B1E0F618487}">
  <a:tblStyle styleId="{D7655346-71D1-4DD8-88F9-9B1E0F6184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{D7655346-71D1-4DD8-88F9-9B1E0F618487}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