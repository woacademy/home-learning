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E01270-4AA8-47C4-940C-32E25577ADF0}">
  <a:tblStyle styleId="{58E01270-4AA8-47C4-940C-32E25577AD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{58E01270-4AA8-47C4-940C-32E25577ADF0}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