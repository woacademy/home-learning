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CE2B5A-B483-4EEA-BA45-1DDE3DF55794}">
  <a:tblStyle styleId="{A4CE2B5A-B483-4EEA-BA45-1DDE3DF5579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{A4CE2B5A-B483-4EEA-BA45-1DDE3DF55794}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