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63A500-3056-4ED3-8EA0-9A6C1109FE89}">
  <a:tblStyle styleId="{6E63A500-3056-4ED3-8EA0-9A6C1109FE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{6E63A500-3056-4ED3-8EA0-9A6C1109FE89}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