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9494B-00DA-4FCC-8523-CE7B812BBFC3}">
  <a:tblStyle styleId="{C7D9494B-00DA-4FCC-8523-CE7B812BBF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{C7D9494B-00DA-4FCC-8523-CE7B812BBFC3}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