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28097B-6518-4EE5-AC82-A043CD66E1EB}">
  <a:tblStyle styleId="{6F28097B-6518-4EE5-AC82-A043CD66E1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{6F28097B-6518-4EE5-AC82-A043CD66E1EB}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