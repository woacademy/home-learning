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2417CF-460D-4F61-817B-A23D2E34F2B1}">
  <a:tblStyle styleId="{7C2417CF-460D-4F61-817B-A23D2E34F2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{7C2417CF-460D-4F61-817B-A23D2E34F2B1}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