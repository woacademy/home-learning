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BE174A-94D6-42AF-B146-CBE61A4D05C7}">
  <a:tblStyle styleId="{73BE174A-94D6-42AF-B146-CBE61A4D05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{73BE174A-94D6-42AF-B146-CBE61A4D05C7}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