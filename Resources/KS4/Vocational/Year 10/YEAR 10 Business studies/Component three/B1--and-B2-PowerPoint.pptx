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45A67C-2787-4A5E-A8FC-EE709F202FFD}">
  <a:tblStyle styleId="{0845A67C-2787-4A5E-A8FC-EE709F202F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{0845A67C-2787-4A5E-A8FC-EE709F202FFD}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