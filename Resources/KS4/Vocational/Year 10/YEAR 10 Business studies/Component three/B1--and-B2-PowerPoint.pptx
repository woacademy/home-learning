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0D1B0B-2540-441C-9A44-3758BAC5D1E9}">
  <a:tblStyle styleId="{BF0D1B0B-2540-441C-9A44-3758BAC5D1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{BF0D1B0B-2540-441C-9A44-3758BAC5D1E9}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