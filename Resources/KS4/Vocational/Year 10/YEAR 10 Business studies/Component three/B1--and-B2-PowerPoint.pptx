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B0F5F3-D7AB-42DC-B7B1-21D179043859}">
  <a:tblStyle styleId="{AFB0F5F3-D7AB-42DC-B7B1-21D1790438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{AFB0F5F3-D7AB-42DC-B7B1-21D179043859}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