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79A73DB-B101-48E8-A130-50D163990489}">
  <a:tblStyle styleId="{179A73DB-B101-48E8-A130-50D1639904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{179A73DB-B101-48E8-A130-50D163990489}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