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3CFB90-7E9F-4F40-AB0B-320E582A5216}">
  <a:tblStyle styleId="{763CFB90-7E9F-4F40-AB0B-320E582A52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{763CFB90-7E9F-4F40-AB0B-320E582A5216}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