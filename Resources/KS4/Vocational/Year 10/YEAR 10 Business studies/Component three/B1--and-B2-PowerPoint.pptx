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228DC86-567E-4731-BCD3-A3AAB6ED0B27}">
  <a:tblStyle styleId="{3228DC86-567E-4731-BCD3-A3AAB6ED0B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{3228DC86-567E-4731-BCD3-A3AAB6ED0B27}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