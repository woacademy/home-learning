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55CB0-D93C-451A-A884-15EBDA298AA7}">
  <a:tblStyle styleId="{E0755CB0-D93C-451A-A884-15EBDA298A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{E0755CB0-D93C-451A-A884-15EBDA298AA7}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