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471C99-E9EF-4E49-A2D0-8570A6A21B29}">
  <a:tblStyle styleId="{00471C99-E9EF-4E49-A2D0-8570A6A21B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{00471C99-E9EF-4E49-A2D0-8570A6A21B29}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