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B21BA8-D8FC-478A-B50B-C422D06EA351}">
  <a:tblStyle styleId="{06B21BA8-D8FC-478A-B50B-C422D06EA3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{06B21BA8-D8FC-478A-B50B-C422D06EA351}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