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AFD9D3-FB1D-4029-8304-D169B192FEEC}">
  <a:tblStyle styleId="{B0AFD9D3-FB1D-4029-8304-D169B192FE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{B0AFD9D3-FB1D-4029-8304-D169B192FEEC}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