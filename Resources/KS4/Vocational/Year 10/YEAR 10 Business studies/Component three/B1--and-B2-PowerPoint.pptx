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FD2D2-C713-454E-B2B1-B8C1C0BDAFDC}">
  <a:tblStyle styleId="{D79FD2D2-C713-454E-B2B1-B8C1C0BDAF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{D79FD2D2-C713-454E-B2B1-B8C1C0BDAFDC}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