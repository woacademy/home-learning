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515C13-3647-4548-8436-3486A9BDBD04}">
  <a:tblStyle styleId="{C9515C13-3647-4548-8436-3486A9BDB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{C9515C13-3647-4548-8436-3486A9BDBD04}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