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DE81FB-F107-4886-9E9E-E71F344A65F4}">
  <a:tblStyle styleId="{ECDE81FB-F107-4886-9E9E-E71F344A65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{ECDE81FB-F107-4886-9E9E-E71F344A65F4}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