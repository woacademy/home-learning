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8421AE-4A2E-4C54-9516-C75C4C4E21BE}">
  <a:tblStyle styleId="{EE8421AE-4A2E-4C54-9516-C75C4C4E21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{EE8421AE-4A2E-4C54-9516-C75C4C4E21BE}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