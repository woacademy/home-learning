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2E007F-367E-4265-8E0C-1BA185AA1AA0}">
  <a:tblStyle styleId="{502E007F-367E-4265-8E0C-1BA185AA1A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{502E007F-367E-4265-8E0C-1BA185AA1AA0}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