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6849D7-7F6E-487F-BFC9-C9C437214683}">
  <a:tblStyle styleId="{9B6849D7-7F6E-487F-BFC9-C9C4372146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{9B6849D7-7F6E-487F-BFC9-C9C437214683}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