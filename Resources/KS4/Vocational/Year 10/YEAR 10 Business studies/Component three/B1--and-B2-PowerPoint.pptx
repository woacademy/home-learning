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E072D7-2EE9-4A61-BC07-D2340971E730}">
  <a:tblStyle styleId="{D6E072D7-2EE9-4A61-BC07-D2340971E7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{D6E072D7-2EE9-4A61-BC07-D2340971E730}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