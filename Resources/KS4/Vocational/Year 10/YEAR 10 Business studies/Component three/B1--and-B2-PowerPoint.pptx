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1B2B5-BAAC-465A-9CFB-46311BD2BFB7}">
  <a:tblStyle styleId="{25A1B2B5-BAAC-465A-9CFB-46311BD2BF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{25A1B2B5-BAAC-465A-9CFB-46311BD2BFB7}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