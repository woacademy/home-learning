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0DA4EA-125A-42B7-9D58-A37B31DC85DD}">
  <a:tblStyle styleId="{130DA4EA-125A-42B7-9D58-A37B31DC85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{130DA4EA-125A-42B7-9D58-A37B31DC85DD}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