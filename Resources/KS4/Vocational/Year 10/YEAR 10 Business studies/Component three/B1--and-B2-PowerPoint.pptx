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5AE6AA-0315-49B1-8F34-C7F6B32C7A34}">
  <a:tblStyle styleId="{FC5AE6AA-0315-49B1-8F34-C7F6B32C7A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{FC5AE6AA-0315-49B1-8F34-C7F6B32C7A34}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