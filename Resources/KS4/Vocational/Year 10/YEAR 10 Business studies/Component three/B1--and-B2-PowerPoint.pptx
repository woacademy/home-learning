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3FA038-67EB-492C-8311-A6C6C2C5E6FB}">
  <a:tblStyle styleId="{303FA038-67EB-492C-8311-A6C6C2C5E6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{303FA038-67EB-492C-8311-A6C6C2C5E6FB}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