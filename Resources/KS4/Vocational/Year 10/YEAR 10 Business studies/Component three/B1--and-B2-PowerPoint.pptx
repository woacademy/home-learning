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68CD30-530C-4D3F-B073-D4C5ECC6F4DE}">
  <a:tblStyle styleId="{8568CD30-530C-4D3F-B073-D4C5ECC6F4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{8568CD30-530C-4D3F-B073-D4C5ECC6F4DE}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