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015318-DB0A-4248-9F72-87B03AF3F886}">
  <a:tblStyle styleId="{F4015318-DB0A-4248-9F72-87B03AF3F8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{F4015318-DB0A-4248-9F72-87B03AF3F886}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