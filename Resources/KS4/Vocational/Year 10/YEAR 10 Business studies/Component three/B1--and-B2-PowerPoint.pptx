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7B0B2D-2213-4F66-BB75-B3AC2C27C7B8}">
  <a:tblStyle styleId="{E07B0B2D-2213-4F66-BB75-B3AC2C27C7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{E07B0B2D-2213-4F66-BB75-B3AC2C27C7B8}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