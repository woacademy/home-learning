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4CDAD9-86C0-4C77-A47C-02A79DF8E6EE}">
  <a:tblStyle styleId="{7F4CDAD9-86C0-4C77-A47C-02A79DF8E6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{7F4CDAD9-86C0-4C77-A47C-02A79DF8E6EE}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