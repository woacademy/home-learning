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871C5AFC-9AFA-4949-8CDF-F2E30D7C194C}">
  <a:tblStyle styleId="{871C5AFC-9AFA-4949-8CDF-F2E30D7C194C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3.jpg"/><Relationship Id="rId4" Type="http://schemas.openxmlformats.org/officeDocument/2006/relationships/image" Target="../media/image8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4.png"/><Relationship Id="rId4" Type="http://schemas.openxmlformats.org/officeDocument/2006/relationships/image" Target="../media/image7.png"/><Relationship Id="rId5" Type="http://schemas.openxmlformats.org/officeDocument/2006/relationships/image" Target="../media/image5.jpg"/><Relationship Id="rId6" Type="http://schemas.openxmlformats.org/officeDocument/2006/relationships/image" Target="../media/image6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{871C5AFC-9AFA-4949-8CDF-F2E30D7C194C}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