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EB1C78-29BD-42C3-A5E1-244A4B899220}">
  <a:tblStyle styleId="{D9EB1C78-29BD-42C3-A5E1-244A4B8992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{D9EB1C78-29BD-42C3-A5E1-244A4B899220}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