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3BFED5-6B4C-41DB-9096-EAC9258EE0C1}">
  <a:tblStyle styleId="{763BFED5-6B4C-41DB-9096-EAC9258EE0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{763BFED5-6B4C-41DB-9096-EAC9258EE0C1}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