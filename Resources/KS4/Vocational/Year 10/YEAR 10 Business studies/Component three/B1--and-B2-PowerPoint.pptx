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8538E7-7001-491C-AFDD-03000D6E7B1E}">
  <a:tblStyle styleId="{D58538E7-7001-491C-AFDD-03000D6E7B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{D58538E7-7001-491C-AFDD-03000D6E7B1E}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