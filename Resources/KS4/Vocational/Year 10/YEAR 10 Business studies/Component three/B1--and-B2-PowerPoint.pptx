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ECD3C3D-CB78-4C02-9AFD-83C81450F033}">
  <a:tblStyle styleId="{1ECD3C3D-CB78-4C02-9AFD-83C81450F03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{1ECD3C3D-CB78-4C02-9AFD-83C81450F033}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