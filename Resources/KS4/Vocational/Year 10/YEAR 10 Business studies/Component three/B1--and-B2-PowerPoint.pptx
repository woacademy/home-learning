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652718-99DE-4D17-85EB-3F8B934D1F03}">
  <a:tblStyle styleId="{21652718-99DE-4D17-85EB-3F8B934D1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{21652718-99DE-4D17-85EB-3F8B934D1F03}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