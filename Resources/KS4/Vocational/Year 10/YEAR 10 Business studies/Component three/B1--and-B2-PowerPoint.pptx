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6EB561-BB29-49CC-89E5-10A34FD26935}">
  <a:tblStyle styleId="{3C6EB561-BB29-49CC-89E5-10A34FD26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{3C6EB561-BB29-49CC-89E5-10A34FD26935}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