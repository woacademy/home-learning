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D852C9-7371-4B43-8134-02132962EA32}">
  <a:tblStyle styleId="{05D852C9-7371-4B43-8134-02132962EA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{05D852C9-7371-4B43-8134-02132962EA32}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