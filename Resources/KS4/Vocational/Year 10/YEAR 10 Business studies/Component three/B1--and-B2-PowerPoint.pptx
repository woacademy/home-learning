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926A89-B8CE-4AE9-BDB1-0DC65CF18F0E}">
  <a:tblStyle styleId="{8B926A89-B8CE-4AE9-BDB1-0DC65CF18F0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{8B926A89-B8CE-4AE9-BDB1-0DC65CF18F0E}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