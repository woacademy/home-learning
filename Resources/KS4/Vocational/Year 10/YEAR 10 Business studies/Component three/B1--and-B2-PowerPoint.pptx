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DCB26A9-27AD-4D36-8E2B-FABF4CEB256F}">
  <a:tblStyle styleId="{1DCB26A9-27AD-4D36-8E2B-FABF4CEB25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{1DCB26A9-27AD-4D36-8E2B-FABF4CEB256F}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