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D6CCBA-F283-473C-A7F8-0EF7EA38F447}">
  <a:tblStyle styleId="{E7D6CCBA-F283-473C-A7F8-0EF7EA38F4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{E7D6CCBA-F283-473C-A7F8-0EF7EA38F447}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