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9EF797-2282-4C15-B75D-FC8E2947C04E}">
  <a:tblStyle styleId="{CC9EF797-2282-4C15-B75D-FC8E2947C0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{CC9EF797-2282-4C15-B75D-FC8E2947C04E}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