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703BFF-8F00-44BC-946A-C6F2ED78EE02}">
  <a:tblStyle styleId="{17703BFF-8F00-44BC-946A-C6F2ED78EE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{17703BFF-8F00-44BC-946A-C6F2ED78EE02}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