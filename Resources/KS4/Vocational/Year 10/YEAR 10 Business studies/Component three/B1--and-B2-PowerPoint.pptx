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4FC9A8-F458-4592-BDE4-7AB6149B57E4}">
  <a:tblStyle styleId="{D64FC9A8-F458-4592-BDE4-7AB6149B5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{D64FC9A8-F458-4592-BDE4-7AB6149B57E4}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