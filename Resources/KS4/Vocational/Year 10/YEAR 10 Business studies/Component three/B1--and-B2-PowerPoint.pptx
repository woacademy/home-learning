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FA5299-1F0B-4E3B-991A-F9EFBFA3A75E}">
  <a:tblStyle styleId="{E3FA5299-1F0B-4E3B-991A-F9EFBFA3A7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{E3FA5299-1F0B-4E3B-991A-F9EFBFA3A75E}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