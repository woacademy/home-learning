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509A21-4005-493D-9C37-E920959FCE79}">
  <a:tblStyle styleId="{93509A21-4005-493D-9C37-E920959FCE7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{93509A21-4005-493D-9C37-E920959FCE79}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