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42ABFF-B852-49BF-B5BA-24D836FC29E9}">
  <a:tblStyle styleId="{6542ABFF-B852-49BF-B5BA-24D836FC29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{6542ABFF-B852-49BF-B5BA-24D836FC29E9}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