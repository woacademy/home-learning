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02B42E-9D21-420C-9463-119EB31D5190}">
  <a:tblStyle styleId="{E702B42E-9D21-420C-9463-119EB31D519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{E702B42E-9D21-420C-9463-119EB31D5190}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