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D8F02-7089-4896-8B81-C77C2DD8E26E}">
  <a:tblStyle styleId="{47FD8F02-7089-4896-8B81-C77C2DD8E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{47FD8F02-7089-4896-8B81-C77C2DD8E26E}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