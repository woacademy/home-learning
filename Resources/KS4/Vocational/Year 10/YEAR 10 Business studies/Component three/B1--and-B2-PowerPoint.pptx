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C8CFBE-475D-4E5A-8375-FA066DDF1BCB}">
  <a:tblStyle styleId="{E0C8CFBE-475D-4E5A-8375-FA066DDF1BC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{E0C8CFBE-475D-4E5A-8375-FA066DDF1BCB}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