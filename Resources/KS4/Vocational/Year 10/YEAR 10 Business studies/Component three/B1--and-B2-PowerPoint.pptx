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368DB6-9CE6-47DC-B88C-92F1E58327D9}">
  <a:tblStyle styleId="{CC368DB6-9CE6-47DC-B88C-92F1E58327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{CC368DB6-9CE6-47DC-B88C-92F1E58327D9}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