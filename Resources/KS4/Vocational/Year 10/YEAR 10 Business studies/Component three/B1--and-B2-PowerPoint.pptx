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B17E0D1-C1C0-42AE-8E3C-5143711FF975}">
  <a:tblStyle styleId="{0B17E0D1-C1C0-42AE-8E3C-5143711FF9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{0B17E0D1-C1C0-42AE-8E3C-5143711FF975}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