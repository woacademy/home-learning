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9A59B13B-CE1E-40DD-ABE3-EADAB550C335}">
  <a:tblStyle styleId="{9A59B13B-CE1E-40DD-ABE3-EADAB550C335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7.jpg"/><Relationship Id="rId4" Type="http://schemas.openxmlformats.org/officeDocument/2006/relationships/image" Target="../media/image6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3.png"/><Relationship Id="rId4" Type="http://schemas.openxmlformats.org/officeDocument/2006/relationships/image" Target="../media/image5.png"/><Relationship Id="rId5" Type="http://schemas.openxmlformats.org/officeDocument/2006/relationships/image" Target="../media/image8.jpg"/><Relationship Id="rId6" Type="http://schemas.openxmlformats.org/officeDocument/2006/relationships/image" Target="../media/image4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{9A59B13B-CE1E-40DD-ABE3-EADAB550C335}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