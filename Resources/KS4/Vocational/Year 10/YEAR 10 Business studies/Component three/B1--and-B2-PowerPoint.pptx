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712D56-0F54-49EE-BAAD-F3A3A2023E26}">
  <a:tblStyle styleId="{CC712D56-0F54-49EE-BAAD-F3A3A2023E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{CC712D56-0F54-49EE-BAAD-F3A3A2023E26}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