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9B48B6D-637E-46B2-A4E3-55C85D10C8D8}">
  <a:tblStyle styleId="{89B48B6D-637E-46B2-A4E3-55C85D10C8D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4.png"/><Relationship Id="rId5" Type="http://schemas.openxmlformats.org/officeDocument/2006/relationships/image" Target="../media/image6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{89B48B6D-637E-46B2-A4E3-55C85D10C8D8}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