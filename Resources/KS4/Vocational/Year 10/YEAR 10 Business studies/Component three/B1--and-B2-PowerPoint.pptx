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E66E07-5E7A-4750-87C1-3CE2807B774F}">
  <a:tblStyle styleId="{CEE66E07-5E7A-4750-87C1-3CE2807B77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{CEE66E07-5E7A-4750-87C1-3CE2807B774F}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