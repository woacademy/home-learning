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A1ED201-9E51-446C-937C-2DA6A24097D2}">
  <a:tblStyle styleId="{EA1ED201-9E51-446C-937C-2DA6A24097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{EA1ED201-9E51-446C-937C-2DA6A24097D2}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