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56E307F-92A4-435E-A67D-44FC74AF9427}">
  <a:tblStyle styleId="{F56E307F-92A4-435E-A67D-44FC74AF942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8.png"/><Relationship Id="rId5" Type="http://schemas.openxmlformats.org/officeDocument/2006/relationships/image" Target="../media/image5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{F56E307F-92A4-435E-A67D-44FC74AF9427}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