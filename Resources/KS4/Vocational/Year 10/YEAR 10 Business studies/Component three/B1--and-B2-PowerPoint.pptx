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89836F-CBBF-4C83-A69B-4B1629F3FAAC}">
  <a:tblStyle styleId="{9C89836F-CBBF-4C83-A69B-4B1629F3FA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{9C89836F-CBBF-4C83-A69B-4B1629F3FAAC}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