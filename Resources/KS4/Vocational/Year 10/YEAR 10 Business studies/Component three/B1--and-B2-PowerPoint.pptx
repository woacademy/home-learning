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4FB95F-E5D2-42AA-8087-208F8F6A0087}">
  <a:tblStyle styleId="{944FB95F-E5D2-42AA-8087-208F8F6A00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{944FB95F-E5D2-42AA-8087-208F8F6A0087}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