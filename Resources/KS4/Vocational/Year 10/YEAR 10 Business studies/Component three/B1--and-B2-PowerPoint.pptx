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550FF-7759-4CDF-BFD9-3EBCBF35018E}">
  <a:tblStyle styleId="{85F550FF-7759-4CDF-BFD9-3EBCBF3501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{85F550FF-7759-4CDF-BFD9-3EBCBF35018E}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