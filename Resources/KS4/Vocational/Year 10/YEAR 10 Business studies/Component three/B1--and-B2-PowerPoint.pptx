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CE77687-D7A6-48DE-954B-B38432391C42}">
  <a:tblStyle styleId="{BCE77687-D7A6-48DE-954B-B38432391C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5.png"/><Relationship Id="rId5" Type="http://schemas.openxmlformats.org/officeDocument/2006/relationships/image" Target="../media/image3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{BCE77687-D7A6-48DE-954B-B38432391C42}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