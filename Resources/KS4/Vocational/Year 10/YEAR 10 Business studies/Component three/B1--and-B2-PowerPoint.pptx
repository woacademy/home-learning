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28DF4C-E910-4639-9AE3-01C3DEA1D0EF}">
  <a:tblStyle styleId="{9328DF4C-E910-4639-9AE3-01C3DEA1D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{9328DF4C-E910-4639-9AE3-01C3DEA1D0EF}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