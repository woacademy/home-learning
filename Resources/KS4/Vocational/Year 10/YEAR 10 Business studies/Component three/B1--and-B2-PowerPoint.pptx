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835B738-8B24-4B13-8CAA-008B9C4840C6}">
  <a:tblStyle styleId="{B835B738-8B24-4B13-8CAA-008B9C4840C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{B835B738-8B24-4B13-8CAA-008B9C4840C6}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