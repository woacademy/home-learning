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432393-A4C5-4B2C-9159-3576C430217B}">
  <a:tblStyle styleId="{14432393-A4C5-4B2C-9159-3576C43021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{14432393-A4C5-4B2C-9159-3576C430217B}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