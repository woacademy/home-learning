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E6F884-B21C-4FEF-A5CD-5F6F63B32527}">
  <a:tblStyle styleId="{ECE6F884-B21C-4FEF-A5CD-5F6F63B325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{ECE6F884-B21C-4FEF-A5CD-5F6F63B32527}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