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3D8F40-9DD7-4170-8F33-244040D6B070}">
  <a:tblStyle styleId="{533D8F40-9DD7-4170-8F33-244040D6B0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{533D8F40-9DD7-4170-8F33-244040D6B070}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