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E2558A-3704-42B1-A423-36A61C2556FF}">
  <a:tblStyle styleId="{68E2558A-3704-42B1-A423-36A61C2556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{68E2558A-3704-42B1-A423-36A61C2556FF}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