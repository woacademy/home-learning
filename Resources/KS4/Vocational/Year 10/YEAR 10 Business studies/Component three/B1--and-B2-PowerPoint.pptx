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A266A64-A148-4F43-B799-83E42A25E240}">
  <a:tblStyle styleId="{0A266A64-A148-4F43-B799-83E42A25E24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{0A266A64-A148-4F43-B799-83E42A25E240}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