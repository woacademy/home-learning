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30AD5F-D852-4693-B53D-5297CA2AD6CB}">
  <a:tblStyle styleId="{0430AD5F-D852-4693-B53D-5297CA2AD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{0430AD5F-D852-4693-B53D-5297CA2AD6CB}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