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DC53750-7BD0-4BDC-9EB0-408EFA7932EE}">
  <a:tblStyle styleId="{5DC53750-7BD0-4BDC-9EB0-408EFA7932E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3.png"/><Relationship Id="rId5" Type="http://schemas.openxmlformats.org/officeDocument/2006/relationships/image" Target="../media/image6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{5DC53750-7BD0-4BDC-9EB0-408EFA7932EE}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