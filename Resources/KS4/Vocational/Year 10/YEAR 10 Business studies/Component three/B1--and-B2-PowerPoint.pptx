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5A8463-8552-4303-AA90-3B1BBF7E6E6F}">
  <a:tblStyle styleId="{D95A8463-8552-4303-AA90-3B1BBF7E6E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{D95A8463-8552-4303-AA90-3B1BBF7E6E6F}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