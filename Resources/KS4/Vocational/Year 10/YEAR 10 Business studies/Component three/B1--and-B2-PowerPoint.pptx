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22C7FE-6472-43C9-B405-BCBD7AA6DA64}">
  <a:tblStyle styleId="{B422C7FE-6472-43C9-B405-BCBD7AA6DA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{B422C7FE-6472-43C9-B405-BCBD7AA6DA64}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