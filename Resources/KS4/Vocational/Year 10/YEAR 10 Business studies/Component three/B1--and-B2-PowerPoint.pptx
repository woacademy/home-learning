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742A71-29A3-4B20-B694-DB2356317E07}">
  <a:tblStyle styleId="{C6742A71-29A3-4B20-B694-DB2356317E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{C6742A71-29A3-4B20-B694-DB2356317E07}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