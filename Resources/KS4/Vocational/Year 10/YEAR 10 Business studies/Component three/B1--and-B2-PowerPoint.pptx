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05D0F-84D7-4FE5-B9DF-94590A9A4F22}">
  <a:tblStyle styleId="{7E105D0F-84D7-4FE5-B9DF-94590A9A4F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{7E105D0F-84D7-4FE5-B9DF-94590A9A4F22}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