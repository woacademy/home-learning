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09D8B6-A49E-4E15-B3AE-0A28342A5E46}">
  <a:tblStyle styleId="{7209D8B6-A49E-4E15-B3AE-0A28342A5E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{7209D8B6-A49E-4E15-B3AE-0A28342A5E46}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