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EEE289-7FF6-4612-B724-16F1E5365C36}">
  <a:tblStyle styleId="{CDEEE289-7FF6-4612-B724-16F1E5365C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{CDEEE289-7FF6-4612-B724-16F1E5365C36}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