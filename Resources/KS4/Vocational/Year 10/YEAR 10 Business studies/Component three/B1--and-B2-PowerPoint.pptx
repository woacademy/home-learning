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F4E4EE-3291-4583-934D-29B72C433410}">
  <a:tblStyle styleId="{A4F4E4EE-3291-4583-934D-29B72C4334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{A4F4E4EE-3291-4583-934D-29B72C433410}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