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97160F-9CB3-441D-BD54-4EE03BF6D4D6}">
  <a:tblStyle styleId="{FA97160F-9CB3-441D-BD54-4EE03BF6D4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{FA97160F-9CB3-441D-BD54-4EE03BF6D4D6}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