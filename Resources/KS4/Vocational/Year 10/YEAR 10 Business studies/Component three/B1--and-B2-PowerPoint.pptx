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D9AF08-9C74-45A9-A80A-5ED1FDD72F59}">
  <a:tblStyle styleId="{90D9AF08-9C74-45A9-A80A-5ED1FDD72F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{90D9AF08-9C74-45A9-A80A-5ED1FDD72F59}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