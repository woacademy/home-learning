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F24791-AD37-4F22-88BD-F3FF8111C0C6}">
  <a:tblStyle styleId="{42F24791-AD37-4F22-88BD-F3FF8111C0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{42F24791-AD37-4F22-88BD-F3FF8111C0C6}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