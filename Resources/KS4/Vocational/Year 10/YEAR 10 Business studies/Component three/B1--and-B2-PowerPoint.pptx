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BB5AFB-160F-4BF5-A3C1-76774FD0C517}">
  <a:tblStyle styleId="{A6BB5AFB-160F-4BF5-A3C1-76774FD0C5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{A6BB5AFB-160F-4BF5-A3C1-76774FD0C517}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