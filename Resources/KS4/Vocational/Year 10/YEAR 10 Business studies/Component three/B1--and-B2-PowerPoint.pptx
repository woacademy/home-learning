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ED0772-FCE0-4D64-93B0-CB481CA03312}">
  <a:tblStyle styleId="{58ED0772-FCE0-4D64-93B0-CB481CA033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{58ED0772-FCE0-4D64-93B0-CB481CA03312}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