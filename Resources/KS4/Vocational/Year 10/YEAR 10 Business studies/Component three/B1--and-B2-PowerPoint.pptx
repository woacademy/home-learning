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3C4B8F4-E067-4A26-95A2-2FE4064CCCCC}">
  <a:tblStyle styleId="{83C4B8F4-E067-4A26-95A2-2FE4064CCCC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7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{83C4B8F4-E067-4A26-95A2-2FE4064CCCCC}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