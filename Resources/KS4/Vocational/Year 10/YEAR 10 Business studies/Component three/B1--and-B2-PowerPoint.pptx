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4147B-0E3A-4E05-9E8F-A1FC6881EF31}">
  <a:tblStyle styleId="{1EC4147B-0E3A-4E05-9E8F-A1FC6881E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{1EC4147B-0E3A-4E05-9E8F-A1FC6881EF31}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