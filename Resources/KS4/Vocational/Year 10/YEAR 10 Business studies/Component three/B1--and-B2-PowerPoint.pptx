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7FC701-EF7F-4818-9E6D-95DEBFFBF7C1}">
  <a:tblStyle styleId="{A57FC701-EF7F-4818-9E6D-95DEBFFBF7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{A57FC701-EF7F-4818-9E6D-95DEBFFBF7C1}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