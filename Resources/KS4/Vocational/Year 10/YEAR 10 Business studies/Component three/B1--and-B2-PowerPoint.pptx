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484EE4-3101-4689-BFFE-A42D7890A003}">
  <a:tblStyle styleId="{C8484EE4-3101-4689-BFFE-A42D7890A0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{C8484EE4-3101-4689-BFFE-A42D7890A003}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