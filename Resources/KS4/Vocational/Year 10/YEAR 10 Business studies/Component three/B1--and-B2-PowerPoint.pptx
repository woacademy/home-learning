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9480BA-4DE7-45D5-8B3B-FC0A4C861B54}">
  <a:tblStyle styleId="{8A9480BA-4DE7-45D5-8B3B-FC0A4C861B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{8A9480BA-4DE7-45D5-8B3B-FC0A4C861B54}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