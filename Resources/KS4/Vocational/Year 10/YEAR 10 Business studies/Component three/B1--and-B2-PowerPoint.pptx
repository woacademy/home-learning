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5DC1D0-0F84-4E7F-B27C-459705C21386}">
  <a:tblStyle styleId="{B45DC1D0-0F84-4E7F-B27C-459705C213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{B45DC1D0-0F84-4E7F-B27C-459705C21386}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