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C488DC4-46EF-4F0D-88C8-3303697088F7}">
  <a:tblStyle styleId="{6C488DC4-46EF-4F0D-88C8-3303697088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{6C488DC4-46EF-4F0D-88C8-3303697088F7}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