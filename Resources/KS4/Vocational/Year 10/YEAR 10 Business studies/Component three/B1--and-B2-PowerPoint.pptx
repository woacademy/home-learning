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C1C98E-2F7D-4CD1-9181-2F6B537E7B79}">
  <a:tblStyle styleId="{CFC1C98E-2F7D-4CD1-9181-2F6B537E7B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{CFC1C98E-2F7D-4CD1-9181-2F6B537E7B79}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