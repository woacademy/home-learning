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0F6BE6C-594B-4CAB-AB0D-7D1113EB4F32}">
  <a:tblStyle styleId="{90F6BE6C-594B-4CAB-AB0D-7D1113EB4F3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{90F6BE6C-594B-4CAB-AB0D-7D1113EB4F32}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