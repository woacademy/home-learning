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B383EB-59C9-4651-B9D1-834AD6BFB874}">
  <a:tblStyle styleId="{4EB383EB-59C9-4651-B9D1-834AD6BFB8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{4EB383EB-59C9-4651-B9D1-834AD6BFB874}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