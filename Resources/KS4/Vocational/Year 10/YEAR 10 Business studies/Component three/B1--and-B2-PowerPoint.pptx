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058018-1362-4324-9CDB-1528798573FA}">
  <a:tblStyle styleId="{36058018-1362-4324-9CDB-1528798573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{36058018-1362-4324-9CDB-1528798573FA}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