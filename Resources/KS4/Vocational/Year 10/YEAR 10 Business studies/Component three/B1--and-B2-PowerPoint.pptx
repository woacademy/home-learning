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AAD724-020C-4265-8F97-E97709020C1A}">
  <a:tblStyle styleId="{35AAD724-020C-4265-8F97-E97709020C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{35AAD724-020C-4265-8F97-E97709020C1A}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