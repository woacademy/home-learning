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CDCB6D-BD5B-48E8-BC49-48CD460CF4F6}">
  <a:tblStyle styleId="{88CDCB6D-BD5B-48E8-BC49-48CD460CF4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{88CDCB6D-BD5B-48E8-BC49-48CD460CF4F6}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