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928AC4-D838-4E12-9052-3AB1CCAFA8DF}">
  <a:tblStyle styleId="{68928AC4-D838-4E12-9052-3AB1CCAFA8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{68928AC4-D838-4E12-9052-3AB1CCAFA8DF}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