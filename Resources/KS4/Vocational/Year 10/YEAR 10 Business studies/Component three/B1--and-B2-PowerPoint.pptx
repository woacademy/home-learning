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66B512-13E7-403D-A5BC-98910863CBA2}">
  <a:tblStyle styleId="{C666B512-13E7-403D-A5BC-98910863CBA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{C666B512-13E7-403D-A5BC-98910863CBA2}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