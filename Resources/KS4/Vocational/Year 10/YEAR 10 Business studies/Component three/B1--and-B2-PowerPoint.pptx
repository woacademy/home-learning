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10D087-49AD-47D7-9CBE-868B335711A4}">
  <a:tblStyle styleId="{4810D087-49AD-47D7-9CBE-868B335711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{4810D087-49AD-47D7-9CBE-868B335711A4}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