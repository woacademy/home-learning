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DA843-8BB0-4EAB-AAA4-0AC63277A4AD}">
  <a:tblStyle styleId="{CDBDA843-8BB0-4EAB-AAA4-0AC63277A4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{CDBDA843-8BB0-4EAB-AAA4-0AC63277A4AD}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