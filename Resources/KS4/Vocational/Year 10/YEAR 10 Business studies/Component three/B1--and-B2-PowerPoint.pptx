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A3FEDC-7384-4AD2-8BAB-F0BD61DB77E8}">
  <a:tblStyle styleId="{ACA3FEDC-7384-4AD2-8BAB-F0BD61DB77E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{ACA3FEDC-7384-4AD2-8BAB-F0BD61DB77E8}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