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5286DE-8B6E-4207-A366-1B33B44166F9}">
  <a:tblStyle styleId="{375286DE-8B6E-4207-A366-1B33B44166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{375286DE-8B6E-4207-A366-1B33B44166F9}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