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E4F93F-8CE7-412B-AB60-85D5817388A2}">
  <a:tblStyle styleId="{ABE4F93F-8CE7-412B-AB60-85D5817388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{ABE4F93F-8CE7-412B-AB60-85D5817388A2}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