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9CCBB7-3471-45B3-B00C-61F5A79387CF}">
  <a:tblStyle styleId="{019CCBB7-3471-45B3-B00C-61F5A79387C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{019CCBB7-3471-45B3-B00C-61F5A79387CF}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