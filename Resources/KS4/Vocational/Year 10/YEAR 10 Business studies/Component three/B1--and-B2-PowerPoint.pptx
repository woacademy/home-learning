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30314D-8061-48E7-8DC9-BD77AC8F9B46}">
  <a:tblStyle styleId="{BE30314D-8061-48E7-8DC9-BD77AC8F9B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{BE30314D-8061-48E7-8DC9-BD77AC8F9B46}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