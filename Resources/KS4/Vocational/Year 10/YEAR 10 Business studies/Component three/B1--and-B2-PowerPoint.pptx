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58D363-6B51-4719-B631-3DCDFE1699E4}">
  <a:tblStyle styleId="{6F58D363-6B51-4719-B631-3DCDFE1699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{6F58D363-6B51-4719-B631-3DCDFE1699E4}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