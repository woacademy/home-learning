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630F7-A04C-4EDE-992B-0D4AB31BFD3D}">
  <a:tblStyle styleId="{1A9630F7-A04C-4EDE-992B-0D4AB31BFD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{1A9630F7-A04C-4EDE-992B-0D4AB31BFD3D}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