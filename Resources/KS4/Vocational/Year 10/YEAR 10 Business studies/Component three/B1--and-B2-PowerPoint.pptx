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0DE66E-DC42-4BFE-A82A-0A0A26E17919}">
  <a:tblStyle styleId="{B90DE66E-DC42-4BFE-A82A-0A0A26E179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{B90DE66E-DC42-4BFE-A82A-0A0A26E17919}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