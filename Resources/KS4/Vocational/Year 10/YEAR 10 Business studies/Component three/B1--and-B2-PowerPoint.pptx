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EA668-5F20-450B-8781-3B144E54A881}">
  <a:tblStyle styleId="{942EA668-5F20-450B-8781-3B144E54A8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{942EA668-5F20-450B-8781-3B144E54A881}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