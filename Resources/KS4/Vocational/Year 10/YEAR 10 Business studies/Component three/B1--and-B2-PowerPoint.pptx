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67CC42-C6F2-4CCB-907E-349C8F2D3BF0}">
  <a:tblStyle styleId="{E267CC42-C6F2-4CCB-907E-349C8F2D3B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{E267CC42-C6F2-4CCB-907E-349C8F2D3BF0}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