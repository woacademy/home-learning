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00396F-3BA7-4768-AE99-D2932EE6510C}">
  <a:tblStyle styleId="{7E00396F-3BA7-4768-AE99-D2932EE651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{7E00396F-3BA7-4768-AE99-D2932EE6510C}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