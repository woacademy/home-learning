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F12551-202C-4FDF-B456-09CB18D928B7}">
  <a:tblStyle styleId="{FEF12551-202C-4FDF-B456-09CB18D928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{FEF12551-202C-4FDF-B456-09CB18D928B7}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