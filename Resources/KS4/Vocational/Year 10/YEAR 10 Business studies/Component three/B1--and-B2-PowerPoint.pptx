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D9A3A3-808E-4B9C-9638-C4653BF8A7D5}">
  <a:tblStyle styleId="{A0D9A3A3-808E-4B9C-9638-C4653BF8A7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{A0D9A3A3-808E-4B9C-9638-C4653BF8A7D5}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