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72A2FD-0567-426A-837B-CDB8F1391571}">
  <a:tblStyle styleId="{4872A2FD-0567-426A-837B-CDB8F13915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{4872A2FD-0567-426A-837B-CDB8F1391571}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