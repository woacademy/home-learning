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3F01B9-C450-46DB-9866-17578D31DFCF}">
  <a:tblStyle styleId="{543F01B9-C450-46DB-9866-17578D31DF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{543F01B9-C450-46DB-9866-17578D31DFCF}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