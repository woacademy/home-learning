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6F7E9F-E319-46A7-89AF-5CCC849AA892}">
  <a:tblStyle styleId="{036F7E9F-E319-46A7-89AF-5CCC849AA8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{036F7E9F-E319-46A7-89AF-5CCC849AA892}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