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DFB05F-2024-45BD-AFC8-71244073DDD4}">
  <a:tblStyle styleId="{11DFB05F-2024-45BD-AFC8-71244073DD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{11DFB05F-2024-45BD-AFC8-71244073DDD4}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