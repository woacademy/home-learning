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10CF6C-7144-488A-A489-F864435751DA}">
  <a:tblStyle styleId="{7E10CF6C-7144-488A-A489-F864435751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{7E10CF6C-7144-488A-A489-F864435751DA}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