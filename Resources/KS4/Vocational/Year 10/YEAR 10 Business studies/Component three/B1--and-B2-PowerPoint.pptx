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A2090C-0A1E-4A68-883D-913DE1B23759}">
  <a:tblStyle styleId="{F2A2090C-0A1E-4A68-883D-913DE1B23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{F2A2090C-0A1E-4A68-883D-913DE1B23759}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