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4D0BBA-51FE-4458-980A-AB282D8DBD01}">
  <a:tblStyle styleId="{E34D0BBA-51FE-4458-980A-AB282D8DBD0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{E34D0BBA-51FE-4458-980A-AB282D8DBD01}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