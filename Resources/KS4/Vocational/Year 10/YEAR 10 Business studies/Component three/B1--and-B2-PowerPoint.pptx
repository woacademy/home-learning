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80D5B5-D32F-43DA-A820-F9CB172844B2}">
  <a:tblStyle styleId="{2680D5B5-D32F-43DA-A820-F9CB172844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{2680D5B5-D32F-43DA-A820-F9CB172844B2}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