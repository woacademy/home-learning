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E0F63-FFC7-432B-AC4F-330D88DC77A7}">
  <a:tblStyle styleId="{FB1E0F63-FFC7-432B-AC4F-330D88DC77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{FB1E0F63-FFC7-432B-AC4F-330D88DC77A7}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