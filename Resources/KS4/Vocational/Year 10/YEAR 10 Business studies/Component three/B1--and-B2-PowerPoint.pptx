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D4160B-051C-40BC-AA8C-AA7E225D7DF7}">
  <a:tblStyle styleId="{0CD4160B-051C-40BC-AA8C-AA7E225D7D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{0CD4160B-051C-40BC-AA8C-AA7E225D7DF7}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