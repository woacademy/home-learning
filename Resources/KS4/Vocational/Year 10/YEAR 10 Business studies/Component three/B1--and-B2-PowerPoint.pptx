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3E0142-1DA9-4C0E-9D54-80E0B726DCD7}">
  <a:tblStyle styleId="{513E0142-1DA9-4C0E-9D54-80E0B726DCD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{513E0142-1DA9-4C0E-9D54-80E0B726DCD7}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