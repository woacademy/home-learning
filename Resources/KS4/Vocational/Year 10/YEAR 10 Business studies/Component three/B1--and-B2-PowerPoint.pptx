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2A52B-FBFC-4D12-AA23-7378BFF05ED0}">
  <a:tblStyle styleId="{6C22A52B-FBFC-4D12-AA23-7378BFF05E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{6C22A52B-FBFC-4D12-AA23-7378BFF05ED0}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