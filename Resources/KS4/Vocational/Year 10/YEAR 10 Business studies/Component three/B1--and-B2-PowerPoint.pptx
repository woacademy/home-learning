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262DCD-22EF-48FB-8D56-206637148C37}">
  <a:tblStyle styleId="{D2262DCD-22EF-48FB-8D56-206637148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{D2262DCD-22EF-48FB-8D56-206637148C37}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