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7CC18B4-4541-48BE-BA0D-70448331AD23}">
  <a:tblStyle styleId="{C7CC18B4-4541-48BE-BA0D-70448331AD2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{C7CC18B4-4541-48BE-BA0D-70448331AD23}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