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8A1914-AA29-4705-A051-AA77B582058B}">
  <a:tblStyle styleId="{368A1914-AA29-4705-A051-AA77B58205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{368A1914-AA29-4705-A051-AA77B582058B}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