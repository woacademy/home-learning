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AAE22B-7C0E-4A9F-8249-D0E4BE823FCF}">
  <a:tblStyle styleId="{CBAAE22B-7C0E-4A9F-8249-D0E4BE823F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{CBAAE22B-7C0E-4A9F-8249-D0E4BE823FCF}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