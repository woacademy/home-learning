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80705D-D616-40EE-AA6B-71F3E48BAFD6}">
  <a:tblStyle styleId="{CD80705D-D616-40EE-AA6B-71F3E48BAF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{CD80705D-D616-40EE-AA6B-71F3E48BAFD6}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