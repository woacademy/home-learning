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B0C077-84C1-4871-BBD8-CBF2E27F0DE5}">
  <a:tblStyle styleId="{A6B0C077-84C1-4871-BBD8-CBF2E27F0D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{A6B0C077-84C1-4871-BBD8-CBF2E27F0DE5}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