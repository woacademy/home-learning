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E3E49-C020-4AD0-9D9B-13AC0636E33D}">
  <a:tblStyle styleId="{C49E3E49-C020-4AD0-9D9B-13AC0636E3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{C49E3E49-C020-4AD0-9D9B-13AC0636E33D}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