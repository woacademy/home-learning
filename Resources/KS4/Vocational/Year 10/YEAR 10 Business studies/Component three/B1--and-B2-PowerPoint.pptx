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F8445-AFD9-46A3-94BA-47456D5E2D21}">
  <a:tblStyle styleId="{3E8F8445-AFD9-46A3-94BA-47456D5E2D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{3E8F8445-AFD9-46A3-94BA-47456D5E2D21}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