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B4B458-9DFE-4F83-948E-E03A24460FCB}">
  <a:tblStyle styleId="{C3B4B458-9DFE-4F83-948E-E03A24460F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{C3B4B458-9DFE-4F83-948E-E03A24460FCB}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