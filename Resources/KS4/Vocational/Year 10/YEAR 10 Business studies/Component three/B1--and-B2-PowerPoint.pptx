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F89C1C-5F9E-4C52-92D2-CBEA04F409FD}">
  <a:tblStyle styleId="{26F89C1C-5F9E-4C52-92D2-CBEA04F409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{26F89C1C-5F9E-4C52-92D2-CBEA04F409FD}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