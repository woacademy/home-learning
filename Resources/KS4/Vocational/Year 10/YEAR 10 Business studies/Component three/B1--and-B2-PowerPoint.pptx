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DA2EBE-3DC7-4F9C-8426-CD9A00AD126E}">
  <a:tblStyle styleId="{B0DA2EBE-3DC7-4F9C-8426-CD9A00AD12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{B0DA2EBE-3DC7-4F9C-8426-CD9A00AD126E}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