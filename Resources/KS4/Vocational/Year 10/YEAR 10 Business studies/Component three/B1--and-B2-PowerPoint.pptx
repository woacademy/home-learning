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4881DD-86BA-4E11-B5AA-2D9CBACF1344}">
  <a:tblStyle styleId="{DE4881DD-86BA-4E11-B5AA-2D9CBACF13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{DE4881DD-86BA-4E11-B5AA-2D9CBACF1344}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