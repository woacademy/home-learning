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314B55C-E342-49C7-9FFE-968638102330}">
  <a:tblStyle styleId="{1314B55C-E342-49C7-9FFE-96863810233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{1314B55C-E342-49C7-9FFE-968638102330}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