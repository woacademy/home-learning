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9ACCD6-9E6F-4BAE-ADFC-DB93C7B65C55}">
  <a:tblStyle styleId="{139ACCD6-9E6F-4BAE-ADFC-DB93C7B65C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{139ACCD6-9E6F-4BAE-ADFC-DB93C7B65C55}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