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6E79DCC-191E-4DFC-975E-CA08B02663E9}">
  <a:tblStyle styleId="{B6E79DCC-191E-4DFC-975E-CA08B02663E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{B6E79DCC-191E-4DFC-975E-CA08B02663E9}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