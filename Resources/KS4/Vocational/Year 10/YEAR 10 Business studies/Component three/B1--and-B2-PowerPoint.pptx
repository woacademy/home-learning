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C55B16-1715-4A30-9935-ADC8B70EE4E6}">
  <a:tblStyle styleId="{1BC55B16-1715-4A30-9935-ADC8B70EE4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{1BC55B16-1715-4A30-9935-ADC8B70EE4E6}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