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5EC3A2-50C9-474D-9FD5-97434CFF6D34}">
  <a:tblStyle styleId="{D25EC3A2-50C9-474D-9FD5-97434CFF6D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{D25EC3A2-50C9-474D-9FD5-97434CFF6D34}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