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3CC88A-8EDA-46FA-B0E1-791C58E6A1F5}">
  <a:tblStyle styleId="{303CC88A-8EDA-46FA-B0E1-791C58E6A1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{303CC88A-8EDA-46FA-B0E1-791C58E6A1F5}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