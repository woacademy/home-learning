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97491E-DF69-4F50-9633-AE7575D95C9D}">
  <a:tblStyle styleId="{F297491E-DF69-4F50-9633-AE7575D95C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{F297491E-DF69-4F50-9633-AE7575D95C9D}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