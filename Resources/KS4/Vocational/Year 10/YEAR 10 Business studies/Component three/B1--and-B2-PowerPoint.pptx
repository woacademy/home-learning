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1C3804-B821-45FD-83F0-14E7F5EBC325}">
  <a:tblStyle styleId="{C51C3804-B821-45FD-83F0-14E7F5EBC3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{C51C3804-B821-45FD-83F0-14E7F5EBC325}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