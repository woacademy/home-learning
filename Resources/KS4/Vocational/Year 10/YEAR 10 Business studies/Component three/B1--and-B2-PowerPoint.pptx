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42A6FA-452E-4FF0-AE7C-3B74F22F6274}">
  <a:tblStyle styleId="{2C42A6FA-452E-4FF0-AE7C-3B74F22F62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{2C42A6FA-452E-4FF0-AE7C-3B74F22F6274}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