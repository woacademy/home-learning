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E3A768-8740-42F5-A8E3-9E57A568F626}">
  <a:tblStyle styleId="{CBE3A768-8740-42F5-A8E3-9E57A568F6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{CBE3A768-8740-42F5-A8E3-9E57A568F626}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