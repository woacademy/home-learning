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CE6569-21C1-4B43-AEE6-505ABB3EFD71}">
  <a:tblStyle styleId="{ACCE6569-21C1-4B43-AEE6-505ABB3EFD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{ACCE6569-21C1-4B43-AEE6-505ABB3EFD71}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