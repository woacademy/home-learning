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E349E-C109-40FC-A3FF-0CD091A7085F}">
  <a:tblStyle styleId="{24AE349E-C109-40FC-A3FF-0CD091A708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{24AE349E-C109-40FC-A3FF-0CD091A7085F}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