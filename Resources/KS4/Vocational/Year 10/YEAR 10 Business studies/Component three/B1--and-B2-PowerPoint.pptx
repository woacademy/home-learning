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763A4E-454D-410C-A30E-9F54995857A7}">
  <a:tblStyle styleId="{87763A4E-454D-410C-A30E-9F54995857A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{87763A4E-454D-410C-A30E-9F54995857A7}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