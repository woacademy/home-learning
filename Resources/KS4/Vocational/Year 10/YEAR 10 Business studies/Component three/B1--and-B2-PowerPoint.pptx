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3C32EF-1555-48AB-A0D6-9870FBC12DA8}">
  <a:tblStyle styleId="{DF3C32EF-1555-48AB-A0D6-9870FBC12DA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{DF3C32EF-1555-48AB-A0D6-9870FBC12DA8}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