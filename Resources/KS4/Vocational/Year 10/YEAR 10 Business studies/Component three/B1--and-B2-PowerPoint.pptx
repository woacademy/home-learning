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603A7F-761C-444E-B4C5-C227FE8FCA07}">
  <a:tblStyle styleId="{E7603A7F-761C-444E-B4C5-C227FE8FCA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{E7603A7F-761C-444E-B4C5-C227FE8FCA07}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