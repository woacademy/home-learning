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FAF85-222C-413D-8400-23C26FAFCBB5}">
  <a:tblStyle styleId="{427FAF85-222C-413D-8400-23C26FAFCB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{427FAF85-222C-413D-8400-23C26FAFCBB5}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