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F875680-BDED-41DB-8C0B-1F04248E2480}">
  <a:tblStyle styleId="{0F875680-BDED-41DB-8C0B-1F04248E248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{0F875680-BDED-41DB-8C0B-1F04248E2480}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