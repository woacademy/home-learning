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E4CFBC-1E43-4B41-B065-61B0605AA5CD}">
  <a:tblStyle styleId="{4BE4CFBC-1E43-4B41-B065-61B0605AA5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{4BE4CFBC-1E43-4B41-B065-61B0605AA5CD}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