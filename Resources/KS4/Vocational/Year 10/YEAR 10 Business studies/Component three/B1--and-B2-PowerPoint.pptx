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88FA4E3-54B3-4BE4-B635-87BA467BE83B}">
  <a:tblStyle styleId="{D88FA4E3-54B3-4BE4-B635-87BA467BE83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{D88FA4E3-54B3-4BE4-B635-87BA467BE83B}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