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72995D-0330-4530-9474-4B352FF0498F}">
  <a:tblStyle styleId="{F972995D-0330-4530-9474-4B352FF049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{F972995D-0330-4530-9474-4B352FF0498F}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