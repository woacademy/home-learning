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F5CAC1-334F-4594-8E69-D8843ADC2A6E}">
  <a:tblStyle styleId="{F1F5CAC1-334F-4594-8E69-D8843ADC2A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{F1F5CAC1-334F-4594-8E69-D8843ADC2A6E}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