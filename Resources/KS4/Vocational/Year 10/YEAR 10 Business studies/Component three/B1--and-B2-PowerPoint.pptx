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8B8CC-72EE-49E3-94E9-C47DCEB35CDF}">
  <a:tblStyle styleId="{7F78B8CC-72EE-49E3-94E9-C47DCEB35C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{7F78B8CC-72EE-49E3-94E9-C47DCEB35CDF}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