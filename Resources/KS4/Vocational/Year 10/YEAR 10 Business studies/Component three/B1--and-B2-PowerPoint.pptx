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CF0AA8-1419-4E1B-8196-FF4E9EA2B3A7}">
  <a:tblStyle styleId="{ACCF0AA8-1419-4E1B-8196-FF4E9EA2B3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{ACCF0AA8-1419-4E1B-8196-FF4E9EA2B3A7}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