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446C97-38FF-4E42-98F4-FEF179FEC636}">
  <a:tblStyle styleId="{64446C97-38FF-4E42-98F4-FEF179FEC6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{64446C97-38FF-4E42-98F4-FEF179FEC636}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