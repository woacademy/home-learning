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4EF091-F4F9-4FD4-B909-4411F4E254CB}">
  <a:tblStyle styleId="{8D4EF091-F4F9-4FD4-B909-4411F4E254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{8D4EF091-F4F9-4FD4-B909-4411F4E254CB}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