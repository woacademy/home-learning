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B29871-C452-4EA2-9F2D-A9F9F762FD46}">
  <a:tblStyle styleId="{8FB29871-C452-4EA2-9F2D-A9F9F762FD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{8FB29871-C452-4EA2-9F2D-A9F9F762FD46}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