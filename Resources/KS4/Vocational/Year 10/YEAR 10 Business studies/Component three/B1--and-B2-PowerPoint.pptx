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1F0525-B263-448A-9209-A54DB454F2FD}">
  <a:tblStyle styleId="{801F0525-B263-448A-9209-A54DB454F2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{801F0525-B263-448A-9209-A54DB454F2FD}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