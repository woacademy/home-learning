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6E2F79-A4CF-4CC7-BDF2-13617037231E}">
  <a:tblStyle styleId="{766E2F79-A4CF-4CC7-BDF2-1361703723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{766E2F79-A4CF-4CC7-BDF2-13617037231E}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