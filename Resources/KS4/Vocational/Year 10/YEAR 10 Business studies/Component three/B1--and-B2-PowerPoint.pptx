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757CFDF-23D6-45E3-94DE-11A90EB8CB40}">
  <a:tblStyle styleId="{0757CFDF-23D6-45E3-94DE-11A90EB8CB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{0757CFDF-23D6-45E3-94DE-11A90EB8CB40}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