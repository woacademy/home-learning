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A1778D-B216-4F79-B399-7B66C3284A02}">
  <a:tblStyle styleId="{74A1778D-B216-4F79-B399-7B66C3284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{74A1778D-B216-4F79-B399-7B66C3284A02}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