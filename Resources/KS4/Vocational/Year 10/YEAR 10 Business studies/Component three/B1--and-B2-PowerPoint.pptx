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49780A-148A-4E50-AF36-CA52182CDF7C}">
  <a:tblStyle styleId="{8F49780A-148A-4E50-AF36-CA52182CDF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{8F49780A-148A-4E50-AF36-CA52182CDF7C}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