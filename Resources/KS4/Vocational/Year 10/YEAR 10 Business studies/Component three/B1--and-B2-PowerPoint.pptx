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8CFEC-41C9-4A82-98E1-5B13FFBC21BD}">
  <a:tblStyle styleId="{8048CFEC-41C9-4A82-98E1-5B13FFBC21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{8048CFEC-41C9-4A82-98E1-5B13FFBC21BD}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