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00990A-0474-48E7-9736-EC0516D666A1}">
  <a:tblStyle styleId="{7B00990A-0474-48E7-9736-EC0516D666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{7B00990A-0474-48E7-9736-EC0516D666A1}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