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63AD7D-21E1-4FF3-A0BC-632973F94B9D}">
  <a:tblStyle styleId="{6763AD7D-21E1-4FF3-A0BC-632973F94B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{6763AD7D-21E1-4FF3-A0BC-632973F94B9D}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