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89773-7377-4A8E-AC8F-35556D1D1FE6}">
  <a:tblStyle styleId="{7BA89773-7377-4A8E-AC8F-35556D1D1F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{7BA89773-7377-4A8E-AC8F-35556D1D1FE6}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