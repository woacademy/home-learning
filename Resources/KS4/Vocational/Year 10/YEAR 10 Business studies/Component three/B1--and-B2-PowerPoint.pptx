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7865B2B-0982-476B-B5D2-E833190FAA1E}">
  <a:tblStyle styleId="{67865B2B-0982-476B-B5D2-E833190FAA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{67865B2B-0982-476B-B5D2-E833190FAA1E}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