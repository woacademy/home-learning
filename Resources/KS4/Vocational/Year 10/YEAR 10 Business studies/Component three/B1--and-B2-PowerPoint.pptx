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3104F79-D3FE-4EAE-97D9-486A91EAD259}">
  <a:tblStyle styleId="{E3104F79-D3FE-4EAE-97D9-486A91EAD2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{E3104F79-D3FE-4EAE-97D9-486A91EAD259}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