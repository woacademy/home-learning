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DAB4DC-D6C1-48B4-AE59-17F0BC1E886D}">
  <a:tblStyle styleId="{15DAB4DC-D6C1-48B4-AE59-17F0BC1E88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{15DAB4DC-D6C1-48B4-AE59-17F0BC1E886D}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