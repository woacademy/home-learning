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70D00B-2A74-48DD-9FE0-86DCA1FD4B42}">
  <a:tblStyle styleId="{C070D00B-2A74-48DD-9FE0-86DCA1FD4B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{C070D00B-2A74-48DD-9FE0-86DCA1FD4B42}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