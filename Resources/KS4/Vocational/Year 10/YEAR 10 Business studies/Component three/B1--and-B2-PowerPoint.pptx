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806F4B-A0F9-410C-B754-6B4A2D899D95}">
  <a:tblStyle styleId="{07806F4B-A0F9-410C-B754-6B4A2D899D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{07806F4B-A0F9-410C-B754-6B4A2D899D95}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