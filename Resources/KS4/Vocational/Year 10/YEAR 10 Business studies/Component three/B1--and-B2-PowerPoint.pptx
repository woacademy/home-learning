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359C1-BD3D-41C4-9C7F-7F4AB75FC4F3}">
  <a:tblStyle styleId="{8F5359C1-BD3D-41C4-9C7F-7F4AB75FC4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{8F5359C1-BD3D-41C4-9C7F-7F4AB75FC4F3}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