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9B5546-6DEC-4B2B-A96B-4075168608DE}">
  <a:tblStyle styleId="{739B5546-6DEC-4B2B-A96B-4075168608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{739B5546-6DEC-4B2B-A96B-4075168608DE}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