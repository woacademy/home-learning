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B306B5-A5D1-4FC7-9D24-07834B5F632F}">
  <a:tblStyle styleId="{D0B306B5-A5D1-4FC7-9D24-07834B5F63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{D0B306B5-A5D1-4FC7-9D24-07834B5F632F}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