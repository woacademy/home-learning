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DADD4C-5782-4FBE-A010-268C4299223A}">
  <a:tblStyle styleId="{49DADD4C-5782-4FBE-A010-268C429922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{49DADD4C-5782-4FBE-A010-268C4299223A}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