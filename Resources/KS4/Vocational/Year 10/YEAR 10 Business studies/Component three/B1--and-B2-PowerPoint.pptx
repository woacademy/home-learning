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8CE84C-CED6-4BD7-8179-E3F952A70CA8}">
  <a:tblStyle styleId="{DE8CE84C-CED6-4BD7-8179-E3F952A70C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{DE8CE84C-CED6-4BD7-8179-E3F952A70CA8}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