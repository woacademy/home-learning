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30BED1-849A-4F8F-863F-06ACEF43ED9B}">
  <a:tblStyle styleId="{4330BED1-849A-4F8F-863F-06ACEF43ED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{4330BED1-849A-4F8F-863F-06ACEF43ED9B}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