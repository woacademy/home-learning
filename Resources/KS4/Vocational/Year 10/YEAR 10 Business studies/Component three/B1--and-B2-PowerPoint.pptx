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EBFEB-EE91-46CA-98EE-BD882D66D79D}">
  <a:tblStyle styleId="{D13EBFEB-EE91-46CA-98EE-BD882D66D7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{D13EBFEB-EE91-46CA-98EE-BD882D66D79D}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