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5E0940-6934-4AB5-80F0-CAD354E4BD14}">
  <a:tblStyle styleId="{8D5E0940-6934-4AB5-80F0-CAD354E4BD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{8D5E0940-6934-4AB5-80F0-CAD354E4BD14}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