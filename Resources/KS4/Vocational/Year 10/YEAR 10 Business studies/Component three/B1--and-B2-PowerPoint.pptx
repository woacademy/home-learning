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ABD72-8EB7-4E59-B43F-C54CA2254BCD}">
  <a:tblStyle styleId="{CA6ABD72-8EB7-4E59-B43F-C54CA2254B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{CA6ABD72-8EB7-4E59-B43F-C54CA2254BCD}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