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59CD40-4907-4B72-A7A5-95B1198F68D8}">
  <a:tblStyle styleId="{FC59CD40-4907-4B72-A7A5-95B1198F68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{FC59CD40-4907-4B72-A7A5-95B1198F68D8}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