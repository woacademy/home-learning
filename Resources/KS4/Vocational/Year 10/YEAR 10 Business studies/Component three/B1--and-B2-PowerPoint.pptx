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914C91-03C5-425F-A2B0-BA12628220F3}">
  <a:tblStyle styleId="{C7914C91-03C5-425F-A2B0-BA12628220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{C7914C91-03C5-425F-A2B0-BA12628220F3}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