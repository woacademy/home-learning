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634D11-6611-4A77-8CE2-A38EEFCAD349}">
  <a:tblStyle styleId="{B7634D11-6611-4A77-8CE2-A38EEFCAD3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{B7634D11-6611-4A77-8CE2-A38EEFCAD349}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