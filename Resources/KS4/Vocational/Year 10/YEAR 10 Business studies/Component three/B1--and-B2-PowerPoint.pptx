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B0489E-63D9-4BDD-AE1E-BFE7AEF61255}">
  <a:tblStyle styleId="{2DB0489E-63D9-4BDD-AE1E-BFE7AEF612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{2DB0489E-63D9-4BDD-AE1E-BFE7AEF61255}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