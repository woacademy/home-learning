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1F1E09-45F3-4947-87A6-EF3EB17E0A29}">
  <a:tblStyle styleId="{281F1E09-45F3-4947-87A6-EF3EB17E0A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{281F1E09-45F3-4947-87A6-EF3EB17E0A29}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