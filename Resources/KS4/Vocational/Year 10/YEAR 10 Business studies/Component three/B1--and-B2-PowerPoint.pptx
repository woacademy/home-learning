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11943A-2B98-4EBA-AB5F-9C449B7BB2DC}">
  <a:tblStyle styleId="{C411943A-2B98-4EBA-AB5F-9C449B7BB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{C411943A-2B98-4EBA-AB5F-9C449B7BB2DC}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