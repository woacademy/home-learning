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19843B-D38D-482F-B359-02E8A0E705F3}">
  <a:tblStyle styleId="{0519843B-D38D-482F-B359-02E8A0E705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{0519843B-D38D-482F-B359-02E8A0E705F3}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