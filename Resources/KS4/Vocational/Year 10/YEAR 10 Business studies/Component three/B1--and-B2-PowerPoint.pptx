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A10C1D-AFB9-4F76-B18A-79B3BA068FF1}">
  <a:tblStyle styleId="{4BA10C1D-AFB9-4F76-B18A-79B3BA068F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{4BA10C1D-AFB9-4F76-B18A-79B3BA068FF1}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