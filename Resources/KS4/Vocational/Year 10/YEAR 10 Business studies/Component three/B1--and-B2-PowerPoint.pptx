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7C6341-1230-4664-8129-723E661A6CAF}">
  <a:tblStyle styleId="{7B7C6341-1230-4664-8129-723E661A6C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{7B7C6341-1230-4664-8129-723E661A6CAF}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