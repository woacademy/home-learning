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D6D8E1-00D2-4D0C-9FDD-492398CDA3C6}">
  <a:tblStyle styleId="{B3D6D8E1-00D2-4D0C-9FDD-492398CDA3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{B3D6D8E1-00D2-4D0C-9FDD-492398CDA3C6}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