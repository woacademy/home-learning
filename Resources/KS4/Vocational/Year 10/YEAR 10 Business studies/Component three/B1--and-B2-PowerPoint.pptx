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95DF7E-530F-45D6-82CC-1E723968A50E}">
  <a:tblStyle styleId="{9695DF7E-530F-45D6-82CC-1E723968A5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{9695DF7E-530F-45D6-82CC-1E723968A50E}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