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1B8387-6AD3-4BDE-AB9B-F3641AE40495}">
  <a:tblStyle styleId="{801B8387-6AD3-4BDE-AB9B-F3641AE404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{801B8387-6AD3-4BDE-AB9B-F3641AE40495}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