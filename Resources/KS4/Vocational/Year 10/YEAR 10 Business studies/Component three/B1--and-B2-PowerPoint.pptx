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E274FF-0945-4D10-9B75-7F1B14A693F6}">
  <a:tblStyle styleId="{CEE274FF-0945-4D10-9B75-7F1B14A693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{CEE274FF-0945-4D10-9B75-7F1B14A693F6}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