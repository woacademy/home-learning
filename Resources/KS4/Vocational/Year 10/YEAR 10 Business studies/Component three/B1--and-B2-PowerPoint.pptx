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28B00B-9C43-4C4C-A879-3BB9A6711B21}">
  <a:tblStyle styleId="{E528B00B-9C43-4C4C-A879-3BB9A6711B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{E528B00B-9C43-4C4C-A879-3BB9A6711B21}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