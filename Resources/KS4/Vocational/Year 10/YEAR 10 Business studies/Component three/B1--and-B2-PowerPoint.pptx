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05161-9E1E-4A0D-8E35-D9AAC4543A06}">
  <a:tblStyle styleId="{AE005161-9E1E-4A0D-8E35-D9AAC4543A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{AE005161-9E1E-4A0D-8E35-D9AAC4543A06}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