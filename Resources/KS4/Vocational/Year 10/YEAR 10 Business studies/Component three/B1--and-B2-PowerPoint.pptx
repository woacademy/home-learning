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432FE9-016B-4734-B8F0-D2F8255247C2}">
  <a:tblStyle styleId="{F5432FE9-016B-4734-B8F0-D2F8255247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{F5432FE9-016B-4734-B8F0-D2F8255247C2}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