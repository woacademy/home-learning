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DC0B3E-8342-49C9-911C-1B0E58E0EA29}">
  <a:tblStyle styleId="{91DC0B3E-8342-49C9-911C-1B0E58E0EA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{91DC0B3E-8342-49C9-911C-1B0E58E0EA29}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