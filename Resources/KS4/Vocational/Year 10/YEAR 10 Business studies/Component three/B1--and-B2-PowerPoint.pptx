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F30C4E-3515-44AC-AAE2-C47CDECC4679}">
  <a:tblStyle styleId="{DDF30C4E-3515-44AC-AAE2-C47CDECC46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{DDF30C4E-3515-44AC-AAE2-C47CDECC4679}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