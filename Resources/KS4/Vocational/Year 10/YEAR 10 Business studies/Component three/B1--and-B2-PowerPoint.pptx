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9A9F63-5575-4119-8CB3-32C5D0FFF39A}">
  <a:tblStyle styleId="{519A9F63-5575-4119-8CB3-32C5D0FFF3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{519A9F63-5575-4119-8CB3-32C5D0FFF39A}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