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71F02-C08A-4E7C-9E10-F64184848380}">
  <a:tblStyle styleId="{83D71F02-C08A-4E7C-9E10-F64184848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{83D71F02-C08A-4E7C-9E10-F64184848380}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