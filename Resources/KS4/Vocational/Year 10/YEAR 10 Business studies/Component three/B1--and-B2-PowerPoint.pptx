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CD23F9-B30D-452C-9A26-0332BD56D36D}">
  <a:tblStyle styleId="{4DCD23F9-B30D-452C-9A26-0332BD56D3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{4DCD23F9-B30D-452C-9A26-0332BD56D36D}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