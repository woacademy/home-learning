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7AC4EB-7C0B-4650-AB35-684125DEBB49}">
  <a:tblStyle styleId="{2F7AC4EB-7C0B-4650-AB35-684125DEBB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{2F7AC4EB-7C0B-4650-AB35-684125DEBB49}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