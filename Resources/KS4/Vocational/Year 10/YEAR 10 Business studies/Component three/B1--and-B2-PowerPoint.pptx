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B8D954-E415-4624-BDCD-7A41CEB33342}">
  <a:tblStyle styleId="{C9B8D954-E415-4624-BDCD-7A41CEB333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{C9B8D954-E415-4624-BDCD-7A41CEB33342}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