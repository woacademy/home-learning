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23F83C-BDD1-4B51-8876-AB975E269026}">
  <a:tblStyle styleId="{0423F83C-BDD1-4B51-8876-AB975E2690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{0423F83C-BDD1-4B51-8876-AB975E269026}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