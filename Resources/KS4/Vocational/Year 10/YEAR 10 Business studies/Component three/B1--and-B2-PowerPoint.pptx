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754AA1-24E6-4817-A2B9-B06BB55B34AB}">
  <a:tblStyle styleId="{BE754AA1-24E6-4817-A2B9-B06BB55B34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{BE754AA1-24E6-4817-A2B9-B06BB55B34AB}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