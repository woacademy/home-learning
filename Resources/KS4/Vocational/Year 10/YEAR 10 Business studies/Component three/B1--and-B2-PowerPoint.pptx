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013E95-6F0A-4EB5-8050-6FA2DAE69221}">
  <a:tblStyle styleId="{3E013E95-6F0A-4EB5-8050-6FA2DAE6922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{3E013E95-6F0A-4EB5-8050-6FA2DAE69221}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