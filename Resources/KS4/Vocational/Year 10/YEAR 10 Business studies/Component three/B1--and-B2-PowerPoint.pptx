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599A20-12F6-4E4B-9720-A0F09DB864FB}">
  <a:tblStyle styleId="{1B599A20-12F6-4E4B-9720-A0F09DB864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{1B599A20-12F6-4E4B-9720-A0F09DB864FB}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