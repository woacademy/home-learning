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14B33B8-9368-4638-9D8F-3E1471D22E45}">
  <a:tblStyle styleId="{014B33B8-9368-4638-9D8F-3E1471D22E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{014B33B8-9368-4638-9D8F-3E1471D22E45}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