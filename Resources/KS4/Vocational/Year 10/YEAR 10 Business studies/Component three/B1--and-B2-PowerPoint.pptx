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E4EEB9-3A39-40AB-9C7D-EFE47A54F9DF}">
  <a:tblStyle styleId="{8EE4EEB9-3A39-40AB-9C7D-EFE47A54F9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{8EE4EEB9-3A39-40AB-9C7D-EFE47A54F9DF}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