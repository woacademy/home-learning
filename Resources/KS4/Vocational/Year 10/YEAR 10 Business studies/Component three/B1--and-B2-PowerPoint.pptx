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DB8204-4C46-46FA-8CF7-1CF59A2120CF}">
  <a:tblStyle styleId="{4ADB8204-4C46-46FA-8CF7-1CF59A2120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{4ADB8204-4C46-46FA-8CF7-1CF59A2120CF}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