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2B8291-B89D-45E6-A9FF-C6F1A0368168}">
  <a:tblStyle styleId="{B22B8291-B89D-45E6-A9FF-C6F1A0368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{B22B8291-B89D-45E6-A9FF-C6F1A0368168}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