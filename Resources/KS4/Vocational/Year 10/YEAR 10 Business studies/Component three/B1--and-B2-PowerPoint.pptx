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982D59F-941D-4AA9-8CA6-E766E50FB1B4}">
  <a:tblStyle styleId="{6982D59F-941D-4AA9-8CA6-E766E50FB1B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{6982D59F-941D-4AA9-8CA6-E766E50FB1B4}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