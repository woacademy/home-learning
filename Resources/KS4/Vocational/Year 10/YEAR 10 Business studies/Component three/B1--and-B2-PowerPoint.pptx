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1E7883-9707-498C-A62D-DA2626D81489}">
  <a:tblStyle styleId="{C81E7883-9707-498C-A62D-DA2626D814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{C81E7883-9707-498C-A62D-DA2626D81489}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