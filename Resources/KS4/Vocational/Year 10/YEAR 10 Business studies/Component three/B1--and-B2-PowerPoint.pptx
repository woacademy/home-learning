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067A17-3960-452E-B65D-81B6A16CE619}">
  <a:tblStyle styleId="{A6067A17-3960-452E-B65D-81B6A16CE6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{A6067A17-3960-452E-B65D-81B6A16CE619}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