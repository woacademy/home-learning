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A18F72-4972-4630-A421-DE69652416BB}">
  <a:tblStyle styleId="{DAA18F72-4972-4630-A421-DE6965241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{DAA18F72-4972-4630-A421-DE69652416BB}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