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0EA6D-ECBD-4788-9526-3CD0EB7D0EB3}">
  <a:tblStyle styleId="{D130EA6D-ECBD-4788-9526-3CD0EB7D0E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{D130EA6D-ECBD-4788-9526-3CD0EB7D0EB3}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