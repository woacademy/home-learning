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97946A-5FF7-4D07-95F5-862F34F3BE28}">
  <a:tblStyle styleId="{0D97946A-5FF7-4D07-95F5-862F34F3BE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{0D97946A-5FF7-4D07-95F5-862F34F3BE28}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