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38E1E4-2954-4B5F-9657-18C12F2F238F}">
  <a:tblStyle styleId="{2F38E1E4-2954-4B5F-9657-18C12F2F23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{2F38E1E4-2954-4B5F-9657-18C12F2F238F}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