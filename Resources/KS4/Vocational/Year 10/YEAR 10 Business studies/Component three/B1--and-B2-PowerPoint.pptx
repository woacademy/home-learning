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6F819A-F68B-4F42-B4A4-3799CF4385AE}">
  <a:tblStyle styleId="{CF6F819A-F68B-4F42-B4A4-3799CF4385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{CF6F819A-F68B-4F42-B4A4-3799CF4385AE}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