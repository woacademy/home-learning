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5382F3-0EC5-4EFB-8EEC-55ADECB99FF4}">
  <a:tblStyle styleId="{EB5382F3-0EC5-4EFB-8EEC-55ADECB99F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{EB5382F3-0EC5-4EFB-8EEC-55ADECB99FF4}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