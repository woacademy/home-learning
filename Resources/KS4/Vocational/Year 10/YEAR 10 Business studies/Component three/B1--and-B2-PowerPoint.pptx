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882634-BC87-4DAC-9555-0B1C588D5267}">
  <a:tblStyle styleId="{42882634-BC87-4DAC-9555-0B1C588D526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{42882634-BC87-4DAC-9555-0B1C588D5267}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