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FBDE4-D18A-4717-8CA5-89E080B56633}">
  <a:tblStyle styleId="{AA4FBDE4-D18A-4717-8CA5-89E080B566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{AA4FBDE4-D18A-4717-8CA5-89E080B56633}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