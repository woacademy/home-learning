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CF43B4-F6B9-4646-9805-CF2791A29B23}">
  <a:tblStyle styleId="{A8CF43B4-F6B9-4646-9805-CF2791A29B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{A8CF43B4-F6B9-4646-9805-CF2791A29B23}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