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20192-F624-4FE2-9DF4-8D93F94D155A}">
  <a:tblStyle styleId="{37520192-F624-4FE2-9DF4-8D93F94D15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{37520192-F624-4FE2-9DF4-8D93F94D155A}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