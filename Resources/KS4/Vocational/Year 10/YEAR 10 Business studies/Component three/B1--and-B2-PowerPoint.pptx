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31EF46-1F24-4D57-9C8F-A090D7E4049B}">
  <a:tblStyle styleId="{8431EF46-1F24-4D57-9C8F-A090D7E404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{8431EF46-1F24-4D57-9C8F-A090D7E4049B}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