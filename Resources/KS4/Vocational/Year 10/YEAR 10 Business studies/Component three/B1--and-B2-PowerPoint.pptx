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D4A45-C1DE-444D-B6A1-B65032062B10}">
  <a:tblStyle styleId="{EE8D4A45-C1DE-444D-B6A1-B65032062B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{EE8D4A45-C1DE-444D-B6A1-B65032062B10}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