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FABB39-7701-4F64-9EE3-72CE4E39AF4E}">
  <a:tblStyle styleId="{ABFABB39-7701-4F64-9EE3-72CE4E39AF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{ABFABB39-7701-4F64-9EE3-72CE4E39AF4E}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