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570772-E428-40D4-9997-33263E848CFC}">
  <a:tblStyle styleId="{AD570772-E428-40D4-9997-33263E848C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{AD570772-E428-40D4-9997-33263E848CFC}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