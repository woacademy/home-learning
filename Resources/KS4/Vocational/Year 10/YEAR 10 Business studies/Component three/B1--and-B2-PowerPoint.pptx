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ED698B-2527-4A47-BAAA-65295760CE82}">
  <a:tblStyle styleId="{D7ED698B-2527-4A47-BAAA-65295760CE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{D7ED698B-2527-4A47-BAAA-65295760CE82}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