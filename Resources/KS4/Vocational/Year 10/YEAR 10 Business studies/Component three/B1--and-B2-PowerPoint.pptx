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DDA280-BF0B-47F9-98F6-ACBE3C0B4E77}">
  <a:tblStyle styleId="{15DDA280-BF0B-47F9-98F6-ACBE3C0B4E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{15DDA280-BF0B-47F9-98F6-ACBE3C0B4E77}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