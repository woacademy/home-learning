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7A3D61-86CD-4028-91DB-B967E62BF924}">
  <a:tblStyle styleId="{537A3D61-86CD-4028-91DB-B967E62BF9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{537A3D61-86CD-4028-91DB-B967E62BF924}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