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FD2925-4E4F-4F18-AA51-B5451B6132A0}">
  <a:tblStyle styleId="{96FD2925-4E4F-4F18-AA51-B5451B6132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{96FD2925-4E4F-4F18-AA51-B5451B6132A0}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