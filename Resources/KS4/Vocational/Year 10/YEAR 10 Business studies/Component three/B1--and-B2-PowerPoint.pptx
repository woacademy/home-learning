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695865-D3F1-4CB3-B0A0-933D15CA9AA3}">
  <a:tblStyle styleId="{0F695865-D3F1-4CB3-B0A0-933D15CA9A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{0F695865-D3F1-4CB3-B0A0-933D15CA9AA3}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