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F3C616-52EC-4616-BFA6-6B60A69F8D55}">
  <a:tblStyle styleId="{89F3C616-52EC-4616-BFA6-6B60A69F8D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{89F3C616-52EC-4616-BFA6-6B60A69F8D55}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