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464DB5-BE7A-4A1B-BD9C-63DBCD51262D}">
  <a:tblStyle styleId="{10464DB5-BE7A-4A1B-BD9C-63DBCD5126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{10464DB5-BE7A-4A1B-BD9C-63DBCD51262D}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