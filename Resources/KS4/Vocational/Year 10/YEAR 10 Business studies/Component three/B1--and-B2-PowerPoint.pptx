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50A404-C433-4926-B8AB-CFFAFEC9F4DD}">
  <a:tblStyle styleId="{1E50A404-C433-4926-B8AB-CFFAFEC9F4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{1E50A404-C433-4926-B8AB-CFFAFEC9F4DD}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