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86380-77D3-48D9-8D2D-31E57F735B76}">
  <a:tblStyle styleId="{49986380-77D3-48D9-8D2D-31E57F735B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{49986380-77D3-48D9-8D2D-31E57F735B76}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