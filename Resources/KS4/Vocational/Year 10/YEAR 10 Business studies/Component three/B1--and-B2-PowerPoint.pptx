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BEAE0-4FE0-4FD5-8007-460E4F1F34A7}">
  <a:tblStyle styleId="{16FBEAE0-4FE0-4FD5-8007-460E4F1F34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{16FBEAE0-4FE0-4FD5-8007-460E4F1F34A7}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