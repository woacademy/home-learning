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60AEE3-61A1-4D55-805A-32526AA6FC69}">
  <a:tblStyle styleId="{E360AEE3-61A1-4D55-805A-32526AA6FC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{E360AEE3-61A1-4D55-805A-32526AA6FC69}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