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FAE55-CB82-4DEB-BA03-6D4D6645E656}">
  <a:tblStyle styleId="{FB0FAE55-CB82-4DEB-BA03-6D4D6645E6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{FB0FAE55-CB82-4DEB-BA03-6D4D6645E656}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