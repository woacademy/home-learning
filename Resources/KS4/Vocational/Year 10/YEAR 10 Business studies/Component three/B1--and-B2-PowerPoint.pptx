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1AA0A7-3BE7-4509-B056-729447AAD6A3}">
  <a:tblStyle styleId="{2B1AA0A7-3BE7-4509-B056-729447AAD6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{2B1AA0A7-3BE7-4509-B056-729447AAD6A3}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