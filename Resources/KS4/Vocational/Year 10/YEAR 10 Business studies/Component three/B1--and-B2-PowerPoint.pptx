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10386F-E895-4E14-836B-E1BB0C8CA46A}">
  <a:tblStyle styleId="{7510386F-E895-4E14-836B-E1BB0C8CA4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{7510386F-E895-4E14-836B-E1BB0C8CA46A}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