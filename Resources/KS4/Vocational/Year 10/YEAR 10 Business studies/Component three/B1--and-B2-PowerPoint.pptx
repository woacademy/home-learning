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170592-133B-401A-905E-64E3FF125EFC}">
  <a:tblStyle styleId="{59170592-133B-401A-905E-64E3FF125E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{59170592-133B-401A-905E-64E3FF125EFC}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