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CC049D-0051-401A-918E-7A21B98FE4D2}">
  <a:tblStyle styleId="{0CCC049D-0051-401A-918E-7A21B98FE4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{0CCC049D-0051-401A-918E-7A21B98FE4D2}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