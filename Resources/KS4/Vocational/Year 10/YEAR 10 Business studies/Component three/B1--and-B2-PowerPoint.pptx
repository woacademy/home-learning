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06DBD7-9E59-40E7-AB0A-B5D2544B0AD8}">
  <a:tblStyle styleId="{5206DBD7-9E59-40E7-AB0A-B5D2544B0A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{5206DBD7-9E59-40E7-AB0A-B5D2544B0AD8}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