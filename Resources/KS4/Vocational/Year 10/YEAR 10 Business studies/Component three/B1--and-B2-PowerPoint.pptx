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4488C3B-429A-4B09-BE19-18F9B7BF8962}">
  <a:tblStyle styleId="{04488C3B-429A-4B09-BE19-18F9B7BF89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3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{04488C3B-429A-4B09-BE19-18F9B7BF8962}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