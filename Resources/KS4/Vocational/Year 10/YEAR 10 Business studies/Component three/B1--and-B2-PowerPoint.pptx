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161A82-8FA5-4559-9166-464749602705}">
  <a:tblStyle styleId="{6D161A82-8FA5-4559-9166-4647496027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{6D161A82-8FA5-4559-9166-464749602705}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