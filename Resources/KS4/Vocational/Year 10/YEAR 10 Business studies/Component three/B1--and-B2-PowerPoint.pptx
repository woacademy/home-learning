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B5A16A9-37F3-4A94-975E-9D25228EBB19}">
  <a:tblStyle styleId="{CB5A16A9-37F3-4A94-975E-9D25228EBB1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{CB5A16A9-37F3-4A94-975E-9D25228EBB19}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