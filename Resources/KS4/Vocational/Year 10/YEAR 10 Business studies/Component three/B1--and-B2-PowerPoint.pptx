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80784B-F8DF-4351-8DC8-DFFB39CE2036}">
  <a:tblStyle styleId="{F480784B-F8DF-4351-8DC8-DFFB39CE20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{F480784B-F8DF-4351-8DC8-DFFB39CE2036}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