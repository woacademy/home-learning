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41A4C5-26D9-4012-A64D-E28A12D294B9}">
  <a:tblStyle styleId="{B541A4C5-26D9-4012-A64D-E28A12D294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{B541A4C5-26D9-4012-A64D-E28A12D294B9}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