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202D78-600D-4513-8FCC-836B2B1B1A7B}">
  <a:tblStyle styleId="{F7202D78-600D-4513-8FCC-836B2B1B1A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{F7202D78-600D-4513-8FCC-836B2B1B1A7B}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