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DF391-0D5C-4F9F-A14B-77C0CA347C40}">
  <a:tblStyle styleId="{2CFDF391-0D5C-4F9F-A14B-77C0CA347C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{2CFDF391-0D5C-4F9F-A14B-77C0CA347C40}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