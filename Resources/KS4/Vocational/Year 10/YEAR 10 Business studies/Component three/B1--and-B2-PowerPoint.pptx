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8B196E-3227-442F-8B45-2A278DE237E1}">
  <a:tblStyle styleId="{098B196E-3227-442F-8B45-2A278DE237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{098B196E-3227-442F-8B45-2A278DE237E1}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