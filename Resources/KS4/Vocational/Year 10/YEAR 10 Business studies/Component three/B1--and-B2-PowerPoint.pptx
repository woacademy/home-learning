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AAE23-8779-4ADE-85F7-B3FF8BA0BEAD}">
  <a:tblStyle styleId="{582AAE23-8779-4ADE-85F7-B3FF8BA0BE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{582AAE23-8779-4ADE-85F7-B3FF8BA0BEAD}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