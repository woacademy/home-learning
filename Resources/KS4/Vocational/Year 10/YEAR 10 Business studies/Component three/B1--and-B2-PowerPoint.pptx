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AC0E2E-C57C-4F1F-BF8B-DE7FDE8CF486}">
  <a:tblStyle styleId="{6BAC0E2E-C57C-4F1F-BF8B-DE7FDE8CF4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{6BAC0E2E-C57C-4F1F-BF8B-DE7FDE8CF486}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