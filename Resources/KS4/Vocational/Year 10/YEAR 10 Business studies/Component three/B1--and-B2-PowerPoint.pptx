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F04AEF-83DB-44DD-A159-0FE2D7105813}">
  <a:tblStyle styleId="{6DF04AEF-83DB-44DD-A159-0FE2D710581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{6DF04AEF-83DB-44DD-A159-0FE2D7105813}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