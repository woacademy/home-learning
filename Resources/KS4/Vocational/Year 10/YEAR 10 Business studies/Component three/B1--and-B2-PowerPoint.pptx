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0B4C3-5C0C-40DE-A88C-7D170456FDA9}">
  <a:tblStyle styleId="{5200B4C3-5C0C-40DE-A88C-7D170456FD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{5200B4C3-5C0C-40DE-A88C-7D170456FDA9}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