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480E28-F690-4E5C-BA5B-B9810EE619A9}">
  <a:tblStyle styleId="{81480E28-F690-4E5C-BA5B-B9810EE619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{81480E28-F690-4E5C-BA5B-B9810EE619A9}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