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EC2E2-7455-40FC-93B1-2D445B61838E}">
  <a:tblStyle styleId="{DE2EC2E2-7455-40FC-93B1-2D445B618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{DE2EC2E2-7455-40FC-93B1-2D445B61838E}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