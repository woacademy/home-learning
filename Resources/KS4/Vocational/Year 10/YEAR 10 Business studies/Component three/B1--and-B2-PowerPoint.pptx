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C148DD-3DC1-4F46-A8D8-728C41369E81}">
  <a:tblStyle styleId="{C9C148DD-3DC1-4F46-A8D8-728C41369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{C9C148DD-3DC1-4F46-A8D8-728C41369E81}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