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F4721D-2E66-4BD5-AFB2-15019C1A48B8}">
  <a:tblStyle styleId="{1AF4721D-2E66-4BD5-AFB2-15019C1A48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{1AF4721D-2E66-4BD5-AFB2-15019C1A48B8}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