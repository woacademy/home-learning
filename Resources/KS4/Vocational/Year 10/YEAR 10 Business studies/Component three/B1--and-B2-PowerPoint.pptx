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68E83F-3BBC-4117-826B-28CFFD645D66}">
  <a:tblStyle styleId="{6868E83F-3BBC-4117-826B-28CFFD645D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{6868E83F-3BBC-4117-826B-28CFFD645D66}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