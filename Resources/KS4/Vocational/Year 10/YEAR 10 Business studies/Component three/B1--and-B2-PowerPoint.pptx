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DBA119-37C8-429D-A232-7073CDB4538B}">
  <a:tblStyle styleId="{75DBA119-37C8-429D-A232-7073CDB453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{75DBA119-37C8-429D-A232-7073CDB4538B}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