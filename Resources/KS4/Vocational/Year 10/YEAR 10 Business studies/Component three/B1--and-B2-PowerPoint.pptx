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F92D59-0A44-4D98-BA2C-3B5872019B5B}">
  <a:tblStyle styleId="{06F92D59-0A44-4D98-BA2C-3B5872019B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{06F92D59-0A44-4D98-BA2C-3B5872019B5B}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