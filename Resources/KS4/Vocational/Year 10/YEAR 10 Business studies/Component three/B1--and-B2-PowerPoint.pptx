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454039-9141-4E83-838F-0D376B7014F4}">
  <a:tblStyle styleId="{5A454039-9141-4E83-838F-0D376B7014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{5A454039-9141-4E83-838F-0D376B7014F4}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