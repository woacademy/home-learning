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6BC78-40CE-446D-9834-DD64622BFC07}">
  <a:tblStyle styleId="{1A96BC78-40CE-446D-9834-DD64622BFC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{1A96BC78-40CE-446D-9834-DD64622BFC07}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