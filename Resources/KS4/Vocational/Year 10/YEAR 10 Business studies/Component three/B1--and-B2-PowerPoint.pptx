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598F2A-A0FB-48E4-8474-7144037C651A}">
  <a:tblStyle styleId="{63598F2A-A0FB-48E4-8474-7144037C65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{63598F2A-A0FB-48E4-8474-7144037C651A}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