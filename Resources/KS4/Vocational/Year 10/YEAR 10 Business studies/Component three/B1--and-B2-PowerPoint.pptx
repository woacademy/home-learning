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213E74-3EC8-428F-AE3F-06FF0DECC9E9}">
  <a:tblStyle styleId="{3F213E74-3EC8-428F-AE3F-06FF0DECC9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{3F213E74-3EC8-428F-AE3F-06FF0DECC9E9}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