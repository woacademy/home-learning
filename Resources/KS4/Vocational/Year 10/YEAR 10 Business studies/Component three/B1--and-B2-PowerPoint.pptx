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C8475D-C2CF-499A-A92F-B690F787CC91}">
  <a:tblStyle styleId="{11C8475D-C2CF-499A-A92F-B690F787CC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{11C8475D-C2CF-499A-A92F-B690F787CC91}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