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51924E-101D-455A-95F2-1D6AE06EC0F0}">
  <a:tblStyle styleId="{5A51924E-101D-455A-95F2-1D6AE06EC0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{5A51924E-101D-455A-95F2-1D6AE06EC0F0}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