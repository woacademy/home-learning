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9BCE3F-070E-4DAF-9710-D69390B72463}">
  <a:tblStyle styleId="{6E9BCE3F-070E-4DAF-9710-D69390B724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{6E9BCE3F-070E-4DAF-9710-D69390B72463}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