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EFF240-2544-45FA-BAA6-57A1924C2ED4}">
  <a:tblStyle styleId="{B7EFF240-2544-45FA-BAA6-57A1924C2E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{B7EFF240-2544-45FA-BAA6-57A1924C2ED4}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