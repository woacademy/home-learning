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18558B-C607-42D6-B55C-169F5E06425B}">
  <a:tblStyle styleId="{CB18558B-C607-42D6-B55C-169F5E0642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{CB18558B-C607-42D6-B55C-169F5E06425B}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