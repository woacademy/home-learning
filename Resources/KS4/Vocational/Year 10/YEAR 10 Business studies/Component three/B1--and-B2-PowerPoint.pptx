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A7D12A-3193-4CFE-B164-6B0EA2C9E956}">
  <a:tblStyle styleId="{91A7D12A-3193-4CFE-B164-6B0EA2C9E9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2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{91A7D12A-3193-4CFE-B164-6B0EA2C9E956}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