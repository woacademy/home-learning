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F1567B-C337-47ED-BE23-113A59AE2E21}">
  <a:tblStyle styleId="{B6F1567B-C337-47ED-BE23-113A59AE2E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{B6F1567B-C337-47ED-BE23-113A59AE2E21}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