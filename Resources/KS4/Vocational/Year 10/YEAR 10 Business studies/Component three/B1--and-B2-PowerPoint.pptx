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C8CE5A-40FD-4D78-956D-D263A4D305DC}">
  <a:tblStyle styleId="{04C8CE5A-40FD-4D78-956D-D263A4D305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{04C8CE5A-40FD-4D78-956D-D263A4D305DC}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