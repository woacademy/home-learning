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15F2ED-BC6F-4C4D-BA35-7ADE931B914B}">
  <a:tblStyle styleId="{C615F2ED-BC6F-4C4D-BA35-7ADE931B91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{C615F2ED-BC6F-4C4D-BA35-7ADE931B914B}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