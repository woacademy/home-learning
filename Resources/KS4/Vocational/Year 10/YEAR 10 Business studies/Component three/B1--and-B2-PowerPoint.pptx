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DF1931-D789-453A-95FA-A5441EE13AF2}">
  <a:tblStyle styleId="{E1DF1931-D789-453A-95FA-A5441EE13A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{E1DF1931-D789-453A-95FA-A5441EE13AF2}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