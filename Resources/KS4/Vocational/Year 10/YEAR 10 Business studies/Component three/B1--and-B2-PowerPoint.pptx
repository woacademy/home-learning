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0595A-1247-4EA1-916C-8C76D148779E}">
  <a:tblStyle styleId="{4C60595A-1247-4EA1-916C-8C76D14877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{4C60595A-1247-4EA1-916C-8C76D148779E}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