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5ED1A-ACE0-4C83-A399-E2AA5B2CD744}">
  <a:tblStyle styleId="{7115ED1A-ACE0-4C83-A399-E2AA5B2CD7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{7115ED1A-ACE0-4C83-A399-E2AA5B2CD744}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