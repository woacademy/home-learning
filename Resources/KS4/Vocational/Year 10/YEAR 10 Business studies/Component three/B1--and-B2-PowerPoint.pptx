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37894D6-F02A-4D5C-BE12-B93DE109A61C}">
  <a:tblStyle styleId="{937894D6-F02A-4D5C-BE12-B93DE109A6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{937894D6-F02A-4D5C-BE12-B93DE109A61C}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