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055BFD-8C46-4BAD-B7FE-B1F85CA9741F}">
  <a:tblStyle styleId="{ED055BFD-8C46-4BAD-B7FE-B1F85CA974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{ED055BFD-8C46-4BAD-B7FE-B1F85CA9741F}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