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18649D-2B51-45DF-BAFE-4E055377DA25}">
  <a:tblStyle styleId="{A618649D-2B51-45DF-BAFE-4E055377DA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{A618649D-2B51-45DF-BAFE-4E055377DA25}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