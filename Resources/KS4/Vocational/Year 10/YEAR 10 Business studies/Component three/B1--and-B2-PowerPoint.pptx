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C4165-1330-4948-A565-33AAEB5DB965}">
  <a:tblStyle styleId="{264C4165-1330-4948-A565-33AAEB5DB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{264C4165-1330-4948-A565-33AAEB5DB965}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