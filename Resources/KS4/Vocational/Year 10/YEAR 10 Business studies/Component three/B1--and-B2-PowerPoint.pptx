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6B5841-0A27-49E1-86C2-1E93564FA9C0}">
  <a:tblStyle styleId="{AB6B5841-0A27-49E1-86C2-1E93564FA9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{AB6B5841-0A27-49E1-86C2-1E93564FA9C0}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