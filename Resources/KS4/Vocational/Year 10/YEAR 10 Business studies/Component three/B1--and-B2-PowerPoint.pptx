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3BD4825-8933-4EB1-ADA7-A84AE20D03A0}">
  <a:tblStyle styleId="{13BD4825-8933-4EB1-ADA7-A84AE20D03A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{13BD4825-8933-4EB1-ADA7-A84AE20D03A0}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