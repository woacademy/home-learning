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489996-2E1F-4965-AE9C-A1EDCB0D2237}">
  <a:tblStyle styleId="{E3489996-2E1F-4965-AE9C-A1EDCB0D22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{E3489996-2E1F-4965-AE9C-A1EDCB0D2237}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