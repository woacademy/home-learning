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7A50CC-FEE3-4B11-9D76-56609F2EC204}">
  <a:tblStyle styleId="{4C7A50CC-FEE3-4B11-9D76-56609F2EC2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{4C7A50CC-FEE3-4B11-9D76-56609F2EC204}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