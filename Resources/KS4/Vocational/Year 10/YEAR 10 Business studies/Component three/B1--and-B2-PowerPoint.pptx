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F5E636-4FF8-42BB-AB30-F5580C60C199}">
  <a:tblStyle styleId="{82F5E636-4FF8-42BB-AB30-F5580C60C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{82F5E636-4FF8-42BB-AB30-F5580C60C199}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