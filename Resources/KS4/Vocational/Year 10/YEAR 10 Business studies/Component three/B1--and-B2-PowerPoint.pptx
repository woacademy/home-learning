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392B5B-4719-4B16-9CC3-6485549A82C8}">
  <a:tblStyle styleId="{B7392B5B-4719-4B16-9CC3-6485549A82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{B7392B5B-4719-4B16-9CC3-6485549A82C8}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