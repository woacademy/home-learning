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5BC05CC-EDD8-4A9D-816D-F38296700654}">
  <a:tblStyle styleId="{D5BC05CC-EDD8-4A9D-816D-F382967006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3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{D5BC05CC-EDD8-4A9D-816D-F38296700654}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