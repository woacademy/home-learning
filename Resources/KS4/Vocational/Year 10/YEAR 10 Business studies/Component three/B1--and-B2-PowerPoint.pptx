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263253-A19E-4F8F-AA95-A79CC5C99808}">
  <a:tblStyle styleId="{9F263253-A19E-4F8F-AA95-A79CC5C99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{9F263253-A19E-4F8F-AA95-A79CC5C99808}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