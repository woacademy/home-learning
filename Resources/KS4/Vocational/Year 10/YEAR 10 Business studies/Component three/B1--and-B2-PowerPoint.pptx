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A62F98-8379-4227-9044-C44E93860017}">
  <a:tblStyle styleId="{FDA62F98-8379-4227-9044-C44E938600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{FDA62F98-8379-4227-9044-C44E93860017}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