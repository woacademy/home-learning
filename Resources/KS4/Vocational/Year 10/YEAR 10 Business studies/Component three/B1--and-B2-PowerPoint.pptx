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C3B57-C8B5-4670-BE1C-F5852293B58F}">
  <a:tblStyle styleId="{CF9C3B57-C8B5-4670-BE1C-F5852293B5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{CF9C3B57-C8B5-4670-BE1C-F5852293B58F}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