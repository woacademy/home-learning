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6CC7F-862C-4926-A715-465ACAD11D3F}">
  <a:tblStyle styleId="{D766CC7F-862C-4926-A715-465ACAD11D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{D766CC7F-862C-4926-A715-465ACAD11D3F}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