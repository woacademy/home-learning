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8E42A95-76C8-4FFA-95D5-6A9B718AAE99}">
  <a:tblStyle styleId="{48E42A95-76C8-4FFA-95D5-6A9B718AAE9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{48E42A95-76C8-4FFA-95D5-6A9B718AAE99}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