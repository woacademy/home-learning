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93480-1092-41BD-BC47-0F3B63E418DD}">
  <a:tblStyle styleId="{2CF93480-1092-41BD-BC47-0F3B63E418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{2CF93480-1092-41BD-BC47-0F3B63E418DD}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