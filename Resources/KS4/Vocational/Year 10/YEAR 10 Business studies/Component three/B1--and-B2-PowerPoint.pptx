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60D153-5A13-4E04-8497-8BE59BEA1CEA}">
  <a:tblStyle styleId="{9D60D153-5A13-4E04-8497-8BE59BEA1C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{9D60D153-5A13-4E04-8497-8BE59BEA1CEA}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