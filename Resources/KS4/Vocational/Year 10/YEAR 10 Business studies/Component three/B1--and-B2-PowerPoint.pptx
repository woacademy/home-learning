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F74536-7F0B-4160-8223-5090B1918615}">
  <a:tblStyle styleId="{D1F74536-7F0B-4160-8223-5090B19186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{D1F74536-7F0B-4160-8223-5090B1918615}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