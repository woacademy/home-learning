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BFB340-07AE-458D-B990-078AA61352A6}">
  <a:tblStyle styleId="{32BFB340-07AE-458D-B990-078AA61352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{32BFB340-07AE-458D-B990-078AA61352A6}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