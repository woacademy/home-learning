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1A2137-27B4-4ED0-8811-2387E31DF987}">
  <a:tblStyle styleId="{E41A2137-27B4-4ED0-8811-2387E31DF9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{E41A2137-27B4-4ED0-8811-2387E31DF987}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