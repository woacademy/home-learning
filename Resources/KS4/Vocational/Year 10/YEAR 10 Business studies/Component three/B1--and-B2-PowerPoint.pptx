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B6BD42-A4F4-43A9-8ACC-EF8106788A0A}">
  <a:tblStyle styleId="{4DB6BD42-A4F4-43A9-8ACC-EF8106788A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{4DB6BD42-A4F4-43A9-8ACC-EF8106788A0A}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