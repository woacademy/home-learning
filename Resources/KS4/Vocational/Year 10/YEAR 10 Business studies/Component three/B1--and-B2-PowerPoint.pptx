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0DB6BA-F636-487D-BF91-AB9B2D929665}">
  <a:tblStyle styleId="{3F0DB6BA-F636-487D-BF91-AB9B2D9296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{3F0DB6BA-F636-487D-BF91-AB9B2D929665}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