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C8D69C-B2DA-4AC2-BF06-35836052E3B7}">
  <a:tblStyle styleId="{9DC8D69C-B2DA-4AC2-BF06-35836052E3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{9DC8D69C-B2DA-4AC2-BF06-35836052E3B7}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