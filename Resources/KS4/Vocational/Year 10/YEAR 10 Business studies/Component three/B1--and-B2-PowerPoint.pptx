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DD2F366-CEFC-4DBC-83C5-6665405B2F15}">
  <a:tblStyle styleId="{7DD2F366-CEFC-4DBC-83C5-6665405B2F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{7DD2F366-CEFC-4DBC-83C5-6665405B2F15}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