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8F2893-8548-4712-9732-6D674E0B0BDE}">
  <a:tblStyle styleId="{F78F2893-8548-4712-9732-6D674E0B0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{F78F2893-8548-4712-9732-6D674E0B0BDE}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