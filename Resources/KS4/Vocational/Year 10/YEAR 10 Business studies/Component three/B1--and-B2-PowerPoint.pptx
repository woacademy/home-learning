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311B18-47EC-41A1-9A44-19AE101AF30F}">
  <a:tblStyle styleId="{26311B18-47EC-41A1-9A44-19AE101AF3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{26311B18-47EC-41A1-9A44-19AE101AF30F}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