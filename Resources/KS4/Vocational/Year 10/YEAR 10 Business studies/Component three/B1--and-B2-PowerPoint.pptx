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32217FD-88FA-415D-A944-9A3DE88BFA11}">
  <a:tblStyle styleId="{D32217FD-88FA-415D-A944-9A3DE88BFA1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{D32217FD-88FA-415D-A944-9A3DE88BFA11}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