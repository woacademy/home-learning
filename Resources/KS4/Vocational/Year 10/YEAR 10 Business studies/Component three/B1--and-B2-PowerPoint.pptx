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15B43-6E67-4B2A-BDFD-5B564BF2030A}">
  <a:tblStyle styleId="{AE515B43-6E67-4B2A-BDFD-5B564BF203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{AE515B43-6E67-4B2A-BDFD-5B564BF2030A}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