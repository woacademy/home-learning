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903FAB-99AB-496C-920F-66C13B795CE9}">
  <a:tblStyle styleId="{CB903FAB-99AB-496C-920F-66C13B795C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{CB903FAB-99AB-496C-920F-66C13B795CE9}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