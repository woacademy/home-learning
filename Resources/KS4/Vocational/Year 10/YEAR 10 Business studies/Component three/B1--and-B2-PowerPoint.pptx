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566148-66F2-4B08-BC82-7197781CA64A}">
  <a:tblStyle styleId="{A7566148-66F2-4B08-BC82-7197781CA6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{A7566148-66F2-4B08-BC82-7197781CA64A}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