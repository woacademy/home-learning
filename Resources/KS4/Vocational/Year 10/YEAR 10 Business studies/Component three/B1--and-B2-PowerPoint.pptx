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57AD11-7E6B-4064-B92B-4FB21B734095}">
  <a:tblStyle styleId="{8857AD11-7E6B-4064-B92B-4FB21B7340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{8857AD11-7E6B-4064-B92B-4FB21B734095}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