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1E14F-EDD9-4D33-A21A-1FB770C0110F}">
  <a:tblStyle styleId="{1D11E14F-EDD9-4D33-A21A-1FB770C011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{1D11E14F-EDD9-4D33-A21A-1FB770C0110F}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