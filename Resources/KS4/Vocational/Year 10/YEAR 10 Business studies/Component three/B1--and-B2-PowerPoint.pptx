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D806C4-EE60-4696-A7D9-7EEBB1494C8D}">
  <a:tblStyle styleId="{F2D806C4-EE60-4696-A7D9-7EEBB1494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{F2D806C4-EE60-4696-A7D9-7EEBB1494C8D}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