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9155AB-6C7A-401E-9AA9-1E0688766F6A}">
  <a:tblStyle styleId="{4E9155AB-6C7A-401E-9AA9-1E0688766F6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{4E9155AB-6C7A-401E-9AA9-1E0688766F6A}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