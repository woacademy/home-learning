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CC2DEE-6CF8-40AC-89D7-9044147C26B8}">
  <a:tblStyle styleId="{D7CC2DEE-6CF8-40AC-89D7-9044147C26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{D7CC2DEE-6CF8-40AC-89D7-9044147C26B8}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