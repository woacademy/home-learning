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DF02831-E222-42DF-AA62-CE52C93F9BAF}">
  <a:tblStyle styleId="{ADF02831-E222-42DF-AA62-CE52C93F9BA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{ADF02831-E222-42DF-AA62-CE52C93F9BAF}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