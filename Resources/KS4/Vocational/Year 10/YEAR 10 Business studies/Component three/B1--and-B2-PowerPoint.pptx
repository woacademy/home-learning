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B7C646-BC5C-4012-A061-A8718D4954B4}">
  <a:tblStyle styleId="{FAB7C646-BC5C-4012-A061-A8718D4954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{FAB7C646-BC5C-4012-A061-A8718D4954B4}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