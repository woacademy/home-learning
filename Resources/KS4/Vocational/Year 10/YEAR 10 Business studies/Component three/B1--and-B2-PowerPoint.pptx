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2366CD-842C-4651-9560-641C226B2924}">
  <a:tblStyle styleId="{FD2366CD-842C-4651-9560-641C226B29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{FD2366CD-842C-4651-9560-641C226B2924}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