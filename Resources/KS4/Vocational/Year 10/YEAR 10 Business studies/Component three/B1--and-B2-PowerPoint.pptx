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FC6BBF-B0EF-43CE-9D89-DD141FBD665B}">
  <a:tblStyle styleId="{78FC6BBF-B0EF-43CE-9D89-DD141FBD665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{78FC6BBF-B0EF-43CE-9D89-DD141FBD665B}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