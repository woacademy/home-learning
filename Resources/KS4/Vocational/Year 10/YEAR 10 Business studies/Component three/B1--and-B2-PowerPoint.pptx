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EDC2D-753E-4ECF-8273-DA2FE56E8746}">
  <a:tblStyle styleId="{90AEDC2D-753E-4ECF-8273-DA2FE56E87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{90AEDC2D-753E-4ECF-8273-DA2FE56E8746}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