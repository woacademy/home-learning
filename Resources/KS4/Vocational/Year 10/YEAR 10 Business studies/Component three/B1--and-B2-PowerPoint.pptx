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31AAA33-C31B-4525-BB7F-6C6DCAAA4FBB}">
  <a:tblStyle styleId="{031AAA33-C31B-4525-BB7F-6C6DCAAA4F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{031AAA33-C31B-4525-BB7F-6C6DCAAA4FBB}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