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F383A0-F879-4BD4-BFDA-0105B68DBD31}">
  <a:tblStyle styleId="{42F383A0-F879-4BD4-BFDA-0105B68DBD3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{42F383A0-F879-4BD4-BFDA-0105B68DBD31}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