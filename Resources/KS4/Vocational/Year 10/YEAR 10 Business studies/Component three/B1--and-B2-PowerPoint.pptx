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B6032A-EFC7-46C5-B852-8363E03F5B26}">
  <a:tblStyle styleId="{A2B6032A-EFC7-46C5-B852-8363E03F5B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{A2B6032A-EFC7-46C5-B852-8363E03F5B26}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