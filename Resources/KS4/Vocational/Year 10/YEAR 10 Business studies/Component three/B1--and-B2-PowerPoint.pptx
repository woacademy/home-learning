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D97329-0E72-4FAF-9B31-CD5F58699F65}">
  <a:tblStyle styleId="{19D97329-0E72-4FAF-9B31-CD5F58699F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{19D97329-0E72-4FAF-9B31-CD5F58699F65}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