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0865E1-0CFA-4B7F-A163-C2EACF6C5F75}">
  <a:tblStyle styleId="{D70865E1-0CFA-4B7F-A163-C2EACF6C5F7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6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{D70865E1-0CFA-4B7F-A163-C2EACF6C5F75}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