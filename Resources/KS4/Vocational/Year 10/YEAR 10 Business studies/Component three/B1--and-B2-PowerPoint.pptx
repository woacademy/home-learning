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71F432-0676-49A9-B589-1571C15942FF}">
  <a:tblStyle styleId="{5471F432-0676-49A9-B589-1571C15942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{5471F432-0676-49A9-B589-1571C15942FF}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