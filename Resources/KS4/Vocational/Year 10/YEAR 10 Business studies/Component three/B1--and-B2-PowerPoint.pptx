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7FA1BF-BA3D-49F3-8407-C563A810A6B5}">
  <a:tblStyle styleId="{877FA1BF-BA3D-49F3-8407-C563A810A6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{877FA1BF-BA3D-49F3-8407-C563A810A6B5}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