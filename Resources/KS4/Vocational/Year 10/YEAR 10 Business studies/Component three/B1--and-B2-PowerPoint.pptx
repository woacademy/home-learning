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895640-11DF-442A-8AB2-5351A3EF6D5A}">
  <a:tblStyle styleId="{85895640-11DF-442A-8AB2-5351A3EF6D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{85895640-11DF-442A-8AB2-5351A3EF6D5A}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