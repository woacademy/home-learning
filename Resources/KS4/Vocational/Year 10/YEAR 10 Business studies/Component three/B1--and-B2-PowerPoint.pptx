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3A269-9EC2-41EB-B647-782FBEC97EB2}">
  <a:tblStyle styleId="{FD83A269-9EC2-41EB-B647-782FBEC97E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{FD83A269-9EC2-41EB-B647-782FBEC97EB2}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