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3C7820-AC8D-4E1F-9CFE-C0E4F9C34FDE}">
  <a:tblStyle styleId="{3A3C7820-AC8D-4E1F-9CFE-C0E4F9C34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{3A3C7820-AC8D-4E1F-9CFE-C0E4F9C34FDE}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