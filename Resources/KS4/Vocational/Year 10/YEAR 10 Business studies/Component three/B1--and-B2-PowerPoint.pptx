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375FC4-DC01-402E-B92C-B4FC8B527020}">
  <a:tblStyle styleId="{9D375FC4-DC01-402E-B92C-B4FC8B52702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{9D375FC4-DC01-402E-B92C-B4FC8B527020}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