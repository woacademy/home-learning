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124C0E-39D1-4862-9216-D7721A80689E}">
  <a:tblStyle styleId="{6C124C0E-39D1-4862-9216-D7721A8068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{6C124C0E-39D1-4862-9216-D7721A80689E}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