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6F4AD3-EA02-454C-A3DD-B10F694B9CBC}">
  <a:tblStyle styleId="{506F4AD3-EA02-454C-A3DD-B10F694B9C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{506F4AD3-EA02-454C-A3DD-B10F694B9CBC}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