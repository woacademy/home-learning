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E5FBE0E-6957-4391-B5C9-4B2CEC872328}">
  <a:tblStyle styleId="{5E5FBE0E-6957-4391-B5C9-4B2CEC87232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4.png"/><Relationship Id="rId5" Type="http://schemas.openxmlformats.org/officeDocument/2006/relationships/image" Target="../media/image8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{5E5FBE0E-6957-4391-B5C9-4B2CEC872328}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