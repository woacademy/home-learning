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AF38BD-502B-4645-8EC0-59713F8A1151}">
  <a:tblStyle styleId="{AEAF38BD-502B-4645-8EC0-59713F8A11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{AEAF38BD-502B-4645-8EC0-59713F8A1151}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