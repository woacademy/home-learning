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0AE70F-8B0D-4158-92C4-98C397B7242F}">
  <a:tblStyle styleId="{820AE70F-8B0D-4158-92C4-98C397B724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{820AE70F-8B0D-4158-92C4-98C397B7242F}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