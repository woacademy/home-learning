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71FDE1B-95CC-438F-A243-4E8CD3387413}">
  <a:tblStyle styleId="{871FDE1B-95CC-438F-A243-4E8CD338741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{871FDE1B-95CC-438F-A243-4E8CD3387413}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