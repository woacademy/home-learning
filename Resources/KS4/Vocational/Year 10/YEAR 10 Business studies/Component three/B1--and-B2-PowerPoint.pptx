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FAAB96-C774-4120-A682-71429C4C5D20}">
  <a:tblStyle styleId="{E5FAAB96-C774-4120-A682-71429C4C5D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{E5FAAB96-C774-4120-A682-71429C4C5D20}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