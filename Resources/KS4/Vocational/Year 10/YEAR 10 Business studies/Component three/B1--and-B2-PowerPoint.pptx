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80634C-00EA-4825-B0A7-FC66341D34A8}">
  <a:tblStyle styleId="{5E80634C-00EA-4825-B0A7-FC66341D34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{5E80634C-00EA-4825-B0A7-FC66341D34A8}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