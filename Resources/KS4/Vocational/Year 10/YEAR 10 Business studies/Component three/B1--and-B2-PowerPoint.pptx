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336E0F-3FFD-449E-B29D-E94A8DCE047B}">
  <a:tblStyle styleId="{EA336E0F-3FFD-449E-B29D-E94A8DCE04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{EA336E0F-3FFD-449E-B29D-E94A8DCE047B}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