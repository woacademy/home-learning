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6FA7BD-E4F3-4246-AC09-6E23D763A1EB}">
  <a:tblStyle styleId="{926FA7BD-E4F3-4246-AC09-6E23D763A1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{926FA7BD-E4F3-4246-AC09-6E23D763A1EB}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