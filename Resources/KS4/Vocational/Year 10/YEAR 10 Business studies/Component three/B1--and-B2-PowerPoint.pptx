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17F0E9-420E-465B-ACCB-DB470937F17A}">
  <a:tblStyle styleId="{EA17F0E9-420E-465B-ACCB-DB470937F1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{EA17F0E9-420E-465B-ACCB-DB470937F17A}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