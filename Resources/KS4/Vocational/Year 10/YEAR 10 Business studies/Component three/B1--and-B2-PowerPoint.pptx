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433D23-20DE-4E19-B1CD-962FDEFB7C64}">
  <a:tblStyle styleId="{29433D23-20DE-4E19-B1CD-962FDEFB7C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{29433D23-20DE-4E19-B1CD-962FDEFB7C64}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