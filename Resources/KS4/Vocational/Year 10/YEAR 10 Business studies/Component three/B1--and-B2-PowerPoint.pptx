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87E3BF-C709-44FA-89D6-002B86089B13}">
  <a:tblStyle styleId="{4C87E3BF-C709-44FA-89D6-002B86089B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{4C87E3BF-C709-44FA-89D6-002B86089B13}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