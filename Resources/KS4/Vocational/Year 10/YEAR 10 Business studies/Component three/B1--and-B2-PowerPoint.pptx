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827333-5670-4DFA-921D-728ADB4E2A96}">
  <a:tblStyle styleId="{2D827333-5670-4DFA-921D-728ADB4E2A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{2D827333-5670-4DFA-921D-728ADB4E2A96}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