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9CA32D-07E3-42F2-84E3-460ECC7CB993}">
  <a:tblStyle styleId="{3F9CA32D-07E3-42F2-84E3-460ECC7CB9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{3F9CA32D-07E3-42F2-84E3-460ECC7CB993}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