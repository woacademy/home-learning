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54216-92DE-4C45-ABAC-4F3DCCA90D84}">
  <a:tblStyle styleId="{DCE54216-92DE-4C45-ABAC-4F3DCCA90D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{DCE54216-92DE-4C45-ABAC-4F3DCCA90D84}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