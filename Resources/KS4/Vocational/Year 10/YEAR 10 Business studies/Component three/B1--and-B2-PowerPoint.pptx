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6C3D2C-1504-4C87-8CBB-E3FCA3C1C8CB}">
  <a:tblStyle styleId="{F86C3D2C-1504-4C87-8CBB-E3FCA3C1C8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{F86C3D2C-1504-4C87-8CBB-E3FCA3C1C8CB}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