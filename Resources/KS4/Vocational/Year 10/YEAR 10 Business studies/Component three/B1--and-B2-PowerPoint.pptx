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45966B-FC66-4580-817F-6756ABFCC6D0}">
  <a:tblStyle styleId="{FC45966B-FC66-4580-817F-6756ABFCC6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{FC45966B-FC66-4580-817F-6756ABFCC6D0}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