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B4930A-E52F-4743-9345-67D7AC449ED5}">
  <a:tblStyle styleId="{87B4930A-E52F-4743-9345-67D7AC449E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{87B4930A-E52F-4743-9345-67D7AC449ED5}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