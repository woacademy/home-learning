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3B05CD9-7180-4544-99CC-14F634F65037}">
  <a:tblStyle styleId="{C3B05CD9-7180-4544-99CC-14F634F650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{C3B05CD9-7180-4544-99CC-14F634F65037}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