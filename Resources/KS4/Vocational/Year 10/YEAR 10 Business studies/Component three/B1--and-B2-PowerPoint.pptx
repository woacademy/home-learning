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D49B84-843F-4593-8EA3-6111B7F7DAB7}">
  <a:tblStyle styleId="{D9D49B84-843F-4593-8EA3-6111B7F7DA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{D9D49B84-843F-4593-8EA3-6111B7F7DAB7}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