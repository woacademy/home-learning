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F5B9DE-18E9-4AB2-8922-3FBDAC37F2A0}">
  <a:tblStyle styleId="{DEF5B9DE-18E9-4AB2-8922-3FBDAC37F2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{DEF5B9DE-18E9-4AB2-8922-3FBDAC37F2A0}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