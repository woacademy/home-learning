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1A2046-A916-4D3C-9A29-547E4442704B}">
  <a:tblStyle styleId="{CF1A2046-A916-4D3C-9A29-547E444270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{CF1A2046-A916-4D3C-9A29-547E4442704B}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