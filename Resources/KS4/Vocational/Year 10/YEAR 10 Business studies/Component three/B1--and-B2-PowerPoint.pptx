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A8FE15-AAEA-4D18-B53B-175FA3B5CFA0}">
  <a:tblStyle styleId="{A2A8FE15-AAEA-4D18-B53B-175FA3B5CF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{A2A8FE15-AAEA-4D18-B53B-175FA3B5CFA0}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