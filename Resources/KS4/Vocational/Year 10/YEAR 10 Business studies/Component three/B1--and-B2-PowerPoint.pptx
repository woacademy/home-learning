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A32055-48C2-42BA-B9FB-81FEF72277E8}">
  <a:tblStyle styleId="{D4A32055-48C2-42BA-B9FB-81FEF72277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{D4A32055-48C2-42BA-B9FB-81FEF72277E8}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