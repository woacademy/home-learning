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B3386D-2103-4E61-A9F0-F780915A6D06}">
  <a:tblStyle styleId="{67B3386D-2103-4E61-A9F0-F780915A6D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{67B3386D-2103-4E61-A9F0-F780915A6D06}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