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5CF573-3B69-4CF7-88DA-1DBB03B23218}">
  <a:tblStyle styleId="{495CF573-3B69-4CF7-88DA-1DBB03B232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{495CF573-3B69-4CF7-88DA-1DBB03B23218}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