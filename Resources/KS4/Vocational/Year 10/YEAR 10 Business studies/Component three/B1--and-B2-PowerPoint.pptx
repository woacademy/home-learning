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D71B93F-FCA2-4D6C-9426-2BBE7CA35E58}">
  <a:tblStyle styleId="{FD71B93F-FCA2-4D6C-9426-2BBE7CA35E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{FD71B93F-FCA2-4D6C-9426-2BBE7CA35E58}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