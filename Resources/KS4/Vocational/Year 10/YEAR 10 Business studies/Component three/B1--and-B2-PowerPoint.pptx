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FB165F-D244-4F9B-85D3-1063DBDF237B}">
  <a:tblStyle styleId="{DDFB165F-D244-4F9B-85D3-1063DBDF237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{DDFB165F-D244-4F9B-85D3-1063DBDF237B}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