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65C80-3DF7-4448-8D57-5D423FBD7FBF}">
  <a:tblStyle styleId="{85B65C80-3DF7-4448-8D57-5D423FBD7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{85B65C80-3DF7-4448-8D57-5D423FBD7FBF}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