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41CCDD-291D-49A1-AFA6-8C23969FEAC6}">
  <a:tblStyle styleId="{2A41CCDD-291D-49A1-AFA6-8C23969FEA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{2A41CCDD-291D-49A1-AFA6-8C23969FEAC6}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