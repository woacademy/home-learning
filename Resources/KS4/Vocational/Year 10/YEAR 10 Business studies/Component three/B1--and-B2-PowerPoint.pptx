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B27EAD2-9B95-43C5-A5B4-17697D9D1F69}">
  <a:tblStyle styleId="{4B27EAD2-9B95-43C5-A5B4-17697D9D1F6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{4B27EAD2-9B95-43C5-A5B4-17697D9D1F69}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