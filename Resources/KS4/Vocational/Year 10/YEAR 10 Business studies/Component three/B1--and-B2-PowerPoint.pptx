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CD7BAA-AEF3-47B7-9025-C74620DF1F86}">
  <a:tblStyle styleId="{55CD7BAA-AEF3-47B7-9025-C74620DF1F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{55CD7BAA-AEF3-47B7-9025-C74620DF1F86}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