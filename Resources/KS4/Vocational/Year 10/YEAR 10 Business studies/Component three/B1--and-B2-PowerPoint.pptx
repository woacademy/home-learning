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AA77B7-28C2-44C8-9CAE-CD422E885724}">
  <a:tblStyle styleId="{D9AA77B7-28C2-44C8-9CAE-CD422E8857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{D9AA77B7-28C2-44C8-9CAE-CD422E885724}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