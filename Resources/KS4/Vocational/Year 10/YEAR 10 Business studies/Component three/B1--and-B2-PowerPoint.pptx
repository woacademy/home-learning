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B78FB4-C573-4607-91D2-A053582343F5}">
  <a:tblStyle styleId="{8FB78FB4-C573-4607-91D2-A053582343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{8FB78FB4-C573-4607-91D2-A053582343F5}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