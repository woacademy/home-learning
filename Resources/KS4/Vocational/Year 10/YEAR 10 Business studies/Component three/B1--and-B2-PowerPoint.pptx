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A30489-72DA-4DD9-8771-85EB2559D9D6}">
  <a:tblStyle styleId="{07A30489-72DA-4DD9-8771-85EB2559D9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{07A30489-72DA-4DD9-8771-85EB2559D9D6}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