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3925E9-EB29-48DB-8738-348E869E269A}">
  <a:tblStyle styleId="{973925E9-EB29-48DB-8738-348E869E26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{973925E9-EB29-48DB-8738-348E869E269A}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