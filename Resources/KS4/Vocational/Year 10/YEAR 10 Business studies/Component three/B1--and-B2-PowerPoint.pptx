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0E3E59-6CC4-45E1-A5D2-AE409C914563}">
  <a:tblStyle styleId="{600E3E59-6CC4-45E1-A5D2-AE409C9145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{600E3E59-6CC4-45E1-A5D2-AE409C914563}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