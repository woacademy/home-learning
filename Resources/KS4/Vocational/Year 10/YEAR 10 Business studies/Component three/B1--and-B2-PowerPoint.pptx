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6B945D-A176-40AD-B2F9-84910BBF5E72}">
  <a:tblStyle styleId="{3A6B945D-A176-40AD-B2F9-84910BBF5E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{3A6B945D-A176-40AD-B2F9-84910BBF5E72}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