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01CF96-3759-4733-A13E-C54517ED2E0B}">
  <a:tblStyle styleId="{9001CF96-3759-4733-A13E-C54517ED2E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{9001CF96-3759-4733-A13E-C54517ED2E0B}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