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E53B35A-3B36-4E0E-B46B-813B7B54BF2A}">
  <a:tblStyle styleId="{0E53B35A-3B36-4E0E-B46B-813B7B54BF2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3.png"/><Relationship Id="rId5" Type="http://schemas.openxmlformats.org/officeDocument/2006/relationships/image" Target="../media/image7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{0E53B35A-3B36-4E0E-B46B-813B7B54BF2A}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