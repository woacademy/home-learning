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B28E1D-6955-4496-9E43-E6EB7FC582A1}">
  <a:tblStyle styleId="{EBB28E1D-6955-4496-9E43-E6EB7FC582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{EBB28E1D-6955-4496-9E43-E6EB7FC582A1}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