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940192-D187-40C5-83CF-1AE27A261742}">
  <a:tblStyle styleId="{42940192-D187-40C5-83CF-1AE27A26174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{42940192-D187-40C5-83CF-1AE27A261742}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