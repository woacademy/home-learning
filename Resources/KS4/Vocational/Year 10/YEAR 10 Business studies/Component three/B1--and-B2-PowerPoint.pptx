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E540C1-0FE4-4A54-93B0-BA7A8E5EC731}">
  <a:tblStyle styleId="{13E540C1-0FE4-4A54-93B0-BA7A8E5EC7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{13E540C1-0FE4-4A54-93B0-BA7A8E5EC731}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