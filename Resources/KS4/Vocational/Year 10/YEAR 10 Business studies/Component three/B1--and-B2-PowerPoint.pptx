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B54730-31F9-41F3-8F41-647E636EC8C3}">
  <a:tblStyle styleId="{68B54730-31F9-41F3-8F41-647E636EC8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{68B54730-31F9-41F3-8F41-647E636EC8C3}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