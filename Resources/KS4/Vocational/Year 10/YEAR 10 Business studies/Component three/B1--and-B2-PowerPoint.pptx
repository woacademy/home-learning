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25B236-D0AC-4C92-B2BD-A7DA3707EDF0}">
  <a:tblStyle styleId="{F925B236-D0AC-4C92-B2BD-A7DA3707ED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{F925B236-D0AC-4C92-B2BD-A7DA3707EDF0}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