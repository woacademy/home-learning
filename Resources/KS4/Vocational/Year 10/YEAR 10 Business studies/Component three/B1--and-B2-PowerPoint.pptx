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EBE76A-B647-4FA6-B290-91037E2BB327}">
  <a:tblStyle styleId="{99EBE76A-B647-4FA6-B290-91037E2BB3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{99EBE76A-B647-4FA6-B290-91037E2BB327}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