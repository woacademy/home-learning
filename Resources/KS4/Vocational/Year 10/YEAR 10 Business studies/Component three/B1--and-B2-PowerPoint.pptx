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89A812-B144-46AB-8B94-3927FA9F4CCF}">
  <a:tblStyle styleId="{5B89A812-B144-46AB-8B94-3927FA9F4C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{5B89A812-B144-46AB-8B94-3927FA9F4CCF}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