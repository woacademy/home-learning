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1159A5-7BC9-458A-9CD7-95888A35BECB}">
  <a:tblStyle styleId="{041159A5-7BC9-458A-9CD7-95888A35BE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{041159A5-7BC9-458A-9CD7-95888A35BECB}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