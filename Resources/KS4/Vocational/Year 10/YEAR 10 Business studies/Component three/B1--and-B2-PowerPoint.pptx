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24FB87-4E55-44C2-9CD9-30B52B7823BC}">
  <a:tblStyle styleId="{8424FB87-4E55-44C2-9CD9-30B52B7823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{8424FB87-4E55-44C2-9CD9-30B52B7823BC}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