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A3C311A-3635-447D-8D39-D745FB99A441}">
  <a:tblStyle styleId="{BA3C311A-3635-447D-8D39-D745FB99A4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{BA3C311A-3635-447D-8D39-D745FB99A441}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