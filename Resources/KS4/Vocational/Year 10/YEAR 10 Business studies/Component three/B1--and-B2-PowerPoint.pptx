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7A5B49-CA1C-4E11-B2BB-BDAB1B001BBC}">
  <a:tblStyle styleId="{8A7A5B49-CA1C-4E11-B2BB-BDAB1B001B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{8A7A5B49-CA1C-4E11-B2BB-BDAB1B001BBC}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