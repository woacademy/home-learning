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C60A1D-A571-4DD3-B771-EA06EF06C0C2}">
  <a:tblStyle styleId="{74C60A1D-A571-4DD3-B771-EA06EF06C0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{74C60A1D-A571-4DD3-B771-EA06EF06C0C2}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