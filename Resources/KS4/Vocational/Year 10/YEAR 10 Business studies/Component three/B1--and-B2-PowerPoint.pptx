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DB4868-9970-443C-85CB-1487F9B01389}">
  <a:tblStyle styleId="{D6DB4868-9970-443C-85CB-1487F9B013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{D6DB4868-9970-443C-85CB-1487F9B01389}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