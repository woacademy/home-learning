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A967A63-D986-47C7-9DCC-72701F05C5F4}">
  <a:tblStyle styleId="{0A967A63-D986-47C7-9DCC-72701F05C5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{0A967A63-D986-47C7-9DCC-72701F05C5F4}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