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86303D-3F52-45DD-AAD5-85F7AF09AA0A}">
  <a:tblStyle styleId="{0F86303D-3F52-45DD-AAD5-85F7AF09AA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{0F86303D-3F52-45DD-AAD5-85F7AF09AA0A}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