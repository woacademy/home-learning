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FD5CC-99F1-46AA-B0FC-0887771F7F0A}">
  <a:tblStyle styleId="{199FD5CC-99F1-46AA-B0FC-0887771F7F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{199FD5CC-99F1-46AA-B0FC-0887771F7F0A}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