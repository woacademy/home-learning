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C23628-0C8F-474B-8D9B-1B1FCB211ACB}">
  <a:tblStyle styleId="{C2C23628-0C8F-474B-8D9B-1B1FCB211A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{C2C23628-0C8F-474B-8D9B-1B1FCB211ACB}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