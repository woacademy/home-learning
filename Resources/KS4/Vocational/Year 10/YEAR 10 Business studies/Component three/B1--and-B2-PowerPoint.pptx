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FB452-A41C-4D41-AF44-CEF532D3881A}">
  <a:tblStyle styleId="{26AFB452-A41C-4D41-AF44-CEF532D388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{26AFB452-A41C-4D41-AF44-CEF532D3881A}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