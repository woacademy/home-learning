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0A1BC0-AE30-467B-995E-2D3CF7EEFF72}">
  <a:tblStyle styleId="{C60A1BC0-AE30-467B-995E-2D3CF7EEFF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{C60A1BC0-AE30-467B-995E-2D3CF7EEFF72}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