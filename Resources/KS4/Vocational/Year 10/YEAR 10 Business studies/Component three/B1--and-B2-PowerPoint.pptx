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A724928-99F1-497E-AA3D-8DE09D63C878}">
  <a:tblStyle styleId="{BA724928-99F1-497E-AA3D-8DE09D63C87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8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6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{BA724928-99F1-497E-AA3D-8DE09D63C878}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