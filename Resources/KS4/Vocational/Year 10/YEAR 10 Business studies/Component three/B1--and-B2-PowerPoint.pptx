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0A970A-7523-4502-9260-5B4CD8563010}">
  <a:tblStyle styleId="{F40A970A-7523-4502-9260-5B4CD85630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{F40A970A-7523-4502-9260-5B4CD8563010}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