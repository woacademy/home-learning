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26A89F-F729-494E-96DA-AF2E0944D620}">
  <a:tblStyle styleId="{7D26A89F-F729-494E-96DA-AF2E0944D6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{7D26A89F-F729-494E-96DA-AF2E0944D620}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