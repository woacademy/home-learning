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8F5449-CFB2-44A8-9B85-389B30135BE5}">
  <a:tblStyle styleId="{8B8F5449-CFB2-44A8-9B85-389B30135B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{8B8F5449-CFB2-44A8-9B85-389B30135BE5}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