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49F14A-2BBA-474C-932B-564049EC565D}">
  <a:tblStyle styleId="{D449F14A-2BBA-474C-932B-564049EC56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{D449F14A-2BBA-474C-932B-564049EC565D}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