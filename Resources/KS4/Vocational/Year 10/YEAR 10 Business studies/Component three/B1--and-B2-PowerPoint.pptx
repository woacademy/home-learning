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B6A563-55A4-40F1-B055-1FED525044E9}">
  <a:tblStyle styleId="{24B6A563-55A4-40F1-B055-1FED525044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{24B6A563-55A4-40F1-B055-1FED525044E9}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