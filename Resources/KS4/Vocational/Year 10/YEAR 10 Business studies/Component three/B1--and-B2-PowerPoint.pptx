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4E841A-B2D4-4B16-9DBC-4E3A7A5C25BA}">
  <a:tblStyle styleId="{9B4E841A-B2D4-4B16-9DBC-4E3A7A5C25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{9B4E841A-B2D4-4B16-9DBC-4E3A7A5C25BA}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