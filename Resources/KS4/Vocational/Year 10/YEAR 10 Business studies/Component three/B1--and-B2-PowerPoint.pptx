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ED3CFC-1052-44DC-A781-7A11737A6034}">
  <a:tblStyle styleId="{F4ED3CFC-1052-44DC-A781-7A11737A60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{F4ED3CFC-1052-44DC-A781-7A11737A6034}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