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03439D-96AA-4D6D-953A-93A1238FAA9C}">
  <a:tblStyle styleId="{3703439D-96AA-4D6D-953A-93A1238FAA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{3703439D-96AA-4D6D-953A-93A1238FAA9C}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