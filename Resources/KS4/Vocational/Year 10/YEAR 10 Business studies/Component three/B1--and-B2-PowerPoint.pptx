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BAAE11-F3DE-47C1-A338-AF43EE39DC4A}">
  <a:tblStyle styleId="{94BAAE11-F3DE-47C1-A338-AF43EE39DC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{94BAAE11-F3DE-47C1-A338-AF43EE39DC4A}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