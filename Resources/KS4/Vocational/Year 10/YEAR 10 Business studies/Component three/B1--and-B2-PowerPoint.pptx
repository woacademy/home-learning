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7DBCE4A-F278-4E27-B549-E2D9C4E37371}">
  <a:tblStyle styleId="{37DBCE4A-F278-4E27-B549-E2D9C4E3737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8.png"/><Relationship Id="rId5" Type="http://schemas.openxmlformats.org/officeDocument/2006/relationships/image" Target="../media/image7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{37DBCE4A-F278-4E27-B549-E2D9C4E37371}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