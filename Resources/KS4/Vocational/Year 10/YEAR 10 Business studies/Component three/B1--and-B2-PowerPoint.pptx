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1B8DA30-4AF2-4E57-A906-D3645B49BF28}">
  <a:tblStyle styleId="{41B8DA30-4AF2-4E57-A906-D3645B49BF2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{41B8DA30-4AF2-4E57-A906-D3645B49BF28}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