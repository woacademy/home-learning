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C4501E-668E-40B7-9432-5167DB9214C8}">
  <a:tblStyle styleId="{FDC4501E-668E-40B7-9432-5167DB9214C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{FDC4501E-668E-40B7-9432-5167DB9214C8}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