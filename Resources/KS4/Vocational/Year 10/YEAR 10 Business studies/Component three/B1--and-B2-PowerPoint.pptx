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B5B0AC-959B-49C9-8DB1-6A0A80A6B054}">
  <a:tblStyle styleId="{34B5B0AC-959B-49C9-8DB1-6A0A80A6B0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{34B5B0AC-959B-49C9-8DB1-6A0A80A6B054}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