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547925-63EF-48E2-82F5-EE64A5F32E9B}">
  <a:tblStyle styleId="{FD547925-63EF-48E2-82F5-EE64A5F32E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{FD547925-63EF-48E2-82F5-EE64A5F32E9B}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