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CD509-79B6-4017-A6F5-E75BD7718CA0}">
  <a:tblStyle styleId="{4ECCD509-79B6-4017-A6F5-E75BD7718C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{4ECCD509-79B6-4017-A6F5-E75BD7718CA0}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