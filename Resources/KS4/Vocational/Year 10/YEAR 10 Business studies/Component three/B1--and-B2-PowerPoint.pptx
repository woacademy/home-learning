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49A603C-4CF9-4D78-9E5E-FF9A46B18C4C}">
  <a:tblStyle styleId="{E49A603C-4CF9-4D78-9E5E-FF9A46B18C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{E49A603C-4CF9-4D78-9E5E-FF9A46B18C4C}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