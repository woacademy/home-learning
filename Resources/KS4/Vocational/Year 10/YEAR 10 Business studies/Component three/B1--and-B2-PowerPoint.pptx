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2ED4D-61AA-417D-A0D8-EEA21F482DBF}">
  <a:tblStyle styleId="{33B2ED4D-61AA-417D-A0D8-EEA21F482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{33B2ED4D-61AA-417D-A0D8-EEA21F482DBF}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