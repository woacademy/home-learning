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FF34A8-0245-4EFB-8A34-A52DC55732A4}">
  <a:tblStyle styleId="{A0FF34A8-0245-4EFB-8A34-A52DC55732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{A0FF34A8-0245-4EFB-8A34-A52DC55732A4}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