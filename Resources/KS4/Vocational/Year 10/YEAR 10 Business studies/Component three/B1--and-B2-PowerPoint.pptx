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5EDAB91-90E4-4412-B189-FAF20813C94F}">
  <a:tblStyle styleId="{05EDAB91-90E4-4412-B189-FAF20813C94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{05EDAB91-90E4-4412-B189-FAF20813C94F}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