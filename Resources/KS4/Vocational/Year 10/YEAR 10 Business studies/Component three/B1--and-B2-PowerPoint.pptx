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D91FEB-F0E7-412A-9C79-BCF3B7736578}">
  <a:tblStyle styleId="{62D91FEB-F0E7-412A-9C79-BCF3B77365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{62D91FEB-F0E7-412A-9C79-BCF3B7736578}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