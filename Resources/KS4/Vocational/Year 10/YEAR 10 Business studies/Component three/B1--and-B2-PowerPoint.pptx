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D5EC3E-FF8B-49EF-973D-412AFE7DE8F9}">
  <a:tblStyle styleId="{D5D5EC3E-FF8B-49EF-973D-412AFE7DE8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{D5D5EC3E-FF8B-49EF-973D-412AFE7DE8F9}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