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69E9E5-22B0-4851-994A-7836FB34324B}">
  <a:tblStyle styleId="{9369E9E5-22B0-4851-994A-7836FB3432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{9369E9E5-22B0-4851-994A-7836FB34324B}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