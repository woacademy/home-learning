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05A00F-A97D-476E-98D4-1D0ED838FD57}">
  <a:tblStyle styleId="{4E05A00F-A97D-476E-98D4-1D0ED838FD5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{4E05A00F-A97D-476E-98D4-1D0ED838FD57}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