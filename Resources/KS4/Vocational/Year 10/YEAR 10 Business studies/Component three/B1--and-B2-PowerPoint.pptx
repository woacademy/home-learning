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95F5AB-56FE-4214-8B24-DA0ACC6B8ECF}">
  <a:tblStyle styleId="{5995F5AB-56FE-4214-8B24-DA0ACC6B8E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{5995F5AB-56FE-4214-8B24-DA0ACC6B8ECF}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