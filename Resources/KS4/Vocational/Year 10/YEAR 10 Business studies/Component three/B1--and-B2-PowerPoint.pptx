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705F9-707D-4DAA-9B1F-9F928453A088}">
  <a:tblStyle styleId="{BFB705F9-707D-4DAA-9B1F-9F928453A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{BFB705F9-707D-4DAA-9B1F-9F928453A088}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