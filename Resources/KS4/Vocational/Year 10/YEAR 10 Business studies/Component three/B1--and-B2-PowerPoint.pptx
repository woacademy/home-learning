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DEB547-D03F-45DD-B53B-28D7B204A9A4}">
  <a:tblStyle styleId="{3FDEB547-D03F-45DD-B53B-28D7B204A9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{3FDEB547-D03F-45DD-B53B-28D7B204A9A4}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