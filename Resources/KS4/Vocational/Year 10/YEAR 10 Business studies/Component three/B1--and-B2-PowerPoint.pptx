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A3A445-2595-48F8-A4D2-6AD1F5F3B7FB}">
  <a:tblStyle styleId="{DAA3A445-2595-48F8-A4D2-6AD1F5F3B7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{DAA3A445-2595-48F8-A4D2-6AD1F5F3B7FB}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