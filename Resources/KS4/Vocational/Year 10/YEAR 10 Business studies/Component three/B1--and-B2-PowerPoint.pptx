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92BB1B-A5A2-4353-8444-DBD72E06E5AD}">
  <a:tblStyle styleId="{3D92BB1B-A5A2-4353-8444-DBD72E06E5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{3D92BB1B-A5A2-4353-8444-DBD72E06E5AD}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