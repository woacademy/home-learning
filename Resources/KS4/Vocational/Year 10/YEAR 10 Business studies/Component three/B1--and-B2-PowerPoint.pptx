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E7FE9-ED43-42D1-BA98-E06935CC8982}">
  <a:tblStyle styleId="{03DE7FE9-ED43-42D1-BA98-E06935CC89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{03DE7FE9-ED43-42D1-BA98-E06935CC8982}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