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7FEAA2-4FB2-4438-85BB-082A3985D6F7}">
  <a:tblStyle styleId="{D47FEAA2-4FB2-4438-85BB-082A3985D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{D47FEAA2-4FB2-4438-85BB-082A3985D6F7}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