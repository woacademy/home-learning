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4972C-FC59-4BFE-912A-CF3C63D402F6}">
  <a:tblStyle styleId="{E3E4972C-FC59-4BFE-912A-CF3C63D402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{E3E4972C-FC59-4BFE-912A-CF3C63D402F6}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