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1D1BE9-80C0-44CC-A523-A9272F93622A}">
  <a:tblStyle styleId="{431D1BE9-80C0-44CC-A523-A9272F9362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{431D1BE9-80C0-44CC-A523-A9272F93622A}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