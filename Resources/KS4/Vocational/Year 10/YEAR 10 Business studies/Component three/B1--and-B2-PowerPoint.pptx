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6337DB-5FB6-4950-8FDF-020087BF6D70}">
  <a:tblStyle styleId="{BE6337DB-5FB6-4950-8FDF-020087BF6D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{BE6337DB-5FB6-4950-8FDF-020087BF6D70}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