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4BA1FD-C843-4721-B5E9-261BC6819B61}">
  <a:tblStyle styleId="{B14BA1FD-C843-4721-B5E9-261BC6819B6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{B14BA1FD-C843-4721-B5E9-261BC6819B61}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