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AC89648-3B06-4B81-BCDE-DA7602EA6C87}">
  <a:tblStyle styleId="{AAC89648-3B06-4B81-BCDE-DA7602EA6C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{AAC89648-3B06-4B81-BCDE-DA7602EA6C87}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