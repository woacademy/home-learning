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2FE20-B4FE-4CA2-96D4-E75318DDB978}">
  <a:tblStyle styleId="{89D2FE20-B4FE-4CA2-96D4-E75318DDB9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{89D2FE20-B4FE-4CA2-96D4-E75318DDB978}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