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0A0E2E-45A3-4E62-9F4B-3A86C964184E}">
  <a:tblStyle styleId="{8A0A0E2E-45A3-4E62-9F4B-3A86C96418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{8A0A0E2E-45A3-4E62-9F4B-3A86C964184E}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