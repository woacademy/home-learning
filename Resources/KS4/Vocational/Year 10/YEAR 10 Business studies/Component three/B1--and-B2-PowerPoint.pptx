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6A0DFA-F12E-4C91-907E-438525768B4A}">
  <a:tblStyle styleId="{F86A0DFA-F12E-4C91-907E-438525768B4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{F86A0DFA-F12E-4C91-907E-438525768B4A}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