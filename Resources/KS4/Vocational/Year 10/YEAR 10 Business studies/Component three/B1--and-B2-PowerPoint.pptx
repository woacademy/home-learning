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C39AB4-7C5A-4D76-8FAC-ACAE8B8A7B0F}">
  <a:tblStyle styleId="{EBC39AB4-7C5A-4D76-8FAC-ACAE8B8A7B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{EBC39AB4-7C5A-4D76-8FAC-ACAE8B8A7B0F}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