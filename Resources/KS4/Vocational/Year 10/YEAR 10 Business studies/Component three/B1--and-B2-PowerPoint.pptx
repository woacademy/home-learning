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D48B7D-E711-48DF-8619-43CD0FD69C5B}">
  <a:tblStyle styleId="{58D48B7D-E711-48DF-8619-43CD0FD69C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{58D48B7D-E711-48DF-8619-43CD0FD69C5B}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