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11AA96E-0D34-43D7-891C-8B6F2855B536}">
  <a:tblStyle styleId="{211AA96E-0D34-43D7-891C-8B6F2855B5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{211AA96E-0D34-43D7-891C-8B6F2855B536}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