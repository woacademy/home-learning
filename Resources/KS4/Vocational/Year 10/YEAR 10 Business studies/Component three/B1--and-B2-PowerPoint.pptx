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D6C82E-3B6E-4F12-8319-91369380DB06}">
  <a:tblStyle styleId="{43D6C82E-3B6E-4F12-8319-91369380DB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{43D6C82E-3B6E-4F12-8319-91369380DB06}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