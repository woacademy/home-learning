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0255E1-0AFE-48F0-B920-3D51865E3533}">
  <a:tblStyle styleId="{9D0255E1-0AFE-48F0-B920-3D51865E35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{9D0255E1-0AFE-48F0-B920-3D51865E3533}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