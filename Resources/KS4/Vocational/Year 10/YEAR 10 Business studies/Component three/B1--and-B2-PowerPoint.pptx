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0F0A20-05A7-4A8F-842A-973BBB0AF475}">
  <a:tblStyle styleId="{170F0A20-05A7-4A8F-842A-973BBB0AF47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{170F0A20-05A7-4A8F-842A-973BBB0AF475}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