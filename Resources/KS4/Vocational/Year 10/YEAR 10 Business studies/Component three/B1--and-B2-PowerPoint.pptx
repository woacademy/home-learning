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3148E6-8D28-4A0B-BF9C-BB1AE0730CE6}">
  <a:tblStyle styleId="{503148E6-8D28-4A0B-BF9C-BB1AE0730C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{503148E6-8D28-4A0B-BF9C-BB1AE0730CE6}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