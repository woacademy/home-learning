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A31E6E-43AF-4C17-AED8-B72EEB004FF8}">
  <a:tblStyle styleId="{BFA31E6E-43AF-4C17-AED8-B72EEB004F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{BFA31E6E-43AF-4C17-AED8-B72EEB004FF8}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