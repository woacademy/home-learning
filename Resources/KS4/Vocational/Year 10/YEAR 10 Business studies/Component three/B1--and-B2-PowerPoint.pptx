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CFA87C-21DE-45F0-8313-730065DDD542}">
  <a:tblStyle styleId="{82CFA87C-21DE-45F0-8313-730065DDD5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{82CFA87C-21DE-45F0-8313-730065DDD542}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