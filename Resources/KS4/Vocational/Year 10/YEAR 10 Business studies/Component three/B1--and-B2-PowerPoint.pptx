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BE6C63-55CB-415D-9648-FB3455637062}">
  <a:tblStyle styleId="{07BE6C63-55CB-415D-9648-FB34556370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{07BE6C63-55CB-415D-9648-FB3455637062}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