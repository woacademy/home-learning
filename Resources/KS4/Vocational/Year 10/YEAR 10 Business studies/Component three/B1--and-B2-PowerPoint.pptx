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8E8917-D598-4471-A74F-196E3EDCAC7F}">
  <a:tblStyle styleId="{748E8917-D598-4471-A74F-196E3EDCAC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{748E8917-D598-4471-A74F-196E3EDCAC7F}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