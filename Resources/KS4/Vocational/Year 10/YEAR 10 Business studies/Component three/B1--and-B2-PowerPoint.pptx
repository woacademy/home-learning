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2D49B8-CBB2-42F9-A1CD-ECAF2787AA60}">
  <a:tblStyle styleId="{D42D49B8-CBB2-42F9-A1CD-ECAF2787AA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{D42D49B8-CBB2-42F9-A1CD-ECAF2787AA60}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