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3D60CF-BAFF-486A-A597-FFF8AD82F7BE}">
  <a:tblStyle styleId="{C33D60CF-BAFF-486A-A597-FFF8AD82F7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{C33D60CF-BAFF-486A-A597-FFF8AD82F7BE}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