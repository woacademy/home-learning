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D81B61-732C-4566-99A6-915209102179}">
  <a:tblStyle styleId="{5BD81B61-732C-4566-99A6-9152091021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{5BD81B61-732C-4566-99A6-915209102179}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