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16D3DB-DCB5-4601-BC9F-8E398F21922B}">
  <a:tblStyle styleId="{6116D3DB-DCB5-4601-BC9F-8E398F2192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{6116D3DB-DCB5-4601-BC9F-8E398F21922B}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