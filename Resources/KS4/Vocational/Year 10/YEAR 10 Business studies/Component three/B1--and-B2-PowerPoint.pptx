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909A95-219C-4707-BF50-9759DC58B401}">
  <a:tblStyle styleId="{90909A95-219C-4707-BF50-9759DC58B40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{90909A95-219C-4707-BF50-9759DC58B401}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