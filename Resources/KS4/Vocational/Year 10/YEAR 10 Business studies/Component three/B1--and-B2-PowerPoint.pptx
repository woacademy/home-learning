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49A44D-8B80-4824-9D93-713F6BBFA3FA}">
  <a:tblStyle styleId="{C549A44D-8B80-4824-9D93-713F6BBFA3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{C549A44D-8B80-4824-9D93-713F6BBFA3FA}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