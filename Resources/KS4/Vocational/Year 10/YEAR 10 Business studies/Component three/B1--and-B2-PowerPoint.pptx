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B38DB4-7433-4EFA-973A-876361B6CF56}">
  <a:tblStyle styleId="{38B38DB4-7433-4EFA-973A-876361B6CF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{38B38DB4-7433-4EFA-973A-876361B6CF56}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