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998459-FBD4-43F6-9FEF-1863ACB112F9}">
  <a:tblStyle styleId="{6A998459-FBD4-43F6-9FEF-1863ACB112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{6A998459-FBD4-43F6-9FEF-1863ACB112F9}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