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95BE3F-ACDB-4A14-98C6-595F27ED59FD}">
  <a:tblStyle styleId="{CD95BE3F-ACDB-4A14-98C6-595F27ED59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{CD95BE3F-ACDB-4A14-98C6-595F27ED59FD}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