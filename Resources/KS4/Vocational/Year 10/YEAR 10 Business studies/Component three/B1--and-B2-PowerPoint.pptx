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BE4140-DDAD-4411-A99C-0A84D95994DB}">
  <a:tblStyle styleId="{47BE4140-DDAD-4411-A99C-0A84D95994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{47BE4140-DDAD-4411-A99C-0A84D95994DB}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