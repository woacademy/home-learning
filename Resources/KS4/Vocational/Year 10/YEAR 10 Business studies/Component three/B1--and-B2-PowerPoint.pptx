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17EC5F-D18E-4F4C-A906-04D94F7FC01F}">
  <a:tblStyle styleId="{BE17EC5F-D18E-4F4C-A906-04D94F7FC0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{BE17EC5F-D18E-4F4C-A906-04D94F7FC01F}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