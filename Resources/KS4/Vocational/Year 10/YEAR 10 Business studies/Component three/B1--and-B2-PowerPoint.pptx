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257D97-5E2C-48A6-9020-A99BA82F99B1}">
  <a:tblStyle styleId="{6F257D97-5E2C-48A6-9020-A99BA82F99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{6F257D97-5E2C-48A6-9020-A99BA82F99B1}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