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DCC297-1A84-4077-91C2-6907C0710C73}">
  <a:tblStyle styleId="{BBDCC297-1A84-4077-91C2-6907C0710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{BBDCC297-1A84-4077-91C2-6907C0710C73}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