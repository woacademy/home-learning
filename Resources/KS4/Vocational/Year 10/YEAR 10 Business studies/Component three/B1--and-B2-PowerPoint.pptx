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E41F5A-810A-42A0-B7F7-DCC9CDCB0D80}">
  <a:tblStyle styleId="{B0E41F5A-810A-42A0-B7F7-DCC9CDCB0D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{B0E41F5A-810A-42A0-B7F7-DCC9CDCB0D80}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