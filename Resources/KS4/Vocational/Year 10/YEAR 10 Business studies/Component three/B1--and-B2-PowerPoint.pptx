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433BC9-E5C5-4ED5-868A-C84CA6FD556C}">
  <a:tblStyle styleId="{95433BC9-E5C5-4ED5-868A-C84CA6FD55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{95433BC9-E5C5-4ED5-868A-C84CA6FD556C}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