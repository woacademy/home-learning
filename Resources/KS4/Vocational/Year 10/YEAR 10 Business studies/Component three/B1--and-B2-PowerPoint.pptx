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68731-10E6-4122-A7D8-F27734FAEC68}">
  <a:tblStyle styleId="{30868731-10E6-4122-A7D8-F27734FAEC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{30868731-10E6-4122-A7D8-F27734FAEC68}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