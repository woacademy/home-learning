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E53EA5-0EF7-43AC-BDFA-6A1E9978C93E}">
  <a:tblStyle styleId="{19E53EA5-0EF7-43AC-BDFA-6A1E9978C9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{19E53EA5-0EF7-43AC-BDFA-6A1E9978C93E}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