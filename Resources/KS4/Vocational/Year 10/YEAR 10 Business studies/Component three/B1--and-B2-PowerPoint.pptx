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7B668C-1AA9-410E-9EB0-368BEC5533D3}">
  <a:tblStyle styleId="{967B668C-1AA9-410E-9EB0-368BEC5533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{967B668C-1AA9-410E-9EB0-368BEC5533D3}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