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E1B0BF-F248-4519-9534-455F9B853692}">
  <a:tblStyle styleId="{BCE1B0BF-F248-4519-9534-455F9B8536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{BCE1B0BF-F248-4519-9534-455F9B853692}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