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00D5D8-E569-464A-AE4E-B33FB5963DC2}">
  <a:tblStyle styleId="{A700D5D8-E569-464A-AE4E-B33FB5963D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{A700D5D8-E569-464A-AE4E-B33FB5963DC2}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