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8B887A-51E0-4350-BD7F-CEA84DDEB3B3}">
  <a:tblStyle styleId="{B38B887A-51E0-4350-BD7F-CEA84DDEB3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{B38B887A-51E0-4350-BD7F-CEA84DDEB3B3}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