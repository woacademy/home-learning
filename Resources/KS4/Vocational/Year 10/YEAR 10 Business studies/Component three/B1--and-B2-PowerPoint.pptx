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76D960-32AD-425F-9EAC-502D66CFED00}">
  <a:tblStyle styleId="{7076D960-32AD-425F-9EAC-502D66CFED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{7076D960-32AD-425F-9EAC-502D66CFED00}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