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BC2E2A7-F705-416F-977A-F09CC85C8135}">
  <a:tblStyle styleId="{3BC2E2A7-F705-416F-977A-F09CC85C81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{3BC2E2A7-F705-416F-977A-F09CC85C8135}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