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E1BE0B-3376-428E-84A9-6EF21D299902}">
  <a:tblStyle styleId="{79E1BE0B-3376-428E-84A9-6EF21D29990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5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{79E1BE0B-3376-428E-84A9-6EF21D299902}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