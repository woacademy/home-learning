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212CC0E-EC66-4561-BC46-47B9E40013EB}">
  <a:tblStyle styleId="{C212CC0E-EC66-4561-BC46-47B9E40013E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8.png"/><Relationship Id="rId5" Type="http://schemas.openxmlformats.org/officeDocument/2006/relationships/image" Target="../media/image4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{C212CC0E-EC66-4561-BC46-47B9E40013EB}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