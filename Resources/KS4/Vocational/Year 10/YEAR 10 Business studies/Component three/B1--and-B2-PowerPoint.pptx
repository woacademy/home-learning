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1F8736-0250-4B20-9016-7F7C81CFF149}">
  <a:tblStyle styleId="{DF1F8736-0250-4B20-9016-7F7C81CFF1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{DF1F8736-0250-4B20-9016-7F7C81CFF149}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