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8EFEE3-AFD7-4136-8369-C00D17920B8C}">
  <a:tblStyle styleId="{5A8EFEE3-AFD7-4136-8369-C00D17920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{5A8EFEE3-AFD7-4136-8369-C00D17920B8C}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