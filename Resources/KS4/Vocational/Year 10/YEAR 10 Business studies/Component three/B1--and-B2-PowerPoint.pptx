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0F8EDA-0E21-4F61-B871-63B25BC72559}">
  <a:tblStyle styleId="{780F8EDA-0E21-4F61-B871-63B25BC725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{780F8EDA-0E21-4F61-B871-63B25BC72559}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