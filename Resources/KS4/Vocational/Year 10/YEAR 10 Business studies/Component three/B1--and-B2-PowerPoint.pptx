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CE9674-008A-4752-908B-3A5938228454}">
  <a:tblStyle styleId="{E9CE9674-008A-4752-908B-3A59382284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{E9CE9674-008A-4752-908B-3A5938228454}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