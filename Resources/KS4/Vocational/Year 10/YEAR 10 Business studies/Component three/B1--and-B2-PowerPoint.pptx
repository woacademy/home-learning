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AF254A-3BD3-41AB-AA6E-1EF8D7788986}">
  <a:tblStyle styleId="{54AF254A-3BD3-41AB-AA6E-1EF8D77889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{54AF254A-3BD3-41AB-AA6E-1EF8D7788986}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