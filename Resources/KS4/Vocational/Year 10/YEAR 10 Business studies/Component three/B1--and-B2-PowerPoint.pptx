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F24D15-F850-4062-9DBF-F7A54554B25B}">
  <a:tblStyle styleId="{7BF24D15-F850-4062-9DBF-F7A54554B2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{7BF24D15-F850-4062-9DBF-F7A54554B25B}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