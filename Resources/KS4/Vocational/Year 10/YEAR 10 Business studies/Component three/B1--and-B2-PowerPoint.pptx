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DE99F7-0A43-46F8-B366-261025200BEA}">
  <a:tblStyle styleId="{99DE99F7-0A43-46F8-B366-261025200B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{99DE99F7-0A43-46F8-B366-261025200BEA}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