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78B574-13D0-4E0C-9A12-2222AF952FA3}">
  <a:tblStyle styleId="{5578B574-13D0-4E0C-9A12-2222AF952F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{5578B574-13D0-4E0C-9A12-2222AF952FA3}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