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C91EB-75E0-4FB8-AC5A-251868340F4B}">
  <a:tblStyle styleId="{68EC91EB-75E0-4FB8-AC5A-251868340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{68EC91EB-75E0-4FB8-AC5A-251868340F4B}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