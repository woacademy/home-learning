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4A186F-D5E8-471F-9194-67DA8984663A}">
  <a:tblStyle styleId="{FD4A186F-D5E8-471F-9194-67DA898466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{FD4A186F-D5E8-471F-9194-67DA8984663A}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