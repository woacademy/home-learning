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D02374D-4D55-4592-8F42-4B69AA701786}">
  <a:tblStyle styleId="{4D02374D-4D55-4592-8F42-4B69AA7017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{4D02374D-4D55-4592-8F42-4B69AA701786}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