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4C58C4-E31F-4C6D-8C64-BEA91BF23B4C}">
  <a:tblStyle styleId="{1D4C58C4-E31F-4C6D-8C64-BEA91BF23B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{1D4C58C4-E31F-4C6D-8C64-BEA91BF23B4C}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