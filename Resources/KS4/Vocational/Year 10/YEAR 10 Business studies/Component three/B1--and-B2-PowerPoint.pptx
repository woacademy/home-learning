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099CE8-6196-489B-8422-278CF45A2CC7}">
  <a:tblStyle styleId="{1B099CE8-6196-489B-8422-278CF45A2C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{1B099CE8-6196-489B-8422-278CF45A2CC7}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