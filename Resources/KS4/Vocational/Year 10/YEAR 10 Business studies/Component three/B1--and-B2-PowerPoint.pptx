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2C6285-DC86-4073-AFC5-823CE0FE1706}">
  <a:tblStyle styleId="{6B2C6285-DC86-4073-AFC5-823CE0FE17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{6B2C6285-DC86-4073-AFC5-823CE0FE1706}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