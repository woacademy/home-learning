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2D8F8F-3BE1-4C9C-B068-8786F5C7E9C8}">
  <a:tblStyle styleId="{1F2D8F8F-3BE1-4C9C-B068-8786F5C7E9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{1F2D8F8F-3BE1-4C9C-B068-8786F5C7E9C8}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