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07536-8E89-4329-879B-F219FB97CECF}">
  <a:tblStyle styleId="{C9E07536-8E89-4329-879B-F219FB97C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{C9E07536-8E89-4329-879B-F219FB97CECF}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