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691FFC-7389-4620-9D25-F97F8DBE0BBD}">
  <a:tblStyle styleId="{C3691FFC-7389-4620-9D25-F97F8DBE0B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{C3691FFC-7389-4620-9D25-F97F8DBE0BBD}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