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AD6041-231E-4AD5-8A05-834BF494D81A}">
  <a:tblStyle styleId="{E5AD6041-231E-4AD5-8A05-834BF494D8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{E5AD6041-231E-4AD5-8A05-834BF494D81A}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