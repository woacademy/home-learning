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12AF1-CA27-4A1A-B721-71811A5E6DB2}">
  <a:tblStyle styleId="{40612AF1-CA27-4A1A-B721-71811A5E6D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{40612AF1-CA27-4A1A-B721-71811A5E6DB2}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