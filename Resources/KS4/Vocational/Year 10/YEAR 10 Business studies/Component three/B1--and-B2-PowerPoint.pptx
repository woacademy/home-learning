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1C1314-0478-47F5-ADDA-B85EBA218D37}">
  <a:tblStyle styleId="{BC1C1314-0478-47F5-ADDA-B85EBA218D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{BC1C1314-0478-47F5-ADDA-B85EBA218D37}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