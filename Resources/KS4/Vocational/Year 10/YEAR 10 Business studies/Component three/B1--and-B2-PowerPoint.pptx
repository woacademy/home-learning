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005683-5BD5-4979-9CE3-8A375AF7217D}">
  <a:tblStyle styleId="{7C005683-5BD5-4979-9CE3-8A375AF721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{7C005683-5BD5-4979-9CE3-8A375AF7217D}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