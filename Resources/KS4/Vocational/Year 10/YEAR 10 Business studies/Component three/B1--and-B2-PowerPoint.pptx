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71629A-8862-4598-A014-12A6C7296FD8}">
  <a:tblStyle styleId="{2271629A-8862-4598-A014-12A6C7296F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{2271629A-8862-4598-A014-12A6C7296FD8}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