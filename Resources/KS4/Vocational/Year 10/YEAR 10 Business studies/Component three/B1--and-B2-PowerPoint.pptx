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78CB10-2031-4629-8602-8E456EE35EAF}">
  <a:tblStyle styleId="{C578CB10-2031-4629-8602-8E456EE35E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{C578CB10-2031-4629-8602-8E456EE35EAF}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