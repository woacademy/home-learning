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C19E04-D30B-43C5-8AB9-A267CC960171}">
  <a:tblStyle styleId="{D7C19E04-D30B-43C5-8AB9-A267CC9601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{D7C19E04-D30B-43C5-8AB9-A267CC960171}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