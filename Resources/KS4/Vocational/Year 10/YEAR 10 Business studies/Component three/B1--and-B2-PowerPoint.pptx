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688551-E208-4334-963E-D76ED8EAE3CE}">
  <a:tblStyle styleId="{49688551-E208-4334-963E-D76ED8EAE3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{49688551-E208-4334-963E-D76ED8EAE3CE}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