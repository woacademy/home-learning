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6C5E04-11B3-4F09-BB3F-BED707D5DAFD}">
  <a:tblStyle styleId="{EC6C5E04-11B3-4F09-BB3F-BED707D5DA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{EC6C5E04-11B3-4F09-BB3F-BED707D5DAFD}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