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0E92E5-11E5-48CB-952C-1525C6F75D2B}">
  <a:tblStyle styleId="{860E92E5-11E5-48CB-952C-1525C6F75D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{860E92E5-11E5-48CB-952C-1525C6F75D2B}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