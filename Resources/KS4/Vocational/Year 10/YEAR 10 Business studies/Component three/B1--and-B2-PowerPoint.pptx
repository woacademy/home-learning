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673E08-89A7-463A-B710-4035620EFB9A}">
  <a:tblStyle styleId="{28673E08-89A7-463A-B710-4035620EFB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{28673E08-89A7-463A-B710-4035620EFB9A}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