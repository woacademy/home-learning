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24BDDD-16C6-4AAB-9990-6012EAB66CFD}">
  <a:tblStyle styleId="{5624BDDD-16C6-4AAB-9990-6012EAB66C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{5624BDDD-16C6-4AAB-9990-6012EAB66CFD}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