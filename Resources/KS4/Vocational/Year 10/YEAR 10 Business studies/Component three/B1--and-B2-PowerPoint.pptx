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C9758F-1731-4FD9-9481-CC25210B5641}">
  <a:tblStyle styleId="{EBC9758F-1731-4FD9-9481-CC25210B56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{EBC9758F-1731-4FD9-9481-CC25210B5641}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