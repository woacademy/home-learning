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BE51A0-2232-4059-B69D-8AE21C45EC77}">
  <a:tblStyle styleId="{84BE51A0-2232-4059-B69D-8AE21C45EC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{84BE51A0-2232-4059-B69D-8AE21C45EC77}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