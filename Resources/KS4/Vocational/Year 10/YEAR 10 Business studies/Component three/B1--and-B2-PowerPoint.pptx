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751EB-BF70-4C92-BFC1-FFD6E25FE409}">
  <a:tblStyle styleId="{8BE751EB-BF70-4C92-BFC1-FFD6E25FE4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{8BE751EB-BF70-4C92-BFC1-FFD6E25FE409}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