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6CCC99-CD64-47CA-8C0D-C3BEB278967A}">
  <a:tblStyle styleId="{B36CCC99-CD64-47CA-8C0D-C3BEB27896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{B36CCC99-CD64-47CA-8C0D-C3BEB278967A}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