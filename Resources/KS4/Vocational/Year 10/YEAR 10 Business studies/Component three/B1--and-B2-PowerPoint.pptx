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69A60C-63B6-499D-98F8-2DBAF76A3AA2}">
  <a:tblStyle styleId="{6869A60C-63B6-499D-98F8-2DBAF76A3A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{6869A60C-63B6-499D-98F8-2DBAF76A3AA2}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