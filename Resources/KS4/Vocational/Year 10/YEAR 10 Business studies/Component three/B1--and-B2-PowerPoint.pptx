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A8AEE9-3645-4684-8DB6-00C8B3D76E55}">
  <a:tblStyle styleId="{DCA8AEE9-3645-4684-8DB6-00C8B3D76E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{DCA8AEE9-3645-4684-8DB6-00C8B3D76E55}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