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0BAEE4-15AA-450D-95E4-B96448B09B7A}">
  <a:tblStyle styleId="{CF0BAEE4-15AA-450D-95E4-B96448B09B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{CF0BAEE4-15AA-450D-95E4-B96448B09B7A}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