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78BEC2-DDB5-4535-8B8F-9256406FBB0F}">
  <a:tblStyle styleId="{B278BEC2-DDB5-4535-8B8F-9256406FBB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{B278BEC2-DDB5-4535-8B8F-9256406FBB0F}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