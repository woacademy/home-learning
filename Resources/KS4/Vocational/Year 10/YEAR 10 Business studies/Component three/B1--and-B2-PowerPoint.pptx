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274EE6-E3EB-4BE6-992D-1F7F0CE28CB9}">
  <a:tblStyle styleId="{82274EE6-E3EB-4BE6-992D-1F7F0CE28C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{82274EE6-E3EB-4BE6-992D-1F7F0CE28CB9}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