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B7B0C93-71E7-4B6B-85CE-FD46FEC55B60}">
  <a:tblStyle styleId="{7B7B0C93-71E7-4B6B-85CE-FD46FEC55B6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8.png"/><Relationship Id="rId5" Type="http://schemas.openxmlformats.org/officeDocument/2006/relationships/image" Target="../media/image7.jpg"/><Relationship Id="rId6" Type="http://schemas.openxmlformats.org/officeDocument/2006/relationships/image" Target="../media/image3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{7B7B0C93-71E7-4B6B-85CE-FD46FEC55B60}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