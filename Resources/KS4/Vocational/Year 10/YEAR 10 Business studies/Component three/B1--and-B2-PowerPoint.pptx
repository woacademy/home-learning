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1A4578B-2C9E-4A25-9FBC-FE5D0317B3CA}">
  <a:tblStyle styleId="{D1A4578B-2C9E-4A25-9FBC-FE5D0317B3C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{D1A4578B-2C9E-4A25-9FBC-FE5D0317B3CA}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