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A92622-D2A9-4280-A3C5-6864D158EC6B}">
  <a:tblStyle styleId="{E7A92622-D2A9-4280-A3C5-6864D158EC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{E7A92622-D2A9-4280-A3C5-6864D158EC6B}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