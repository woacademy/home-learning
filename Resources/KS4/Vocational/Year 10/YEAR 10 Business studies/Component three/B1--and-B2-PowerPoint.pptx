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560E82-F0AF-49A7-837E-AB008BE040D9}">
  <a:tblStyle styleId="{16560E82-F0AF-49A7-837E-AB008BE040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{16560E82-F0AF-49A7-837E-AB008BE040D9}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