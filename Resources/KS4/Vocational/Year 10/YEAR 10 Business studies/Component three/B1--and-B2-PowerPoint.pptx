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C1298A-02F3-4B42-B3EB-9CF1EA9FB181}">
  <a:tblStyle styleId="{62C1298A-02F3-4B42-B3EB-9CF1EA9FB1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{62C1298A-02F3-4B42-B3EB-9CF1EA9FB181}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