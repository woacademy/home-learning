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696766-B5D6-43D5-92D2-3988EBD5582B}">
  <a:tblStyle styleId="{5F696766-B5D6-43D5-92D2-3988EBD558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{5F696766-B5D6-43D5-92D2-3988EBD5582B}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