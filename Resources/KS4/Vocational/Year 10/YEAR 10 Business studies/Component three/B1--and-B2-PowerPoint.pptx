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7C2A25-321E-4ED4-8D9C-83DA7AA2252F}">
  <a:tblStyle styleId="{077C2A25-321E-4ED4-8D9C-83DA7AA225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{077C2A25-321E-4ED4-8D9C-83DA7AA2252F}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