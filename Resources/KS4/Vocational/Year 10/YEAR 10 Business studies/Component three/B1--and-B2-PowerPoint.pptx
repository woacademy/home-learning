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4DE97BD-DD48-41E2-B10E-2D678BA1E655}">
  <a:tblStyle styleId="{04DE97BD-DD48-41E2-B10E-2D678BA1E65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8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{04DE97BD-DD48-41E2-B10E-2D678BA1E655}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