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1A16F0-A87F-4D84-8004-AED88A3973E0}">
  <a:tblStyle styleId="{681A16F0-A87F-4D84-8004-AED88A3973E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{681A16F0-A87F-4D84-8004-AED88A3973E0}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