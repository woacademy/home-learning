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5B935-8967-46A6-9220-B399728DC919}">
  <a:tblStyle styleId="{C315B935-8967-46A6-9220-B399728DC9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{C315B935-8967-46A6-9220-B399728DC919}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