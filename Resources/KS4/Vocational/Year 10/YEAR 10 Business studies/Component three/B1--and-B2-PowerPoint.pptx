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72DF6D-7D4A-4D62-8163-B6084DECB4DA}">
  <a:tblStyle styleId="{5972DF6D-7D4A-4D62-8163-B6084DECB4D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{5972DF6D-7D4A-4D62-8163-B6084DECB4DA}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