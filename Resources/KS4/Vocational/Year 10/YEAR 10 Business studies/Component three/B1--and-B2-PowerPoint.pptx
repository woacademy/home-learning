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BB63A9-1ACD-4EFC-8C19-3BC020BD4305}">
  <a:tblStyle styleId="{E4BB63A9-1ACD-4EFC-8C19-3BC020BD43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{E4BB63A9-1ACD-4EFC-8C19-3BC020BD4305}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