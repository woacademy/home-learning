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35A26D-FE9E-4F24-B1E4-2705B8934043}">
  <a:tblStyle styleId="{6E35A26D-FE9E-4F24-B1E4-2705B8934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{6E35A26D-FE9E-4F24-B1E4-2705B8934043}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