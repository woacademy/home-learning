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0AB480-E1DE-4B96-B5A0-FB28CA5D8472}">
  <a:tblStyle styleId="{C80AB480-E1DE-4B96-B5A0-FB28CA5D84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{C80AB480-E1DE-4B96-B5A0-FB28CA5D8472}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