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C4E50E-26D5-4A4C-8EA0-1983DB6F5720}">
  <a:tblStyle styleId="{97C4E50E-26D5-4A4C-8EA0-1983DB6F57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{97C4E50E-26D5-4A4C-8EA0-1983DB6F5720}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