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EE9AC88-F858-43DA-8DCE-1D1B7824C2E2}">
  <a:tblStyle styleId="{1EE9AC88-F858-43DA-8DCE-1D1B7824C2E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{1EE9AC88-F858-43DA-8DCE-1D1B7824C2E2}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