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57E3E8F-D7E6-4B74-90D4-3F95840AAFC4}">
  <a:tblStyle styleId="{D57E3E8F-D7E6-4B74-90D4-3F95840AAFC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{D57E3E8F-D7E6-4B74-90D4-3F95840AAFC4}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