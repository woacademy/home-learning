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9C9567-9F43-4F01-B644-DA38A458E5CA}">
  <a:tblStyle styleId="{4C9C9567-9F43-4F01-B644-DA38A458E5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{4C9C9567-9F43-4F01-B644-DA38A458E5CA}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