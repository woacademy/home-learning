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2C19E9-D7CD-4833-B883-12767C938E06}">
  <a:tblStyle styleId="{692C19E9-D7CD-4833-B883-12767C938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{692C19E9-D7CD-4833-B883-12767C938E06}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