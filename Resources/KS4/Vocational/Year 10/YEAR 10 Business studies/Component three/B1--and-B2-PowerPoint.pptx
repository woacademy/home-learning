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A818E-CA92-45FF-9684-036A0058463B}">
  <a:tblStyle styleId="{7CCA818E-CA92-45FF-9684-036A005846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{7CCA818E-CA92-45FF-9684-036A0058463B}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