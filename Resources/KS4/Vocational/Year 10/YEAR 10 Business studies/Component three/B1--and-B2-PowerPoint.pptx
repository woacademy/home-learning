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6D1FDF-31CD-48FD-93F5-0D1E08324684}">
  <a:tblStyle styleId="{096D1FDF-31CD-48FD-93F5-0D1E083246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{096D1FDF-31CD-48FD-93F5-0D1E08324684}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