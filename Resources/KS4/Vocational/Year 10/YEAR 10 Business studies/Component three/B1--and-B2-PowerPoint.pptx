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F2A442-54DC-4F90-8B78-9111944A0383}">
  <a:tblStyle styleId="{24F2A442-54DC-4F90-8B78-9111944A03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{24F2A442-54DC-4F90-8B78-9111944A0383}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