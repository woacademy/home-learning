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3D18F2-AB58-4F4A-9B74-23F209133A46}">
  <a:tblStyle styleId="{B83D18F2-AB58-4F4A-9B74-23F209133A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{B83D18F2-AB58-4F4A-9B74-23F209133A46}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