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66EA2F-B7D7-4C07-85FB-6B5153AFF713}">
  <a:tblStyle styleId="{A166EA2F-B7D7-4C07-85FB-6B5153AFF7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{A166EA2F-B7D7-4C07-85FB-6B5153AFF713}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