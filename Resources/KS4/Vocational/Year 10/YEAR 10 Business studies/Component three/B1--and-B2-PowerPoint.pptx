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77B773-0EF5-4624-B983-6D0A4E865D04}">
  <a:tblStyle styleId="{9477B773-0EF5-4624-B983-6D0A4E865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{9477B773-0EF5-4624-B983-6D0A4E865D04}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