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344F337-1363-4C83-A6FD-E47A03D0F897}">
  <a:tblStyle styleId="{4344F337-1363-4C83-A6FD-E47A03D0F8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{4344F337-1363-4C83-A6FD-E47A03D0F897}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