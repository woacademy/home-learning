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ECD549-B6C2-430F-BA85-C1E7BBE73615}">
  <a:tblStyle styleId="{78ECD549-B6C2-430F-BA85-C1E7BBE736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{78ECD549-B6C2-430F-BA85-C1E7BBE73615}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