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5932B-B958-4020-8620-C087B7F0A619}">
  <a:tblStyle styleId="{E195932B-B958-4020-8620-C087B7F0A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{E195932B-B958-4020-8620-C087B7F0A619}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