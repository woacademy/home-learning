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8D2F7E-AA9D-45F3-BE2F-96DA1A0DB6C6}">
  <a:tblStyle styleId="{5B8D2F7E-AA9D-45F3-BE2F-96DA1A0DB6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{5B8D2F7E-AA9D-45F3-BE2F-96DA1A0DB6C6}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