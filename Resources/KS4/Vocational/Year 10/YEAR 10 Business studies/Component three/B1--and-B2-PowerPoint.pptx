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8386DC-4B34-4282-8779-6D84562D9913}">
  <a:tblStyle styleId="{B88386DC-4B34-4282-8779-6D84562D99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{B88386DC-4B34-4282-8779-6D84562D9913}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