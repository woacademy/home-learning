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7C52D6-0155-4417-BACA-E92F618A7C6B}">
  <a:tblStyle styleId="{707C52D6-0155-4417-BACA-E92F618A7C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{707C52D6-0155-4417-BACA-E92F618A7C6B}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