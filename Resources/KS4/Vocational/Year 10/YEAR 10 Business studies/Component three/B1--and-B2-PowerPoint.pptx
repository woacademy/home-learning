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DD1175-6067-485A-BC30-E8E75947E5A5}">
  <a:tblStyle styleId="{4BDD1175-6067-485A-BC30-E8E75947E5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{4BDD1175-6067-485A-BC30-E8E75947E5A5}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