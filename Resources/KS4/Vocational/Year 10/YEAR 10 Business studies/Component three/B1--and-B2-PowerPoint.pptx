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89555A-C1E7-4DDC-B300-530C636F28D1}">
  <a:tblStyle styleId="{6489555A-C1E7-4DDC-B300-530C636F2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{6489555A-C1E7-4DDC-B300-530C636F28D1}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