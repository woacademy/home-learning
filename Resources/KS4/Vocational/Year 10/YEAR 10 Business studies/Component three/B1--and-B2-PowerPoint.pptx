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2D2B219-D6E5-4AF6-9F8D-11145063F52A}">
  <a:tblStyle styleId="{92D2B219-D6E5-4AF6-9F8D-11145063F5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{92D2B219-D6E5-4AF6-9F8D-11145063F52A}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