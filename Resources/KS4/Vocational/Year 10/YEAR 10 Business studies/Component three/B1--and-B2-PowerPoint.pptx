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0E86ED-5895-4754-81BB-A3E820212C50}">
  <a:tblStyle styleId="{AC0E86ED-5895-4754-81BB-A3E820212C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{AC0E86ED-5895-4754-81BB-A3E820212C50}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