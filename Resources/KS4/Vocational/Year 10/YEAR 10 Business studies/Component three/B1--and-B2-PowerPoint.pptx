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0DB3D7-A3CD-4068-A27E-88F87EC7936F}">
  <a:tblStyle styleId="{B80DB3D7-A3CD-4068-A27E-88F87EC793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{B80DB3D7-A3CD-4068-A27E-88F87EC7936F}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