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55AF74-4432-4303-B945-F564E80D5F24}">
  <a:tblStyle styleId="{9655AF74-4432-4303-B945-F564E80D5F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{9655AF74-4432-4303-B945-F564E80D5F24}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