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FEF309-468E-4269-90F7-60B1627563DA}">
  <a:tblStyle styleId="{CCFEF309-468E-4269-90F7-60B1627563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{CCFEF309-468E-4269-90F7-60B1627563DA}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