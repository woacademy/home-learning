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69544F-3424-4E66-94E8-462EF7DFC6B0}">
  <a:tblStyle styleId="{E969544F-3424-4E66-94E8-462EF7DFC6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{E969544F-3424-4E66-94E8-462EF7DFC6B0}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