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480291-313B-4487-BE16-27D4FBEC79A1}">
  <a:tblStyle styleId="{E7480291-313B-4487-BE16-27D4FBEC79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{E7480291-313B-4487-BE16-27D4FBEC79A1}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