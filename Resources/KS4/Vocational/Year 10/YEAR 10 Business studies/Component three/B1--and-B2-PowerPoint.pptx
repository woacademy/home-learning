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BF9C26-4A4D-47F7-AED8-911BB0780B71}">
  <a:tblStyle styleId="{56BF9C26-4A4D-47F7-AED8-911BB0780B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{56BF9C26-4A4D-47F7-AED8-911BB0780B71}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