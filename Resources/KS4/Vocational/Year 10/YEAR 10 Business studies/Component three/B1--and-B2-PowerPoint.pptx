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A45AE5-3674-4CAC-A002-500EB3805A1F}">
  <a:tblStyle styleId="{8FA45AE5-3674-4CAC-A002-500EB3805A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{8FA45AE5-3674-4CAC-A002-500EB3805A1F}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