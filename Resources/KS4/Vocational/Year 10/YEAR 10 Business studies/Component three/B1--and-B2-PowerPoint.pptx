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E706B7-A273-4058-ABEA-20373C057AF5}">
  <a:tblStyle styleId="{78E706B7-A273-4058-ABEA-20373C057AF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{78E706B7-A273-4058-ABEA-20373C057AF5}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