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D4ADF2-5A90-4E71-BC18-7848EB557097}">
  <a:tblStyle styleId="{8CD4ADF2-5A90-4E71-BC18-7848EB5570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{8CD4ADF2-5A90-4E71-BC18-7848EB557097}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