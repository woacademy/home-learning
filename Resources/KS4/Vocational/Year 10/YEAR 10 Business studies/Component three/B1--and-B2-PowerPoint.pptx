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6B820E-9BDA-47C8-BE1E-311369C9EA29}">
  <a:tblStyle styleId="{956B820E-9BDA-47C8-BE1E-311369C9EA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{956B820E-9BDA-47C8-BE1E-311369C9EA29}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