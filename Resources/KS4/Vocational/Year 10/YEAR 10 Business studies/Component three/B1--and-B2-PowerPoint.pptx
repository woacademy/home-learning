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ED853-FC30-435A-8867-BB25D17A5EA5}">
  <a:tblStyle styleId="{FD8ED853-FC30-435A-8867-BB25D17A5E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{FD8ED853-FC30-435A-8867-BB25D17A5EA5}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