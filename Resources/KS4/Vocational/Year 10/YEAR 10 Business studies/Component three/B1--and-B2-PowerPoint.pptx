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54237D-1352-49FA-BBF9-80AA39322878}">
  <a:tblStyle styleId="{EF54237D-1352-49FA-BBF9-80AA393228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{EF54237D-1352-49FA-BBF9-80AA39322878}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