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B0DAB4-B7D0-4056-8402-D756317DFF8B}">
  <a:tblStyle styleId="{43B0DAB4-B7D0-4056-8402-D756317DFF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{43B0DAB4-B7D0-4056-8402-D756317DFF8B}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