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883481-5601-4073-8A32-6A6C19971956}">
  <a:tblStyle styleId="{A6883481-5601-4073-8A32-6A6C1997195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{A6883481-5601-4073-8A32-6A6C19971956}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