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0EEFE6-55BB-431B-A831-F18B5E50AE28}">
  <a:tblStyle styleId="{6C0EEFE6-55BB-431B-A831-F18B5E50AE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{6C0EEFE6-55BB-431B-A831-F18B5E50AE28}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