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8AB630-1431-45F1-A049-2D875B39066B}">
  <a:tblStyle styleId="{698AB630-1431-45F1-A049-2D875B3906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{698AB630-1431-45F1-A049-2D875B39066B}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