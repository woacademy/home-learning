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AA4BDA-8796-4AAB-887C-1FFF4C677D67}">
  <a:tblStyle styleId="{87AA4BDA-8796-4AAB-887C-1FFF4C677D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{87AA4BDA-8796-4AAB-887C-1FFF4C677D67}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