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A321BE-5E99-40B3-8094-F1EE990CCAA3}">
  <a:tblStyle styleId="{94A321BE-5E99-40B3-8094-F1EE990CCA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{94A321BE-5E99-40B3-8094-F1EE990CCAA3}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