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0E34FA-EC19-4F23-9CDA-FDF989925B71}">
  <a:tblStyle styleId="{AF0E34FA-EC19-4F23-9CDA-FDF989925B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{AF0E34FA-EC19-4F23-9CDA-FDF989925B71}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