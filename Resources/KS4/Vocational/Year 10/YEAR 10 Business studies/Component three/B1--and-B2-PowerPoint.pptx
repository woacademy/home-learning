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FBE3D2-0FCE-4F35-99A4-45F71C11C774}">
  <a:tblStyle styleId="{0CFBE3D2-0FCE-4F35-99A4-45F71C11C7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{0CFBE3D2-0FCE-4F35-99A4-45F71C11C774}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