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6B4420-4498-4244-85F8-C99A3A77730E}">
  <a:tblStyle styleId="{D66B4420-4498-4244-85F8-C99A3A7773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{D66B4420-4498-4244-85F8-C99A3A77730E}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