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4DA5B8-82F5-48BD-B9FE-7FAE049B9780}">
  <a:tblStyle styleId="{DE4DA5B8-82F5-48BD-B9FE-7FAE049B97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{DE4DA5B8-82F5-48BD-B9FE-7FAE049B9780}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