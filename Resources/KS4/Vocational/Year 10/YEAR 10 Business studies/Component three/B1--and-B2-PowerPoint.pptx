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5BE32D-2D72-4294-84D8-64CC12518E0F}">
  <a:tblStyle styleId="{5D5BE32D-2D72-4294-84D8-64CC12518E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{5D5BE32D-2D72-4294-84D8-64CC12518E0F}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