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BD470F4-34C0-49FC-8340-6F09E9F889FC}">
  <a:tblStyle styleId="{CBD470F4-34C0-49FC-8340-6F09E9F889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8.png"/><Relationship Id="rId5" Type="http://schemas.openxmlformats.org/officeDocument/2006/relationships/image" Target="../media/image6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{CBD470F4-34C0-49FC-8340-6F09E9F889FC}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