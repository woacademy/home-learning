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E323E9-E642-4D60-8F95-C41D59B9AF65}">
  <a:tblStyle styleId="{43E323E9-E642-4D60-8F95-C41D59B9AF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{43E323E9-E642-4D60-8F95-C41D59B9AF65}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