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94C8C1-3FEB-4A82-BA11-FAEBCA2DE411}">
  <a:tblStyle styleId="{9794C8C1-3FEB-4A82-BA11-FAEBCA2DE4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{9794C8C1-3FEB-4A82-BA11-FAEBCA2DE411}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