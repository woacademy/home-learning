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C1C1BE-AD7A-40ED-9EEE-AA20AF5428E3}">
  <a:tblStyle styleId="{2EC1C1BE-AD7A-40ED-9EEE-AA20AF5428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{2EC1C1BE-AD7A-40ED-9EEE-AA20AF5428E3}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