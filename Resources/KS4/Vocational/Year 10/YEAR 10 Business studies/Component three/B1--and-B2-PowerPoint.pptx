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E08DA8-ABF4-4462-8EFC-BA0E5A79D0DE}">
  <a:tblStyle styleId="{E6E08DA8-ABF4-4462-8EFC-BA0E5A79D0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{E6E08DA8-ABF4-4462-8EFC-BA0E5A79D0DE}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