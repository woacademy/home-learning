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B5FE75-DA9F-4BCD-A31E-E904ACFA133B}">
  <a:tblStyle styleId="{02B5FE75-DA9F-4BCD-A31E-E904ACFA13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{02B5FE75-DA9F-4BCD-A31E-E904ACFA133B}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