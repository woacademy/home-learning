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29F701-6FFF-4320-A9EE-4605AB196741}">
  <a:tblStyle styleId="{2D29F701-6FFF-4320-A9EE-4605AB1967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{2D29F701-6FFF-4320-A9EE-4605AB196741}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