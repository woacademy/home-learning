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5B3355-CB81-49A2-B463-557779F2B6DD}">
  <a:tblStyle styleId="{375B3355-CB81-49A2-B463-557779F2B6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{375B3355-CB81-49A2-B463-557779F2B6DD}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