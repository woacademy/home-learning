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195A37-E363-42A3-966B-47A21A19CF23}">
  <a:tblStyle styleId="{A2195A37-E363-42A3-966B-47A21A19CF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{A2195A37-E363-42A3-966B-47A21A19CF23}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