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B0F5DF-C2A8-41C8-A6EA-DFEAB6723068}">
  <a:tblStyle styleId="{5DB0F5DF-C2A8-41C8-A6EA-DFEAB67230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{5DB0F5DF-C2A8-41C8-A6EA-DFEAB6723068}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