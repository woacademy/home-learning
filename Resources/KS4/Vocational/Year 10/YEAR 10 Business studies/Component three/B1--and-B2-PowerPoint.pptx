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E0B5AE-FCE6-4943-B133-8679FB3B572C}">
  <a:tblStyle styleId="{7FE0B5AE-FCE6-4943-B133-8679FB3B57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{7FE0B5AE-FCE6-4943-B133-8679FB3B572C}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