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DA145E-1AE2-4415-BB4E-9809400B5D58}">
  <a:tblStyle styleId="{90DA145E-1AE2-4415-BB4E-9809400B5D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{90DA145E-1AE2-4415-BB4E-9809400B5D58}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