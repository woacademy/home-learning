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5CCDF2-EC4D-4CE8-BA1F-98B9A0B6E558}">
  <a:tblStyle styleId="{5A5CCDF2-EC4D-4CE8-BA1F-98B9A0B6E5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{5A5CCDF2-EC4D-4CE8-BA1F-98B9A0B6E558}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