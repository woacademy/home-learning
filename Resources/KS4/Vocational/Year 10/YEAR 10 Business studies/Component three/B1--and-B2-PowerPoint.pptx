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2CBEA9E-ED5C-405E-A35F-ECDD2895AA3E}">
  <a:tblStyle styleId="{22CBEA9E-ED5C-405E-A35F-ECDD2895AA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{22CBEA9E-ED5C-405E-A35F-ECDD2895AA3E}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