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83A2FD-8304-4DD4-94F2-5E8C76C8FDA9}">
  <a:tblStyle styleId="{6D83A2FD-8304-4DD4-94F2-5E8C76C8FD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{6D83A2FD-8304-4DD4-94F2-5E8C76C8FDA9}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