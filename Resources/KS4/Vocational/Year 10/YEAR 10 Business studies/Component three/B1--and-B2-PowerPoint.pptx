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11B073-299A-44E3-9E0B-85F96A473C99}">
  <a:tblStyle styleId="{6711B073-299A-44E3-9E0B-85F96A473C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{6711B073-299A-44E3-9E0B-85F96A473C99}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