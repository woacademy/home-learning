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188BA0-2A5C-4DFF-AE81-55D625F6C985}">
  <a:tblStyle styleId="{A6188BA0-2A5C-4DFF-AE81-55D625F6C9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{A6188BA0-2A5C-4DFF-AE81-55D625F6C985}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