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D07757-B37F-4348-A769-86E907FE52E0}">
  <a:tblStyle styleId="{4CD07757-B37F-4348-A769-86E907FE52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{4CD07757-B37F-4348-A769-86E907FE52E0}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