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440D5-AEB3-4579-B769-FF044923C32B}">
  <a:tblStyle styleId="{DEE440D5-AEB3-4579-B769-FF044923C3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{DEE440D5-AEB3-4579-B769-FF044923C32B}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