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DC5170-EB18-447A-B4CD-02D1B37BEE6F}">
  <a:tblStyle styleId="{E2DC5170-EB18-447A-B4CD-02D1B37BEE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{E2DC5170-EB18-447A-B4CD-02D1B37BEE6F}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