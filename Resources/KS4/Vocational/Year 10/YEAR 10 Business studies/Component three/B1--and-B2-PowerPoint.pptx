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7EBE09-BAE5-4863-B108-B06B8E337E81}">
  <a:tblStyle styleId="{1E7EBE09-BAE5-4863-B108-B06B8E337E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{1E7EBE09-BAE5-4863-B108-B06B8E337E81}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