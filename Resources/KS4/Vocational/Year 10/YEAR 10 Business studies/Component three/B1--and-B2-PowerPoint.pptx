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E720BF-7920-47B4-B439-4DB9D1908187}">
  <a:tblStyle styleId="{0DE720BF-7920-47B4-B439-4DB9D19081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{0DE720BF-7920-47B4-B439-4DB9D1908187}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