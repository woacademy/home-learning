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B8E6CC4-61CA-4E15-A808-FC25F8ADC0C2}">
  <a:tblStyle styleId="{FB8E6CC4-61CA-4E15-A808-FC25F8ADC0C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8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{FB8E6CC4-61CA-4E15-A808-FC25F8ADC0C2}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