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2F7B6-D1A9-4154-8F21-B8882294BEC9}">
  <a:tblStyle styleId="{4172F7B6-D1A9-4154-8F21-B8882294BE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{4172F7B6-D1A9-4154-8F21-B8882294BEC9}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