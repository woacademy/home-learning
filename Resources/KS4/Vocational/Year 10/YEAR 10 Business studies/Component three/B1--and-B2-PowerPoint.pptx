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325AD9-069A-4208-8B51-9570528E1447}">
  <a:tblStyle styleId="{D7325AD9-069A-4208-8B51-9570528E14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{D7325AD9-069A-4208-8B51-9570528E1447}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