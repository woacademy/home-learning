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CC4765-620C-49CB-BD92-EDA401CC2CBB}">
  <a:tblStyle styleId="{AACC4765-620C-49CB-BD92-EDA401CC2C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{AACC4765-620C-49CB-BD92-EDA401CC2CBB}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