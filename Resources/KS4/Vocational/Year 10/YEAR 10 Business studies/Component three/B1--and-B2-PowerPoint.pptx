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1A9D00-080D-43B2-AA08-E33130D48314}">
  <a:tblStyle styleId="{DE1A9D00-080D-43B2-AA08-E33130D48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{DE1A9D00-080D-43B2-AA08-E33130D48314}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