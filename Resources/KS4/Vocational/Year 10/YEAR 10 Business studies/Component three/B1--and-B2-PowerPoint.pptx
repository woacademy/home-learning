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568475-D16F-4FD6-A70D-62D4BDE3F239}">
  <a:tblStyle styleId="{8F568475-D16F-4FD6-A70D-62D4BDE3F2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{8F568475-D16F-4FD6-A70D-62D4BDE3F239}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