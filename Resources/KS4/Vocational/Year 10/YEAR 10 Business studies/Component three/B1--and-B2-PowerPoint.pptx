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7AB2D4-F569-4EF5-8DEE-26168E2124D9}">
  <a:tblStyle styleId="{727AB2D4-F569-4EF5-8DEE-26168E2124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{727AB2D4-F569-4EF5-8DEE-26168E2124D9}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