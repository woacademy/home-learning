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B8C9B0-5A6D-4FE0-9060-D42A5712F12F}">
  <a:tblStyle styleId="{F9B8C9B0-5A6D-4FE0-9060-D42A5712F1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{F9B8C9B0-5A6D-4FE0-9060-D42A5712F12F}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