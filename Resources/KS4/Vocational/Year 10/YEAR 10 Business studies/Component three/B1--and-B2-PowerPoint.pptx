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C113BA-3858-4C08-9027-53834E927499}">
  <a:tblStyle styleId="{D0C113BA-3858-4C08-9027-53834E9274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{D0C113BA-3858-4C08-9027-53834E927499}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