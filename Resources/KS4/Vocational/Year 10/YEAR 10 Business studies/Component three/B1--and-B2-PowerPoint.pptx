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C336AE-D744-4507-A480-3DC73B67436C}">
  <a:tblStyle styleId="{5DC336AE-D744-4507-A480-3DC73B6743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{5DC336AE-D744-4507-A480-3DC73B67436C}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