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DB9AFB-93A2-4EEC-B020-7B3BC0E4744B}">
  <a:tblStyle styleId="{72DB9AFB-93A2-4EEC-B020-7B3BC0E47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{72DB9AFB-93A2-4EEC-B020-7B3BC0E4744B}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