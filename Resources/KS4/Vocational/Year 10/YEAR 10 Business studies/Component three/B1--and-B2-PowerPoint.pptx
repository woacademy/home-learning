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361249-0C4E-41C5-8909-0BB9FF8D4541}">
  <a:tblStyle styleId="{4C361249-0C4E-41C5-8909-0BB9FF8D45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{4C361249-0C4E-41C5-8909-0BB9FF8D4541}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