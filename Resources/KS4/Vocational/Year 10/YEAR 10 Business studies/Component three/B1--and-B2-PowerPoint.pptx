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1385F7-5669-4A3F-B41B-ECBD2DD4EDA0}">
  <a:tblStyle styleId="{F51385F7-5669-4A3F-B41B-ECBD2DD4ED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{F51385F7-5669-4A3F-B41B-ECBD2DD4EDA0}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