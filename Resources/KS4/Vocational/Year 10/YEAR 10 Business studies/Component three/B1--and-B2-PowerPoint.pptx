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D8F060-B4FE-4244-A382-E31709D14310}">
  <a:tblStyle styleId="{D0D8F060-B4FE-4244-A382-E31709D143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{D0D8F060-B4FE-4244-A382-E31709D14310}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