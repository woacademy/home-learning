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201AB8-52D2-4525-8057-5FEE9CB2AB46}">
  <a:tblStyle styleId="{F1201AB8-52D2-4525-8057-5FEE9CB2AB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{F1201AB8-52D2-4525-8057-5FEE9CB2AB46}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