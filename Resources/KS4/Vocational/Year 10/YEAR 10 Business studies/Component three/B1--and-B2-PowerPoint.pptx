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C1ED92-31E0-42EB-94BB-87C5800D5300}">
  <a:tblStyle styleId="{0DC1ED92-31E0-42EB-94BB-87C5800D53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{0DC1ED92-31E0-42EB-94BB-87C5800D5300}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