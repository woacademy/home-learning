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F12DC1-9012-4847-A5ED-B5E63D97A454}">
  <a:tblStyle styleId="{B1F12DC1-9012-4847-A5ED-B5E63D97A4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{B1F12DC1-9012-4847-A5ED-B5E63D97A454}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