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8F0207-B1C5-4899-A3C9-FADD54EBA2CE}">
  <a:tblStyle styleId="{BC8F0207-B1C5-4899-A3C9-FADD54EBA2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{BC8F0207-B1C5-4899-A3C9-FADD54EBA2CE}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