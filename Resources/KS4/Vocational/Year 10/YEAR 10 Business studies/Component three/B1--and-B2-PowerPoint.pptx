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ACB8AC-248C-4B25-8A32-BED99846D6D3}">
  <a:tblStyle styleId="{78ACB8AC-248C-4B25-8A32-BED99846D6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{78ACB8AC-248C-4B25-8A32-BED99846D6D3}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