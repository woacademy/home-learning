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297274-E88C-4146-94CE-52EB02AD1533}">
  <a:tblStyle styleId="{07297274-E88C-4146-94CE-52EB02AD15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{07297274-E88C-4146-94CE-52EB02AD1533}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