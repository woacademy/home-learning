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68EF08-19A0-4CF0-9550-BF1DE787D917}">
  <a:tblStyle styleId="{C968EF08-19A0-4CF0-9550-BF1DE787D9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{C968EF08-19A0-4CF0-9550-BF1DE787D917}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