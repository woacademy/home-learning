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15BDF-C217-4F0E-B14C-3F6E53E8C95E}">
  <a:tblStyle styleId="{2A415BDF-C217-4F0E-B14C-3F6E53E8C9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{2A415BDF-C217-4F0E-B14C-3F6E53E8C95E}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