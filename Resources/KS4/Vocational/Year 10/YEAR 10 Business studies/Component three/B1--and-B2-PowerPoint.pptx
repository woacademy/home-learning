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54CC2A5-18F9-4C4C-AB3E-D2F23F4F84DA}">
  <a:tblStyle styleId="{A54CC2A5-18F9-4C4C-AB3E-D2F23F4F84D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{A54CC2A5-18F9-4C4C-AB3E-D2F23F4F84DA}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