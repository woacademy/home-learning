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CFEC93-60A6-4BA4-BF31-B2C4224159B1}">
  <a:tblStyle styleId="{8FCFEC93-60A6-4BA4-BF31-B2C4224159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{8FCFEC93-60A6-4BA4-BF31-B2C4224159B1}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