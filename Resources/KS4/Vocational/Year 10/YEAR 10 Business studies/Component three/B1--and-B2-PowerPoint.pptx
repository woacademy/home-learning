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1D5EE5-41B1-48B1-8AB7-D32B9299C325}">
  <a:tblStyle styleId="{1F1D5EE5-41B1-48B1-8AB7-D32B9299C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{1F1D5EE5-41B1-48B1-8AB7-D32B9299C325}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