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F7A673-3F16-4707-ACC8-1A7D858A0D1F}">
  <a:tblStyle styleId="{61F7A673-3F16-4707-ACC8-1A7D858A0D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{61F7A673-3F16-4707-ACC8-1A7D858A0D1F}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