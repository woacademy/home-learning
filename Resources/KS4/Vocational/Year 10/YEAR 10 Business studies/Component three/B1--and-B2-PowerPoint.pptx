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E7ADA8-8C12-4E87-9D30-2EA033D55839}">
  <a:tblStyle styleId="{44E7ADA8-8C12-4E87-9D30-2EA033D558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{44E7ADA8-8C12-4E87-9D30-2EA033D55839}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