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7B425F-98DF-4F00-861F-0AC36F96B193}">
  <a:tblStyle styleId="{4B7B425F-98DF-4F00-861F-0AC36F96B1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{4B7B425F-98DF-4F00-861F-0AC36F96B193}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