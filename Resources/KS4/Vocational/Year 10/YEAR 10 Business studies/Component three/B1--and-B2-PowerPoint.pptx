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0BB344-A3FB-4BE3-B1DF-980A58BB90E3}">
  <a:tblStyle styleId="{1E0BB344-A3FB-4BE3-B1DF-980A58BB90E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{1E0BB344-A3FB-4BE3-B1DF-980A58BB90E3}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