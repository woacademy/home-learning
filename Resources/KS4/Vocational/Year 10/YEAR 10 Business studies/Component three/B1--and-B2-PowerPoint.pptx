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FC40A1-2F87-4890-A7CB-A0A06442F2DC}">
  <a:tblStyle styleId="{01FC40A1-2F87-4890-A7CB-A0A06442F2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{01FC40A1-2F87-4890-A7CB-A0A06442F2DC}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