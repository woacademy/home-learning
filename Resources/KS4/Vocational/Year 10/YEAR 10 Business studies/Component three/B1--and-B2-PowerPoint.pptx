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548D0D-7D8F-443B-AB5A-A069052325C6}">
  <a:tblStyle styleId="{13548D0D-7D8F-443B-AB5A-A069052325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{13548D0D-7D8F-443B-AB5A-A069052325C6}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