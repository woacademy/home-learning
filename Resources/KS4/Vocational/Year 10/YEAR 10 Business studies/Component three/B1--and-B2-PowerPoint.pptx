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F4554F-7320-4506-87CA-C64887BAD16C}">
  <a:tblStyle styleId="{70F4554F-7320-4506-87CA-C64887BAD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{70F4554F-7320-4506-87CA-C64887BAD16C}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