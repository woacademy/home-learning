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BE14F9-5BE8-4E39-BDA7-E19BA524453F}">
  <a:tblStyle styleId="{43BE14F9-5BE8-4E39-BDA7-E19BA52445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{43BE14F9-5BE8-4E39-BDA7-E19BA524453F}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