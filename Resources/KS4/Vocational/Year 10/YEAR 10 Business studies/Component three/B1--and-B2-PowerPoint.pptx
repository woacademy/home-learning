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F02AA8-59FA-4427-8FA2-AB6A721A9B48}">
  <a:tblStyle styleId="{07F02AA8-59FA-4427-8FA2-AB6A721A9B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{07F02AA8-59FA-4427-8FA2-AB6A721A9B48}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