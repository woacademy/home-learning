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2D1206-815D-466C-B4BD-D42A0E17C8DC}">
  <a:tblStyle styleId="{9A2D1206-815D-466C-B4BD-D42A0E17C8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{9A2D1206-815D-466C-B4BD-D42A0E17C8DC}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