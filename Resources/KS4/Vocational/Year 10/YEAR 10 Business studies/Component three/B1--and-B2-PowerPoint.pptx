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C023E5-1390-4394-8B6E-CA9D61337C18}">
  <a:tblStyle styleId="{35C023E5-1390-4394-8B6E-CA9D61337C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{35C023E5-1390-4394-8B6E-CA9D61337C18}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