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509A87-4AD7-4018-96A4-DF2B568F75FE}">
  <a:tblStyle styleId="{87509A87-4AD7-4018-96A4-DF2B568F75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{87509A87-4AD7-4018-96A4-DF2B568F75FE}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