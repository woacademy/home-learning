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1CB3BF-CBE9-4EB9-B1F3-1F4065502AEC}">
  <a:tblStyle styleId="{E51CB3BF-CBE9-4EB9-B1F3-1F4065502A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{E51CB3BF-CBE9-4EB9-B1F3-1F4065502AEC}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