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324DF-2125-4C90-9335-616464F4CE18}">
  <a:tblStyle styleId="{293324DF-2125-4C90-9335-616464F4CE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{293324DF-2125-4C90-9335-616464F4CE18}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