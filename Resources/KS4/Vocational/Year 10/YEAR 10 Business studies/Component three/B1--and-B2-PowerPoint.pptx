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4217C-93F0-4568-B582-277CD2B01F49}">
  <a:tblStyle styleId="{E194217C-93F0-4568-B582-277CD2B01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{E194217C-93F0-4568-B582-277CD2B01F49}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