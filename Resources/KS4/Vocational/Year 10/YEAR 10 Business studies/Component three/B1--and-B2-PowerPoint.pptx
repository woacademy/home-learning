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E4BA56-0007-4C20-8665-BF103991BC35}">
  <a:tblStyle styleId="{2FE4BA56-0007-4C20-8665-BF103991BC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{2FE4BA56-0007-4C20-8665-BF103991BC35}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