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662F0-C999-43A6-9D62-652CF48E5711}">
  <a:tblStyle styleId="{D55662F0-C999-43A6-9D62-652CF48E5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{D55662F0-C999-43A6-9D62-652CF48E5711}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