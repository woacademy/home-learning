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06411C-437E-4F73-B2AB-F1B618573608}">
  <a:tblStyle styleId="{3B06411C-437E-4F73-B2AB-F1B6185736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{3B06411C-437E-4F73-B2AB-F1B618573608}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