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1342F1-C580-4AF8-B829-0FFC22B27A27}">
  <a:tblStyle styleId="{ED1342F1-C580-4AF8-B829-0FFC22B27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{ED1342F1-C580-4AF8-B829-0FFC22B27A27}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