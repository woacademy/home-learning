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089DD4-BC38-4111-BD77-F898173CC933}">
  <a:tblStyle styleId="{53089DD4-BC38-4111-BD77-F898173CC9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{53089DD4-BC38-4111-BD77-F898173CC933}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