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D9283-35B5-43B8-A2EF-C9F8D8BFABE1}">
  <a:tblStyle styleId="{F02D9283-35B5-43B8-A2EF-C9F8D8BFAB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{F02D9283-35B5-43B8-A2EF-C9F8D8BFABE1}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