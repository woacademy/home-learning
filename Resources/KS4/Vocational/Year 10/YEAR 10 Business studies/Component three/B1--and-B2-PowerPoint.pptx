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446C92-E63E-4AC6-9FFB-3AF4AFF48109}">
  <a:tblStyle styleId="{D6446C92-E63E-4AC6-9FFB-3AF4AFF481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{D6446C92-E63E-4AC6-9FFB-3AF4AFF48109}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