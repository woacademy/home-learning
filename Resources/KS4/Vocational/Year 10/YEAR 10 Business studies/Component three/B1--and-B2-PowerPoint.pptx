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24A682-CD7B-470A-9ECF-09BCD286E3B9}">
  <a:tblStyle styleId="{6124A682-CD7B-470A-9ECF-09BCD286E3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{6124A682-CD7B-470A-9ECF-09BCD286E3B9}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