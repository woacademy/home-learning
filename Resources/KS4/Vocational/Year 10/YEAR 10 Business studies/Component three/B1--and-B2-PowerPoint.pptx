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87804-441D-4D4B-94E6-CD4B2CEEE2AE}">
  <a:tblStyle styleId="{00587804-441D-4D4B-94E6-CD4B2CEEE2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{00587804-441D-4D4B-94E6-CD4B2CEEE2AE}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