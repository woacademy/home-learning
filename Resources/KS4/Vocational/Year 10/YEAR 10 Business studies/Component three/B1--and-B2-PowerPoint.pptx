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103C5B-948C-4E44-BEF0-9DA64225FA26}">
  <a:tblStyle styleId="{A2103C5B-948C-4E44-BEF0-9DA64225FA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{A2103C5B-948C-4E44-BEF0-9DA64225FA26}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