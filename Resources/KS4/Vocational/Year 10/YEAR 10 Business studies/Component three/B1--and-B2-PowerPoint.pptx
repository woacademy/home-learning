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46F2E1-BAF8-4C4C-BE23-EFAC7771558D}">
  <a:tblStyle styleId="{F146F2E1-BAF8-4C4C-BE23-EFAC77715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{F146F2E1-BAF8-4C4C-BE23-EFAC7771558D}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