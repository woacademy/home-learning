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4FF125-172F-478A-B75F-C28CDDAB196C}">
  <a:tblStyle styleId="{E34FF125-172F-478A-B75F-C28CDDAB19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{E34FF125-172F-478A-B75F-C28CDDAB196C}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