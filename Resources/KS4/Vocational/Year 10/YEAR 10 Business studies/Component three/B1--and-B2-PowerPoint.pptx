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BFF70C-9279-44CD-AEB9-A14C03796388}">
  <a:tblStyle styleId="{7FBFF70C-9279-44CD-AEB9-A14C037963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{7FBFF70C-9279-44CD-AEB9-A14C03796388}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