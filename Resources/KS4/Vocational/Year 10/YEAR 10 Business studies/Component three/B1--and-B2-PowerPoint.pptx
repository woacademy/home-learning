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142CCD-0187-4CDD-9A73-DAB2F9B73E15}">
  <a:tblStyle styleId="{C1142CCD-0187-4CDD-9A73-DAB2F9B73E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{C1142CCD-0187-4CDD-9A73-DAB2F9B73E15}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