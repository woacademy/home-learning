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ED87B2-BB82-4C54-ACA0-207FAB62F93D}">
  <a:tblStyle styleId="{B8ED87B2-BB82-4C54-ACA0-207FAB62F93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{B8ED87B2-BB82-4C54-ACA0-207FAB62F93D}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