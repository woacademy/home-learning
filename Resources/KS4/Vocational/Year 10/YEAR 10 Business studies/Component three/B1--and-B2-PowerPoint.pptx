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EC0813-39C2-4220-A53F-D69EE7CB9DE6}">
  <a:tblStyle styleId="{88EC0813-39C2-4220-A53F-D69EE7CB9D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{88EC0813-39C2-4220-A53F-D69EE7CB9DE6}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