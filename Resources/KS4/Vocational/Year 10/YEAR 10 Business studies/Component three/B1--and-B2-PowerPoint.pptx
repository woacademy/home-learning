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C43704-D19C-4C79-82AC-DEB2B7F68993}">
  <a:tblStyle styleId="{FBC43704-D19C-4C79-82AC-DEB2B7F689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{FBC43704-D19C-4C79-82AC-DEB2B7F68993}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