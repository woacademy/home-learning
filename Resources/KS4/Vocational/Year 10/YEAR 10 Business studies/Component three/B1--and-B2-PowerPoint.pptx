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218F91E5-B8FE-4667-9C2C-155C4A7F86F2}">
  <a:tblStyle styleId="{218F91E5-B8FE-4667-9C2C-155C4A7F86F2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8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Relationship Id="rId4" Type="http://schemas.openxmlformats.org/officeDocument/2006/relationships/image" Target="../media/image6.png"/><Relationship Id="rId5" Type="http://schemas.openxmlformats.org/officeDocument/2006/relationships/image" Target="../media/image7.jpg"/><Relationship Id="rId6" Type="http://schemas.openxmlformats.org/officeDocument/2006/relationships/image" Target="../media/image4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{218F91E5-B8FE-4667-9C2C-155C4A7F86F2}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