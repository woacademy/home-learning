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79DB75-70EC-469E-8504-BCEFEE47616C}">
  <a:tblStyle styleId="{4279DB75-70EC-469E-8504-BCEFEE476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{4279DB75-70EC-469E-8504-BCEFEE47616C}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