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FA73BC-80A3-41F2-8C43-6E8915A7F456}">
  <a:tblStyle styleId="{37FA73BC-80A3-41F2-8C43-6E8915A7F4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{37FA73BC-80A3-41F2-8C43-6E8915A7F456}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