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1BBAB3D-98E6-4D17-9D07-0C93EE4B80E4}">
  <a:tblStyle styleId="{E1BBAB3D-98E6-4D17-9D07-0C93EE4B80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{E1BBAB3D-98E6-4D17-9D07-0C93EE4B80E4}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