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373EF6A-8BCE-4ACF-9864-099C12FE8BD6}">
  <a:tblStyle styleId="{4373EF6A-8BCE-4ACF-9864-099C12FE8BD6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6.png"/><Relationship Id="rId4" Type="http://schemas.openxmlformats.org/officeDocument/2006/relationships/image" Target="../media/image4.png"/><Relationship Id="rId5" Type="http://schemas.openxmlformats.org/officeDocument/2006/relationships/image" Target="../media/image5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{4373EF6A-8BCE-4ACF-9864-099C12FE8BD6}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