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3D5F91-8E4B-4900-91C8-979DBCECC9B1}">
  <a:tblStyle styleId="{3F3D5F91-8E4B-4900-91C8-979DBCECC9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{3F3D5F91-8E4B-4900-91C8-979DBCECC9B1}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