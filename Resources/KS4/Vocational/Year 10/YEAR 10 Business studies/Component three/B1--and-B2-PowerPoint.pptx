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69DE30-B392-4F1E-8919-27AE750DCD2C}">
  <a:tblStyle styleId="{9869DE30-B392-4F1E-8919-27AE750DCD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{9869DE30-B392-4F1E-8919-27AE750DCD2C}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