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328B3B-E106-4224-99D4-202FAE9EDCB4}">
  <a:tblStyle styleId="{0B328B3B-E106-4224-99D4-202FAE9EDC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{0B328B3B-E106-4224-99D4-202FAE9EDCB4}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