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8EA565-0464-4297-92E9-039B04F2EB07}">
  <a:tblStyle styleId="{548EA565-0464-4297-92E9-039B04F2EB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{548EA565-0464-4297-92E9-039B04F2EB07}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