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3E36AC-3E7C-4EEF-B3DB-857A9F742239}">
  <a:tblStyle styleId="{D53E36AC-3E7C-4EEF-B3DB-857A9F7422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{D53E36AC-3E7C-4EEF-B3DB-857A9F742239}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