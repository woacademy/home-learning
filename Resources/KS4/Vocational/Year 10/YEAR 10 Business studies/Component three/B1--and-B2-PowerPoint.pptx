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DBCA4D-C604-4AAA-87F8-812A4926D255}">
  <a:tblStyle styleId="{DADBCA4D-C604-4AAA-87F8-812A4926D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{DADBCA4D-C604-4AAA-87F8-812A4926D255}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