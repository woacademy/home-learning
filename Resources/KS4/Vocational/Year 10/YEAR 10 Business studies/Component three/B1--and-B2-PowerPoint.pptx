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9BC347-AEEF-44CE-9E9A-F788FC60E955}">
  <a:tblStyle styleId="{E69BC347-AEEF-44CE-9E9A-F788FC60E9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{E69BC347-AEEF-44CE-9E9A-F788FC60E955}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