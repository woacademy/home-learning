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393B9-5A06-4663-993F-BAA0C1748A50}">
  <a:tblStyle styleId="{C7D393B9-5A06-4663-993F-BAA0C1748A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{C7D393B9-5A06-4663-993F-BAA0C1748A50}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