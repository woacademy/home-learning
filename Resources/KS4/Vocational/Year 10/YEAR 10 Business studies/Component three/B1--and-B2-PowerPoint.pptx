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7B11E2-0DCA-488A-970B-563C555E9EB4}">
  <a:tblStyle styleId="{E67B11E2-0DCA-488A-970B-563C555E9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{E67B11E2-0DCA-488A-970B-563C555E9EB4}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