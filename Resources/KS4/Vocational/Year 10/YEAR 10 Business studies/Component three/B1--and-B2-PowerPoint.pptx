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51CC98-B62D-4317-A232-38E3987356B2}">
  <a:tblStyle styleId="{4951CC98-B62D-4317-A232-38E3987356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{4951CC98-B62D-4317-A232-38E3987356B2}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