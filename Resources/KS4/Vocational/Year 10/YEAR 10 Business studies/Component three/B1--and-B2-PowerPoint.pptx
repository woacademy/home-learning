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2CBB39-CF9B-4C8A-90E3-5FC0818F9EC0}">
  <a:tblStyle styleId="{DE2CBB39-CF9B-4C8A-90E3-5FC0818F9E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{DE2CBB39-CF9B-4C8A-90E3-5FC0818F9EC0}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