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9C43E2-4BF7-4072-9FDB-7A40AFBCB7DF}">
  <a:tblStyle styleId="{539C43E2-4BF7-4072-9FDB-7A40AFBCB7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{539C43E2-4BF7-4072-9FDB-7A40AFBCB7DF}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