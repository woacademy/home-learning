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97415C-5CD2-45FC-90AB-E7705E0BA30D}">
  <a:tblStyle styleId="{F697415C-5CD2-45FC-90AB-E7705E0BA3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{F697415C-5CD2-45FC-90AB-E7705E0BA30D}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