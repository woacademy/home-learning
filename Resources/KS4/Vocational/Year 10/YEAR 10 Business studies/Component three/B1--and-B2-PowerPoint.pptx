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ED9B8E-E725-4FEA-A917-22250910AF8B}">
  <a:tblStyle styleId="{C1ED9B8E-E725-4FEA-A917-22250910AF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{C1ED9B8E-E725-4FEA-A917-22250910AF8B}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