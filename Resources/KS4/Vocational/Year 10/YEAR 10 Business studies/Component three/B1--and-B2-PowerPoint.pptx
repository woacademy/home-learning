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329ABA-45D3-4E65-80F6-FA77682FB0FA}">
  <a:tblStyle styleId="{56329ABA-45D3-4E65-80F6-FA77682FB0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{56329ABA-45D3-4E65-80F6-FA77682FB0FA}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