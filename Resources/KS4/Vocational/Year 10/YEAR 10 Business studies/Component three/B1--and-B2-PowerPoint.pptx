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3AF07F-33C4-4361-93CC-AC889E0BA843}">
  <a:tblStyle styleId="{2B3AF07F-33C4-4361-93CC-AC889E0BA8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{2B3AF07F-33C4-4361-93CC-AC889E0BA843}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