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53C9CD5-DF2F-4CCA-B2B9-5D05C15D14A8}">
  <a:tblStyle styleId="{453C9CD5-DF2F-4CCA-B2B9-5D05C15D14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7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{453C9CD5-DF2F-4CCA-B2B9-5D05C15D14A8}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