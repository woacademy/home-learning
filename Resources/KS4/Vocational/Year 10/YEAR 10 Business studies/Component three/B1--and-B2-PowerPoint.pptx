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6C273CF-9C07-4F40-BE37-45F87A16DAE6}">
  <a:tblStyle styleId="{16C273CF-9C07-4F40-BE37-45F87A16DAE6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{16C273CF-9C07-4F40-BE37-45F87A16DAE6}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