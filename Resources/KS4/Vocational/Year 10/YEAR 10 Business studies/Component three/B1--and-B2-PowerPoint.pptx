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429D3F-CCA9-4250-9B6B-73FB46269729}">
  <a:tblStyle styleId="{4A429D3F-CCA9-4250-9B6B-73FB462697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{4A429D3F-CCA9-4250-9B6B-73FB46269729}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