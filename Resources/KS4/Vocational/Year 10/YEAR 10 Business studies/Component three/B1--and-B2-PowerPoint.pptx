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2B5BE7-F238-4D80-9387-7944E24FE06D}">
  <a:tblStyle styleId="{982B5BE7-F238-4D80-9387-7944E24FE0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{982B5BE7-F238-4D80-9387-7944E24FE06D}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