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93660BE-ADAE-43B1-85F3-BC4A3460A41C}">
  <a:tblStyle styleId="{993660BE-ADAE-43B1-85F3-BC4A3460A41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5.png"/><Relationship Id="rId5" Type="http://schemas.openxmlformats.org/officeDocument/2006/relationships/image" Target="../media/image4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{993660BE-ADAE-43B1-85F3-BC4A3460A41C}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