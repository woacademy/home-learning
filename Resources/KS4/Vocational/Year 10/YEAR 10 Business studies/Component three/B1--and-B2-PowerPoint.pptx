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9B3733-44AA-436D-969E-96BC58B8ACBD}">
  <a:tblStyle styleId="{C79B3733-44AA-436D-969E-96BC58B8AC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{C79B3733-44AA-436D-969E-96BC58B8ACBD}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