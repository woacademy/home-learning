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167784-6E8A-41E6-9423-B32DBF0BB553}">
  <a:tblStyle styleId="{71167784-6E8A-41E6-9423-B32DBF0BB5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{71167784-6E8A-41E6-9423-B32DBF0BB553}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