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455427-D8BB-4B0B-9D40-5C4BB6067AD2}">
  <a:tblStyle styleId="{B7455427-D8BB-4B0B-9D40-5C4BB6067A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{B7455427-D8BB-4B0B-9D40-5C4BB6067AD2}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