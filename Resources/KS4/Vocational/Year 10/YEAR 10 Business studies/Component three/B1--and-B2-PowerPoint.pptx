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F8037-2F2E-4C16-97F1-671D4E2DEB6D}">
  <a:tblStyle styleId="{9A9F8037-2F2E-4C16-97F1-671D4E2DEB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{9A9F8037-2F2E-4C16-97F1-671D4E2DEB6D}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