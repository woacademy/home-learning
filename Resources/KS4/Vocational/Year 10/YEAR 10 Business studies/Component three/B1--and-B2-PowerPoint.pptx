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D1F85-C5F7-422B-BC96-75BE74711111}">
  <a:tblStyle styleId="{A46D1F85-C5F7-422B-BC96-75BE74711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{A46D1F85-C5F7-422B-BC96-75BE74711111}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