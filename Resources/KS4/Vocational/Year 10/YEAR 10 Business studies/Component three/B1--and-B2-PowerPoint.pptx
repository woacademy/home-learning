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D2591B-B1A7-4EDA-B44F-6C855FAFDE04}">
  <a:tblStyle styleId="{41D2591B-B1A7-4EDA-B44F-6C855FAFDE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{41D2591B-B1A7-4EDA-B44F-6C855FAFDE04}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