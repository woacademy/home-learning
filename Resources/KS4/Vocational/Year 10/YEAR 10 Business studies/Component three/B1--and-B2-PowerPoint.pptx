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CBE695-0521-48CB-9D1E-DE5A02C3D953}">
  <a:tblStyle styleId="{E6CBE695-0521-48CB-9D1E-DE5A02C3D9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{E6CBE695-0521-48CB-9D1E-DE5A02C3D953}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