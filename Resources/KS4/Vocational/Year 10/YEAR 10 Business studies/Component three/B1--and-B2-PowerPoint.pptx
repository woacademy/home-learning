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6D1F94-CF15-4704-A9DD-E19A3D29B638}">
  <a:tblStyle styleId="{246D1F94-CF15-4704-A9DD-E19A3D29B6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{246D1F94-CF15-4704-A9DD-E19A3D29B638}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