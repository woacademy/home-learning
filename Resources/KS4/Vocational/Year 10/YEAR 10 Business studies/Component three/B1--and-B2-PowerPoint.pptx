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8BE4C6-74FA-406C-8F05-35763302CE71}">
  <a:tblStyle styleId="{948BE4C6-74FA-406C-8F05-35763302CE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{948BE4C6-74FA-406C-8F05-35763302CE71}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