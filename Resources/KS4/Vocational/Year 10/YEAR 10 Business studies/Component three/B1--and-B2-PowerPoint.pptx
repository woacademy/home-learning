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1D51C9B-A4C5-4FC2-918C-819DD37D0937}">
  <a:tblStyle styleId="{51D51C9B-A4C5-4FC2-918C-819DD37D093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{51D51C9B-A4C5-4FC2-918C-819DD37D0937}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