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FCDC96-255C-4C55-8662-37AB007B4112}">
  <a:tblStyle styleId="{EEFCDC96-255C-4C55-8662-37AB007B41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{EEFCDC96-255C-4C55-8662-37AB007B4112}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