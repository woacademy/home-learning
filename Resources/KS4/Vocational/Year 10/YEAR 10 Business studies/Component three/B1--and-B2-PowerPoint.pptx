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75961A-D1A1-45FA-90DC-2E0FA6F1428B}">
  <a:tblStyle styleId="{8075961A-D1A1-45FA-90DC-2E0FA6F142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{8075961A-D1A1-45FA-90DC-2E0FA6F1428B}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