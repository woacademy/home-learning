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94A437-9FA3-4E47-815C-6B70FB3F80AE}">
  <a:tblStyle styleId="{0C94A437-9FA3-4E47-815C-6B70FB3F80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{0C94A437-9FA3-4E47-815C-6B70FB3F80AE}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