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856AF-C667-4E51-95BE-552ABCD6D3C1}">
  <a:tblStyle styleId="{462856AF-C667-4E51-95BE-552ABCD6D3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{462856AF-C667-4E51-95BE-552ABCD6D3C1}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