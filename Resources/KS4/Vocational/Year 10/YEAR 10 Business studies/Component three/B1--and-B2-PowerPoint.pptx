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3790DD-833E-497C-BE74-681DDF63416E}">
  <a:tblStyle styleId="{BC3790DD-833E-497C-BE74-681DDF6341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{BC3790DD-833E-497C-BE74-681DDF63416E}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