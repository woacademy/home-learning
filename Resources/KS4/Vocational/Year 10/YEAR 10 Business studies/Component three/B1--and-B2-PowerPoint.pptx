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524302-81FF-40D2-927D-9F16C951E101}">
  <a:tblStyle styleId="{97524302-81FF-40D2-927D-9F16C951E1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{97524302-81FF-40D2-927D-9F16C951E101}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