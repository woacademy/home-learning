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B15675-F82E-486D-9615-D710BFD21E2D}">
  <a:tblStyle styleId="{67B15675-F82E-486D-9615-D710BFD21E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{67B15675-F82E-486D-9615-D710BFD21E2D}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