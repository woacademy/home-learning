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CE6B70-9E47-483C-ADD0-3AFC5E7D6A4D}">
  <a:tblStyle styleId="{2CCE6B70-9E47-483C-ADD0-3AFC5E7D6A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{2CCE6B70-9E47-483C-ADD0-3AFC5E7D6A4D}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