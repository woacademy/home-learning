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0B409-62F7-4D7B-9DA5-F2F727F41297}">
  <a:tblStyle styleId="{75C0B409-62F7-4D7B-9DA5-F2F727F412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{75C0B409-62F7-4D7B-9DA5-F2F727F41297}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