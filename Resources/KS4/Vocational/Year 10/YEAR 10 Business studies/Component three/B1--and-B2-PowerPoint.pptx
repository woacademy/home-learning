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136535-A535-4748-ACFF-AFDB7302099A}">
  <a:tblStyle styleId="{00136535-A535-4748-ACFF-AFDB730209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{00136535-A535-4748-ACFF-AFDB7302099A}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