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AA31A8-85D8-4BBF-B67C-B41580B0251A}">
  <a:tblStyle styleId="{02AA31A8-85D8-4BBF-B67C-B41580B025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{02AA31A8-85D8-4BBF-B67C-B41580B0251A}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