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380F04-E3F4-4BC2-893C-5689DC44882D}">
  <a:tblStyle styleId="{52380F04-E3F4-4BC2-893C-5689DC4488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{52380F04-E3F4-4BC2-893C-5689DC44882D}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