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CB31FE-C1D9-4707-8F23-C2FF372FE7D4}">
  <a:tblStyle styleId="{45CB31FE-C1D9-4707-8F23-C2FF372FE7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{45CB31FE-C1D9-4707-8F23-C2FF372FE7D4}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