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0FE3EF-1ACE-4200-A0C0-B97726FCF1A3}">
  <a:tblStyle styleId="{4B0FE3EF-1ACE-4200-A0C0-B97726FCF1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{4B0FE3EF-1ACE-4200-A0C0-B97726FCF1A3}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