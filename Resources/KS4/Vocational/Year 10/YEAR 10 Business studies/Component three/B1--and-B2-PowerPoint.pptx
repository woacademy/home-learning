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6B8DBB-951A-4EF8-A160-E83B18411FFC}">
  <a:tblStyle styleId="{076B8DBB-951A-4EF8-A160-E83B18411F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{076B8DBB-951A-4EF8-A160-E83B18411FFC}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