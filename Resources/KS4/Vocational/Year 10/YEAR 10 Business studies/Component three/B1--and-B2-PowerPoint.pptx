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C4EF73-6239-4E62-80F7-47EF6C4B4F2B}">
  <a:tblStyle styleId="{F9C4EF73-6239-4E62-80F7-47EF6C4B4F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{F9C4EF73-6239-4E62-80F7-47EF6C4B4F2B}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