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9018A6-E9CF-4A21-A9BA-761C9970D0C5}">
  <a:tblStyle styleId="{D39018A6-E9CF-4A21-A9BA-761C9970D0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{D39018A6-E9CF-4A21-A9BA-761C9970D0C5}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