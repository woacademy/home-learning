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9A1C79-7B98-401D-A642-502D39D80567}">
  <a:tblStyle styleId="{D39A1C79-7B98-401D-A642-502D39D805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{D39A1C79-7B98-401D-A642-502D39D80567}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