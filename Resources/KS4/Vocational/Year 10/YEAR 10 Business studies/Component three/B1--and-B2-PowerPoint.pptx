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42120A-4D13-4416-8720-5AE448E34307}">
  <a:tblStyle styleId="{FB42120A-4D13-4416-8720-5AE448E343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{FB42120A-4D13-4416-8720-5AE448E34307}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