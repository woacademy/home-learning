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7B0B1E-F3F2-4F56-B622-0864F5D8D064}">
  <a:tblStyle styleId="{5F7B0B1E-F3F2-4F56-B622-0864F5D8D0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{5F7B0B1E-F3F2-4F56-B622-0864F5D8D064}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