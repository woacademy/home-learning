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329981-753C-42C0-881A-8AB7FCAA6A37}">
  <a:tblStyle styleId="{5A329981-753C-42C0-881A-8AB7FCAA6A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{5A329981-753C-42C0-881A-8AB7FCAA6A37}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