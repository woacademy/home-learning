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5DC327-8E90-4FFD-B179-A6AD1137A1AA}">
  <a:tblStyle styleId="{F05DC327-8E90-4FFD-B179-A6AD1137A1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{F05DC327-8E90-4FFD-B179-A6AD1137A1AA}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