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462BB1-1A78-46AC-936D-D71EA854E0D9}">
  <a:tblStyle styleId="{2A462BB1-1A78-46AC-936D-D71EA854E0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{2A462BB1-1A78-46AC-936D-D71EA854E0D9}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