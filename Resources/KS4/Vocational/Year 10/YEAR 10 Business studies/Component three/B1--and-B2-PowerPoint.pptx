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43A9E-7364-464C-81D5-19352968941B}">
  <a:tblStyle styleId="{1BF43A9E-7364-464C-81D5-1935296894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{1BF43A9E-7364-464C-81D5-19352968941B}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