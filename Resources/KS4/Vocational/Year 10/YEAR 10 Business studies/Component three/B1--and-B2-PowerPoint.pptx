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5C3EA2-F871-439B-A888-1F9B67C1C0E3}">
  <a:tblStyle styleId="{E85C3EA2-F871-439B-A888-1F9B67C1C0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{E85C3EA2-F871-439B-A888-1F9B67C1C0E3}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