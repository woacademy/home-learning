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56085D-7BD7-4FB3-A2E3-CD629179C9F9}">
  <a:tblStyle styleId="{7B56085D-7BD7-4FB3-A2E3-CD629179C9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{7B56085D-7BD7-4FB3-A2E3-CD629179C9F9}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