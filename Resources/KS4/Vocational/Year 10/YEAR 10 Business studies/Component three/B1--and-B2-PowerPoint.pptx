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E52587-ADEE-44A0-8F31-E73D409DC8AA}">
  <a:tblStyle styleId="{84E52587-ADEE-44A0-8F31-E73D409DC8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{84E52587-ADEE-44A0-8F31-E73D409DC8AA}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