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56F89-F846-497D-985F-3CBC9C1CFAC4}">
  <a:tblStyle styleId="{65656F89-F846-497D-985F-3CBC9C1CF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{65656F89-F846-497D-985F-3CBC9C1CFAC4}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