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0A86CF-F0DC-4536-BC65-4901D54E5B1D}">
  <a:tblStyle styleId="{D30A86CF-F0DC-4536-BC65-4901D54E5B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{D30A86CF-F0DC-4536-BC65-4901D54E5B1D}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