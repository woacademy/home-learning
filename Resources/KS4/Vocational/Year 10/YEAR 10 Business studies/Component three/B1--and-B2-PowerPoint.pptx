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A8428-4381-45CD-B06F-E2359C4E79BA}">
  <a:tblStyle styleId="{BC3A8428-4381-45CD-B06F-E2359C4E79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{BC3A8428-4381-45CD-B06F-E2359C4E79BA}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