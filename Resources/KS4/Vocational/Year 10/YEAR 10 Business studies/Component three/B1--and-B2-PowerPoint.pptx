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046309-E156-40FB-A0F3-D3A380A49DA2}">
  <a:tblStyle styleId="{FA046309-E156-40FB-A0F3-D3A380A49D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{FA046309-E156-40FB-A0F3-D3A380A49DA2}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