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533C51-4AE5-4193-A725-C481B4F301FD}">
  <a:tblStyle styleId="{34533C51-4AE5-4193-A725-C481B4F301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{34533C51-4AE5-4193-A725-C481B4F301FD}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