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FC8E9B-0E7A-46F4-B581-E791D2C43184}">
  <a:tblStyle styleId="{76FC8E9B-0E7A-46F4-B581-E791D2C431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{76FC8E9B-0E7A-46F4-B581-E791D2C43184}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