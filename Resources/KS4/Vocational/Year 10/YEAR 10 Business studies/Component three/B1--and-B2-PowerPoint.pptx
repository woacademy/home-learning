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D22DAA-7D77-4AC8-90B9-6F170977DDCB}">
  <a:tblStyle styleId="{08D22DAA-7D77-4AC8-90B9-6F170977DD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{08D22DAA-7D77-4AC8-90B9-6F170977DDCB}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