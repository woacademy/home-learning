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78647E-732A-4CD8-8BA7-747BC010E35C}">
  <a:tblStyle styleId="{9778647E-732A-4CD8-8BA7-747BC010E3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{9778647E-732A-4CD8-8BA7-747BC010E35C}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