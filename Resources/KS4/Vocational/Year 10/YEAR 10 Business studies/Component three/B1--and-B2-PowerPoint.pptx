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62953F6-7082-4606-B743-3B6E1A9FBFB7}">
  <a:tblStyle styleId="{D62953F6-7082-4606-B743-3B6E1A9FBFB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8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{D62953F6-7082-4606-B743-3B6E1A9FBFB7}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