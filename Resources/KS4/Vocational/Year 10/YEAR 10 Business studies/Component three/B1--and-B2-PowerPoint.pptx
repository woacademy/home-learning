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80FD92-8271-4DE9-B485-99C950D42D0E}">
  <a:tblStyle styleId="{7980FD92-8271-4DE9-B485-99C950D42D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{7980FD92-8271-4DE9-B485-99C950D42D0E}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