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8E7AA87-48C2-4CF0-A360-318CCF1DC765}">
  <a:tblStyle styleId="{C8E7AA87-48C2-4CF0-A360-318CCF1DC76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4.png"/><Relationship Id="rId5" Type="http://schemas.openxmlformats.org/officeDocument/2006/relationships/image" Target="../media/image5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{C8E7AA87-48C2-4CF0-A360-318CCF1DC765}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