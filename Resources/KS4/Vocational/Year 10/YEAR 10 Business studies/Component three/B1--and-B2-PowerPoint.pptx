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5D750A-09E5-463B-AE14-F33F4592D477}">
  <a:tblStyle styleId="{285D750A-09E5-463B-AE14-F33F4592D4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{285D750A-09E5-463B-AE14-F33F4592D477}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