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AEF73F-ADA5-472D-AEEB-10F2BDCB5906}">
  <a:tblStyle styleId="{53AEF73F-ADA5-472D-AEEB-10F2BDCB59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{53AEF73F-ADA5-472D-AEEB-10F2BDCB5906}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