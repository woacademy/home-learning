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2D269D-246A-4625-A4A9-CDE50DC4E2A0}">
  <a:tblStyle styleId="{6C2D269D-246A-4625-A4A9-CDE50DC4E2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{6C2D269D-246A-4625-A4A9-CDE50DC4E2A0}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