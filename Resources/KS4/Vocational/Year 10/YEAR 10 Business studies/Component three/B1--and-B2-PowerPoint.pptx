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58C54-A4FB-4BAA-944A-10A20ABCF230}">
  <a:tblStyle styleId="{AE558C54-A4FB-4BAA-944A-10A20ABCF2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{AE558C54-A4FB-4BAA-944A-10A20ABCF230}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