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055488-EB15-48FA-8C31-165B45933B42}">
  <a:tblStyle styleId="{2A055488-EB15-48FA-8C31-165B45933B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{2A055488-EB15-48FA-8C31-165B45933B42}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