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9DAC4E-5916-4A53-B463-A39CFE1ACD31}">
  <a:tblStyle styleId="{779DAC4E-5916-4A53-B463-A39CFE1ACD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{779DAC4E-5916-4A53-B463-A39CFE1ACD31}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