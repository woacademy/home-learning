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D0DAF-B721-4E0C-AA77-EB7369298291}">
  <a:tblStyle styleId="{6E6D0DAF-B721-4E0C-AA77-EB73692982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{6E6D0DAF-B721-4E0C-AA77-EB7369298291}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