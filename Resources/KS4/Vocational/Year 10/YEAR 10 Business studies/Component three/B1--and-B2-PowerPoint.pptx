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79B6A3-C702-427F-BDA0-F257CD92AAE5}">
  <a:tblStyle styleId="{EF79B6A3-C702-427F-BDA0-F257CD92AA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{EF79B6A3-C702-427F-BDA0-F257CD92AAE5}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