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8278D4-FB20-4190-AD75-FAC57EC8DA84}">
  <a:tblStyle styleId="{0C8278D4-FB20-4190-AD75-FAC57EC8DA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{0C8278D4-FB20-4190-AD75-FAC57EC8DA84}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