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09809-93C2-496F-8B27-67112CA7DD94}">
  <a:tblStyle styleId="{A9109809-93C2-496F-8B27-67112CA7D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{A9109809-93C2-496F-8B27-67112CA7DD94}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