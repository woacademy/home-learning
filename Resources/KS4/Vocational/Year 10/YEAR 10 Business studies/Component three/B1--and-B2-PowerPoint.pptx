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B4DE6D-FC89-4142-8149-C490938190CE}">
  <a:tblStyle styleId="{D7B4DE6D-FC89-4142-8149-C490938190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{D7B4DE6D-FC89-4142-8149-C490938190CE}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