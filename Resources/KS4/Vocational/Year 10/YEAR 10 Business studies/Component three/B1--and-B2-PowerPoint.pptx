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4E8BAC-E8BF-40BF-BF7E-74F72CB067F2}">
  <a:tblStyle styleId="{894E8BAC-E8BF-40BF-BF7E-74F72CB067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{894E8BAC-E8BF-40BF-BF7E-74F72CB067F2}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