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BF628D-8C6A-438F-B6BB-3607B3EFD29F}">
  <a:tblStyle styleId="{4CBF628D-8C6A-438F-B6BB-3607B3EFD2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{4CBF628D-8C6A-438F-B6BB-3607B3EFD29F}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