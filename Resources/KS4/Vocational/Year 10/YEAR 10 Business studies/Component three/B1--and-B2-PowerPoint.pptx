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5923F9-4F75-4EFF-A887-327E23514CD5}">
  <a:tblStyle styleId="{AB5923F9-4F75-4EFF-A887-327E23514C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{AB5923F9-4F75-4EFF-A887-327E23514CD5}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