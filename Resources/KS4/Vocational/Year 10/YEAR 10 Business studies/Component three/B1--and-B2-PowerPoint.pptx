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9AFAEB-A9FA-4337-AE31-15D5C09767B7}">
  <a:tblStyle styleId="{DA9AFAEB-A9FA-4337-AE31-15D5C09767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{DA9AFAEB-A9FA-4337-AE31-15D5C09767B7}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