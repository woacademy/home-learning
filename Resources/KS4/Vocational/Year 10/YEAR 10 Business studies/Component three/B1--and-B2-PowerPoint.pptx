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8D13BF-48A7-4531-BA89-1CE60BAFDF38}">
  <a:tblStyle styleId="{7C8D13BF-48A7-4531-BA89-1CE60BAFDF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{7C8D13BF-48A7-4531-BA89-1CE60BAFDF38}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