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A2C943-2230-4853-B22B-E3BC922B83B1}">
  <a:tblStyle styleId="{97A2C943-2230-4853-B22B-E3BC922B83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{97A2C943-2230-4853-B22B-E3BC922B83B1}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