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1D658C4-0B4A-4A97-AABA-B2131425121A}">
  <a:tblStyle styleId="{B1D658C4-0B4A-4A97-AABA-B2131425121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5.png"/><Relationship Id="rId5" Type="http://schemas.openxmlformats.org/officeDocument/2006/relationships/image" Target="../media/image4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{B1D658C4-0B4A-4A97-AABA-B2131425121A}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