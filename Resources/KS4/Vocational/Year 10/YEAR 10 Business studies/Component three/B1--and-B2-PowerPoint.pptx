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61C2E9F-B32B-40B8-8E84-F06BAABE2A82}">
  <a:tblStyle styleId="{F61C2E9F-B32B-40B8-8E84-F06BAABE2A8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{F61C2E9F-B32B-40B8-8E84-F06BAABE2A82}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