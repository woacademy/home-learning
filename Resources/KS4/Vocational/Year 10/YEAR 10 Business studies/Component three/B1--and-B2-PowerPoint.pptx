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AECDEC-8372-4885-ABA0-DB05CF90155D}">
  <a:tblStyle styleId="{EEAECDEC-8372-4885-ABA0-DB05CF9015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{EEAECDEC-8372-4885-ABA0-DB05CF90155D}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