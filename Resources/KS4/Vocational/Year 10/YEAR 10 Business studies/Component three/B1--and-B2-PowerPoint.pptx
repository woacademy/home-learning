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627400-5E0F-40D1-B89E-3BB4D81CC8A4}">
  <a:tblStyle styleId="{70627400-5E0F-40D1-B89E-3BB4D81CC8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{70627400-5E0F-40D1-B89E-3BB4D81CC8A4}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