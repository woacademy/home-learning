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7D25B2-BEDB-433F-9DA8-2BE9CBE6DA2A}">
  <a:tblStyle styleId="{D87D25B2-BEDB-433F-9DA8-2BE9CBE6DA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{D87D25B2-BEDB-433F-9DA8-2BE9CBE6DA2A}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