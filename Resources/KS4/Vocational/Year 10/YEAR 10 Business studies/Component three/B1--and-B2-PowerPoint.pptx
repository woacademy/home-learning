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E0C703-60FD-4C17-9D9C-780517BBAEE6}">
  <a:tblStyle styleId="{B5E0C703-60FD-4C17-9D9C-780517BBAE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{B5E0C703-60FD-4C17-9D9C-780517BBAEE6}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