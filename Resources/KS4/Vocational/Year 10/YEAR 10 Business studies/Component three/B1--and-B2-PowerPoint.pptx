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2DCBA4-1B9A-4BC2-8E1F-BF1663C5030C}">
  <a:tblStyle styleId="{1F2DCBA4-1B9A-4BC2-8E1F-BF1663C503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{1F2DCBA4-1B9A-4BC2-8E1F-BF1663C5030C}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