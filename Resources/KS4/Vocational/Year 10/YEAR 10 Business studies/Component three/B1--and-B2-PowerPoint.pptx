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A1A80-A5AE-482F-994E-1F54CA10666D}">
  <a:tblStyle styleId="{5E6A1A80-A5AE-482F-994E-1F54CA106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{5E6A1A80-A5AE-482F-994E-1F54CA10666D}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