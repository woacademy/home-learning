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BEB411-F9F6-468D-A6A5-0A705618B765}">
  <a:tblStyle styleId="{A5BEB411-F9F6-468D-A6A5-0A705618B7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{A5BEB411-F9F6-468D-A6A5-0A705618B765}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