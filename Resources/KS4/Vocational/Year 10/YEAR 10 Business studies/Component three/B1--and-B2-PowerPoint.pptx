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6933AB-DB7F-48D1-BDCE-3D1AF820FF72}">
  <a:tblStyle styleId="{546933AB-DB7F-48D1-BDCE-3D1AF820FF7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{546933AB-DB7F-48D1-BDCE-3D1AF820FF72}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