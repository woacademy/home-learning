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9B1F7-17C2-47D6-9B0E-87F4B3ACDFED}">
  <a:tblStyle styleId="{4109B1F7-17C2-47D6-9B0E-87F4B3ACDF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{4109B1F7-17C2-47D6-9B0E-87F4B3ACDFED}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