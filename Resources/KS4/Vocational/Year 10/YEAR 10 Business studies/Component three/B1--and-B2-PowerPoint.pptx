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07A155-0533-401D-9FA4-EA58333E6CAE}">
  <a:tblStyle styleId="{4F07A155-0533-401D-9FA4-EA58333E6C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{4F07A155-0533-401D-9FA4-EA58333E6CAE}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