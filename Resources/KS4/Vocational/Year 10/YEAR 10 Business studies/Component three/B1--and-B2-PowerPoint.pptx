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63B490-04E6-447C-8434-D69C7075CB98}">
  <a:tblStyle styleId="{7B63B490-04E6-447C-8434-D69C7075CB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{7B63B490-04E6-447C-8434-D69C7075CB98}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