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E3C753-C0A1-458A-A1D5-B6E616F38863}">
  <a:tblStyle styleId="{BEE3C753-C0A1-458A-A1D5-B6E616F388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{BEE3C753-C0A1-458A-A1D5-B6E616F38863}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