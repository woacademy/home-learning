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4DEFAF-0286-4492-BEE4-519EAEBA529D}">
  <a:tblStyle styleId="{9F4DEFAF-0286-4492-BEE4-519EAEBA52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{9F4DEFAF-0286-4492-BEE4-519EAEBA529D}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