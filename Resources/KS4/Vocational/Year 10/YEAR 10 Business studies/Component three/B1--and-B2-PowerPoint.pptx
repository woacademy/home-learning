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BCC041-18E2-4F93-A756-7C62EAC07173}">
  <a:tblStyle styleId="{85BCC041-18E2-4F93-A756-7C62EAC071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{85BCC041-18E2-4F93-A756-7C62EAC07173}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