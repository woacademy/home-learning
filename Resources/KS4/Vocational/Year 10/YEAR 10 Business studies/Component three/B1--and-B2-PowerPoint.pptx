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BFBCFE-70FA-4A85-8EAB-417E0668F568}">
  <a:tblStyle styleId="{BDBFBCFE-70FA-4A85-8EAB-417E0668F5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{BDBFBCFE-70FA-4A85-8EAB-417E0668F568}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