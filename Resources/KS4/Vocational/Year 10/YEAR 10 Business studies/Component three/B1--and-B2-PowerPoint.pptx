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5851D3-44F3-4F82-9E91-CDE2EDDEEBCF}">
  <a:tblStyle styleId="{AC5851D3-44F3-4F82-9E91-CDE2EDDEEB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{AC5851D3-44F3-4F82-9E91-CDE2EDDEEBCF}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