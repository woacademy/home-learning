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886D21-1712-4B03-8B1D-E20337219FB6}">
  <a:tblStyle styleId="{6A886D21-1712-4B03-8B1D-E20337219F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{6A886D21-1712-4B03-8B1D-E20337219FB6}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