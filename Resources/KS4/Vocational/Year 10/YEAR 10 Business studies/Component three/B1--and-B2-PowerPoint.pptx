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34186A-11AD-4312-99DB-595A718CCEF5}">
  <a:tblStyle styleId="{2A34186A-11AD-4312-99DB-595A718CCE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{2A34186A-11AD-4312-99DB-595A718CCEF5}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