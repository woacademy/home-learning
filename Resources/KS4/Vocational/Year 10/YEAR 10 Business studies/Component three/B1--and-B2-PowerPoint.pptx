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C4C9CB-3600-4E12-A68D-4F5BC4D24227}">
  <a:tblStyle styleId="{21C4C9CB-3600-4E12-A68D-4F5BC4D242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{21C4C9CB-3600-4E12-A68D-4F5BC4D24227}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