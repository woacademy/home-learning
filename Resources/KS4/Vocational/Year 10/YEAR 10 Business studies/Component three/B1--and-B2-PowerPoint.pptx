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9FB76-E29B-41AC-A5EC-9599DE5CED2F}">
  <a:tblStyle styleId="{B839FB76-E29B-41AC-A5EC-9599DE5CED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{B839FB76-E29B-41AC-A5EC-9599DE5CED2F}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