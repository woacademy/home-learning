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4BE724-CA78-4F40-B848-C69961A8EB7A}">
  <a:tblStyle styleId="{4D4BE724-CA78-4F40-B848-C69961A8EB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{4D4BE724-CA78-4F40-B848-C69961A8EB7A}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