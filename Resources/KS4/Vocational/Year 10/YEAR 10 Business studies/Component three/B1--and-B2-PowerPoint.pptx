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53535F-AEF3-4BFD-AB7D-8DEACDE13F1F}">
  <a:tblStyle styleId="{9053535F-AEF3-4BFD-AB7D-8DEACDE13F1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{9053535F-AEF3-4BFD-AB7D-8DEACDE13F1F}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