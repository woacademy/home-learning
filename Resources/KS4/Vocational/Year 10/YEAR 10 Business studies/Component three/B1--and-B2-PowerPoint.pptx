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2F1AF8-CBC0-4200-A368-9F60B21FBE19}">
  <a:tblStyle styleId="{E42F1AF8-CBC0-4200-A368-9F60B21FB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{E42F1AF8-CBC0-4200-A368-9F60B21FBE19}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