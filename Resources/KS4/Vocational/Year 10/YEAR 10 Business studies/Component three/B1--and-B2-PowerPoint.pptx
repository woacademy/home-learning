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6C350A-FF95-4350-99E1-704089984A16}">
  <a:tblStyle styleId="{956C350A-FF95-4350-99E1-704089984A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{956C350A-FF95-4350-99E1-704089984A16}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