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CC98B2-DB89-4FA2-8292-4D3EFDA506A1}">
  <a:tblStyle styleId="{5BCC98B2-DB89-4FA2-8292-4D3EFDA506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{5BCC98B2-DB89-4FA2-8292-4D3EFDA506A1}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