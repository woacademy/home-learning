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0A1F0F-7942-4796-A6AF-CBA2D6E0FFB8}">
  <a:tblStyle styleId="{B00A1F0F-7942-4796-A6AF-CBA2D6E0FF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{B00A1F0F-7942-4796-A6AF-CBA2D6E0FFB8}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