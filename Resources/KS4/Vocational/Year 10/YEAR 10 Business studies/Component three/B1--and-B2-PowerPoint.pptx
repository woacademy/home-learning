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A97345-076E-4D6C-ABD9-6A59C38B2474}">
  <a:tblStyle styleId="{A6A97345-076E-4D6C-ABD9-6A59C38B24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{A6A97345-076E-4D6C-ABD9-6A59C38B2474}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