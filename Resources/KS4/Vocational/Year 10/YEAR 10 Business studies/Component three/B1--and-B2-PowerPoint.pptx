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C6D945-6243-4853-B07B-583FA6EE9C67}">
  <a:tblStyle styleId="{CDC6D945-6243-4853-B07B-583FA6EE9C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{CDC6D945-6243-4853-B07B-583FA6EE9C67}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