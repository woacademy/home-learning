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D0E7C1-1DB7-4F27-A88F-E8B700179BA4}">
  <a:tblStyle styleId="{E3D0E7C1-1DB7-4F27-A88F-E8B700179B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{E3D0E7C1-1DB7-4F27-A88F-E8B700179BA4}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