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08B9B2-05F7-4FEF-A3D3-31E502B262DE}">
  <a:tblStyle styleId="{1808B9B2-05F7-4FEF-A3D3-31E502B262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{1808B9B2-05F7-4FEF-A3D3-31E502B262DE}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