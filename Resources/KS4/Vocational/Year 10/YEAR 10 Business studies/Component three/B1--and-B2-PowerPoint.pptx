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A1013-0616-44C0-8F31-E4897B757D0C}">
  <a:tblStyle styleId="{243A1013-0616-44C0-8F31-E4897B757D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{243A1013-0616-44C0-8F31-E4897B757D0C}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