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E801E7-EECC-4A9A-B42F-835010E6FBC3}">
  <a:tblStyle styleId="{29E801E7-EECC-4A9A-B42F-835010E6FB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{29E801E7-EECC-4A9A-B42F-835010E6FBC3}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