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307F5AA-B20B-40F6-9D44-C17083475C42}">
  <a:tblStyle styleId="{2307F5AA-B20B-40F6-9D44-C17083475C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{2307F5AA-B20B-40F6-9D44-C17083475C42}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