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6D1DA9-3A57-44AF-B099-D16E9654C637}">
  <a:tblStyle styleId="{E86D1DA9-3A57-44AF-B099-D16E9654C6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{E86D1DA9-3A57-44AF-B099-D16E9654C637}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