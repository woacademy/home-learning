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A9785B-21AA-43C8-AE2A-82B0C9BA6BD2}">
  <a:tblStyle styleId="{CFA9785B-21AA-43C8-AE2A-82B0C9BA6BD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{CFA9785B-21AA-43C8-AE2A-82B0C9BA6BD2}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