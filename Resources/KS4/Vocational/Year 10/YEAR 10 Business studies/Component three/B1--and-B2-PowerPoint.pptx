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DDDCF-A5E9-4D55-990D-09B8FDF26261}">
  <a:tblStyle styleId="{185DDDCF-A5E9-4D55-990D-09B8FDF262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{185DDDCF-A5E9-4D55-990D-09B8FDF26261}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