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24CEB3-F66E-48A8-84FB-5BF74C57BBB5}">
  <a:tblStyle styleId="{9C24CEB3-F66E-48A8-84FB-5BF74C57BB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{9C24CEB3-F66E-48A8-84FB-5BF74C57BBB5}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