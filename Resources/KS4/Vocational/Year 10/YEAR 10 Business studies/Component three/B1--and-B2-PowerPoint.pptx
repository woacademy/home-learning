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7C92A0-F167-4AC2-801E-C76878F47869}">
  <a:tblStyle styleId="{777C92A0-F167-4AC2-801E-C76878F478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{777C92A0-F167-4AC2-801E-C76878F47869}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