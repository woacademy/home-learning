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483B71-3DA6-49AD-B70D-AB2FD5210AF0}">
  <a:tblStyle styleId="{E0483B71-3DA6-49AD-B70D-AB2FD5210A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{E0483B71-3DA6-49AD-B70D-AB2FD5210AF0}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