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A77607-6848-4557-B494-71129E320DC3}">
  <a:tblStyle styleId="{29A77607-6848-4557-B494-71129E320DC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{29A77607-6848-4557-B494-71129E320DC3}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