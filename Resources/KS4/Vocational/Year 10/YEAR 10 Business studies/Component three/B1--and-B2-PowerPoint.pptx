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51D5EF-B2BE-431F-B01D-04188ED67983}">
  <a:tblStyle styleId="{0051D5EF-B2BE-431F-B01D-04188ED6798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{0051D5EF-B2BE-431F-B01D-04188ED67983}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