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71EDB2A-36C3-4AFA-89A6-7757E1247963}">
  <a:tblStyle styleId="{371EDB2A-36C3-4AFA-89A6-7757E12479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{371EDB2A-36C3-4AFA-89A6-7757E1247963}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