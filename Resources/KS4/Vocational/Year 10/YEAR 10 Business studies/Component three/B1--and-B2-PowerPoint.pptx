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1A04DC-6BB0-431B-A445-8953CEAD705D}">
  <a:tblStyle styleId="{3C1A04DC-6BB0-431B-A445-8953CEAD70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{3C1A04DC-6BB0-431B-A445-8953CEAD705D}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