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FB9F12-DD6B-4B84-8A14-B400BD3C53BB}">
  <a:tblStyle styleId="{1AFB9F12-DD6B-4B84-8A14-B400BD3C53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{1AFB9F12-DD6B-4B84-8A14-B400BD3C53BB}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