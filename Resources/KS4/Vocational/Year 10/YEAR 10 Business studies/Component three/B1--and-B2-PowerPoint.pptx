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EED412-832E-41DA-800C-9CEFA3D5763E}">
  <a:tblStyle styleId="{73EED412-832E-41DA-800C-9CEFA3D576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{73EED412-832E-41DA-800C-9CEFA3D5763E}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