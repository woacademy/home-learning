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9D37D0-2D00-4824-8D6C-8A6A92C96657}">
  <a:tblStyle styleId="{879D37D0-2D00-4824-8D6C-8A6A92C966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{879D37D0-2D00-4824-8D6C-8A6A92C96657}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