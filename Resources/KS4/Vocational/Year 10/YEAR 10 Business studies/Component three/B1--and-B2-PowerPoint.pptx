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0472C9-5BF0-4382-8AEC-EDF2F1C93472}">
  <a:tblStyle styleId="{C10472C9-5BF0-4382-8AEC-EDF2F1C934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{C10472C9-5BF0-4382-8AEC-EDF2F1C93472}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