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B2EF9E-9EB0-4345-9F0A-4B2950A20B73}">
  <a:tblStyle styleId="{F1B2EF9E-9EB0-4345-9F0A-4B2950A20B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{F1B2EF9E-9EB0-4345-9F0A-4B2950A20B73}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