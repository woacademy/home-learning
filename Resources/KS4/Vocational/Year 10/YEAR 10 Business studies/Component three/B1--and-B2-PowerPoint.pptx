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3CB9CD-95A4-4322-B4BB-C708CA30062D}">
  <a:tblStyle styleId="{D93CB9CD-95A4-4322-B4BB-C708CA3006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{D93CB9CD-95A4-4322-B4BB-C708CA30062D}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