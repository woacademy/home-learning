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27E8AF-4EEE-4C1F-8F16-A91B9B87E296}">
  <a:tblStyle styleId="{B327E8AF-4EEE-4C1F-8F16-A91B9B87E2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{B327E8AF-4EEE-4C1F-8F16-A91B9B87E296}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