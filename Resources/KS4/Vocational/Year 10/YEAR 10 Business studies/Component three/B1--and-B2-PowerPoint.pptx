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99AB989-87F6-48FA-A9B6-575604175171}">
  <a:tblStyle styleId="{D99AB989-87F6-48FA-A9B6-57560417517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{D99AB989-87F6-48FA-A9B6-575604175171}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