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275AF7-A210-4F55-A953-33676744B367}">
  <a:tblStyle styleId="{78275AF7-A210-4F55-A953-33676744B3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{78275AF7-A210-4F55-A953-33676744B367}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