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655E2F-8DE8-41D0-9E92-CA2B998B7AE4}">
  <a:tblStyle styleId="{1B655E2F-8DE8-41D0-9E92-CA2B998B7A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{1B655E2F-8DE8-41D0-9E92-CA2B998B7AE4}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