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FAF4CD-ACD3-4DE5-8C15-6BB205BB4394}">
  <a:tblStyle styleId="{AAFAF4CD-ACD3-4DE5-8C15-6BB205BB43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{AAFAF4CD-ACD3-4DE5-8C15-6BB205BB4394}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