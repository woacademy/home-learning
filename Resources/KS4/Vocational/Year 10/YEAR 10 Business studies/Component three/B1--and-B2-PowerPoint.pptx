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27EAF6-E8F3-4341-892A-C94B91112D4A}">
  <a:tblStyle styleId="{1827EAF6-E8F3-4341-892A-C94B91112D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{1827EAF6-E8F3-4341-892A-C94B91112D4A}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