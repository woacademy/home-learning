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958125-5D12-4103-B039-12F5F9A72AF5}">
  <a:tblStyle styleId="{4C958125-5D12-4103-B039-12F5F9A72A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{4C958125-5D12-4103-B039-12F5F9A72AF5}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