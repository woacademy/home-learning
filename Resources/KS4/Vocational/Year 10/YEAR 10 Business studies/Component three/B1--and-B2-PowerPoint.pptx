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6D691A-9FBF-4476-AEBA-CC6B0AB18413}">
  <a:tblStyle styleId="{126D691A-9FBF-4476-AEBA-CC6B0AB184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{126D691A-9FBF-4476-AEBA-CC6B0AB18413}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