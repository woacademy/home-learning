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F42E18C-8202-43C6-8E03-75CC8C1CF539}">
  <a:tblStyle styleId="{AF42E18C-8202-43C6-8E03-75CC8C1CF53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1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{AF42E18C-8202-43C6-8E03-75CC8C1CF539}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