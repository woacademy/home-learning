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64B47-3B5B-4CF1-B4F1-6360CF806A0F}">
  <a:tblStyle styleId="{CAC64B47-3B5B-4CF1-B4F1-6360CF806A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{CAC64B47-3B5B-4CF1-B4F1-6360CF806A0F}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