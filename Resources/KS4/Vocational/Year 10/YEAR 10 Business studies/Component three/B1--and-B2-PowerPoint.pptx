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A4E13E-17D9-4E77-A511-8E5B3B72B1FB}">
  <a:tblStyle styleId="{64A4E13E-17D9-4E77-A511-8E5B3B72B1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{64A4E13E-17D9-4E77-A511-8E5B3B72B1FB}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