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1DCEF8-6E6A-4727-A574-72CA424F7209}">
  <a:tblStyle styleId="{021DCEF8-6E6A-4727-A574-72CA424F72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{021DCEF8-6E6A-4727-A574-72CA424F7209}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