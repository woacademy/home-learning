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7ECE15-DAC7-4D87-BFD4-1CA44C68A0CD}">
  <a:tblStyle styleId="{647ECE15-DAC7-4D87-BFD4-1CA44C68A0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{647ECE15-DAC7-4D87-BFD4-1CA44C68A0CD}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