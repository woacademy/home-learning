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F2A7C9-20F0-41F7-A94A-19E94F78A578}">
  <a:tblStyle styleId="{84F2A7C9-20F0-41F7-A94A-19E94F78A5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{84F2A7C9-20F0-41F7-A94A-19E94F78A578}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