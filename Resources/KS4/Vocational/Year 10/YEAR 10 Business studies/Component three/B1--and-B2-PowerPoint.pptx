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82E0B4-EC6F-410F-8642-D26E0EFC34D9}">
  <a:tblStyle styleId="{8882E0B4-EC6F-410F-8642-D26E0EFC34D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{8882E0B4-EC6F-410F-8642-D26E0EFC34D9}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