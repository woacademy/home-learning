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222C2A-070C-436A-9890-534B8A2CBE11}">
  <a:tblStyle styleId="{5F222C2A-070C-436A-9890-534B8A2CBE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{5F222C2A-070C-436A-9890-534B8A2CBE11}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