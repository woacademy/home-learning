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B54CB0-9E36-44DF-90A5-0FB7C3C71BC5}">
  <a:tblStyle styleId="{D1B54CB0-9E36-44DF-90A5-0FB7C3C71B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{D1B54CB0-9E36-44DF-90A5-0FB7C3C71BC5}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