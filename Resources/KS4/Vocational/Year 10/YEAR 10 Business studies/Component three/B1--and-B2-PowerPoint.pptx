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026FB7-1EA0-4642-B430-5EFF309EB2D3}">
  <a:tblStyle styleId="{55026FB7-1EA0-4642-B430-5EFF309EB2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{55026FB7-1EA0-4642-B430-5EFF309EB2D3}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