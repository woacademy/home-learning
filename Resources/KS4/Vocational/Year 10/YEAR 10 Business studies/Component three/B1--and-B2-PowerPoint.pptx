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F88D25-AEE2-405B-B43F-528D1A029254}">
  <a:tblStyle styleId="{6FF88D25-AEE2-405B-B43F-528D1A0292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{6FF88D25-AEE2-405B-B43F-528D1A029254}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