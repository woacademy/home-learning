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37657E-9839-4487-860B-2F987D0FF6E2}">
  <a:tblStyle styleId="{4537657E-9839-4487-860B-2F987D0FF6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{4537657E-9839-4487-860B-2F987D0FF6E2}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