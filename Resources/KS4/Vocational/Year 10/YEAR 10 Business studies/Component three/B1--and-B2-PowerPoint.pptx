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82CAF54-4F3E-4B22-9090-5F34897985A6}">
  <a:tblStyle styleId="{382CAF54-4F3E-4B22-9090-5F34897985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{382CAF54-4F3E-4B22-9090-5F34897985A6}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