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FA84C3-71AC-4ABE-8DFF-0261D08ADCDD}">
  <a:tblStyle styleId="{60FA84C3-71AC-4ABE-8DFF-0261D08ADC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{60FA84C3-71AC-4ABE-8DFF-0261D08ADCDD}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