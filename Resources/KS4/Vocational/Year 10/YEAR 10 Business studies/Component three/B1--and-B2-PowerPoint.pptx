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F8B78DD1-5F26-400F-85F0-1E68D010DDBD}">
  <a:tblStyle styleId="{F8B78DD1-5F26-400F-85F0-1E68D010DDBD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Relationship Id="rId4" Type="http://schemas.openxmlformats.org/officeDocument/2006/relationships/image" Target="../media/image6.png"/><Relationship Id="rId5" Type="http://schemas.openxmlformats.org/officeDocument/2006/relationships/image" Target="../media/image5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{F8B78DD1-5F26-400F-85F0-1E68D010DDBD}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