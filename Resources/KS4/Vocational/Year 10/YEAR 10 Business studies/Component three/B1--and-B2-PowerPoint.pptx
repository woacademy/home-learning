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5DB8BC-3431-4ADA-992B-4827330DF650}">
  <a:tblStyle styleId="{CC5DB8BC-3431-4ADA-992B-4827330DF6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{CC5DB8BC-3431-4ADA-992B-4827330DF650}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