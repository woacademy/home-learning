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92480C-1C44-4CB5-A70A-4DE3E6FE7647}">
  <a:tblStyle styleId="{4B92480C-1C44-4CB5-A70A-4DE3E6FE76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{4B92480C-1C44-4CB5-A70A-4DE3E6FE7647}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