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885BA0-8D14-49FC-B956-47523172E30A}">
  <a:tblStyle styleId="{4D885BA0-8D14-49FC-B956-47523172E3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{4D885BA0-8D14-49FC-B956-47523172E30A}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