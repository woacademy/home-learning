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40DA45-EF1E-482D-BE57-11EBDC93D68D}">
  <a:tblStyle styleId="{5840DA45-EF1E-482D-BE57-11EBDC93D6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{5840DA45-EF1E-482D-BE57-11EBDC93D68D}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