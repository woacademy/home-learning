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0B40D2-7DA4-4786-863D-0B99D3392402}">
  <a:tblStyle styleId="{210B40D2-7DA4-4786-863D-0B99D3392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{210B40D2-7DA4-4786-863D-0B99D3392402}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