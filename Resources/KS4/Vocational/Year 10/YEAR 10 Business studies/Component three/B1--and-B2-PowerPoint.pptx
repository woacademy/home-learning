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D8A21B-976F-4BC9-BE3C-576C67B52952}">
  <a:tblStyle styleId="{3FD8A21B-976F-4BC9-BE3C-576C67B529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{3FD8A21B-976F-4BC9-BE3C-576C67B52952}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