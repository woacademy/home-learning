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AFB97-2B69-40DD-AAFD-7559157A03FB}">
  <a:tblStyle styleId="{BA5AFB97-2B69-40DD-AAFD-7559157A03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{BA5AFB97-2B69-40DD-AAFD-7559157A03FB}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