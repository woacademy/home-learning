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A36930-3587-472F-B587-0C87E06D009E}">
  <a:tblStyle styleId="{20A36930-3587-472F-B587-0C87E06D00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{20A36930-3587-472F-B587-0C87E06D009E}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