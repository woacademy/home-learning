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8BE393-C4D6-4CF8-AC21-DD8676420148}">
  <a:tblStyle styleId="{598BE393-C4D6-4CF8-AC21-DD86764201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{598BE393-C4D6-4CF8-AC21-DD8676420148}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