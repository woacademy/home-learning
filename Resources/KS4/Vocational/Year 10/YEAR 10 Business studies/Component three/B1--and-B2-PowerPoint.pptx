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FA541C-FD08-414C-BA09-7845126A07CE}">
  <a:tblStyle styleId="{82FA541C-FD08-414C-BA09-7845126A07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{82FA541C-FD08-414C-BA09-7845126A07CE}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