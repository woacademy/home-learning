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D94824-5CC8-4745-9D66-B48D03914939}">
  <a:tblStyle styleId="{64D94824-5CC8-4745-9D66-B48D039149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{64D94824-5CC8-4745-9D66-B48D03914939}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