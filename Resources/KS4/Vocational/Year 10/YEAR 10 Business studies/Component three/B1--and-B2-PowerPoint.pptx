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1CE90C-71CB-45E5-BE88-288C8D435740}">
  <a:tblStyle styleId="{D71CE90C-71CB-45E5-BE88-288C8D4357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{D71CE90C-71CB-45E5-BE88-288C8D435740}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