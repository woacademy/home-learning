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CAC0C4-8D9B-4820-B34E-6A4714ED9043}">
  <a:tblStyle styleId="{DCCAC0C4-8D9B-4820-B34E-6A4714ED90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{DCCAC0C4-8D9B-4820-B34E-6A4714ED9043}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