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946D1-AAAD-4486-97D4-190CC0424B15}">
  <a:tblStyle styleId="{CFD946D1-AAAD-4486-97D4-190CC0424B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{CFD946D1-AAAD-4486-97D4-190CC0424B15}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