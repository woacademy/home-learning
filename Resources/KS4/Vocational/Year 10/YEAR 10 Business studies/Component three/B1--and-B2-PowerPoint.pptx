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F16611-0BDE-4E95-B6DD-F5D61DBF93AE}">
  <a:tblStyle styleId="{D7F16611-0BDE-4E95-B6DD-F5D61DBF93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{D7F16611-0BDE-4E95-B6DD-F5D61DBF93AE}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