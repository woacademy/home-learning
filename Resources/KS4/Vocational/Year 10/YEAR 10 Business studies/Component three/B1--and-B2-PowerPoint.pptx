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7C059D-57EC-4A08-AE5D-AD4FF56BC18C}">
  <a:tblStyle styleId="{EE7C059D-57EC-4A08-AE5D-AD4FF56BC1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{EE7C059D-57EC-4A08-AE5D-AD4FF56BC18C}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