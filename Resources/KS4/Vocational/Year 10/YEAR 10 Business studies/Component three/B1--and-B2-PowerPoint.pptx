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C17D52-40D0-447D-A1DC-3D0FA883AC8B}">
  <a:tblStyle styleId="{6DC17D52-40D0-447D-A1DC-3D0FA883AC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{6DC17D52-40D0-447D-A1DC-3D0FA883AC8B}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