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BC0E1C-E584-4D38-84A0-4C219C905CB7}">
  <a:tblStyle styleId="{B9BC0E1C-E584-4D38-84A0-4C219C905C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{B9BC0E1C-E584-4D38-84A0-4C219C905CB7}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