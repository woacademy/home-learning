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1ABBE01-A079-4C65-A589-956CA53E7255}">
  <a:tblStyle styleId="{C1ABBE01-A079-4C65-A589-956CA53E72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3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{C1ABBE01-A079-4C65-A589-956CA53E7255}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