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64DB08-47DB-40D0-A906-C866B18E6B3C}">
  <a:tblStyle styleId="{3B64DB08-47DB-40D0-A906-C866B18E6B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{3B64DB08-47DB-40D0-A906-C866B18E6B3C}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