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1FC07E-5859-4101-84A4-17AD67FA0F4F}">
  <a:tblStyle styleId="{661FC07E-5859-4101-84A4-17AD67FA0F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{661FC07E-5859-4101-84A4-17AD67FA0F4F}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