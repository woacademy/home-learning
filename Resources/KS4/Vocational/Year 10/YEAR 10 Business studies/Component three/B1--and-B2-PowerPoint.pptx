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B3628-B482-4F60-B9DA-04533EAF73B4}">
  <a:tblStyle styleId="{FA2B3628-B482-4F60-B9DA-04533EAF73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{FA2B3628-B482-4F60-B9DA-04533EAF73B4}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