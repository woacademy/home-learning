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8C27BA-C922-4656-92A6-C6274F129E19}">
  <a:tblStyle styleId="{BE8C27BA-C922-4656-92A6-C6274F129E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{BE8C27BA-C922-4656-92A6-C6274F129E19}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