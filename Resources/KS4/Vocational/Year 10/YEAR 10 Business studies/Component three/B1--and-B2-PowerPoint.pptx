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9151E8-C1E9-4F05-924F-D24AD1D3046D}">
  <a:tblStyle styleId="{A69151E8-C1E9-4F05-924F-D24AD1D304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{A69151E8-C1E9-4F05-924F-D24AD1D3046D}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