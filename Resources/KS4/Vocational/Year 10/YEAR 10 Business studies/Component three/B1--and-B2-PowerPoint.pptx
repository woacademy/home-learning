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33AB51-FB2D-4BDA-BF74-FB0290204A67}">
  <a:tblStyle styleId="{D133AB51-FB2D-4BDA-BF74-FB0290204A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{D133AB51-FB2D-4BDA-BF74-FB0290204A67}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