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CDB9E3-0754-476A-95FA-F3C5EE74225F}">
  <a:tblStyle styleId="{21CDB9E3-0754-476A-95FA-F3C5EE7422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{21CDB9E3-0754-476A-95FA-F3C5EE74225F}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