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1C388C-AF86-45E1-951C-6434E028DB4F}">
  <a:tblStyle styleId="{7C1C388C-AF86-45E1-951C-6434E028DB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{7C1C388C-AF86-45E1-951C-6434E028DB4F}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