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6F74F-5866-40DE-AB73-B235FFFA4EBC}">
  <a:tblStyle styleId="{4556F74F-5866-40DE-AB73-B235FFFA4E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{4556F74F-5866-40DE-AB73-B235FFFA4EBC}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