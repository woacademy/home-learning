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E31FEB-A84B-457F-8CD7-955FD86AAB57}">
  <a:tblStyle styleId="{75E31FEB-A84B-457F-8CD7-955FD86AAB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{75E31FEB-A84B-457F-8CD7-955FD86AAB57}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