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EDD33E-67F8-4440-83AC-D24AFFA9F50C}">
  <a:tblStyle styleId="{76EDD33E-67F8-4440-83AC-D24AFFA9F5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{76EDD33E-67F8-4440-83AC-D24AFFA9F50C}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