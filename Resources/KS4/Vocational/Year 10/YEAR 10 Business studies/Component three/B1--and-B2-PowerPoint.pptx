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1447EF-46BB-4919-9C08-3DB6D2460CD8}">
  <a:tblStyle styleId="{541447EF-46BB-4919-9C08-3DB6D2460C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{541447EF-46BB-4919-9C08-3DB6D2460CD8}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