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B2DBB-ACF4-43A9-8A2E-001D7B641940}">
  <a:tblStyle styleId="{AD5B2DBB-ACF4-43A9-8A2E-001D7B6419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{AD5B2DBB-ACF4-43A9-8A2E-001D7B641940}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