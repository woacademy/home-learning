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3EE6D-E6FD-4E75-B562-FFF772FA4D5C}">
  <a:tblStyle styleId="{03D3EE6D-E6FD-4E75-B562-FFF772FA4D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{03D3EE6D-E6FD-4E75-B562-FFF772FA4D5C}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