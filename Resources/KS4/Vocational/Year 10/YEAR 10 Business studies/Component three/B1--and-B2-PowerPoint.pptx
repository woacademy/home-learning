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04D6BE-B912-4969-B266-4853794720B3}">
  <a:tblStyle styleId="{0A04D6BE-B912-4969-B266-4853794720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{0A04D6BE-B912-4969-B266-4853794720B3}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