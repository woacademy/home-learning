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670518-5344-4AC8-BF46-E7BFFC91E057}">
  <a:tblStyle styleId="{F5670518-5344-4AC8-BF46-E7BFFC91E0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{F5670518-5344-4AC8-BF46-E7BFFC91E057}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