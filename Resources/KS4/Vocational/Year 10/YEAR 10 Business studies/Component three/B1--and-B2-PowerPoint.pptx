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3B790B-8A9A-4536-ACFC-5675EFD2E961}">
  <a:tblStyle styleId="{C03B790B-8A9A-4536-ACFC-5675EFD2E9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{C03B790B-8A9A-4536-ACFC-5675EFD2E961}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