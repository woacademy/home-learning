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55DBB-CD04-4842-B50A-920C5C2FE97B}">
  <a:tblStyle styleId="{41455DBB-CD04-4842-B50A-920C5C2FE9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{41455DBB-CD04-4842-B50A-920C5C2FE97B}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