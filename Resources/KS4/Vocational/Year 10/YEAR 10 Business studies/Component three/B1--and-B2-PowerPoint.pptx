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B5B6F2-DFA9-40DF-A631-7956165173C6}">
  <a:tblStyle styleId="{9CB5B6F2-DFA9-40DF-A631-7956165173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{9CB5B6F2-DFA9-40DF-A631-7956165173C6}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