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88A0B9-F08E-4F1D-9DA4-F439AE628D91}">
  <a:tblStyle styleId="{1D88A0B9-F08E-4F1D-9DA4-F439AE628D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{1D88A0B9-F08E-4F1D-9DA4-F439AE628D91}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