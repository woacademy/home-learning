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8FFB72-270C-478B-BEF0-EDA8903E9D5B}">
  <a:tblStyle styleId="{D68FFB72-270C-478B-BEF0-EDA8903E9D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{D68FFB72-270C-478B-BEF0-EDA8903E9D5B}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