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72FB39-C180-4CD5-B4CC-7816E68636EE}">
  <a:tblStyle styleId="{4272FB39-C180-4CD5-B4CC-7816E68636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{4272FB39-C180-4CD5-B4CC-7816E68636EE}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