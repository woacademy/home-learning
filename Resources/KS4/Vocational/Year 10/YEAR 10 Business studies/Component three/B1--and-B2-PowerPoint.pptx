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DF34411-1AAB-4FEE-8F0E-7999D8FC15F0}">
  <a:tblStyle styleId="{ADF34411-1AAB-4FEE-8F0E-7999D8FC15F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3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{ADF34411-1AAB-4FEE-8F0E-7999D8FC15F0}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