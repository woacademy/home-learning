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91EE8B-4FE7-45D4-B863-27D41CAF5937}">
  <a:tblStyle styleId="{9691EE8B-4FE7-45D4-B863-27D41CAF59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{9691EE8B-4FE7-45D4-B863-27D41CAF5937}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