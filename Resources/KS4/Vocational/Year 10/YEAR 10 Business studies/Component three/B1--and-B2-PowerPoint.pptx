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70FB29-BCE1-4BAF-A74A-FA6AD92788F0}">
  <a:tblStyle styleId="{4170FB29-BCE1-4BAF-A74A-FA6AD92788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{4170FB29-BCE1-4BAF-A74A-FA6AD92788F0}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