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5868FC-66CF-4342-8103-581AEB2F276D}">
  <a:tblStyle styleId="{305868FC-66CF-4342-8103-581AEB2F27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{305868FC-66CF-4342-8103-581AEB2F276D}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