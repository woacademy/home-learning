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9C6071-9B44-4CEB-9623-59AC49BBA7EA}">
  <a:tblStyle styleId="{899C6071-9B44-4CEB-9623-59AC49BBA7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{899C6071-9B44-4CEB-9623-59AC49BBA7EA}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