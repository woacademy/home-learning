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E94C0B-C161-4568-868E-B65C2BF25BD9}">
  <a:tblStyle styleId="{85E94C0B-C161-4568-868E-B65C2BF25B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{85E94C0B-C161-4568-868E-B65C2BF25BD9}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