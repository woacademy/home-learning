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1E3DB-5449-4E95-8D03-CC78C196273F}">
  <a:tblStyle styleId="{2421E3DB-5449-4E95-8D03-CC78C19627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{2421E3DB-5449-4E95-8D03-CC78C196273F}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