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99B5B-DB7C-46B8-84C0-AA6FFBEBFE95}">
  <a:tblStyle styleId="{03D99B5B-DB7C-46B8-84C0-AA6FFBEBFE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{03D99B5B-DB7C-46B8-84C0-AA6FFBEBFE95}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