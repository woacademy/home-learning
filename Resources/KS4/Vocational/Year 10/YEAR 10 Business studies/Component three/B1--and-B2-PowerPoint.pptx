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A62CDA-7542-415F-B278-BAC09FE53246}">
  <a:tblStyle styleId="{41A62CDA-7542-415F-B278-BAC09FE532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{41A62CDA-7542-415F-B278-BAC09FE53246}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