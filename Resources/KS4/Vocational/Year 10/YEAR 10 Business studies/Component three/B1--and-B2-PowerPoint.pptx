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340835-FFB5-4720-A6C6-B5CB08B85844}">
  <a:tblStyle styleId="{4A340835-FFB5-4720-A6C6-B5CB08B858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{4A340835-FFB5-4720-A6C6-B5CB08B85844}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