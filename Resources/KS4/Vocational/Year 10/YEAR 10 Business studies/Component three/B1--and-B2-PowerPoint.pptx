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846C70-C94D-4242-AAD0-E9CE491DF5EB}">
  <a:tblStyle styleId="{99846C70-C94D-4242-AAD0-E9CE491DF5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{99846C70-C94D-4242-AAD0-E9CE491DF5EB}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