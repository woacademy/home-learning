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6147149-64DA-4463-A9C5-0B8D8A7B7426}">
  <a:tblStyle styleId="{B6147149-64DA-4463-A9C5-0B8D8A7B742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{B6147149-64DA-4463-A9C5-0B8D8A7B7426}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