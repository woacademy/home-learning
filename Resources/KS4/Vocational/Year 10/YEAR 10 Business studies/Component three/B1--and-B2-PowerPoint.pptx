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04BA61-E616-4481-AECD-FC4C820D4088}">
  <a:tblStyle styleId="{0404BA61-E616-4481-AECD-FC4C820D40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{0404BA61-E616-4481-AECD-FC4C820D4088}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