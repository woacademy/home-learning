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F9D8C6-930B-4997-BE43-4E945C86CFF5}">
  <a:tblStyle styleId="{6FF9D8C6-930B-4997-BE43-4E945C86CF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{6FF9D8C6-930B-4997-BE43-4E945C86CFF5}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