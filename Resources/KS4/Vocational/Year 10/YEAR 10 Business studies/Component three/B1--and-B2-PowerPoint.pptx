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872BB5-266E-4A44-B58D-B7B9D397D5D0}">
  <a:tblStyle styleId="{15872BB5-266E-4A44-B58D-B7B9D397D5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{15872BB5-266E-4A44-B58D-B7B9D397D5D0}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