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898EA8-C26A-43BD-8ACE-F54D797E83BD}">
  <a:tblStyle styleId="{25898EA8-C26A-43BD-8ACE-F54D797E83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{25898EA8-C26A-43BD-8ACE-F54D797E83BD}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