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FF62EF-0688-4698-9529-10F685B27052}">
  <a:tblStyle styleId="{10FF62EF-0688-4698-9529-10F685B270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{10FF62EF-0688-4698-9529-10F685B27052}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