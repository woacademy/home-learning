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EE3DC6-3578-43CF-A17C-F7BA982DA319}">
  <a:tblStyle styleId="{03EE3DC6-3578-43CF-A17C-F7BA982DA3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{03EE3DC6-3578-43CF-A17C-F7BA982DA319}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