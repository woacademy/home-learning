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2C841F-81FF-43A5-918A-CB49ABFD27FA}">
  <a:tblStyle styleId="{412C841F-81FF-43A5-918A-CB49ABFD27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{412C841F-81FF-43A5-918A-CB49ABFD27FA}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