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F3E13B-A456-4071-A041-36E24BC9F133}">
  <a:tblStyle styleId="{51F3E13B-A456-4071-A041-36E24BC9F1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{51F3E13B-A456-4071-A041-36E24BC9F133}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