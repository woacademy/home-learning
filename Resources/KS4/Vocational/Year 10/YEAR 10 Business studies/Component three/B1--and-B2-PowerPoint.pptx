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6F107D5-D24E-4BAC-AED3-1892E7CD5853}">
  <a:tblStyle styleId="{E6F107D5-D24E-4BAC-AED3-1892E7CD58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{E6F107D5-D24E-4BAC-AED3-1892E7CD5853}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