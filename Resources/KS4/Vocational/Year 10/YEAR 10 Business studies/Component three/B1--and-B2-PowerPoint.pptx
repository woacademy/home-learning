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BA3E30-DA79-40D0-AA6B-08865B55EAAE}">
  <a:tblStyle styleId="{18BA3E30-DA79-40D0-AA6B-08865B55EAA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{18BA3E30-DA79-40D0-AA6B-08865B55EAAE}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