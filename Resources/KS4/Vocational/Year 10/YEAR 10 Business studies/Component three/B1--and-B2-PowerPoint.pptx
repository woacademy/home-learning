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778C98-65AC-4806-ABF1-F1A785379B6C}">
  <a:tblStyle styleId="{68778C98-65AC-4806-ABF1-F1A785379B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{68778C98-65AC-4806-ABF1-F1A785379B6C}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