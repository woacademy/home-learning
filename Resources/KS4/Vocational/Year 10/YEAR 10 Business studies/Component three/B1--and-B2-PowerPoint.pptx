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DE6162-E6D9-4656-8F37-43B3F07D70A9}">
  <a:tblStyle styleId="{CADE6162-E6D9-4656-8F37-43B3F07D70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{CADE6162-E6D9-4656-8F37-43B3F07D70A9}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