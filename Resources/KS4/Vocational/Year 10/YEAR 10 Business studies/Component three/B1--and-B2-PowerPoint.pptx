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6B09F-4BAE-4CB1-B01C-CF3C3E9600AA}">
  <a:tblStyle styleId="{7B56B09F-4BAE-4CB1-B01C-CF3C3E9600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{7B56B09F-4BAE-4CB1-B01C-CF3C3E9600AA}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