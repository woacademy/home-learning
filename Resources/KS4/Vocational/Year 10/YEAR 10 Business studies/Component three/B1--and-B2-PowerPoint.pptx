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B1AD2-754F-42D6-B26D-9FF372E18882}">
  <a:tblStyle styleId="{AAAB1AD2-754F-42D6-B26D-9FF372E188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{AAAB1AD2-754F-42D6-B26D-9FF372E18882}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