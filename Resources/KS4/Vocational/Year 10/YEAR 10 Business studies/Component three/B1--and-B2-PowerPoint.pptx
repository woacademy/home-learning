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BB727-63A7-44B1-9644-9E9E9B130318}">
  <a:tblStyle styleId="{AAEBB727-63A7-44B1-9644-9E9E9B1303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{AAEBB727-63A7-44B1-9644-9E9E9B130318}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