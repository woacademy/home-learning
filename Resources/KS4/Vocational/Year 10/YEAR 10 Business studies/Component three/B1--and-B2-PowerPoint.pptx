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9518CA-1603-432C-B0CB-44F674949B23}">
  <a:tblStyle styleId="{339518CA-1603-432C-B0CB-44F674949B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{339518CA-1603-432C-B0CB-44F674949B23}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