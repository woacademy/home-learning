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0392B-D199-4E3B-93F7-4D1457770667}">
  <a:tblStyle styleId="{B0B0392B-D199-4E3B-93F7-4D14577706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{B0B0392B-D199-4E3B-93F7-4D1457770667}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