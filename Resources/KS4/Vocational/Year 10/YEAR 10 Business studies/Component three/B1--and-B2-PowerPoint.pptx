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6E77B8-21EA-45D1-901A-AC240FE78AED}">
  <a:tblStyle styleId="{B56E77B8-21EA-45D1-901A-AC240FE78A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{B56E77B8-21EA-45D1-901A-AC240FE78AED}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