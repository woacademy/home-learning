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2B046D-FF55-4006-B01C-34707C8A97EB}">
  <a:tblStyle styleId="{8A2B046D-FF55-4006-B01C-34707C8A97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{8A2B046D-FF55-4006-B01C-34707C8A97EB}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