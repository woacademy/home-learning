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CD1CC5-D3F5-40EE-B88E-994AA5B9F05A}">
  <a:tblStyle styleId="{E5CD1CC5-D3F5-40EE-B88E-994AA5B9F0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{E5CD1CC5-D3F5-40EE-B88E-994AA5B9F05A}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