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D62FCA-D01F-446D-8FF3-F14957AF107F}">
  <a:tblStyle styleId="{1BD62FCA-D01F-446D-8FF3-F14957AF10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{1BD62FCA-D01F-446D-8FF3-F14957AF107F}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