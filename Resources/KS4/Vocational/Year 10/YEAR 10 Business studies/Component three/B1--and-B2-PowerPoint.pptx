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4E1E8D-F983-48EB-8BFD-3FFA81C8EC58}">
  <a:tblStyle styleId="{634E1E8D-F983-48EB-8BFD-3FFA81C8EC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{634E1E8D-F983-48EB-8BFD-3FFA81C8EC58}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