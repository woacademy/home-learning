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5B62B9F-2409-4CAB-9812-A3978D817BE4}">
  <a:tblStyle styleId="{35B62B9F-2409-4CAB-9812-A3978D817B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{35B62B9F-2409-4CAB-9812-A3978D817BE4}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