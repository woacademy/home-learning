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38A171-F385-4CFF-AD2C-C9BEB552A99D}">
  <a:tblStyle styleId="{8B38A171-F385-4CFF-AD2C-C9BEB552A9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{8B38A171-F385-4CFF-AD2C-C9BEB552A99D}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