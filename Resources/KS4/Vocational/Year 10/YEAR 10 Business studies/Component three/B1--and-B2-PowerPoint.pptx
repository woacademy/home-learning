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E67872-52AE-4439-9E03-F50845648D3D}">
  <a:tblStyle styleId="{5EE67872-52AE-4439-9E03-F50845648D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{5EE67872-52AE-4439-9E03-F50845648D3D}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