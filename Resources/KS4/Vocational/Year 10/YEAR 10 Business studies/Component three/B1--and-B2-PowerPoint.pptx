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2F0646F-BFD0-4EAA-8F37-8492C7ADF842}">
  <a:tblStyle styleId="{62F0646F-BFD0-4EAA-8F37-8492C7ADF84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7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3.png"/><Relationship Id="rId5" Type="http://schemas.openxmlformats.org/officeDocument/2006/relationships/image" Target="../media/image6.jpg"/><Relationship Id="rId6" Type="http://schemas.openxmlformats.org/officeDocument/2006/relationships/image" Target="../media/image4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{62F0646F-BFD0-4EAA-8F37-8492C7ADF842}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