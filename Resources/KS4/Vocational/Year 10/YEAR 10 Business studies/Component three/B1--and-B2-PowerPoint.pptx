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C9506-E6EA-493E-B516-7B8B3A1349BA}">
  <a:tblStyle styleId="{93BC9506-E6EA-493E-B516-7B8B3A1349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{93BC9506-E6EA-493E-B516-7B8B3A1349BA}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