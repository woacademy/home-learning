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2DD1F57-7687-4AC0-8CA1-E2AF824EA58B}">
  <a:tblStyle styleId="{F2DD1F57-7687-4AC0-8CA1-E2AF824EA5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{F2DD1F57-7687-4AC0-8CA1-E2AF824EA58B}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