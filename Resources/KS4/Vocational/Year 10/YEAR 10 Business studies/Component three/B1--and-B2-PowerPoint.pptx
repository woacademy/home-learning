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161471-A540-4B40-9B23-8DF1685C6EA2}">
  <a:tblStyle styleId="{B6161471-A540-4B40-9B23-8DF1685C6E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{B6161471-A540-4B40-9B23-8DF1685C6EA2}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