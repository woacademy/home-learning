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96CB72-D1E2-4947-B7A4-1DE29144E4CD}">
  <a:tblStyle styleId="{BA96CB72-D1E2-4947-B7A4-1DE29144E4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{BA96CB72-D1E2-4947-B7A4-1DE29144E4CD}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