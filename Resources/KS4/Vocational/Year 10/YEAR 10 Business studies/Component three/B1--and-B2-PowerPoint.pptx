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52D771-4D78-478F-AC65-94B25C1418DB}">
  <a:tblStyle styleId="{D952D771-4D78-478F-AC65-94B25C1418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{D952D771-4D78-478F-AC65-94B25C1418DB}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