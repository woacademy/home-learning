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D07E4E-6EA0-4779-AE26-728853245320}">
  <a:tblStyle styleId="{46D07E4E-6EA0-4779-AE26-7288532453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{46D07E4E-6EA0-4779-AE26-728853245320}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