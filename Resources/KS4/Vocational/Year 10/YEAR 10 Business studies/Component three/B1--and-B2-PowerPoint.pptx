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0D8DA6-A3A5-4024-81F7-E89952EDC89C}">
  <a:tblStyle styleId="{B50D8DA6-A3A5-4024-81F7-E89952EDC8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{B50D8DA6-A3A5-4024-81F7-E89952EDC89C}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