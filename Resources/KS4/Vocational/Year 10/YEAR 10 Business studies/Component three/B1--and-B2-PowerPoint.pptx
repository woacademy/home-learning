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FF8F4-1C78-4570-BCAA-138ADCE8BDEA}">
  <a:tblStyle styleId="{F00FF8F4-1C78-4570-BCAA-138ADCE8B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{F00FF8F4-1C78-4570-BCAA-138ADCE8BDEA}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