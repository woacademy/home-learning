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811937-77D0-4C34-A9CA-9733ECA5C5AF}">
  <a:tblStyle styleId="{49811937-77D0-4C34-A9CA-9733ECA5C5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{49811937-77D0-4C34-A9CA-9733ECA5C5AF}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