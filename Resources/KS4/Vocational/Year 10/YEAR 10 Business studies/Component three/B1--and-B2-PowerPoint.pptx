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B58175-BAC5-4D52-AF33-4BE837FA5C6F}">
  <a:tblStyle styleId="{04B58175-BAC5-4D52-AF33-4BE837FA5C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{04B58175-BAC5-4D52-AF33-4BE837FA5C6F}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