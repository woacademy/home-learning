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513EC5-BC0D-407F-AD6A-0C4D0E301FFB}">
  <a:tblStyle styleId="{E7513EC5-BC0D-407F-AD6A-0C4D0E301F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{E7513EC5-BC0D-407F-AD6A-0C4D0E301FFB}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