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AA08E7-2510-4E6B-9439-85E20E9C7089}">
  <a:tblStyle styleId="{08AA08E7-2510-4E6B-9439-85E20E9C70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{08AA08E7-2510-4E6B-9439-85E20E9C7089}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