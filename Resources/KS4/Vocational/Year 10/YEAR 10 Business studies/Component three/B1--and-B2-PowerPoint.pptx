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DF5F956-6E9E-45DD-8E21-26EDD8950B8A}">
  <a:tblStyle styleId="{DDF5F956-6E9E-45DD-8E21-26EDD8950B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{DDF5F956-6E9E-45DD-8E21-26EDD8950B8A}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