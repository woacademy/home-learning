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32178DA-2DEE-486C-8497-566EF11FD145}">
  <a:tblStyle styleId="{932178DA-2DEE-486C-8497-566EF11FD1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{932178DA-2DEE-486C-8497-566EF11FD145}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