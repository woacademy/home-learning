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2A5C6D9-4AAB-4187-B6AD-3C2C542A07E4}">
  <a:tblStyle styleId="{C2A5C6D9-4AAB-4187-B6AD-3C2C542A07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{C2A5C6D9-4AAB-4187-B6AD-3C2C542A07E4}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