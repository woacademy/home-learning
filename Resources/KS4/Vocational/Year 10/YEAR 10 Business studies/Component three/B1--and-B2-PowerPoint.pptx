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18D4E3-169A-4D68-A1C2-79CCFD482D5D}">
  <a:tblStyle styleId="{E018D4E3-169A-4D68-A1C2-79CCFD482D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{E018D4E3-169A-4D68-A1C2-79CCFD482D5D}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