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8FCFE3-F8D3-48C2-A25B-B0423F89E3CA}">
  <a:tblStyle styleId="{628FCFE3-F8D3-48C2-A25B-B0423F89E3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{628FCFE3-F8D3-48C2-A25B-B0423F89E3CA}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