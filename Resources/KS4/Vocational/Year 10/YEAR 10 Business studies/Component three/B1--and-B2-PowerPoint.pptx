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5832D-33AE-401E-A285-A06576331AFA}">
  <a:tblStyle styleId="{83F5832D-33AE-401E-A285-A06576331A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{83F5832D-33AE-401E-A285-A06576331AFA}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