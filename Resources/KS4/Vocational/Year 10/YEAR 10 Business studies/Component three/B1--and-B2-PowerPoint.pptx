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E5A5C30-4A4F-4543-BC25-0EA438BF809A}">
  <a:tblStyle styleId="{9E5A5C30-4A4F-4543-BC25-0EA438BF80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{9E5A5C30-4A4F-4543-BC25-0EA438BF809A}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