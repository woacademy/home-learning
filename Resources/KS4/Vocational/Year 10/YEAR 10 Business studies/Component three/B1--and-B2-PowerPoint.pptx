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0C937-CFBB-48E4-BB1C-7ACDBE667E5E}">
  <a:tblStyle styleId="{AE10C937-CFBB-48E4-BB1C-7ACDBE667E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{AE10C937-CFBB-48E4-BB1C-7ACDBE667E5E}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