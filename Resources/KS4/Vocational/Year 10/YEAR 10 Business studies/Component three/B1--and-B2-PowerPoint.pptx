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474D82-137E-4BAB-82D1-92063161CD49}">
  <a:tblStyle styleId="{C3474D82-137E-4BAB-82D1-92063161CD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{C3474D82-137E-4BAB-82D1-92063161CD49}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