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274F67-A65C-4F60-BA81-88352E95F5DF}">
  <a:tblStyle styleId="{BA274F67-A65C-4F60-BA81-88352E95F5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{BA274F67-A65C-4F60-BA81-88352E95F5DF}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