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773B1-E8FE-4B09-8116-6D60FC14290C}">
  <a:tblStyle styleId="{8F4773B1-E8FE-4B09-8116-6D60FC1429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{8F4773B1-E8FE-4B09-8116-6D60FC14290C}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