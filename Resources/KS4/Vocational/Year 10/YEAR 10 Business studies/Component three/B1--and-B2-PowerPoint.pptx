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C0DC621-3EA0-4412-AF89-2DA6A7EA206F}">
  <a:tblStyle styleId="{5C0DC621-3EA0-4412-AF89-2DA6A7EA20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{5C0DC621-3EA0-4412-AF89-2DA6A7EA206F}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