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9E7C80-353D-4F8F-8998-BA484BCAA922}">
  <a:tblStyle styleId="{049E7C80-353D-4F8F-8998-BA484BCAA9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{049E7C80-353D-4F8F-8998-BA484BCAA922}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