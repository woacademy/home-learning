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50B7C7-00FB-43A0-8410-936C5F11CBCB}">
  <a:tblStyle styleId="{7850B7C7-00FB-43A0-8410-936C5F11CB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{7850B7C7-00FB-43A0-8410-936C5F11CBCB}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