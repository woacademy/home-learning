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FC87B6-5F9D-43CA-853D-57E1298B6326}">
  <a:tblStyle styleId="{1AFC87B6-5F9D-43CA-853D-57E1298B63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{1AFC87B6-5F9D-43CA-853D-57E1298B6326}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