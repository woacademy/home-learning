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CB703A-EA2C-4B36-BFF2-959CD6828725}">
  <a:tblStyle styleId="{11CB703A-EA2C-4B36-BFF2-959CD68287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{11CB703A-EA2C-4B36-BFF2-959CD6828725}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