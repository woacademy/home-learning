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8C2BD19-5582-4543-961A-A6CA6CC32C5C}">
  <a:tblStyle styleId="{D8C2BD19-5582-4543-961A-A6CA6CC32C5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{D8C2BD19-5582-4543-961A-A6CA6CC32C5C}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