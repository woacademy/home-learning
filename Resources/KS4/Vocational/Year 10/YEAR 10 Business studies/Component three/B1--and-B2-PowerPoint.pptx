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89060E-1D78-4553-BF7E-A0203FAA7392}">
  <a:tblStyle styleId="{0889060E-1D78-4553-BF7E-A0203FAA73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{0889060E-1D78-4553-BF7E-A0203FAA7392}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