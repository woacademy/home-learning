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B27CAC-9E35-4557-A2C5-46A9FE308BFE}">
  <a:tblStyle styleId="{C6B27CAC-9E35-4557-A2C5-46A9FE308B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{C6B27CAC-9E35-4557-A2C5-46A9FE308BFE}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