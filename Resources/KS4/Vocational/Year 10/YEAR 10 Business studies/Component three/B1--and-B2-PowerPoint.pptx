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57EC41-18A7-41D2-8EB9-EC6462615AAA}">
  <a:tblStyle styleId="{CD57EC41-18A7-41D2-8EB9-EC6462615A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{CD57EC41-18A7-41D2-8EB9-EC6462615AAA}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