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667600-DCF2-4833-8B0C-4F302BBAD643}">
  <a:tblStyle styleId="{B3667600-DCF2-4833-8B0C-4F302BBAD6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{B3667600-DCF2-4833-8B0C-4F302BBAD643}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