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87B073-A070-458D-8CD6-9ED75AF9A958}">
  <a:tblStyle styleId="{7387B073-A070-458D-8CD6-9ED75AF9A9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{7387B073-A070-458D-8CD6-9ED75AF9A958}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