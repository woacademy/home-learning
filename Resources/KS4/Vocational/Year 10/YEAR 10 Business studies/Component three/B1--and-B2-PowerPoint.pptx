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00E983-61E0-40AA-9DBD-3FF19451D3D4}">
  <a:tblStyle styleId="{9200E983-61E0-40AA-9DBD-3FF19451D3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{9200E983-61E0-40AA-9DBD-3FF19451D3D4}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