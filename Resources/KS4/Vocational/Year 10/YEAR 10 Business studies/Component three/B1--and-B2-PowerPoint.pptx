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C84CA8-C28F-4469-B706-E559B8F11C29}">
  <a:tblStyle styleId="{17C84CA8-C28F-4469-B706-E559B8F11C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{17C84CA8-C28F-4469-B706-E559B8F11C29}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