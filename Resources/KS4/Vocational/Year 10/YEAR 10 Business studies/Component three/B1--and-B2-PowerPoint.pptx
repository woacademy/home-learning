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AA301-7D77-43FC-B0E5-4BECA6C75316}">
  <a:tblStyle styleId="{7FFAA301-7D77-43FC-B0E5-4BECA6C753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{7FFAA301-7D77-43FC-B0E5-4BECA6C75316}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