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DCF8D7-B349-485D-A2B8-5703659551BC}">
  <a:tblStyle styleId="{F0DCF8D7-B349-485D-A2B8-5703659551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{F0DCF8D7-B349-485D-A2B8-5703659551BC}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