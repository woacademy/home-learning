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31E3AB-481B-4733-81E0-BB6C134A2B80}">
  <a:tblStyle styleId="{0031E3AB-481B-4733-81E0-BB6C134A2B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{0031E3AB-481B-4733-81E0-BB6C134A2B80}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