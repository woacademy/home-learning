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F1612E-377E-456D-BBBE-B2E7F093766D}">
  <a:tblStyle styleId="{F3F1612E-377E-456D-BBBE-B2E7F09376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{F3F1612E-377E-456D-BBBE-B2E7F093766D}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