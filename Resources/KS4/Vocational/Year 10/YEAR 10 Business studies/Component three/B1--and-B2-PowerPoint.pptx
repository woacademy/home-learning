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1062A9-3D1C-4DC0-AE9F-65960C17810E}">
  <a:tblStyle styleId="{C31062A9-3D1C-4DC0-AE9F-65960C1781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{C31062A9-3D1C-4DC0-AE9F-65960C17810E}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