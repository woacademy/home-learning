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B108AC-A260-4005-8732-45A1DBDDD702}">
  <a:tblStyle styleId="{ECB108AC-A260-4005-8732-45A1DBDDD7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{ECB108AC-A260-4005-8732-45A1DBDDD702}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