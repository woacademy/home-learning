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E1D48F-6109-4427-A19C-D1CFA0CCF5F9}">
  <a:tblStyle styleId="{5BE1D48F-6109-4427-A19C-D1CFA0CCF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{5BE1D48F-6109-4427-A19C-D1CFA0CCF5F9}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