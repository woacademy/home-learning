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78A50A-11ED-419F-BFEE-636E2EEF9F5C}">
  <a:tblStyle styleId="{7C78A50A-11ED-419F-BFEE-636E2EEF9F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{7C78A50A-11ED-419F-BFEE-636E2EEF9F5C}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