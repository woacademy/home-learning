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E26AD1D-25C2-44E8-82A7-51DF4EFBBB04}">
  <a:tblStyle styleId="{AE26AD1D-25C2-44E8-82A7-51DF4EFBBB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{AE26AD1D-25C2-44E8-82A7-51DF4EFBBB04}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