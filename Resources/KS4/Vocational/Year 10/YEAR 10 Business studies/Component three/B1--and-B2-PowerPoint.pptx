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698A404-E6AE-485E-86B0-9904571894AD}">
  <a:tblStyle styleId="{4698A404-E6AE-485E-86B0-9904571894A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{4698A404-E6AE-485E-86B0-9904571894AD}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