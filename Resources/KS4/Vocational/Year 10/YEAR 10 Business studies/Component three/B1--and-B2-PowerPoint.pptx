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F35B1-5104-4BB0-8069-521A0FF1531B}">
  <a:tblStyle styleId="{804F35B1-5104-4BB0-8069-521A0FF153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{804F35B1-5104-4BB0-8069-521A0FF1531B}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