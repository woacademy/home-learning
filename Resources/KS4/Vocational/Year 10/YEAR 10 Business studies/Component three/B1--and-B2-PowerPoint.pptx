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BAD14-5584-4502-9356-FCBEF87A41D1}">
  <a:tblStyle styleId="{CA3BAD14-5584-4502-9356-FCBEF87A41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{CA3BAD14-5584-4502-9356-FCBEF87A41D1}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