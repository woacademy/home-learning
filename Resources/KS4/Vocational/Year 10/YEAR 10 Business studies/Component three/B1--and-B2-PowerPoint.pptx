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E94CBB-68EA-428D-84D9-FD13575D9A03}">
  <a:tblStyle styleId="{9BE94CBB-68EA-428D-84D9-FD13575D9A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{9BE94CBB-68EA-428D-84D9-FD13575D9A03}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