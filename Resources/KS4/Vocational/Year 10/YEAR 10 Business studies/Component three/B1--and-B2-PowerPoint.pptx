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27E26C-3CD2-4C51-9AD0-63C6F24E68E5}">
  <a:tblStyle styleId="{C927E26C-3CD2-4C51-9AD0-63C6F24E6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{C927E26C-3CD2-4C51-9AD0-63C6F24E68E5}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