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B45FF0-A766-44F9-8BED-F299907D5DA3}">
  <a:tblStyle styleId="{C6B45FF0-A766-44F9-8BED-F299907D5D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{C6B45FF0-A766-44F9-8BED-F299907D5DA3}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