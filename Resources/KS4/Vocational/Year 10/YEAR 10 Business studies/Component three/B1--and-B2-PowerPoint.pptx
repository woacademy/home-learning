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505DCC-BC66-4893-A6BF-FE477DA7D60D}">
  <a:tblStyle styleId="{A8505DCC-BC66-4893-A6BF-FE477DA7D60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{A8505DCC-BC66-4893-A6BF-FE477DA7D60D}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