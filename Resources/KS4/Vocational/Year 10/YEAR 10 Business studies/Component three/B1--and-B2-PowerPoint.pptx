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9E620F-1CB5-4598-B560-CAAAFFFCD1C0}">
  <a:tblStyle styleId="{799E620F-1CB5-4598-B560-CAAAFFFCD1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{799E620F-1CB5-4598-B560-CAAAFFFCD1C0}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