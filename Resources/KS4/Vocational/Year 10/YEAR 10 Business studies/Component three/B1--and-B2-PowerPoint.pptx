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2677DF-9D5A-4C08-A76D-3127F97ACA05}">
  <a:tblStyle styleId="{A52677DF-9D5A-4C08-A76D-3127F97ACA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{A52677DF-9D5A-4C08-A76D-3127F97ACA05}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