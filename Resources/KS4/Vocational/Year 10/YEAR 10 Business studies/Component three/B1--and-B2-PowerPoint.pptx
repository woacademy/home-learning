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D3275A-305D-4350-BFE5-F2BE5C9B907B}">
  <a:tblStyle styleId="{36D3275A-305D-4350-BFE5-F2BE5C9B90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{36D3275A-305D-4350-BFE5-F2BE5C9B907B}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