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116EA-DECE-4B36-BE53-6AEB78ED3CFE}">
  <a:tblStyle styleId="{AF2116EA-DECE-4B36-BE53-6AEB78ED3C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{AF2116EA-DECE-4B36-BE53-6AEB78ED3CFE}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