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D61FE0-FDA9-4CAF-BC91-0C80E7479761}">
  <a:tblStyle styleId="{07D61FE0-FDA9-4CAF-BC91-0C80E74797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{07D61FE0-FDA9-4CAF-BC91-0C80E7479761}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