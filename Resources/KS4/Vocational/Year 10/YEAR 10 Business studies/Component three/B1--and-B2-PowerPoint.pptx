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A0E827-6FF8-4E53-A6C0-2925E84A0617}">
  <a:tblStyle styleId="{F6A0E827-6FF8-4E53-A6C0-2925E84A06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{F6A0E827-6FF8-4E53-A6C0-2925E84A0617}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