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4D19A5-FA5C-4816-8249-8EA9CD1564A7}">
  <a:tblStyle styleId="{694D19A5-FA5C-4816-8249-8EA9CD1564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{694D19A5-FA5C-4816-8249-8EA9CD1564A7}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