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0114CB-C9C1-4783-BE2A-799541ACD8B9}">
  <a:tblStyle styleId="{250114CB-C9C1-4783-BE2A-799541ACD8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{250114CB-C9C1-4783-BE2A-799541ACD8B9}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