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B30823-D14B-48AA-AC0B-0AF8F9EC0500}">
  <a:tblStyle styleId="{3EB30823-D14B-48AA-AC0B-0AF8F9EC05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{3EB30823-D14B-48AA-AC0B-0AF8F9EC0500}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