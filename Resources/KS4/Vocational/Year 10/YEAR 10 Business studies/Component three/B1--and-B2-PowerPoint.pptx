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DBFB8D-EB94-47D8-8632-B5F55BD6D393}">
  <a:tblStyle styleId="{60DBFB8D-EB94-47D8-8632-B5F55BD6D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{60DBFB8D-EB94-47D8-8632-B5F55BD6D393}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