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CA702C-2D98-4F57-84DF-A973BF0AB624}">
  <a:tblStyle styleId="{6FCA702C-2D98-4F57-84DF-A973BF0AB6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{6FCA702C-2D98-4F57-84DF-A973BF0AB624}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