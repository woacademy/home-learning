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AEA825-1DBB-414A-B3A6-189EAD490113}">
  <a:tblStyle styleId="{00AEA825-1DBB-414A-B3A6-189EAD4901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{00AEA825-1DBB-414A-B3A6-189EAD490113}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