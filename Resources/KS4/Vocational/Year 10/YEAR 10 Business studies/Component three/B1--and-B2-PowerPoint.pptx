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3563DB-577F-4D6A-BE14-38B926A1423F}">
  <a:tblStyle styleId="{7C3563DB-577F-4D6A-BE14-38B926A1423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{7C3563DB-577F-4D6A-BE14-38B926A1423F}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