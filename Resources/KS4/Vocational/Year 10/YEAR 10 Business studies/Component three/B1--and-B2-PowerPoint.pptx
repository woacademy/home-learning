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50E16-21B3-4558-85BB-ABF6290C6556}">
  <a:tblStyle styleId="{A1750E16-21B3-4558-85BB-ABF6290C65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{A1750E16-21B3-4558-85BB-ABF6290C6556}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