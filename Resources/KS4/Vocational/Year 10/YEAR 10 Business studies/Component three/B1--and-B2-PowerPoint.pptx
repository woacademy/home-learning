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B502D2B-7A2E-42F8-91A2-8312D3F66426}">
  <a:tblStyle styleId="{8B502D2B-7A2E-42F8-91A2-8312D3F664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{8B502D2B-7A2E-42F8-91A2-8312D3F66426}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