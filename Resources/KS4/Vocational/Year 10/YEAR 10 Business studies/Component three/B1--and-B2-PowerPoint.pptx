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814FCA-4F31-485E-9C94-147C80C41D7D}">
  <a:tblStyle styleId="{66814FCA-4F31-485E-9C94-147C80C41D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{66814FCA-4F31-485E-9C94-147C80C41D7D}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