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2BBBFAF-89BB-4984-BAA1-479FAD7AE0A7}">
  <a:tblStyle styleId="{D2BBBFAF-89BB-4984-BAA1-479FAD7AE0A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{D2BBBFAF-89BB-4984-BAA1-479FAD7AE0A7}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