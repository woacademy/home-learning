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1C67B9-A266-4CDD-B11F-632DAD890B09}">
  <a:tblStyle styleId="{261C67B9-A266-4CDD-B11F-632DAD890B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{261C67B9-A266-4CDD-B11F-632DAD890B09}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