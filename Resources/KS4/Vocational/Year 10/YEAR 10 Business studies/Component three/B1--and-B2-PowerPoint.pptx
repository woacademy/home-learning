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D23E94-7466-498E-9582-ECB76E8FDB1F}">
  <a:tblStyle styleId="{0BD23E94-7466-498E-9582-ECB76E8FDB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{0BD23E94-7466-498E-9582-ECB76E8FDB1F}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