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84E2F9-6312-4FBD-8B61-08E04E047A97}">
  <a:tblStyle styleId="{5D84E2F9-6312-4FBD-8B61-08E04E047A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{5D84E2F9-6312-4FBD-8B61-08E04E047A97}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