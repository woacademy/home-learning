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73B511-FE89-4D20-968A-D8E9D1EEC540}">
  <a:tblStyle styleId="{B673B511-FE89-4D20-968A-D8E9D1EEC5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{B673B511-FE89-4D20-968A-D8E9D1EEC540}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