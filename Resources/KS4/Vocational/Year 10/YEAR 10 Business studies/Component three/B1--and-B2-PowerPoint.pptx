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33C48-1602-426E-B5DC-EF97DA7F37BA}">
  <a:tblStyle styleId="{71133C48-1602-426E-B5DC-EF97DA7F37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{71133C48-1602-426E-B5DC-EF97DA7F37BA}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