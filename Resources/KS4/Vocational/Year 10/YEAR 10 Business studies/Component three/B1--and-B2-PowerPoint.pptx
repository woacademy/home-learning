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72ABB2-1E4C-4532-B1E3-2FE5752D862F}">
  <a:tblStyle styleId="{8B72ABB2-1E4C-4532-B1E3-2FE5752D86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{8B72ABB2-1E4C-4532-B1E3-2FE5752D862F}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