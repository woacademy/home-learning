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B065EE-5E07-49EE-A864-502AD651B8A5}">
  <a:tblStyle styleId="{06B065EE-5E07-49EE-A864-502AD651B8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{06B065EE-5E07-49EE-A864-502AD651B8A5}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