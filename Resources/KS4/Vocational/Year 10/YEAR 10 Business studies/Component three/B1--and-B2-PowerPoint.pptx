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5AEB69-C186-4A3D-89BE-C263BF5D3010}">
  <a:tblStyle styleId="{0C5AEB69-C186-4A3D-89BE-C263BF5D30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{0C5AEB69-C186-4A3D-89BE-C263BF5D3010}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