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13ACC5-EA3C-4ABA-9CF8-4CD0F221A7C7}">
  <a:tblStyle styleId="{CE13ACC5-EA3C-4ABA-9CF8-4CD0F221A7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{CE13ACC5-EA3C-4ABA-9CF8-4CD0F221A7C7}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