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E01A21-7571-4A6F-A9D7-CC448A9EBE51}">
  <a:tblStyle styleId="{79E01A21-7571-4A6F-A9D7-CC448A9EBE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{79E01A21-7571-4A6F-A9D7-CC448A9EBE51}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