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19D828-4168-4D78-A0A9-27B6E9832E6F}">
  <a:tblStyle styleId="{3919D828-4168-4D78-A0A9-27B6E9832E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{3919D828-4168-4D78-A0A9-27B6E9832E6F}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