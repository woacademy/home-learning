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F2DF36-E32E-479F-9F52-E83EC60C024D}">
  <a:tblStyle styleId="{0DF2DF36-E32E-479F-9F52-E83EC60C02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{0DF2DF36-E32E-479F-9F52-E83EC60C024D}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