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0F1A21-BBA6-4B62-8047-915AF6C77B3C}">
  <a:tblStyle styleId="{690F1A21-BBA6-4B62-8047-915AF6C77B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{690F1A21-BBA6-4B62-8047-915AF6C77B3C}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