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BB7AE1-A9BD-473B-BE32-5583A3EAED78}">
  <a:tblStyle styleId="{27BB7AE1-A9BD-473B-BE32-5583A3EAED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{27BB7AE1-A9BD-473B-BE32-5583A3EAED78}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