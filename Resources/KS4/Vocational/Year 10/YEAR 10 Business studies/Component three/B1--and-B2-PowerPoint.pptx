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B18B93D-0A26-4B9C-ACBA-FB17C5EB6AC6}">
  <a:tblStyle styleId="{2B18B93D-0A26-4B9C-ACBA-FB17C5EB6AC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{2B18B93D-0A26-4B9C-ACBA-FB17C5EB6AC6}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