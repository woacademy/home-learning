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B3C346-7BB8-47F6-A9EA-2A41233B9993}">
  <a:tblStyle styleId="{A3B3C346-7BB8-47F6-A9EA-2A41233B99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{A3B3C346-7BB8-47F6-A9EA-2A41233B9993}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