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14B15-91A8-422B-81C1-4D25E87E67D4}">
  <a:tblStyle styleId="{47C14B15-91A8-422B-81C1-4D25E87E67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{47C14B15-91A8-422B-81C1-4D25E87E67D4}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