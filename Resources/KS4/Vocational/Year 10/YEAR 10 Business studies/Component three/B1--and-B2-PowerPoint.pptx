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02A23A7-6089-46F7-AD10-195F04DC6A8A}">
  <a:tblStyle styleId="{A02A23A7-6089-46F7-AD10-195F04DC6A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{A02A23A7-6089-46F7-AD10-195F04DC6A8A}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