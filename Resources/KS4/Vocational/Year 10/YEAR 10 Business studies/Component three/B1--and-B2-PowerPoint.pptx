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3E5C6F-56AF-4FED-934C-F483AD3022B6}">
  <a:tblStyle styleId="{EF3E5C6F-56AF-4FED-934C-F483AD3022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{EF3E5C6F-56AF-4FED-934C-F483AD3022B6}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