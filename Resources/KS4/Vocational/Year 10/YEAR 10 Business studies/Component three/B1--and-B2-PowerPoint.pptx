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903AD9-E675-4AB5-8150-3FECAC5818EB}">
  <a:tblStyle styleId="{3C903AD9-E675-4AB5-8150-3FECAC5818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{3C903AD9-E675-4AB5-8150-3FECAC5818EB}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