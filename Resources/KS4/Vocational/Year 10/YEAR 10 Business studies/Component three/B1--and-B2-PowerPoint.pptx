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3607B7-AD37-4CF2-BACB-9B9C1F1FA330}">
  <a:tblStyle styleId="{D83607B7-AD37-4CF2-BACB-9B9C1F1FA3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{D83607B7-AD37-4CF2-BACB-9B9C1F1FA330}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