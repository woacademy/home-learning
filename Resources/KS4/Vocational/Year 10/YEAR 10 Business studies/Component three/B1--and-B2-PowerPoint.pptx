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AA695-CE67-4681-BC90-3CFA8E08DFD1}">
  <a:tblStyle styleId="{EC4AA695-CE67-4681-BC90-3CFA8E08DF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{EC4AA695-CE67-4681-BC90-3CFA8E08DFD1}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