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DEFC97-B81B-4E23-A9F8-2FD490E5BD6B}">
  <a:tblStyle styleId="{EFDEFC97-B81B-4E23-A9F8-2FD490E5BD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{EFDEFC97-B81B-4E23-A9F8-2FD490E5BD6B}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