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522A9F-5DA6-4A4E-80FC-4976B3D44FEF}">
  <a:tblStyle styleId="{17522A9F-5DA6-4A4E-80FC-4976B3D44F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{17522A9F-5DA6-4A4E-80FC-4976B3D44FEF}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