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D717DD-A2CB-4B0B-811F-27D2902CE8A3}">
  <a:tblStyle styleId="{FED717DD-A2CB-4B0B-811F-27D2902CE8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{FED717DD-A2CB-4B0B-811F-27D2902CE8A3}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