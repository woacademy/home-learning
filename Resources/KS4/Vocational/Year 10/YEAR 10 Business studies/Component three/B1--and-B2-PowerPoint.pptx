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1C0CA1-0F41-4ADB-89C6-8ECFC1D4ADA1}">
  <a:tblStyle styleId="{AB1C0CA1-0F41-4ADB-89C6-8ECFC1D4AD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{AB1C0CA1-0F41-4ADB-89C6-8ECFC1D4ADA1}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