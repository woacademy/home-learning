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0D479F-8844-40A7-99EA-823B388D4706}">
  <a:tblStyle styleId="{040D479F-8844-40A7-99EA-823B388D47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{040D479F-8844-40A7-99EA-823B388D4706}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