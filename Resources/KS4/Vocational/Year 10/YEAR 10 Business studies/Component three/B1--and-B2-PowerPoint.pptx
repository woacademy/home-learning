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C2C555-DF7A-41B8-BE2E-D74D1C5EF36D}">
  <a:tblStyle styleId="{F9C2C555-DF7A-41B8-BE2E-D74D1C5EF3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{F9C2C555-DF7A-41B8-BE2E-D74D1C5EF36D}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