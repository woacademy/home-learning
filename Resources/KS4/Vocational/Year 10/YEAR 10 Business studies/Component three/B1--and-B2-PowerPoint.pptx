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6B780B-31C1-4799-8259-DA62C9A79F35}">
  <a:tblStyle styleId="{996B780B-31C1-4799-8259-DA62C9A79F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{996B780B-31C1-4799-8259-DA62C9A79F35}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