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52A2F8-6126-4331-A60B-F56C0440D727}">
  <a:tblStyle styleId="{7652A2F8-6126-4331-A60B-F56C0440D7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{7652A2F8-6126-4331-A60B-F56C0440D727}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