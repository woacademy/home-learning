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A2933D-E82C-4FB9-944A-9E1E64964E09}">
  <a:tblStyle styleId="{13A2933D-E82C-4FB9-944A-9E1E64964E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{13A2933D-E82C-4FB9-944A-9E1E64964E09}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