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C994C0-93E9-489E-9969-94253DDF0E2E}">
  <a:tblStyle styleId="{7AC994C0-93E9-489E-9969-94253DDF0E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{7AC994C0-93E9-489E-9969-94253DDF0E2E}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