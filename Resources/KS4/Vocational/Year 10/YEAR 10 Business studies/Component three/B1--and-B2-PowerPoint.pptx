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41D406-19EE-4A78-BCDD-01CD90F0037A}">
  <a:tblStyle styleId="{7641D406-19EE-4A78-BCDD-01CD90F003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{7641D406-19EE-4A78-BCDD-01CD90F0037A}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