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65E7FB-70E5-478F-A400-AC4C02ACB943}">
  <a:tblStyle styleId="{AC65E7FB-70E5-478F-A400-AC4C02ACB9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{AC65E7FB-70E5-478F-A400-AC4C02ACB943}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