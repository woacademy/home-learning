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60D99B-746A-4569-B058-0C13CC100BD7}">
  <a:tblStyle styleId="{3C60D99B-746A-4569-B058-0C13CC100B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{3C60D99B-746A-4569-B058-0C13CC100BD7}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