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9657E4-E817-4555-B206-4F57B43F1BC7}">
  <a:tblStyle styleId="{EC9657E4-E817-4555-B206-4F57B43F1B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{EC9657E4-E817-4555-B206-4F57B43F1BC7}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