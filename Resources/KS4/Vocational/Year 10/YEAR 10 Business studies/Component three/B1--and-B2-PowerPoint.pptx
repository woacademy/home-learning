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5F5516-D2DB-4129-8B28-74025E1F691E}">
  <a:tblStyle styleId="{DF5F5516-D2DB-4129-8B28-74025E1F69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{DF5F5516-D2DB-4129-8B28-74025E1F691E}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