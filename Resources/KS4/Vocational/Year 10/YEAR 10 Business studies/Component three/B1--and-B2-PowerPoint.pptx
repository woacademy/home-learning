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CA6EE9-8CE9-45F4-8278-9EF34C54AF3C}">
  <a:tblStyle styleId="{90CA6EE9-8CE9-45F4-8278-9EF34C54AF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{90CA6EE9-8CE9-45F4-8278-9EF34C54AF3C}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