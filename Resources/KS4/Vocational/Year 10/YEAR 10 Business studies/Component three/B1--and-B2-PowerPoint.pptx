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F1873B-5925-4A75-836E-CAABF5B39C0B}">
  <a:tblStyle styleId="{C1F1873B-5925-4A75-836E-CAABF5B39C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{C1F1873B-5925-4A75-836E-CAABF5B39C0B}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