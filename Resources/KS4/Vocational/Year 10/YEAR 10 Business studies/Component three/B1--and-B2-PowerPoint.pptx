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5A112A-4860-4BF7-A8A2-66432D73322F}">
  <a:tblStyle styleId="{525A112A-4860-4BF7-A8A2-66432D7332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{525A112A-4860-4BF7-A8A2-66432D73322F}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