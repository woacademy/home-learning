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70056B-1732-4E97-A3BB-873EF1A74500}">
  <a:tblStyle styleId="{F370056B-1732-4E97-A3BB-873EF1A745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{F370056B-1732-4E97-A3BB-873EF1A74500}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