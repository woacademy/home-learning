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8986B7-B8A4-41CC-AA09-F333A2AC5539}">
  <a:tblStyle styleId="{8A8986B7-B8A4-41CC-AA09-F333A2AC55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{8A8986B7-B8A4-41CC-AA09-F333A2AC5539}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