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FB746D-32F8-496B-88A1-66412DEABAEE}">
  <a:tblStyle styleId="{58FB746D-32F8-496B-88A1-66412DEABA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{58FB746D-32F8-496B-88A1-66412DEABAEE}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