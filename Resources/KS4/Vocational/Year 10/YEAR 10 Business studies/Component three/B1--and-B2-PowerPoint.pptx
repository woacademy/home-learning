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75D9CF-0E9C-47F8-92CF-1B8341B5CB92}">
  <a:tblStyle styleId="{1975D9CF-0E9C-47F8-92CF-1B8341B5CB9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{1975D9CF-0E9C-47F8-92CF-1B8341B5CB92}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