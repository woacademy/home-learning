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57E1FA-850B-49D8-9926-9AC54B6F1D0E}">
  <a:tblStyle styleId="{3457E1FA-850B-49D8-9926-9AC54B6F1D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{3457E1FA-850B-49D8-9926-9AC54B6F1D0E}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