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FF4E6B-548C-48F1-AD85-D58E868D5DEA}">
  <a:tblStyle styleId="{6EFF4E6B-548C-48F1-AD85-D58E868D5D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{6EFF4E6B-548C-48F1-AD85-D58E868D5DEA}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