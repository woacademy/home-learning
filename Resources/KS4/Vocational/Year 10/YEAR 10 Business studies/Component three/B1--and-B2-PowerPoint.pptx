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E22F9B-61B7-4895-B2F3-58A1D1E3F71B}">
  <a:tblStyle styleId="{FDE22F9B-61B7-4895-B2F3-58A1D1E3F7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{FDE22F9B-61B7-4895-B2F3-58A1D1E3F71B}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