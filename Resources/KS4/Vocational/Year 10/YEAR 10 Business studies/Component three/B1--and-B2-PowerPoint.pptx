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49695B4-FBED-4E94-9D24-234CAC89DF91}">
  <a:tblStyle styleId="{549695B4-FBED-4E94-9D24-234CAC89DF9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7.jpg"/><Relationship Id="rId6" Type="http://schemas.openxmlformats.org/officeDocument/2006/relationships/image" Target="../media/image3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{549695B4-FBED-4E94-9D24-234CAC89DF91}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