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327E60-C154-4D9A-99A3-EC8D73CFCB20}">
  <a:tblStyle styleId="{C1327E60-C154-4D9A-99A3-EC8D73CFC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{C1327E60-C154-4D9A-99A3-EC8D73CFCB20}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