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0E156-9413-4380-9463-799A5DFCDE02}">
  <a:tblStyle styleId="{E7E0E156-9413-4380-9463-799A5DFCDE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{E7E0E156-9413-4380-9463-799A5DFCDE02}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