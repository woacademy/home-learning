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559C7E-FA2A-4C23-B896-41FF25585A4E}">
  <a:tblStyle styleId="{E2559C7E-FA2A-4C23-B896-41FF25585A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{E2559C7E-FA2A-4C23-B896-41FF25585A4E}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