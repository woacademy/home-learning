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4D6815-8A16-444A-852D-AF5C5C86AC89}">
  <a:tblStyle styleId="{404D6815-8A16-444A-852D-AF5C5C86AC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{404D6815-8A16-444A-852D-AF5C5C86AC89}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