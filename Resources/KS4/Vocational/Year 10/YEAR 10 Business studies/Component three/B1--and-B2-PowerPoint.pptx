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794FAE7-5B6E-4936-9A39-5CB52C06A95E}">
  <a:tblStyle styleId="{D794FAE7-5B6E-4936-9A39-5CB52C06A95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2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8.png"/><Relationship Id="rId5" Type="http://schemas.openxmlformats.org/officeDocument/2006/relationships/image" Target="../media/image6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{D794FAE7-5B6E-4936-9A39-5CB52C06A95E}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