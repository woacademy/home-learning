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F90BF-B3BA-4E86-92D8-DC42C2C43AD5}">
  <a:tblStyle styleId="{342F90BF-B3BA-4E86-92D8-DC42C2C43A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{342F90BF-B3BA-4E86-92D8-DC42C2C43AD5}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