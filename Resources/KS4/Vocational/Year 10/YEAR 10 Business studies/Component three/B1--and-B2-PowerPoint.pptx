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88B305-5536-4A16-9D15-43A5450D03B5}">
  <a:tblStyle styleId="{F388B305-5536-4A16-9D15-43A5450D03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{F388B305-5536-4A16-9D15-43A5450D03B5}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