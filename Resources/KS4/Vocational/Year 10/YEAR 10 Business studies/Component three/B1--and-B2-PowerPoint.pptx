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157F5C-5CC6-4807-9D90-DEBEEF4DDB9C}">
  <a:tblStyle styleId="{69157F5C-5CC6-4807-9D90-DEBEEF4DDB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{69157F5C-5CC6-4807-9D90-DEBEEF4DDB9C}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