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40DF42-D9DE-47EE-BC8D-B9D8E97DC5F6}">
  <a:tblStyle styleId="{5140DF42-D9DE-47EE-BC8D-B9D8E97DC5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{5140DF42-D9DE-47EE-BC8D-B9D8E97DC5F6}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