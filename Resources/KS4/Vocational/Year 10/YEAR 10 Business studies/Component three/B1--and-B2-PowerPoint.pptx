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59D0E1-D28F-4D22-9C2B-9D8795FE03EA}">
  <a:tblStyle styleId="{1159D0E1-D28F-4D22-9C2B-9D8795FE03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{1159D0E1-D28F-4D22-9C2B-9D8795FE03EA}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