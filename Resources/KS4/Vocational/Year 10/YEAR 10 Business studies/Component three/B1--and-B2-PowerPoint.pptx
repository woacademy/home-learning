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AF6A2B-FA5C-47C6-AD18-7A303CD2444F}">
  <a:tblStyle styleId="{EBAF6A2B-FA5C-47C6-AD18-7A303CD244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{EBAF6A2B-FA5C-47C6-AD18-7A303CD2444F}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