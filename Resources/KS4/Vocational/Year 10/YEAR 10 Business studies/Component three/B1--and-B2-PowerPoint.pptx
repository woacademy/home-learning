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0E2DF7-061C-4DA5-AF6D-60C5F6AC9B5E}">
  <a:tblStyle styleId="{9A0E2DF7-061C-4DA5-AF6D-60C5F6AC9B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{9A0E2DF7-061C-4DA5-AF6D-60C5F6AC9B5E}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