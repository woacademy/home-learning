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22B12A-CE94-4BD5-87B9-398849F542BE}">
  <a:tblStyle styleId="{E122B12A-CE94-4BD5-87B9-398849F542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{E122B12A-CE94-4BD5-87B9-398849F542BE}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