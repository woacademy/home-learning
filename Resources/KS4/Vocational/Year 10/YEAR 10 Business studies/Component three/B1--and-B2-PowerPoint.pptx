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87B3FB-1F3A-4EF8-B323-76534513DD1F}">
  <a:tblStyle styleId="{2F87B3FB-1F3A-4EF8-B323-76534513DD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{2F87B3FB-1F3A-4EF8-B323-76534513DD1F}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