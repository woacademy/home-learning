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E5F180-FE4F-4E7C-96B7-8091AC5CBE88}">
  <a:tblStyle styleId="{00E5F180-FE4F-4E7C-96B7-8091AC5CBE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{00E5F180-FE4F-4E7C-96B7-8091AC5CBE88}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