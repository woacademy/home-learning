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0B0AFF-CF0F-4484-BD3B-92D86081D9DA}">
  <a:tblStyle styleId="{CD0B0AFF-CF0F-4484-BD3B-92D86081D9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{CD0B0AFF-CF0F-4484-BD3B-92D86081D9DA}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