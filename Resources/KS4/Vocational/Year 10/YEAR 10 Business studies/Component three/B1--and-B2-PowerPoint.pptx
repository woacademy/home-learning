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AC5A8F-FCB9-44E7-ABF3-ED088B87DE57}">
  <a:tblStyle styleId="{73AC5A8F-FCB9-44E7-ABF3-ED088B87DE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{73AC5A8F-FCB9-44E7-ABF3-ED088B87DE57}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