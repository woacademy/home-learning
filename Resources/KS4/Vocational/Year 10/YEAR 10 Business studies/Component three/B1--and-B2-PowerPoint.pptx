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8D8B8-CEAE-464D-BC61-41AC279ADDD7}">
  <a:tblStyle styleId="{73E8D8B8-CEAE-464D-BC61-41AC279ADD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{73E8D8B8-CEAE-464D-BC61-41AC279ADDD7}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