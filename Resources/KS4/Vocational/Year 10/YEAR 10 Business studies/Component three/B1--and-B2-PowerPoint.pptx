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24D5D5-9204-43CF-A1E3-ADAC63A2F047}">
  <a:tblStyle styleId="{3E24D5D5-9204-43CF-A1E3-ADAC63A2F0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{3E24D5D5-9204-43CF-A1E3-ADAC63A2F047}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