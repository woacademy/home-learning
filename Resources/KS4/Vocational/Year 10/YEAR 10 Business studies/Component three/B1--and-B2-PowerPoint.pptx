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43EAA1-CAA0-47F0-AD62-C17A4BC06A9C}">
  <a:tblStyle styleId="{7C43EAA1-CAA0-47F0-AD62-C17A4BC06A9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{7C43EAA1-CAA0-47F0-AD62-C17A4BC06A9C}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