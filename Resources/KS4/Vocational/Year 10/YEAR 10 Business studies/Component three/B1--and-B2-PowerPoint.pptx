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E9FB4A-8DCE-45D8-8AA3-23B323167E10}">
  <a:tblStyle styleId="{22E9FB4A-8DCE-45D8-8AA3-23B323167E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{22E9FB4A-8DCE-45D8-8AA3-23B323167E10}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