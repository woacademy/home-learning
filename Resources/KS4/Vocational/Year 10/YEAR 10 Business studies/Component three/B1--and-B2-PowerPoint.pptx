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945E7-08F7-4F46-9268-2BDFCC7757B0}">
  <a:tblStyle styleId="{25B945E7-08F7-4F46-9268-2BDFCC7757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{25B945E7-08F7-4F46-9268-2BDFCC7757B0}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