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F7FE0C-D92C-4547-BCAA-346982E440B1}">
  <a:tblStyle styleId="{68F7FE0C-D92C-4547-BCAA-346982E440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{68F7FE0C-D92C-4547-BCAA-346982E440B1}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