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F33F3B-B94B-4782-B0C7-64F365D62106}">
  <a:tblStyle styleId="{B3F33F3B-B94B-4782-B0C7-64F365D621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{B3F33F3B-B94B-4782-B0C7-64F365D62106}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