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EB0313-9446-479B-8B5D-CC8B84DDBD56}">
  <a:tblStyle styleId="{A0EB0313-9446-479B-8B5D-CC8B84DDBD5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{A0EB0313-9446-479B-8B5D-CC8B84DDBD56}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