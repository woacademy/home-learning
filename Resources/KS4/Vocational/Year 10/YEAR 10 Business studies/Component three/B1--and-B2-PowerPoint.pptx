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C9DE5A-E2E3-4CA4-B804-EFED4B1FFA16}">
  <a:tblStyle styleId="{0DC9DE5A-E2E3-4CA4-B804-EFED4B1FFA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{0DC9DE5A-E2E3-4CA4-B804-EFED4B1FFA16}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