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C816B2-FA7E-414B-AF4D-3996C4AB936F}">
  <a:tblStyle styleId="{16C816B2-FA7E-414B-AF4D-3996C4AB93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{16C816B2-FA7E-414B-AF4D-3996C4AB936F}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