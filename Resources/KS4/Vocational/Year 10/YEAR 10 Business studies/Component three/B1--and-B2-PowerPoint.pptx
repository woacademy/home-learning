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DF9DFF-1365-4295-9EBE-093C24585F6B}">
  <a:tblStyle styleId="{E4DF9DFF-1365-4295-9EBE-093C24585F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{E4DF9DFF-1365-4295-9EBE-093C24585F6B}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