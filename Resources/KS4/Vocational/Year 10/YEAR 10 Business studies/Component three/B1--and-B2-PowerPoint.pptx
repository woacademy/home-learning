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B6E33-00C0-43DA-9ABA-D2E39B98CD53}">
  <a:tblStyle styleId="{117B6E33-00C0-43DA-9ABA-D2E39B98CD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{117B6E33-00C0-43DA-9ABA-D2E39B98CD53}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