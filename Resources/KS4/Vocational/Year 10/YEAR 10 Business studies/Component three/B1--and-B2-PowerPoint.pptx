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EDE920-6170-4767-BC55-3415B91D843D}">
  <a:tblStyle styleId="{BDEDE920-6170-4767-BC55-3415B91D84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{BDEDE920-6170-4767-BC55-3415B91D843D}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