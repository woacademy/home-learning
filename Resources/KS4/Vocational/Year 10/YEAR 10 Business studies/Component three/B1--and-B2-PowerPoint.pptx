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CEEC0AA1-A9DF-4713-A42F-FC70E6C2BBE8}">
  <a:tblStyle styleId="{CEEC0AA1-A9DF-4713-A42F-FC70E6C2BBE8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8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2.jpg"/><Relationship Id="rId4" Type="http://schemas.openxmlformats.org/officeDocument/2006/relationships/image" Target="../media/image5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7.png"/><Relationship Id="rId4" Type="http://schemas.openxmlformats.org/officeDocument/2006/relationships/image" Target="../media/image6.png"/><Relationship Id="rId5" Type="http://schemas.openxmlformats.org/officeDocument/2006/relationships/image" Target="../media/image3.jpg"/><Relationship Id="rId6" Type="http://schemas.openxmlformats.org/officeDocument/2006/relationships/image" Target="../media/image4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{CEEC0AA1-A9DF-4713-A42F-FC70E6C2BBE8}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