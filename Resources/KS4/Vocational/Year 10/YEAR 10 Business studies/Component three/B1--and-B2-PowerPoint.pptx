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9994C1-2E5A-4CB7-A5E0-22E68ECD551C}">
  <a:tblStyle styleId="{C69994C1-2E5A-4CB7-A5E0-22E68ECD55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{C69994C1-2E5A-4CB7-A5E0-22E68ECD551C}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