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3ACBB3-1ADB-4E00-830D-EB037D5D2C2F}">
  <a:tblStyle styleId="{333ACBB3-1ADB-4E00-830D-EB037D5D2C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{333ACBB3-1ADB-4E00-830D-EB037D5D2C2F}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