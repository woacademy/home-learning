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08BC897-4CDB-4647-AE84-3CA865B6C507}">
  <a:tblStyle styleId="{B08BC897-4CDB-4647-AE84-3CA865B6C50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Relationship Id="rId4" Type="http://schemas.openxmlformats.org/officeDocument/2006/relationships/image" Target="../media/image5.png"/><Relationship Id="rId5" Type="http://schemas.openxmlformats.org/officeDocument/2006/relationships/image" Target="../media/image4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{B08BC897-4CDB-4647-AE84-3CA865B6C507}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