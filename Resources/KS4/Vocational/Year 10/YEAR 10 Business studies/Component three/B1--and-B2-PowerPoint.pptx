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06199C-1FBE-4705-80B9-054716B92591}">
  <a:tblStyle styleId="{0006199C-1FBE-4705-80B9-054716B925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{0006199C-1FBE-4705-80B9-054716B92591}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