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52D0D28-3C23-4B3C-9E0E-86BB5C0DBC5B}">
  <a:tblStyle styleId="{252D0D28-3C23-4B3C-9E0E-86BB5C0DBC5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{252D0D28-3C23-4B3C-9E0E-86BB5C0DBC5B}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