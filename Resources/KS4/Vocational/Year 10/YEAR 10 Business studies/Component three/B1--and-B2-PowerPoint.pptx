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DE1ED3-EB45-483A-89C2-3AA554C6713A}">
  <a:tblStyle styleId="{CDDE1ED3-EB45-483A-89C2-3AA554C671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{CDDE1ED3-EB45-483A-89C2-3AA554C6713A}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