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BE0660-F182-49D9-931A-F6D92158FC49}">
  <a:tblStyle styleId="{A8BE0660-F182-49D9-931A-F6D92158FC4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{A8BE0660-F182-49D9-931A-F6D92158FC49}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