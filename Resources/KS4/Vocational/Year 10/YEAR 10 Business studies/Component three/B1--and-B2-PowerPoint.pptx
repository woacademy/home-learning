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1E54F74-170E-4EEF-AD5F-37A09441DDCC}">
  <a:tblStyle styleId="{01E54F74-170E-4EEF-AD5F-37A09441DDC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6.png"/><Relationship Id="rId5" Type="http://schemas.openxmlformats.org/officeDocument/2006/relationships/image" Target="../media/image3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{01E54F74-170E-4EEF-AD5F-37A09441DDCC}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