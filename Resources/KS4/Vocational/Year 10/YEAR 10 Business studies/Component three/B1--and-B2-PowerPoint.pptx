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D2B138-34F4-4674-A63B-E7F1AFD0FF8F}">
  <a:tblStyle styleId="{10D2B138-34F4-4674-A63B-E7F1AFD0FF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{10D2B138-34F4-4674-A63B-E7F1AFD0FF8F}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