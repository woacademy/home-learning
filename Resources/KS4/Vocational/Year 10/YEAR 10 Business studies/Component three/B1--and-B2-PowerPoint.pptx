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134E43-9EB3-4B58-AAF4-37B5DC5D971A}">
  <a:tblStyle styleId="{51134E43-9EB3-4B58-AAF4-37B5DC5D97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{51134E43-9EB3-4B58-AAF4-37B5DC5D971A}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