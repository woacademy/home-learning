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A79C81-C87D-49A7-B2C3-FB569A564271}">
  <a:tblStyle styleId="{ABA79C81-C87D-49A7-B2C3-FB569A5642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{ABA79C81-C87D-49A7-B2C3-FB569A564271}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