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AC73F-E380-4E28-8B84-B17D12D72051}">
  <a:tblStyle styleId="{289AC73F-E380-4E28-8B84-B17D12D720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{289AC73F-E380-4E28-8B84-B17D12D72051}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