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2DF7E-DAD6-4C20-A7D2-14D597CED18C}">
  <a:tblStyle styleId="{44B2DF7E-DAD6-4C20-A7D2-14D597CED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{44B2DF7E-DAD6-4C20-A7D2-14D597CED18C}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