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2CA75A-6D24-49A2-8FCD-71FC419EBE3E}">
  <a:tblStyle styleId="{112CA75A-6D24-49A2-8FCD-71FC419EBE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{112CA75A-6D24-49A2-8FCD-71FC419EBE3E}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