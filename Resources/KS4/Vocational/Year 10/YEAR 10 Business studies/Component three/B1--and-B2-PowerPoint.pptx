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A35B8C-4AAD-44D2-8604-AAA3DB2DA304}">
  <a:tblStyle styleId="{1CA35B8C-4AAD-44D2-8604-AAA3DB2DA3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{1CA35B8C-4AAD-44D2-8604-AAA3DB2DA304}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