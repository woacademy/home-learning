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BE3938-D568-4BC1-B137-FA4D20F8D617}">
  <a:tblStyle styleId="{6DBE3938-D568-4BC1-B137-FA4D20F8D6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{6DBE3938-D568-4BC1-B137-FA4D20F8D617}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