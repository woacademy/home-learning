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477DC3-9BC6-47F0-988D-C26D5182F024}">
  <a:tblStyle styleId="{D9477DC3-9BC6-47F0-988D-C26D5182F0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{D9477DC3-9BC6-47F0-988D-C26D5182F024}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