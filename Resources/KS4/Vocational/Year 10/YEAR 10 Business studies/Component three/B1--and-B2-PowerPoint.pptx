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BAA0DC-42C8-4159-A05C-A235018284AF}">
  <a:tblStyle styleId="{ABBAA0DC-42C8-4159-A05C-A235018284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{ABBAA0DC-42C8-4159-A05C-A235018284AF}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