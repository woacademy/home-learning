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93E90-F6EC-4814-829B-2375092BF7DA}">
  <a:tblStyle styleId="{4FD93E90-F6EC-4814-829B-2375092BF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{4FD93E90-F6EC-4814-829B-2375092BF7DA}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