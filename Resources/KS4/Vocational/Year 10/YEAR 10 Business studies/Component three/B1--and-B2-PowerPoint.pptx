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BD6A2F5-D196-49FC-89A1-821AECD2BFFB}">
  <a:tblStyle styleId="{0BD6A2F5-D196-49FC-89A1-821AECD2BFF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{0BD6A2F5-D196-49FC-89A1-821AECD2BFFB}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