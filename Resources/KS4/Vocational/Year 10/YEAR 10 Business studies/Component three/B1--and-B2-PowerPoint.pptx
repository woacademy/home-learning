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96862B-CB32-421E-8980-85B0713A3E9A}">
  <a:tblStyle styleId="{D196862B-CB32-421E-8980-85B0713A3E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{D196862B-CB32-421E-8980-85B0713A3E9A}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