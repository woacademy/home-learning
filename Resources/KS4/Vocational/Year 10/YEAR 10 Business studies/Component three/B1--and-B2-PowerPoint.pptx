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A31CC07-9BB4-4C3F-846F-7F2510D19535}">
  <a:tblStyle styleId="{CA31CC07-9BB4-4C3F-846F-7F2510D1953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{CA31CC07-9BB4-4C3F-846F-7F2510D19535}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