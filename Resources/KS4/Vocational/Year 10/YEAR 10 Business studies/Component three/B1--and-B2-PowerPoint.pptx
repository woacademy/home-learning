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0D022C-CD89-4A5D-9D42-45C33BB7CDBC}">
  <a:tblStyle styleId="{980D022C-CD89-4A5D-9D42-45C33BB7CD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{980D022C-CD89-4A5D-9D42-45C33BB7CDBC}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