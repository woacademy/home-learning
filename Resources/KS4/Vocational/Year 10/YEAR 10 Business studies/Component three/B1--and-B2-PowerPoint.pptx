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93B57AA-5C6C-4045-9AA9-776DDD9F2E76}">
  <a:tblStyle styleId="{A93B57AA-5C6C-4045-9AA9-776DDD9F2E7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{A93B57AA-5C6C-4045-9AA9-776DDD9F2E76}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