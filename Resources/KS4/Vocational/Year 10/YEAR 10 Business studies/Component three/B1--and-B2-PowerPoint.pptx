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EA48DA-C50C-4579-8405-24C5B07B0207}">
  <a:tblStyle styleId="{C3EA48DA-C50C-4579-8405-24C5B07B02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{C3EA48DA-C50C-4579-8405-24C5B07B0207}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