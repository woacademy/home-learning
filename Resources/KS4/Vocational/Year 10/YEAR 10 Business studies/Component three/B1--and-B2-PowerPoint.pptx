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701AB5-E4E6-4692-A739-60343B35E5DA}">
  <a:tblStyle styleId="{B3701AB5-E4E6-4692-A739-60343B35E5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{B3701AB5-E4E6-4692-A739-60343B35E5DA}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