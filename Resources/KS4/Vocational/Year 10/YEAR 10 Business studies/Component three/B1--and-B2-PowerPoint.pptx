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01163-FAC7-4EC2-998B-686F3A77E0E0}">
  <a:tblStyle styleId="{72D01163-FAC7-4EC2-998B-686F3A77E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{72D01163-FAC7-4EC2-998B-686F3A77E0E0}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