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E37C4B-CE7E-4CFC-B04B-D1CF8C0063A9}">
  <a:tblStyle styleId="{0FE37C4B-CE7E-4CFC-B04B-D1CF8C0063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{0FE37C4B-CE7E-4CFC-B04B-D1CF8C0063A9}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