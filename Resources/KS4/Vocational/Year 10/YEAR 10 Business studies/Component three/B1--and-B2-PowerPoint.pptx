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38C15A-28C0-4AB2-85BD-A94A6B2CB30C}">
  <a:tblStyle styleId="{4D38C15A-28C0-4AB2-85BD-A94A6B2CB3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{4D38C15A-28C0-4AB2-85BD-A94A6B2CB30C}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