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D0D50-5E55-49F5-85B9-2981FB6C47C0}">
  <a:tblStyle styleId="{BACD0D50-5E55-49F5-85B9-2981FB6C47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{BACD0D50-5E55-49F5-85B9-2981FB6C47C0}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