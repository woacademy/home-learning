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93D471-0A11-4526-80A6-CCC8A4CFEF1F}">
  <a:tblStyle styleId="{9F93D471-0A11-4526-80A6-CCC8A4CFEF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{9F93D471-0A11-4526-80A6-CCC8A4CFEF1F}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