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97578D-C36B-47FC-8994-E0075C947577}">
  <a:tblStyle styleId="{EE97578D-C36B-47FC-8994-E0075C9475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{EE97578D-C36B-47FC-8994-E0075C947577}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