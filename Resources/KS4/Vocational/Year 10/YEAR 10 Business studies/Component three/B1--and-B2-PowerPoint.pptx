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147BC0-D614-458B-B138-130F73BA6707}">
  <a:tblStyle styleId="{EF147BC0-D614-458B-B138-130F73BA67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{EF147BC0-D614-458B-B138-130F73BA6707}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