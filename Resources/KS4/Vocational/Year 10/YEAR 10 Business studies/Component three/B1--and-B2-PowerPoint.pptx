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0E02FF-789B-4A38-817B-0CAB03DA1068}">
  <a:tblStyle styleId="{460E02FF-789B-4A38-817B-0CAB03DA10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{460E02FF-789B-4A38-817B-0CAB03DA1068}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