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A806F2-76C6-40FC-8565-F9F6E2745A49}">
  <a:tblStyle styleId="{99A806F2-76C6-40FC-8565-F9F6E2745A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{99A806F2-76C6-40FC-8565-F9F6E2745A49}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