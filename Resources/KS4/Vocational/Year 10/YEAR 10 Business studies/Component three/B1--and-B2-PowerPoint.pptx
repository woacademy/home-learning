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891E9B-296A-4F6C-A6D6-4DE3803BFB17}">
  <a:tblStyle styleId="{68891E9B-296A-4F6C-A6D6-4DE3803BFB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{68891E9B-296A-4F6C-A6D6-4DE3803BFB17}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