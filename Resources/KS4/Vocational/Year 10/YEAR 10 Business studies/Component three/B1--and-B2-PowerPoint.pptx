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EA6AD4-2CF2-463D-814F-88C7CBC9745E}">
  <a:tblStyle styleId="{35EA6AD4-2CF2-463D-814F-88C7CBC974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{35EA6AD4-2CF2-463D-814F-88C7CBC9745E}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