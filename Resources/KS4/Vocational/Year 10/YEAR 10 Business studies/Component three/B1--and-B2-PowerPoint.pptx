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F1CE45-BD6E-4DAA-8A52-EC459580B0CC}">
  <a:tblStyle styleId="{B0F1CE45-BD6E-4DAA-8A52-EC459580B0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{B0F1CE45-BD6E-4DAA-8A52-EC459580B0CC}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