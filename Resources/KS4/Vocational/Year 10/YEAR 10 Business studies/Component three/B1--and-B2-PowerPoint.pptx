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75858-5BE4-4FBE-AE36-E52E61032F74}">
  <a:tblStyle styleId="{99D75858-5BE4-4FBE-AE36-E52E61032F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{99D75858-5BE4-4FBE-AE36-E52E61032F74}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