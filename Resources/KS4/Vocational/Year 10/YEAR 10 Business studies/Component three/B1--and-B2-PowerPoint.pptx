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1CEAC6-125D-44B6-ACCE-A89B8ED6B8D7}">
  <a:tblStyle styleId="{6B1CEAC6-125D-44B6-ACCE-A89B8ED6B8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{6B1CEAC6-125D-44B6-ACCE-A89B8ED6B8D7}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