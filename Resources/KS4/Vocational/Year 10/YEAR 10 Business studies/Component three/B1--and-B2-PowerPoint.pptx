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01480B-1A41-407F-8947-88A01713B32A}">
  <a:tblStyle styleId="{6701480B-1A41-407F-8947-88A01713B3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{6701480B-1A41-407F-8947-88A01713B32A}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