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F5C29E-B92F-4B68-A290-A79EF42DF4E2}">
  <a:tblStyle styleId="{85F5C29E-B92F-4B68-A290-A79EF42DF4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{85F5C29E-B92F-4B68-A290-A79EF42DF4E2}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