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124235-AA85-4949-83E6-D67753504C2B}">
  <a:tblStyle styleId="{D7124235-AA85-4949-83E6-D67753504C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{D7124235-AA85-4949-83E6-D67753504C2B}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