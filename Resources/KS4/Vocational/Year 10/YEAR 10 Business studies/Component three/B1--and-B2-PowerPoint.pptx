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FA45C-5860-4C2B-B2C5-097A90645C85}">
  <a:tblStyle styleId="{9DCFA45C-5860-4C2B-B2C5-097A90645C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{9DCFA45C-5860-4C2B-B2C5-097A90645C85}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