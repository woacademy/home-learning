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AD23F1-FF3D-4ACB-AE01-43B9E7200994}">
  <a:tblStyle styleId="{D1AD23F1-FF3D-4ACB-AE01-43B9E72009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{D1AD23F1-FF3D-4ACB-AE01-43B9E7200994}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