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CFE391E-50FE-40CD-BD48-370C020846E4}">
  <a:tblStyle styleId="{8CFE391E-50FE-40CD-BD48-370C020846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{8CFE391E-50FE-40CD-BD48-370C020846E4}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