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BD6D5-7290-4157-AD66-901A6DF7DAE6}">
  <a:tblStyle styleId="{22CBD6D5-7290-4157-AD66-901A6DF7DA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{22CBD6D5-7290-4157-AD66-901A6DF7DAE6}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