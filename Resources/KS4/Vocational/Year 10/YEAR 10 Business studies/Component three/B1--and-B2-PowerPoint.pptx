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7969F2-7919-46AB-956B-4F3946F2DD87}">
  <a:tblStyle styleId="{037969F2-7919-46AB-956B-4F3946F2DD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{037969F2-7919-46AB-956B-4F3946F2DD87}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