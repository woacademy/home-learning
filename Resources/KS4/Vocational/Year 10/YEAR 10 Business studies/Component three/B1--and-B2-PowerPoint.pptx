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6CB485-4B91-4C6C-BF46-0441739E77E4}">
  <a:tblStyle styleId="{156CB485-4B91-4C6C-BF46-0441739E77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{156CB485-4B91-4C6C-BF46-0441739E77E4}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