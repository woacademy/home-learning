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F205D-C1E9-4CBD-AF94-FBA155CD9050}">
  <a:tblStyle styleId="{686F205D-C1E9-4CBD-AF94-FBA155CD9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{686F205D-C1E9-4CBD-AF94-FBA155CD9050}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