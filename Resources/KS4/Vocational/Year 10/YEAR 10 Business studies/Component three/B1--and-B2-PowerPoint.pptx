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F8574-2EF2-4012-8597-B37BF814D354}">
  <a:tblStyle styleId="{7F0F8574-2EF2-4012-8597-B37BF814D3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{7F0F8574-2EF2-4012-8597-B37BF814D354}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