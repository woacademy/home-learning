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6CDC7BE-E46A-4E19-A1D0-B651E26FAFAA}">
  <a:tblStyle styleId="{A6CDC7BE-E46A-4E19-A1D0-B651E26FAFA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7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{A6CDC7BE-E46A-4E19-A1D0-B651E26FAFAA}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