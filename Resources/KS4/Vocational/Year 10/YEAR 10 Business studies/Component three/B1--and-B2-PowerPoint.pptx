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9E604A-F423-4094-8479-A0A22DE9E573}">
  <a:tblStyle styleId="{1B9E604A-F423-4094-8479-A0A22DE9E5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{1B9E604A-F423-4094-8479-A0A22DE9E573}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