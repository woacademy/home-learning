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5DB08D7-C936-4B10-B672-24B9DACA1F06}">
  <a:tblStyle styleId="{65DB08D7-C936-4B10-B672-24B9DACA1F0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png"/><Relationship Id="rId4" Type="http://schemas.openxmlformats.org/officeDocument/2006/relationships/image" Target="../media/image5.png"/><Relationship Id="rId5" Type="http://schemas.openxmlformats.org/officeDocument/2006/relationships/image" Target="../media/image4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{65DB08D7-C936-4B10-B672-24B9DACA1F06}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