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2A4850C-2834-4082-B979-CA336DD1AB7F}">
  <a:tblStyle styleId="{A2A4850C-2834-4082-B979-CA336DD1AB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{A2A4850C-2834-4082-B979-CA336DD1AB7F}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