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55F567-694B-4CBB-914B-09065D3161BF}">
  <a:tblStyle styleId="{3855F567-694B-4CBB-914B-09065D3161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{3855F567-694B-4CBB-914B-09065D3161BF}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