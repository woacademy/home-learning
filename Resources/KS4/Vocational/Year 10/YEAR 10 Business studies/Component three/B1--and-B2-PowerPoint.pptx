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57B4D4-9F21-4865-8B96-69D6EE7EB28B}">
  <a:tblStyle styleId="{9F57B4D4-9F21-4865-8B96-69D6EE7EB2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{9F57B4D4-9F21-4865-8B96-69D6EE7EB28B}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