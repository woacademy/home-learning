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6DF367-4A81-4EE2-819E-B45D8C2560A4}">
  <a:tblStyle styleId="{946DF367-4A81-4EE2-819E-B45D8C2560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{946DF367-4A81-4EE2-819E-B45D8C2560A4}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