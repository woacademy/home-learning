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7D5D5FD-1921-475C-B0F0-35B0A034DCCC}">
  <a:tblStyle styleId="{B7D5D5FD-1921-475C-B0F0-35B0A034D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{B7D5D5FD-1921-475C-B0F0-35B0A034DCCC}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