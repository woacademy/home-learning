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33AB7D-C531-4CD1-BB0E-D9C808646D2A}">
  <a:tblStyle styleId="{1733AB7D-C531-4CD1-BB0E-D9C808646D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{1733AB7D-C531-4CD1-BB0E-D9C808646D2A}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