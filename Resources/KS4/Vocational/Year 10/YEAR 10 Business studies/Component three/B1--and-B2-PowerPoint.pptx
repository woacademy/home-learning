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E80BCA-7988-4CD0-89BB-47690B620FBE}">
  <a:tblStyle styleId="{07E80BCA-7988-4CD0-89BB-47690B620F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{07E80BCA-7988-4CD0-89BB-47690B620FBE}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