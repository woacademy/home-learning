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C73D50-623F-4A80-9D0A-F29EEE84812C}">
  <a:tblStyle styleId="{A9C73D50-623F-4A80-9D0A-F29EEE8481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{A9C73D50-623F-4A80-9D0A-F29EEE84812C}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