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BC037-F22D-43B3-811E-F030C6557803}">
  <a:tblStyle styleId="{690BC037-F22D-43B3-811E-F030C65578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{690BC037-F22D-43B3-811E-F030C6557803}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