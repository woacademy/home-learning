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993017-878E-4ABC-B0FF-246345ED91A3}">
  <a:tblStyle styleId="{E0993017-878E-4ABC-B0FF-246345ED9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{E0993017-878E-4ABC-B0FF-246345ED91A3}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