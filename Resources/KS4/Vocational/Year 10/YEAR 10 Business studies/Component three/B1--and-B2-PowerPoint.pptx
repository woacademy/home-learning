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82E9031-CDE1-4DA1-B6C6-9BB9AAF292D6}">
  <a:tblStyle styleId="{582E9031-CDE1-4DA1-B6C6-9BB9AAF292D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{582E9031-CDE1-4DA1-B6C6-9BB9AAF292D6}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