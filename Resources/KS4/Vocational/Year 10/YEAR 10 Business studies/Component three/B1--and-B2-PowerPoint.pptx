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DFF2A6-2745-498C-8C44-018669300AEB}">
  <a:tblStyle styleId="{64DFF2A6-2745-498C-8C44-018669300A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{64DFF2A6-2745-498C-8C44-018669300AEB}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