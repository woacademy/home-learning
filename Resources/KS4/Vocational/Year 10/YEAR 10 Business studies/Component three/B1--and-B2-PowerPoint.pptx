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BE7E2-5687-458C-BC0B-38E29FB06238}">
  <a:tblStyle styleId="{981BE7E2-5687-458C-BC0B-38E29FB06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{981BE7E2-5687-458C-BC0B-38E29FB06238}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