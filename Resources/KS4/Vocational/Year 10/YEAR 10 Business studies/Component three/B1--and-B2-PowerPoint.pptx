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2F531-261E-42E8-9F1D-53CBD097AA9B}">
  <a:tblStyle styleId="{5362F531-261E-42E8-9F1D-53CBD097AA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{5362F531-261E-42E8-9F1D-53CBD097AA9B}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