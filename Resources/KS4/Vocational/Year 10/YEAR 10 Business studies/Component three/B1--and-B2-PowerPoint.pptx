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934A682-E2EB-49B0-A7DF-9B28737F0EDC}">
  <a:tblStyle styleId="{2934A682-E2EB-49B0-A7DF-9B28737F0ED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{2934A682-E2EB-49B0-A7DF-9B28737F0EDC}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