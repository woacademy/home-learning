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52D31E-44D3-4163-9BFA-5AFF810C9D2C}">
  <a:tblStyle styleId="{8E52D31E-44D3-4163-9BFA-5AFF810C9D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{8E52D31E-44D3-4163-9BFA-5AFF810C9D2C}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