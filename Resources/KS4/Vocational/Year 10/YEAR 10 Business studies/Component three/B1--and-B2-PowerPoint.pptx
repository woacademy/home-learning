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8F007F2-1E38-4B23-A2E9-68EE5B7B431E}">
  <a:tblStyle styleId="{78F007F2-1E38-4B23-A2E9-68EE5B7B431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Relationship Id="rId4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8.png"/><Relationship Id="rId5" Type="http://schemas.openxmlformats.org/officeDocument/2006/relationships/image" Target="../media/image7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{78F007F2-1E38-4B23-A2E9-68EE5B7B431E}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