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845DB6-D9DA-4FBE-99DA-480E2FE6EF2F}">
  <a:tblStyle styleId="{B8845DB6-D9DA-4FBE-99DA-480E2FE6EF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{B8845DB6-D9DA-4FBE-99DA-480E2FE6EF2F}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