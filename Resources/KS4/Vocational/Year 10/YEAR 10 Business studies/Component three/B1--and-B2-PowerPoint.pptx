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3319E0-3D4A-4C3A-9FFE-D13112985D67}">
  <a:tblStyle styleId="{0C3319E0-3D4A-4C3A-9FFE-D13112985D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{0C3319E0-3D4A-4C3A-9FFE-D13112985D67}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