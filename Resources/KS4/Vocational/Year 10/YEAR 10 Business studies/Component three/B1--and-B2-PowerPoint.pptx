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56C752-F089-4587-B808-7C4AC2EC0A0B}">
  <a:tblStyle styleId="{1856C752-F089-4587-B808-7C4AC2EC0A0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{1856C752-F089-4587-B808-7C4AC2EC0A0B}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