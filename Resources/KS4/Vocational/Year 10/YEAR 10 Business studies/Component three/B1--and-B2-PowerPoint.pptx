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F942C0-C302-43F4-B507-A5C375DDA39D}">
  <a:tblStyle styleId="{3BF942C0-C302-43F4-B507-A5C375DDA3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{3BF942C0-C302-43F4-B507-A5C375DDA39D}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