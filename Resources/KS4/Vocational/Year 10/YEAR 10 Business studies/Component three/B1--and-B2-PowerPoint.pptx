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FE4E76-7CF9-4C62-A08D-EBF568D706D7}">
  <a:tblStyle styleId="{BAFE4E76-7CF9-4C62-A08D-EBF568D706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{BAFE4E76-7CF9-4C62-A08D-EBF568D706D7}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