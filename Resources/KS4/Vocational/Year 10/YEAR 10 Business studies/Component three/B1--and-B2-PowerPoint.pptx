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5681A0-5050-4C32-B3B4-68D7A5CB2206}">
  <a:tblStyle styleId="{035681A0-5050-4C32-B3B4-68D7A5CB22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{035681A0-5050-4C32-B3B4-68D7A5CB2206}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