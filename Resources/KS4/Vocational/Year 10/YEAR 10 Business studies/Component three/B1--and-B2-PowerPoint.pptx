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A02B10-F0D3-42A2-A077-FB439BE92E6E}">
  <a:tblStyle styleId="{80A02B10-F0D3-42A2-A077-FB439BE92E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{80A02B10-F0D3-42A2-A077-FB439BE92E6E}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