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47ADF-EC61-479E-81FD-A4D9C3D17EEA}">
  <a:tblStyle styleId="{D2747ADF-EC61-479E-81FD-A4D9C3D17E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{D2747ADF-EC61-479E-81FD-A4D9C3D17EEA}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