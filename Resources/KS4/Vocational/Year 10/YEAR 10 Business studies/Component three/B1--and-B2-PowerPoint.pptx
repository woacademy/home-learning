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607EB5-9C06-4095-9ADA-3C4CB3692E6F}">
  <a:tblStyle styleId="{EA607EB5-9C06-4095-9ADA-3C4CB3692E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{EA607EB5-9C06-4095-9ADA-3C4CB3692E6F}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