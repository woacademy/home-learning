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AF0AB2-5345-4D0C-85A4-359BBDBCB833}">
  <a:tblStyle styleId="{73AF0AB2-5345-4D0C-85A4-359BBDBCB8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{73AF0AB2-5345-4D0C-85A4-359BBDBCB833}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