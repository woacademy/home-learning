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676009-0AA5-41ED-83D0-CB6FB23EBD84}">
  <a:tblStyle styleId="{86676009-0AA5-41ED-83D0-CB6FB23EBD8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{86676009-0AA5-41ED-83D0-CB6FB23EBD84}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