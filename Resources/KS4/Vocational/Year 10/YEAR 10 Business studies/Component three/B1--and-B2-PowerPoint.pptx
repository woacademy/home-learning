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FD80E0-B90B-445D-82D5-C4DA7E914243}">
  <a:tblStyle styleId="{E0FD80E0-B90B-445D-82D5-C4DA7E9142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{E0FD80E0-B90B-445D-82D5-C4DA7E914243}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