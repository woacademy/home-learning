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9E48D7-6EA6-481B-B047-EF69FE79BBDC}">
  <a:tblStyle styleId="{689E48D7-6EA6-481B-B047-EF69FE79BB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{689E48D7-6EA6-481B-B047-EF69FE79BBDC}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