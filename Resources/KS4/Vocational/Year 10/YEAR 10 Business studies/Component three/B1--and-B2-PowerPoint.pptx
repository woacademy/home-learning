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B49255-DE0D-4C5C-AFEE-07B252013A08}">
  <a:tblStyle styleId="{D4B49255-DE0D-4C5C-AFEE-07B252013A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{D4B49255-DE0D-4C5C-AFEE-07B252013A08}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