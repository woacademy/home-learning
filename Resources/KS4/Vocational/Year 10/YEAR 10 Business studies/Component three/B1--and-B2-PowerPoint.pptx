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C3CFCE-543D-4E20-B513-3551516B329E}">
  <a:tblStyle styleId="{C7C3CFCE-543D-4E20-B513-3551516B32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{C7C3CFCE-543D-4E20-B513-3551516B329E}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