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29EE2D-369E-4A0B-A7B5-CCA65C0C3A06}">
  <a:tblStyle styleId="{BF29EE2D-369E-4A0B-A7B5-CCA65C0C3A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{BF29EE2D-369E-4A0B-A7B5-CCA65C0C3A06}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