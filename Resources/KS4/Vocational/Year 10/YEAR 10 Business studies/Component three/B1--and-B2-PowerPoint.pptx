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9B3C6D-E489-428A-A909-8219519F936C}">
  <a:tblStyle styleId="{7C9B3C6D-E489-428A-A909-8219519F93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{7C9B3C6D-E489-428A-A909-8219519F936C}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