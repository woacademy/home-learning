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5F6142-02A2-453A-A981-D9FBF085D888}">
  <a:tblStyle styleId="{C85F6142-02A2-453A-A981-D9FBF085D8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{C85F6142-02A2-453A-A981-D9FBF085D888}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