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7D130C-156B-4C7E-B01C-E5B37B21C05B}">
  <a:tblStyle styleId="{997D130C-156B-4C7E-B01C-E5B37B21C0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{997D130C-156B-4C7E-B01C-E5B37B21C05B}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