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187ACC-4BB5-435A-9208-0AC8AE6EE0F5}">
  <a:tblStyle styleId="{7F187ACC-4BB5-435A-9208-0AC8AE6EE0F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{7F187ACC-4BB5-435A-9208-0AC8AE6EE0F5}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