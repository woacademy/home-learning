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C131B5-6601-4E70-ACE6-4AB390A42FBC}">
  <a:tblStyle styleId="{BFC131B5-6601-4E70-ACE6-4AB390A42F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{BFC131B5-6601-4E70-ACE6-4AB390A42FBC}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