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0EC1BF-3A18-4868-A5E4-0176CEDF0FBD}">
  <a:tblStyle styleId="{690EC1BF-3A18-4868-A5E4-0176CEDF0F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{690EC1BF-3A18-4868-A5E4-0176CEDF0FBD}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