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7907F0-D274-4D79-AF96-F3F06D0AF7B6}">
  <a:tblStyle styleId="{BF7907F0-D274-4D79-AF96-F3F06D0AF7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{BF7907F0-D274-4D79-AF96-F3F06D0AF7B6}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