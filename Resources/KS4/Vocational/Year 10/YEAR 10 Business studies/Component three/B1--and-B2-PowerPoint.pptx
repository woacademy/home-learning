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5C3B73-ACB3-442A-8503-53612745CAEA}">
  <a:tblStyle styleId="{145C3B73-ACB3-442A-8503-53612745CA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{145C3B73-ACB3-442A-8503-53612745CAEA}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