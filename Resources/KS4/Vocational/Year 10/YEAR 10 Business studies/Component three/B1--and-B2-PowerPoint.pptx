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448CD2-3637-4313-A3F7-EAD03FE57083}">
  <a:tblStyle styleId="{B4448CD2-3637-4313-A3F7-EAD03FE570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{B4448CD2-3637-4313-A3F7-EAD03FE57083}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