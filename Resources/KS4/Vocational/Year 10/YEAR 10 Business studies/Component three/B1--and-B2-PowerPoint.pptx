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656FF4-3AD5-4372-A98E-313D9AD1F88A}">
  <a:tblStyle styleId="{42656FF4-3AD5-4372-A98E-313D9AD1F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{42656FF4-3AD5-4372-A98E-313D9AD1F88A}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