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C449D5-25E6-49D1-ABF3-65318C56F391}">
  <a:tblStyle styleId="{E5C449D5-25E6-49D1-ABF3-65318C56F3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{E5C449D5-25E6-49D1-ABF3-65318C56F391}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