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A3C7A29-A7F1-424C-AACA-1BB1DE339811}">
  <a:tblStyle styleId="{3A3C7A29-A7F1-424C-AACA-1BB1DE33981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4.png"/><Relationship Id="rId5" Type="http://schemas.openxmlformats.org/officeDocument/2006/relationships/image" Target="../media/image8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{3A3C7A29-A7F1-424C-AACA-1BB1DE339811}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