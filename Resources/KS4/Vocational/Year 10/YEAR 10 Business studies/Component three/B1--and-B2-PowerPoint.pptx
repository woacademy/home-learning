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08632A-A141-4603-82B0-E2D219504F9A}">
  <a:tblStyle styleId="{4D08632A-A141-4603-82B0-E2D219504F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{4D08632A-A141-4603-82B0-E2D219504F9A}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