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4B01E7-B8D7-4CAC-BD62-822BA5D66293}">
  <a:tblStyle styleId="{344B01E7-B8D7-4CAC-BD62-822BA5D662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{344B01E7-B8D7-4CAC-BD62-822BA5D66293}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