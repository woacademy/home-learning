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7F0976-DB40-480C-8FC6-2DCE320D7392}">
  <a:tblStyle styleId="{FC7F0976-DB40-480C-8FC6-2DCE320D73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{FC7F0976-DB40-480C-8FC6-2DCE320D7392}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