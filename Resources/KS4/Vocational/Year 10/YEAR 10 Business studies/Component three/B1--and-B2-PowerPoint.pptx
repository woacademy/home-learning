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ACAC76-5291-4F92-8BDC-08C2E6B6AB41}">
  <a:tblStyle styleId="{EAACAC76-5291-4F92-8BDC-08C2E6B6AB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{EAACAC76-5291-4F92-8BDC-08C2E6B6AB41}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