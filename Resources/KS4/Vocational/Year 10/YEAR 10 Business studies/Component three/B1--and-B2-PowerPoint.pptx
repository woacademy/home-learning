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12AB97-3500-47BE-9492-77CB6E0F07F7}">
  <a:tblStyle styleId="{C212AB97-3500-47BE-9492-77CB6E0F07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{C212AB97-3500-47BE-9492-77CB6E0F07F7}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