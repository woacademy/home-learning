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AE0530-C376-4242-9220-399A6D0425A2}">
  <a:tblStyle styleId="{2BAE0530-C376-4242-9220-399A6D0425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{2BAE0530-C376-4242-9220-399A6D0425A2}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