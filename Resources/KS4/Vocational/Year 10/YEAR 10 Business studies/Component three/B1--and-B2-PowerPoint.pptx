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3F1D6D-FAFD-4C3D-BEF0-B88806B301E6}">
  <a:tblStyle styleId="{7A3F1D6D-FAFD-4C3D-BEF0-B88806B301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{7A3F1D6D-FAFD-4C3D-BEF0-B88806B301E6}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