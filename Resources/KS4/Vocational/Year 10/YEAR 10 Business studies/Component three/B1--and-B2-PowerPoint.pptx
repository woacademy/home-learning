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A85628-0A6E-4449-AC40-B75096097ED9}">
  <a:tblStyle styleId="{24A85628-0A6E-4449-AC40-B75096097E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{24A85628-0A6E-4449-AC40-B75096097ED9}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