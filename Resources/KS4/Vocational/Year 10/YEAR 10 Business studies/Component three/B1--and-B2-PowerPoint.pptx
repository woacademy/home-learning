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1C430A0-938C-4D03-B4FD-118DBA27FC07}">
  <a:tblStyle styleId="{61C430A0-938C-4D03-B4FD-118DBA27FC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{61C430A0-938C-4D03-B4FD-118DBA27FC07}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