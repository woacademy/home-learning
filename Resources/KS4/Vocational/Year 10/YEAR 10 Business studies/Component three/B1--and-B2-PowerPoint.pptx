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BA59B8-F2CD-490B-B17E-849A5412F24A}">
  <a:tblStyle styleId="{69BA59B8-F2CD-490B-B17E-849A5412F2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{69BA59B8-F2CD-490B-B17E-849A5412F24A}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