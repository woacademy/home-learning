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9AEFDA-B00B-40B3-ACDB-774254A427A6}">
  <a:tblStyle styleId="{029AEFDA-B00B-40B3-ACDB-774254A427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{029AEFDA-B00B-40B3-ACDB-774254A427A6}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