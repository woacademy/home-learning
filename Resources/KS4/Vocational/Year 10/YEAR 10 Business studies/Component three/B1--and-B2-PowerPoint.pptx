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8FE5B2-424C-41A7-9783-F3542CD3C0E1}">
  <a:tblStyle styleId="{FF8FE5B2-424C-41A7-9783-F3542CD3C0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{FF8FE5B2-424C-41A7-9783-F3542CD3C0E1}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