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6E5B2E-47B3-4CE2-9184-83245CA3790C}">
  <a:tblStyle styleId="{146E5B2E-47B3-4CE2-9184-83245CA37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{146E5B2E-47B3-4CE2-9184-83245CA3790C}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