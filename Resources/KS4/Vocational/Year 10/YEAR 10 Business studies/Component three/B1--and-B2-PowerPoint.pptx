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36F9B9-6D23-4893-B0DF-1B0A3CD578FA}">
  <a:tblStyle styleId="{5136F9B9-6D23-4893-B0DF-1B0A3CD578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{5136F9B9-6D23-4893-B0DF-1B0A3CD578FA}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