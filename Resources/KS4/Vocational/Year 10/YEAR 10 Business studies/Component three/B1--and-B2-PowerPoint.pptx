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FD179D-85E9-422F-8F7A-1BD0F0823405}">
  <a:tblStyle styleId="{82FD179D-85E9-422F-8F7A-1BD0F08234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{82FD179D-85E9-422F-8F7A-1BD0F0823405}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