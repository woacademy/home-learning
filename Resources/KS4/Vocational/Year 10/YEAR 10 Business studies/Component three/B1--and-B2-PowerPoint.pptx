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B891A0-DAB0-4C07-A349-06C73A67732E}">
  <a:tblStyle styleId="{59B891A0-DAB0-4C07-A349-06C73A6773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{59B891A0-DAB0-4C07-A349-06C73A67732E}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