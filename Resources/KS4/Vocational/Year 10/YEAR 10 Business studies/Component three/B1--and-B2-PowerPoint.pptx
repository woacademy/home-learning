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13856C-B3C7-4CE9-879D-D61353E843AA}">
  <a:tblStyle styleId="{9B13856C-B3C7-4CE9-879D-D61353E843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{9B13856C-B3C7-4CE9-879D-D61353E843AA}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