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FB51C6-4FC0-47DD-8A0F-5B777E33ED04}">
  <a:tblStyle styleId="{39FB51C6-4FC0-47DD-8A0F-5B777E33ED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{39FB51C6-4FC0-47DD-8A0F-5B777E33ED04}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