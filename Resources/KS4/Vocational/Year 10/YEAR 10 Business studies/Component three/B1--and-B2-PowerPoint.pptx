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F3F1DC-5983-4B9D-B8F7-A6795D11BA08}">
  <a:tblStyle styleId="{B4F3F1DC-5983-4B9D-B8F7-A6795D11BA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{B4F3F1DC-5983-4B9D-B8F7-A6795D11BA08}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