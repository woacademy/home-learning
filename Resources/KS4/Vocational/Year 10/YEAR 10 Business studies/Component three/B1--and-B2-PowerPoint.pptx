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96D2F8-A024-40D6-B5FB-CA95CF712A77}">
  <a:tblStyle styleId="{7296D2F8-A024-40D6-B5FB-CA95CF712A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{7296D2F8-A024-40D6-B5FB-CA95CF712A77}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