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B66765-1946-4C4D-8C04-9651762A577C}">
  <a:tblStyle styleId="{09B66765-1946-4C4D-8C04-9651762A57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{09B66765-1946-4C4D-8C04-9651762A577C}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