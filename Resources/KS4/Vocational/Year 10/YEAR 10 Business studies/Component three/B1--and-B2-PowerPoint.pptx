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1126A2-91DC-4E8C-AA16-B319ED72618E}">
  <a:tblStyle styleId="{6A1126A2-91DC-4E8C-AA16-B319ED7261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{6A1126A2-91DC-4E8C-AA16-B319ED72618E}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