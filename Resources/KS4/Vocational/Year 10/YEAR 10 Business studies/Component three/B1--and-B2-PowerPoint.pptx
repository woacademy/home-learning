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3D9A7A-78C8-4CFD-AAD5-35830104D664}">
  <a:tblStyle styleId="{263D9A7A-78C8-4CFD-AAD5-35830104D6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{263D9A7A-78C8-4CFD-AAD5-35830104D664}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