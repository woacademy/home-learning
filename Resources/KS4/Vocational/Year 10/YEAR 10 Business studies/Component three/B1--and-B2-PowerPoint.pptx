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899FF5-CEF7-4622-89B1-81BEEECD4853}">
  <a:tblStyle styleId="{93899FF5-CEF7-4622-89B1-81BEEECD4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{93899FF5-CEF7-4622-89B1-81BEEECD4853}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