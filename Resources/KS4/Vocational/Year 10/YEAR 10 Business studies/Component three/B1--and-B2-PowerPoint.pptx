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011C96-BC3F-444A-9AEA-9B92A4ABD30F}">
  <a:tblStyle styleId="{13011C96-BC3F-444A-9AEA-9B92A4ABD3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{13011C96-BC3F-444A-9AEA-9B92A4ABD30F}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