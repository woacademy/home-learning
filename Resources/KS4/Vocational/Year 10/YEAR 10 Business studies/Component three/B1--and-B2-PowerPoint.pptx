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B57CD2-6733-481B-8DA8-11F7D58745B8}">
  <a:tblStyle styleId="{B6B57CD2-6733-481B-8DA8-11F7D58745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{B6B57CD2-6733-481B-8DA8-11F7D58745B8}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