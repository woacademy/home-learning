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AED8B7-74F7-4108-B580-1DD8277B2F79}">
  <a:tblStyle styleId="{91AED8B7-74F7-4108-B580-1DD8277B2F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{91AED8B7-74F7-4108-B580-1DD8277B2F79}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