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556296-750D-4E5C-AA9E-0E8B75AF7E75}">
  <a:tblStyle styleId="{84556296-750D-4E5C-AA9E-0E8B75AF7E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{84556296-750D-4E5C-AA9E-0E8B75AF7E75}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