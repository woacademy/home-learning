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C1FD39-A83D-4FA9-B7AC-1CDC12331E0A}">
  <a:tblStyle styleId="{2EC1FD39-A83D-4FA9-B7AC-1CDC12331E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{2EC1FD39-A83D-4FA9-B7AC-1CDC12331E0A}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