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67244D-1137-4CD3-ABDB-8E7F046AC4B5}">
  <a:tblStyle styleId="{6467244D-1137-4CD3-ABDB-8E7F046AC4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{6467244D-1137-4CD3-ABDB-8E7F046AC4B5}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