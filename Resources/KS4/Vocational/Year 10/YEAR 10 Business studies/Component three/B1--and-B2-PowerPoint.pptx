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2E7AE6-EE90-4DAA-9672-F5DB7D1948BE}">
  <a:tblStyle styleId="{732E7AE6-EE90-4DAA-9672-F5DB7D1948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{732E7AE6-EE90-4DAA-9672-F5DB7D1948BE}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