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E2D0C-7C9F-485A-A1BA-244C71EDB929}">
  <a:tblStyle styleId="{436E2D0C-7C9F-485A-A1BA-244C71EDB9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{436E2D0C-7C9F-485A-A1BA-244C71EDB929}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