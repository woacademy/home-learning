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26F87-5A7B-4BFC-AE28-F54C9A8B6B9D}">
  <a:tblStyle styleId="{D9E26F87-5A7B-4BFC-AE28-F54C9A8B6B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{D9E26F87-5A7B-4BFC-AE28-F54C9A8B6B9D}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