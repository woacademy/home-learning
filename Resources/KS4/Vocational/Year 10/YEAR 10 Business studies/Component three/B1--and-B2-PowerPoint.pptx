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5A59E2-441A-479D-877B-49367EBD79C7}">
  <a:tblStyle styleId="{BD5A59E2-441A-479D-877B-49367EBD79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{BD5A59E2-441A-479D-877B-49367EBD79C7}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