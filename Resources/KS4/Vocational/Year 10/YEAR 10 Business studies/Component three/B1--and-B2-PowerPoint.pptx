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FC41E1-E40E-453F-AC60-5DA536CC9BDA}">
  <a:tblStyle styleId="{E0FC41E1-E40E-453F-AC60-5DA536CC9B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{E0FC41E1-E40E-453F-AC60-5DA536CC9BDA}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