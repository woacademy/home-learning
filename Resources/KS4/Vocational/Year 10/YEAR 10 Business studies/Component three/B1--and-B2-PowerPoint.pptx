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C7FE33-7C08-467B-AA8E-D1781D9EB186}">
  <a:tblStyle styleId="{25C7FE33-7C08-467B-AA8E-D1781D9EB1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{25C7FE33-7C08-467B-AA8E-D1781D9EB186}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