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F8F60F-36E6-441B-A71B-59242F86B8DF}">
  <a:tblStyle styleId="{96F8F60F-36E6-441B-A71B-59242F86B8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{96F8F60F-36E6-441B-A71B-59242F86B8DF}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