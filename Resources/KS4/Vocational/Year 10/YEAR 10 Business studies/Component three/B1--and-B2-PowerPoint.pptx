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4E8CC3-E5A2-4C5E-8416-3BE9200A3A5D}">
  <a:tblStyle styleId="{324E8CC3-E5A2-4C5E-8416-3BE9200A3A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{324E8CC3-E5A2-4C5E-8416-3BE9200A3A5D}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