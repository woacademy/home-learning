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1FCAFA-08CD-483C-AF83-989CD62717C5}">
  <a:tblStyle styleId="{BB1FCAFA-08CD-483C-AF83-989CD62717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{BB1FCAFA-08CD-483C-AF83-989CD62717C5}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