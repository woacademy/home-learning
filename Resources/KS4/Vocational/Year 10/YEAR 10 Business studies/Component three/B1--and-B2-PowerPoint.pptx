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233185-41D8-42D9-B839-2E60CFE9EAC1}">
  <a:tblStyle styleId="{E8233185-41D8-42D9-B839-2E60CFE9EA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{E8233185-41D8-42D9-B839-2E60CFE9EAC1}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