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6D41BB-7851-4294-B768-0D07CABAA66B}">
  <a:tblStyle styleId="{B16D41BB-7851-4294-B768-0D07CABAA6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{B16D41BB-7851-4294-B768-0D07CABAA66B}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