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42C48F-EBDC-43A8-B3DD-C41A313E628F}">
  <a:tblStyle styleId="{9E42C48F-EBDC-43A8-B3DD-C41A313E62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{9E42C48F-EBDC-43A8-B3DD-C41A313E628F}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