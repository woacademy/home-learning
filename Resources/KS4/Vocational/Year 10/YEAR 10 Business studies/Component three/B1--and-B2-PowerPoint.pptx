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E6ACE5-4ACA-430B-A17F-866861F3329C}">
  <a:tblStyle styleId="{CDE6ACE5-4ACA-430B-A17F-866861F332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{CDE6ACE5-4ACA-430B-A17F-866861F3329C}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