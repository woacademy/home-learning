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72F4DA-37D7-45D1-A110-4E603A591A27}">
  <a:tblStyle styleId="{2972F4DA-37D7-45D1-A110-4E603A591A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{2972F4DA-37D7-45D1-A110-4E603A591A27}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