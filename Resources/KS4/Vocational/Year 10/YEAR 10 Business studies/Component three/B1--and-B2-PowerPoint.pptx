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07F60D-6C92-4852-9391-F96D0C5B8AB0}">
  <a:tblStyle styleId="{BD07F60D-6C92-4852-9391-F96D0C5B8A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{BD07F60D-6C92-4852-9391-F96D0C5B8AB0}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