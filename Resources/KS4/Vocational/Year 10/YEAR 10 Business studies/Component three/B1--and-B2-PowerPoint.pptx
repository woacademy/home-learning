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D965C0-C260-4F8B-B8DA-248B77B522A5}">
  <a:tblStyle styleId="{17D965C0-C260-4F8B-B8DA-248B77B522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{17D965C0-C260-4F8B-B8DA-248B77B522A5}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