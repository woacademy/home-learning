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7B4197-3B00-413A-91FD-F7445D913B51}">
  <a:tblStyle styleId="{0B7B4197-3B00-413A-91FD-F7445D913B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{0B7B4197-3B00-413A-91FD-F7445D913B51}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