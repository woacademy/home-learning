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2D9F91-AE5C-43DB-8E8A-1D821F42DDC6}">
  <a:tblStyle styleId="{832D9F91-AE5C-43DB-8E8A-1D821F42DDC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{832D9F91-AE5C-43DB-8E8A-1D821F42DDC6}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