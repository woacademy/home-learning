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76FCC6-D91C-4883-8102-39E2F646F48A}">
  <a:tblStyle styleId="{7576FCC6-D91C-4883-8102-39E2F646F4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{7576FCC6-D91C-4883-8102-39E2F646F48A}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