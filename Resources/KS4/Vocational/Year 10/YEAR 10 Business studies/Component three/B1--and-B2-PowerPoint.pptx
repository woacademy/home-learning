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6FBD58-73FD-44F0-B883-D60BBA228A44}">
  <a:tblStyle styleId="{D96FBD58-73FD-44F0-B883-D60BBA228A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{D96FBD58-73FD-44F0-B883-D60BBA228A44}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