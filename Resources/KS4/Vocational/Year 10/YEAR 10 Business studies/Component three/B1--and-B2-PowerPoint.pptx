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E7A931-7F96-4A47-A1B3-709923C077CF}">
  <a:tblStyle styleId="{DCE7A931-7F96-4A47-A1B3-709923C077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{DCE7A931-7F96-4A47-A1B3-709923C077CF}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