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ABD842-FCAE-460D-9D0D-7A60AECE50E5}">
  <a:tblStyle styleId="{DDABD842-FCAE-460D-9D0D-7A60AECE50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{DDABD842-FCAE-460D-9D0D-7A60AECE50E5}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