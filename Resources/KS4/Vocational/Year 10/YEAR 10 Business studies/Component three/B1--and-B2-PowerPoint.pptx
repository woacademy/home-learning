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3293D3-242E-43FD-9998-664BA850C236}">
  <a:tblStyle styleId="{C13293D3-242E-43FD-9998-664BA850C2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{C13293D3-242E-43FD-9998-664BA850C236}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