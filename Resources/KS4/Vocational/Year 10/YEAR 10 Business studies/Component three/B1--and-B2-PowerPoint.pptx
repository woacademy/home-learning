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94C486-E461-4EF9-BD49-B6174FDE42F3}">
  <a:tblStyle styleId="{E294C486-E461-4EF9-BD49-B6174FDE42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{E294C486-E461-4EF9-BD49-B6174FDE42F3}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