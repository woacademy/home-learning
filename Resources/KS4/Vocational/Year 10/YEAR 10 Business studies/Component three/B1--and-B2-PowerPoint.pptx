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1B4ED0-C40F-493C-8360-9D00D43A2400}">
  <a:tblStyle styleId="{C81B4ED0-C40F-493C-8360-9D00D43A24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{C81B4ED0-C40F-493C-8360-9D00D43A2400}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