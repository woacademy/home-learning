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CD3EC4-BF5D-4C26-AD6B-AFF67AEC7F37}">
  <a:tblStyle styleId="{41CD3EC4-BF5D-4C26-AD6B-AFF67AEC7F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{41CD3EC4-BF5D-4C26-AD6B-AFF67AEC7F37}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