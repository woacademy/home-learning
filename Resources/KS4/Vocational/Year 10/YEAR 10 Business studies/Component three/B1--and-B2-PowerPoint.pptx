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F48660-C0CB-4848-88C4-60D04184C793}">
  <a:tblStyle styleId="{2CF48660-C0CB-4848-88C4-60D04184C7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{2CF48660-C0CB-4848-88C4-60D04184C793}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