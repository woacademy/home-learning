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A9D8F9-7C99-4EFF-BD0D-8AD7F694B27D}">
  <a:tblStyle styleId="{0EA9D8F9-7C99-4EFF-BD0D-8AD7F694B2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{0EA9D8F9-7C99-4EFF-BD0D-8AD7F694B27D}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