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D4C9A6-0CAB-4DD9-AA4A-0C907E5E542D}">
  <a:tblStyle styleId="{D2D4C9A6-0CAB-4DD9-AA4A-0C907E5E54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{D2D4C9A6-0CAB-4DD9-AA4A-0C907E5E542D}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