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E24B17-0DA1-4091-98C3-FA0E5DC6E486}">
  <a:tblStyle styleId="{22E24B17-0DA1-4091-98C3-FA0E5DC6E4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{22E24B17-0DA1-4091-98C3-FA0E5DC6E486}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