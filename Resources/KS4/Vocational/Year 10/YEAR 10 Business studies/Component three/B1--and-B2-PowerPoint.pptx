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2284D3-E783-4C71-8918-7261865B1039}">
  <a:tblStyle styleId="{A62284D3-E783-4C71-8918-7261865B10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{A62284D3-E783-4C71-8918-7261865B1039}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