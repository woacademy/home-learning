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E381C7-C0AA-4806-9F8F-FB4DEF663BC5}">
  <a:tblStyle styleId="{60E381C7-C0AA-4806-9F8F-FB4DEF663B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{60E381C7-C0AA-4806-9F8F-FB4DEF663BC5}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