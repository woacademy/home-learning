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B90033-0AD6-4EA3-AFD4-B0118DCE321F}">
  <a:tblStyle styleId="{BFB90033-0AD6-4EA3-AFD4-B0118DCE32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{BFB90033-0AD6-4EA3-AFD4-B0118DCE321F}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