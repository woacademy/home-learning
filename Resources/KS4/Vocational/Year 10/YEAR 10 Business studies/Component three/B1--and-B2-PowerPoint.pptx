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BAF0B4-11FB-489B-BA72-8499E5450036}">
  <a:tblStyle styleId="{6CBAF0B4-11FB-489B-BA72-8499E54500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{6CBAF0B4-11FB-489B-BA72-8499E5450036}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