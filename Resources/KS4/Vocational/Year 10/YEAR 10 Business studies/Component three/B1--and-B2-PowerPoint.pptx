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06E623-195A-4374-B44F-2E8BF2E18AFF}">
  <a:tblStyle styleId="{AF06E623-195A-4374-B44F-2E8BF2E18A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{AF06E623-195A-4374-B44F-2E8BF2E18AFF}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