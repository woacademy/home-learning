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EA4B6B9-82B4-45E3-934E-842B237F4650}">
  <a:tblStyle styleId="{CEA4B6B9-82B4-45E3-934E-842B237F465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6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{CEA4B6B9-82B4-45E3-934E-842B237F4650}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