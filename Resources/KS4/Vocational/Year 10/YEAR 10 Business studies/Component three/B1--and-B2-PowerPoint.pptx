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9C4039-A4B1-4A02-97CF-F9B796A9239E}">
  <a:tblStyle styleId="{1F9C4039-A4B1-4A02-97CF-F9B796A923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{1F9C4039-A4B1-4A02-97CF-F9B796A9239E}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