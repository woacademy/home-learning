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FB15E6-FFE5-44CD-9478-C710518C92E6}">
  <a:tblStyle styleId="{76FB15E6-FFE5-44CD-9478-C710518C92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{76FB15E6-FFE5-44CD-9478-C710518C92E6}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