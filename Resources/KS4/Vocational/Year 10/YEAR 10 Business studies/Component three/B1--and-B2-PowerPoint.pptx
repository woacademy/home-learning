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E0835D-D34B-4A83-A6DB-AC5EB6E9E2EE}">
  <a:tblStyle styleId="{06E0835D-D34B-4A83-A6DB-AC5EB6E9E2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{06E0835D-D34B-4A83-A6DB-AC5EB6E9E2EE}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