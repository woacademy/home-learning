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244FB5-A3C7-4ADC-B93B-C65F3AE9C532}">
  <a:tblStyle styleId="{DB244FB5-A3C7-4ADC-B93B-C65F3AE9C5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{DB244FB5-A3C7-4ADC-B93B-C65F3AE9C532}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