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C4B22D-F58A-4B4C-B212-42E585FAF3A5}">
  <a:tblStyle styleId="{F8C4B22D-F58A-4B4C-B212-42E585FAF3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{F8C4B22D-F58A-4B4C-B212-42E585FAF3A5}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