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5C839F-3B60-4B53-9D8E-0B6ED73E3270}">
  <a:tblStyle styleId="{D05C839F-3B60-4B53-9D8E-0B6ED73E32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{D05C839F-3B60-4B53-9D8E-0B6ED73E3270}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