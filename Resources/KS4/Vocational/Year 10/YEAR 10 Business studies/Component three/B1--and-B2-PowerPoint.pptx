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DA2A2B-40F8-4680-8EF7-7759E2340D26}">
  <a:tblStyle styleId="{B6DA2A2B-40F8-4680-8EF7-7759E2340D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{B6DA2A2B-40F8-4680-8EF7-7759E2340D26}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