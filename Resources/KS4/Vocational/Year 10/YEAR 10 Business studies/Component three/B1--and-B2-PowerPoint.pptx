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3B8CF-111F-4275-8DBE-1CF9B438CBFE}">
  <a:tblStyle styleId="{2863B8CF-111F-4275-8DBE-1CF9B438CB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{2863B8CF-111F-4275-8DBE-1CF9B438CBFE}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