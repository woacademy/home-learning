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9E4B8-587E-49BF-BE82-DFB5AE4C2807}">
  <a:tblStyle styleId="{3789E4B8-587E-49BF-BE82-DFB5AE4C28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{3789E4B8-587E-49BF-BE82-DFB5AE4C2807}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