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232DCC-7D64-4743-A861-C6FA58EFBF4E}">
  <a:tblStyle styleId="{D9232DCC-7D64-4743-A861-C6FA58EFBF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{D9232DCC-7D64-4743-A861-C6FA58EFBF4E}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