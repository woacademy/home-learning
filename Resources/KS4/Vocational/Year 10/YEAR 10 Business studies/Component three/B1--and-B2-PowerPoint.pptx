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60238C-2F9B-4ECC-9312-C650FA6D88E3}">
  <a:tblStyle styleId="{CB60238C-2F9B-4ECC-9312-C650FA6D88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{CB60238C-2F9B-4ECC-9312-C650FA6D88E3}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