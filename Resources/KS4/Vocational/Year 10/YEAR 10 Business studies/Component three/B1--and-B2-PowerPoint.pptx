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59282F4-EBC5-4709-A1BC-2EDAD19B5619}">
  <a:tblStyle styleId="{759282F4-EBC5-4709-A1BC-2EDAD19B561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{759282F4-EBC5-4709-A1BC-2EDAD19B5619}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