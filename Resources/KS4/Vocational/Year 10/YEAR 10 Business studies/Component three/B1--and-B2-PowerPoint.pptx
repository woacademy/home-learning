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31A599-3255-448D-8064-C55D3441B5DA}">
  <a:tblStyle styleId="{4331A599-3255-448D-8064-C55D3441B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{4331A599-3255-448D-8064-C55D3441B5DA}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