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030680A-9CC3-4948-AE92-6C9E9489E4BC}">
  <a:tblStyle styleId="{1030680A-9CC3-4948-AE92-6C9E9489E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{1030680A-9CC3-4948-AE92-6C9E9489E4BC}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