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B4D63C-910F-44CC-9D2A-13F2752219FE}">
  <a:tblStyle styleId="{63B4D63C-910F-44CC-9D2A-13F275221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{63B4D63C-910F-44CC-9D2A-13F2752219FE}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