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F6E40B-10DD-4FA3-A43A-45A9AA0BE6B4}">
  <a:tblStyle styleId="{E7F6E40B-10DD-4FA3-A43A-45A9AA0BE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{E7F6E40B-10DD-4FA3-A43A-45A9AA0BE6B4}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