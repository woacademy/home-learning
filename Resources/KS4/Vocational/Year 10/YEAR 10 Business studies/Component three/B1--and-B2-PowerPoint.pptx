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B48D81-37C1-4AFF-8D29-634B0A24567F}">
  <a:tblStyle styleId="{97B48D81-37C1-4AFF-8D29-634B0A2456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{97B48D81-37C1-4AFF-8D29-634B0A24567F}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