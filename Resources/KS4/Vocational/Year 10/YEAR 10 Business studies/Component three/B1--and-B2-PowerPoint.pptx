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ACEB3-C0C8-4908-A69A-82FC9DCE640B}">
  <a:tblStyle styleId="{C4BACEB3-C0C8-4908-A69A-82FC9DCE64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{C4BACEB3-C0C8-4908-A69A-82FC9DCE640B}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