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719E8E-8017-43DE-A920-E3B0EA3A026A}">
  <a:tblStyle styleId="{B0719E8E-8017-43DE-A920-E3B0EA3A02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{B0719E8E-8017-43DE-A920-E3B0EA3A026A}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