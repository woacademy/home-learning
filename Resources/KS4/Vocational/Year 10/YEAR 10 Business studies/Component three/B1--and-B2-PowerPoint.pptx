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85063-509A-497C-A929-8999D5DDEF55}">
  <a:tblStyle styleId="{F2E85063-509A-497C-A929-8999D5DDEF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{F2E85063-509A-497C-A929-8999D5DDEF55}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