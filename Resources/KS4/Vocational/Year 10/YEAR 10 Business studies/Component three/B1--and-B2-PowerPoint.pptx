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108526-2D36-49A7-B828-0A2B7428696C}">
  <a:tblStyle styleId="{9C108526-2D36-49A7-B828-0A2B7428696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{9C108526-2D36-49A7-B828-0A2B7428696C}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