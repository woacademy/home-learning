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EEEAC7-0BB5-4CCC-B990-36F1ECCB4CED}">
  <a:tblStyle styleId="{6FEEEAC7-0BB5-4CCC-B990-36F1ECCB4C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{6FEEEAC7-0BB5-4CCC-B990-36F1ECCB4CED}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