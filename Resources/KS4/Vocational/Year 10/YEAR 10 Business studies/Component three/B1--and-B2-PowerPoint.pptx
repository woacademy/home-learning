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FAEE8A-1D95-4A96-B42D-39ED2E4B5F25}">
  <a:tblStyle styleId="{A6FAEE8A-1D95-4A96-B42D-39ED2E4B5F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{A6FAEE8A-1D95-4A96-B42D-39ED2E4B5F25}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