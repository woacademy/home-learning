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D849155-6446-4D5B-AC82-8ABEB7292D57}">
  <a:tblStyle styleId="{4D849155-6446-4D5B-AC82-8ABEB7292D5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8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{4D849155-6446-4D5B-AC82-8ABEB7292D57}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