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AC703B-FF76-44CB-B879-DC370F82DA07}">
  <a:tblStyle styleId="{22AC703B-FF76-44CB-B879-DC370F82DA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{22AC703B-FF76-44CB-B879-DC370F82DA07}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