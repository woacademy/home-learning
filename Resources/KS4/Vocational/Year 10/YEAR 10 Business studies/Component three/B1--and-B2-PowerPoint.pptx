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2EB710-20D0-49A6-987F-81190DA935D5}">
  <a:tblStyle styleId="{122EB710-20D0-49A6-987F-81190DA935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{122EB710-20D0-49A6-987F-81190DA935D5}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