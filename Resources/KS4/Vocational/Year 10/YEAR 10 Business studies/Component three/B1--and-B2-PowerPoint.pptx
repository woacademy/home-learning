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EC4838-EE01-4495-ADAE-039528457CD9}">
  <a:tblStyle styleId="{E1EC4838-EE01-4495-ADAE-039528457C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{E1EC4838-EE01-4495-ADAE-039528457CD9}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