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6D9972-0A6C-47D6-B2D8-033E060005CC}">
  <a:tblStyle styleId="{E86D9972-0A6C-47D6-B2D8-033E060005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{E86D9972-0A6C-47D6-B2D8-033E060005CC}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