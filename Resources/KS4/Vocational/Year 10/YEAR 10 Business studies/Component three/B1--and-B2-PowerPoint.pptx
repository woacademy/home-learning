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8F92C-94EB-4D6E-88F2-9879BA0215D1}">
  <a:tblStyle styleId="{48F8F92C-94EB-4D6E-88F2-9879BA0215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{48F8F92C-94EB-4D6E-88F2-9879BA0215D1}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