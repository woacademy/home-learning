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BF0B8-8F9B-4AC0-B462-21A32A1FAA41}">
  <a:tblStyle styleId="{D13BF0B8-8F9B-4AC0-B462-21A32A1FAA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{D13BF0B8-8F9B-4AC0-B462-21A32A1FAA41}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