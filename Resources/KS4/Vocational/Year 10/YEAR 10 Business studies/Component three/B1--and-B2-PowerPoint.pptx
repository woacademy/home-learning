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4F1E99-5D73-4E83-9B3B-B771A02F9B47}">
  <a:tblStyle styleId="{CD4F1E99-5D73-4E83-9B3B-B771A02F9B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{CD4F1E99-5D73-4E83-9B3B-B771A02F9B47}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