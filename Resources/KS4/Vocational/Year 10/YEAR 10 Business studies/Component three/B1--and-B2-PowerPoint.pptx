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F74700-D7E2-4141-8445-56260017E46F}">
  <a:tblStyle styleId="{16F74700-D7E2-4141-8445-56260017E4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{16F74700-D7E2-4141-8445-56260017E46F}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