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41E4F0-1B71-4153-A995-815F2F9CFBEC}">
  <a:tblStyle styleId="{0A41E4F0-1B71-4153-A995-815F2F9CFB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{0A41E4F0-1B71-4153-A995-815F2F9CFBEC}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