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447B3-1CAA-4B03-A189-FAD996066B5B}">
  <a:tblStyle styleId="{4AD447B3-1CAA-4B03-A189-FAD996066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{4AD447B3-1CAA-4B03-A189-FAD996066B5B}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