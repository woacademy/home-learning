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D9EF58-A197-46B7-B2FA-B1E9251C4F68}">
  <a:tblStyle styleId="{E6D9EF58-A197-46B7-B2FA-B1E9251C4F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{E6D9EF58-A197-46B7-B2FA-B1E9251C4F68}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