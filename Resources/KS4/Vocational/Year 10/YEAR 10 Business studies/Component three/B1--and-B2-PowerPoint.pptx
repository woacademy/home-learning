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AA47567-4AB9-4482-AB10-C429324AF8A2}">
  <a:tblStyle styleId="{DAA47567-4AB9-4482-AB10-C429324AF8A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{DAA47567-4AB9-4482-AB10-C429324AF8A2}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