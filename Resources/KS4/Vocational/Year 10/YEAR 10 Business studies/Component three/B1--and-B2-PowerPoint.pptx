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57A0F38-DF4A-4350-9DD9-83DEF0D955AB}">
  <a:tblStyle styleId="{957A0F38-DF4A-4350-9DD9-83DEF0D955A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{957A0F38-DF4A-4350-9DD9-83DEF0D955AB}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