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6F6A43-A226-4CF0-BECE-5BF99F792DC0}">
  <a:tblStyle styleId="{036F6A43-A226-4CF0-BECE-5BF99F792D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{036F6A43-A226-4CF0-BECE-5BF99F792DC0}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