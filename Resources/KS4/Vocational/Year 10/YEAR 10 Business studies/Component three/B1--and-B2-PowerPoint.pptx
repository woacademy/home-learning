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67217E-72A0-467A-83B4-C7636A3BDE83}">
  <a:tblStyle styleId="{7C67217E-72A0-467A-83B4-C7636A3BDE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{7C67217E-72A0-467A-83B4-C7636A3BDE83}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