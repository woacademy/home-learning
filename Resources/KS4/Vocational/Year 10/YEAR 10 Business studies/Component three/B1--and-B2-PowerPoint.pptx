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DE31D3-3E8E-450B-B853-E23F12B44920}">
  <a:tblStyle styleId="{E3DE31D3-3E8E-450B-B853-E23F12B449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{E3DE31D3-3E8E-450B-B853-E23F12B44920}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