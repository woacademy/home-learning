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7779A5-9A84-4510-914E-E982E30437DF}">
  <a:tblStyle styleId="{0C7779A5-9A84-4510-914E-E982E3043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{0C7779A5-9A84-4510-914E-E982E30437DF}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