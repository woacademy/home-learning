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6C1A96-11F0-4818-A2BE-A48038F88DF8}">
  <a:tblStyle styleId="{186C1A96-11F0-4818-A2BE-A48038F88D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{186C1A96-11F0-4818-A2BE-A48038F88DF8}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