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E1CE9E-6760-4CD2-B706-E242D5CA97FE}">
  <a:tblStyle styleId="{B3E1CE9E-6760-4CD2-B706-E242D5CA97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{B3E1CE9E-6760-4CD2-B706-E242D5CA97FE}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