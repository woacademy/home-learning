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DE847B9-786E-4A51-81B4-72345C0F9D4D}">
  <a:tblStyle styleId="{8DE847B9-786E-4A51-81B4-72345C0F9D4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4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{8DE847B9-786E-4A51-81B4-72345C0F9D4D}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