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A3D4E-FE2E-4780-A6DF-04D4CB681AD7}">
  <a:tblStyle styleId="{C05A3D4E-FE2E-4780-A6DF-04D4CB681A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{C05A3D4E-FE2E-4780-A6DF-04D4CB681AD7}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