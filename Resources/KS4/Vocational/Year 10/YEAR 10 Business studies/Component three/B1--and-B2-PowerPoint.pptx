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214A54-06E9-4169-A8CA-9C757E3A3BCB}">
  <a:tblStyle styleId="{06214A54-06E9-4169-A8CA-9C757E3A3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{06214A54-06E9-4169-A8CA-9C757E3A3BCB}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