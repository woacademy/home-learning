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C3B481-3A65-4306-9A1F-5ACFC476C835}">
  <a:tblStyle styleId="{59C3B481-3A65-4306-9A1F-5ACFC476C8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{59C3B481-3A65-4306-9A1F-5ACFC476C835}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