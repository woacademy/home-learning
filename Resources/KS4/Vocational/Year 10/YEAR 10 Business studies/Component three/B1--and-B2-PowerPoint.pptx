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16B25A-38B3-4AC2-A181-13088CA59248}">
  <a:tblStyle styleId="{3716B25A-38B3-4AC2-A181-13088CA592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{3716B25A-38B3-4AC2-A181-13088CA59248}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