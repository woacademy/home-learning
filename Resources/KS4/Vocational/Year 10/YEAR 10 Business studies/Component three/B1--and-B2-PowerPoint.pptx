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0E8F1-AE3F-4B3D-B32D-8A91E1E1109C}">
  <a:tblStyle styleId="{7D60E8F1-AE3F-4B3D-B32D-8A91E1E110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{7D60E8F1-AE3F-4B3D-B32D-8A91E1E1109C}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