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DC4ECA-A0BD-470D-9751-98D3525BD9AD}">
  <a:tblStyle styleId="{FCDC4ECA-A0BD-470D-9751-98D3525BD9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{FCDC4ECA-A0BD-470D-9751-98D3525BD9AD}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