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0BAB2E-D2C0-4B3F-8847-A255EC161D0F}">
  <a:tblStyle styleId="{290BAB2E-D2C0-4B3F-8847-A255EC161D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{290BAB2E-D2C0-4B3F-8847-A255EC161D0F}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