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AA569-C0F0-4AB2-90D1-686B15E9C2ED}">
  <a:tblStyle styleId="{A0EAA569-C0F0-4AB2-90D1-686B15E9C2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{A0EAA569-C0F0-4AB2-90D1-686B15E9C2ED}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