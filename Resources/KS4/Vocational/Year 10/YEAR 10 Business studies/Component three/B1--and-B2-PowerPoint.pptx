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FF3FC-866D-4DEB-9743-C039694A10A2}">
  <a:tblStyle styleId="{509FF3FC-866D-4DEB-9743-C039694A10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{509FF3FC-866D-4DEB-9743-C039694A10A2}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