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9F7079-CEDD-4161-A29A-E5D10475DEA7}">
  <a:tblStyle styleId="{BA9F7079-CEDD-4161-A29A-E5D10475DEA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{BA9F7079-CEDD-4161-A29A-E5D10475DEA7}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