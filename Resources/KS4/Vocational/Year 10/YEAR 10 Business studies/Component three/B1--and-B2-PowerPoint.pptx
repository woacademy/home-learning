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12B8FA-1647-4F45-9860-0850B3C9BF7D}">
  <a:tblStyle styleId="{9B12B8FA-1647-4F45-9860-0850B3C9BF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{9B12B8FA-1647-4F45-9860-0850B3C9BF7D}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