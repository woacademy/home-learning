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DD9F66-0F4F-40DC-AD26-D98BAA8446FC}">
  <a:tblStyle styleId="{45DD9F66-0F4F-40DC-AD26-D98BAA8446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{45DD9F66-0F4F-40DC-AD26-D98BAA8446FC}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