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584744-7D1F-4300-B283-ED86C0859AEF}">
  <a:tblStyle styleId="{09584744-7D1F-4300-B283-ED86C0859A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{09584744-7D1F-4300-B283-ED86C0859AEF}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