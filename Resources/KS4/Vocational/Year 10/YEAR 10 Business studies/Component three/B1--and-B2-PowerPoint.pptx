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96C945-FFBB-4A35-B08F-BB11AC3FDCC6}">
  <a:tblStyle styleId="{E796C945-FFBB-4A35-B08F-BB11AC3FDC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{E796C945-FFBB-4A35-B08F-BB11AC3FDCC6}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