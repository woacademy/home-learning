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D450AF-BA03-4A4C-A703-2B3FE1E0E8CB}">
  <a:tblStyle styleId="{6BD450AF-BA03-4A4C-A703-2B3FE1E0E8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{6BD450AF-BA03-4A4C-A703-2B3FE1E0E8CB}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