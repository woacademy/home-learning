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8DFD68-7DD7-4010-991E-37429D59632F}">
  <a:tblStyle styleId="{258DFD68-7DD7-4010-991E-37429D5963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{258DFD68-7DD7-4010-991E-37429D59632F}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