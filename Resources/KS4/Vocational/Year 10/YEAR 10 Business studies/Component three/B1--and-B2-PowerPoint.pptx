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ECD54-818C-4742-9C6C-74B272A0EBD5}">
  <a:tblStyle styleId="{B25ECD54-818C-4742-9C6C-74B272A0EB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{B25ECD54-818C-4742-9C6C-74B272A0EBD5}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