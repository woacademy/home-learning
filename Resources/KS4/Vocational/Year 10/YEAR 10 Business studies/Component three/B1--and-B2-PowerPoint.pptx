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DD3A75-10A2-4A14-AC5B-A558D7318A22}">
  <a:tblStyle styleId="{97DD3A75-10A2-4A14-AC5B-A558D7318A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{97DD3A75-10A2-4A14-AC5B-A558D7318A22}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