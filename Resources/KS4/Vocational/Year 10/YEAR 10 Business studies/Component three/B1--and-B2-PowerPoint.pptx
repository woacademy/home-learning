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A577D1-8894-42B9-BC4F-67CE2801D768}">
  <a:tblStyle styleId="{CAA577D1-8894-42B9-BC4F-67CE2801D7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{CAA577D1-8894-42B9-BC4F-67CE2801D768}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