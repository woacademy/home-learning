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B22EFA-0D3F-40BC-B43C-61411694F7DD}">
  <a:tblStyle styleId="{D3B22EFA-0D3F-40BC-B43C-61411694F7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{D3B22EFA-0D3F-40BC-B43C-61411694F7DD}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