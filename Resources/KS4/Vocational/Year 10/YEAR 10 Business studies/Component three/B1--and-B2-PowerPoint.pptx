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FA9543-0D06-4C14-95D6-886441C1E54A}">
  <a:tblStyle styleId="{10FA9543-0D06-4C14-95D6-886441C1E5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{10FA9543-0D06-4C14-95D6-886441C1E54A}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