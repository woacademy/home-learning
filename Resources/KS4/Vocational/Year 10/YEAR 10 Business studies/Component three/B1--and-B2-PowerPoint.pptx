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3A736B-D049-4A26-8FA4-62E8312163A0}">
  <a:tblStyle styleId="{463A736B-D049-4A26-8FA4-62E8312163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{463A736B-D049-4A26-8FA4-62E8312163A0}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