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253865-2266-4AFF-B397-1F03E00BA739}">
  <a:tblStyle styleId="{F3253865-2266-4AFF-B397-1F03E00BA7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{F3253865-2266-4AFF-B397-1F03E00BA739}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