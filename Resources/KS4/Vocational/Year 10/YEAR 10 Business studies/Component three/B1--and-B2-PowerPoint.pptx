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0BB677F-F644-43C5-8559-6300E0FAE8E0}">
  <a:tblStyle styleId="{A0BB677F-F644-43C5-8559-6300E0FAE8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{A0BB677F-F644-43C5-8559-6300E0FAE8E0}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