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A49CEB-6816-4458-97F6-277E83CCC036}">
  <a:tblStyle styleId="{92A49CEB-6816-4458-97F6-277E83CCC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{92A49CEB-6816-4458-97F6-277E83CCC036}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