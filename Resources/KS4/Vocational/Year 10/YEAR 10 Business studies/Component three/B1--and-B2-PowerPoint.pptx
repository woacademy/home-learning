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CFF302-18C9-4C3D-B27D-D3DEC9CD1596}">
  <a:tblStyle styleId="{5BCFF302-18C9-4C3D-B27D-D3DEC9CD15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{5BCFF302-18C9-4C3D-B27D-D3DEC9CD1596}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