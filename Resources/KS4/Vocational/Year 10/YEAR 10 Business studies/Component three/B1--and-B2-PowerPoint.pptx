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01638B-DD93-4A4B-8A0F-BB69725F2129}">
  <a:tblStyle styleId="{5F01638B-DD93-4A4B-8A0F-BB69725F21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{5F01638B-DD93-4A4B-8A0F-BB69725F2129}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