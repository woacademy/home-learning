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CBF737-9DFD-4612-B60F-2B9C808B9C37}">
  <a:tblStyle styleId="{BACBF737-9DFD-4612-B60F-2B9C808B9C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{BACBF737-9DFD-4612-B60F-2B9C808B9C37}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