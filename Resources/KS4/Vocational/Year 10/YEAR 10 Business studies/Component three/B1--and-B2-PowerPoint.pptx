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5172B3-FF72-4497-8B78-72457BE36E9B}">
  <a:tblStyle styleId="{B85172B3-FF72-4497-8B78-72457BE36E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{B85172B3-FF72-4497-8B78-72457BE36E9B}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