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EAE5D57-B8F7-4AA9-83C2-D96986BBF97A}">
  <a:tblStyle styleId="{DEAE5D57-B8F7-4AA9-83C2-D96986BBF9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{DEAE5D57-B8F7-4AA9-83C2-D96986BBF97A}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