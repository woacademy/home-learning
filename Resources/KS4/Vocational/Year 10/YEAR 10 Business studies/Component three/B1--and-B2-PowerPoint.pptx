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8A9CCC-EEBB-4BB5-91BA-EA6DC7823717}">
  <a:tblStyle styleId="{778A9CCC-EEBB-4BB5-91BA-EA6DC78237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{778A9CCC-EEBB-4BB5-91BA-EA6DC7823717}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