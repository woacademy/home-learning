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20733D-8576-4392-A516-DA855AEDB843}">
  <a:tblStyle styleId="{ED20733D-8576-4392-A516-DA855AEDB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{ED20733D-8576-4392-A516-DA855AEDB843}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