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E17E8D-7F66-427A-B594-AECC98A6FF22}">
  <a:tblStyle styleId="{80E17E8D-7F66-427A-B594-AECC98A6FF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{80E17E8D-7F66-427A-B594-AECC98A6FF22}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