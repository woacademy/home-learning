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D95CFE-4B14-4E4F-8EBC-656DAEA5D32F}">
  <a:tblStyle styleId="{7BD95CFE-4B14-4E4F-8EBC-656DAEA5D3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{7BD95CFE-4B14-4E4F-8EBC-656DAEA5D32F}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