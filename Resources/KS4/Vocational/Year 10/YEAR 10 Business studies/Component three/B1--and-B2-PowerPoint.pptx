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B12DCA-B5B8-4496-A816-4E433131DB94}">
  <a:tblStyle styleId="{CFB12DCA-B5B8-4496-A816-4E433131DB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{CFB12DCA-B5B8-4496-A816-4E433131DB94}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