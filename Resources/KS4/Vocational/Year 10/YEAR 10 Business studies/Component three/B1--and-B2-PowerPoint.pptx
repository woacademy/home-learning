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F1E054-200B-40B7-8750-F0376F61FF0F}">
  <a:tblStyle styleId="{E8F1E054-200B-40B7-8750-F0376F61FF0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{E8F1E054-200B-40B7-8750-F0376F61FF0F}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