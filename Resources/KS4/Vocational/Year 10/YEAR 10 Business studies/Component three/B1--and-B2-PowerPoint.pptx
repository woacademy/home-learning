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89EEEB4-9A0C-4886-99B2-A2C631DCF8E7}">
  <a:tblStyle styleId="{389EEEB4-9A0C-4886-99B2-A2C631DCF8E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{389EEEB4-9A0C-4886-99B2-A2C631DCF8E7}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