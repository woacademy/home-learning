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E444CB-76F2-4EAA-B846-D4CC3D05F41B}">
  <a:tblStyle styleId="{C6E444CB-76F2-4EAA-B846-D4CC3D05F4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{C6E444CB-76F2-4EAA-B846-D4CC3D05F41B}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