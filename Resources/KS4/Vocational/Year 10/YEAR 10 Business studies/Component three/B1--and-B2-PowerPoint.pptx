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897487-A37C-4E20-A747-42BF60ACA18F}">
  <a:tblStyle styleId="{C0897487-A37C-4E20-A747-42BF60ACA1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{C0897487-A37C-4E20-A747-42BF60ACA18F}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