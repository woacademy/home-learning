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8B236-B28F-45C5-A43D-0793CE5AF588}">
  <a:tblStyle styleId="{EC18B236-B28F-45C5-A43D-0793CE5AF5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{EC18B236-B28F-45C5-A43D-0793CE5AF588}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