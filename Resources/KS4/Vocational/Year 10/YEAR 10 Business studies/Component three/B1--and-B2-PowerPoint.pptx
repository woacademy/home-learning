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351727-A600-4C12-923B-ACC80D1FAB88}">
  <a:tblStyle styleId="{63351727-A600-4C12-923B-ACC80D1FAB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{63351727-A600-4C12-923B-ACC80D1FAB88}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