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2A65A-0176-41F3-B985-FC823CBD043E}">
  <a:tblStyle styleId="{3082A65A-0176-41F3-B985-FC823CBD04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{3082A65A-0176-41F3-B985-FC823CBD043E}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