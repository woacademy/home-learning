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ABDCD-23E7-445A-9116-2CD90730489F}">
  <a:tblStyle styleId="{4E6ABDCD-23E7-445A-9116-2CD9073048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{4E6ABDCD-23E7-445A-9116-2CD90730489F}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