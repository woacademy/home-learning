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A6DDBC-FD08-412B-8CAB-F2EDABE6FC08}">
  <a:tblStyle styleId="{1AA6DDBC-FD08-412B-8CAB-F2EDABE6FC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{1AA6DDBC-FD08-412B-8CAB-F2EDABE6FC08}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