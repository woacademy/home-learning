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E52F91-D8E0-4905-9355-598D9BE79138}">
  <a:tblStyle styleId="{31E52F91-D8E0-4905-9355-598D9BE791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{31E52F91-D8E0-4905-9355-598D9BE79138}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