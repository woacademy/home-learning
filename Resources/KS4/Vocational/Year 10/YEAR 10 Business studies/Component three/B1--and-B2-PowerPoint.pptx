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F10465-C4B4-46D9-BA44-D330F4D89B28}">
  <a:tblStyle styleId="{52F10465-C4B4-46D9-BA44-D330F4D89B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{52F10465-C4B4-46D9-BA44-D330F4D89B28}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