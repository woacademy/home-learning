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A28A96-5F46-42F5-86AD-5F63C1DE996E}">
  <a:tblStyle styleId="{BAA28A96-5F46-42F5-86AD-5F63C1DE99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{BAA28A96-5F46-42F5-86AD-5F63C1DE996E}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