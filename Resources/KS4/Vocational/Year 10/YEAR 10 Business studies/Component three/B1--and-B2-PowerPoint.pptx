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E35A41-8153-4F47-A1ED-C6201B56E471}">
  <a:tblStyle styleId="{47E35A41-8153-4F47-A1ED-C6201B56E4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{47E35A41-8153-4F47-A1ED-C6201B56E471}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