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24E00C-2FE5-4E76-B33C-49D3A7D16F36}">
  <a:tblStyle styleId="{0824E00C-2FE5-4E76-B33C-49D3A7D16F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{0824E00C-2FE5-4E76-B33C-49D3A7D16F36}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