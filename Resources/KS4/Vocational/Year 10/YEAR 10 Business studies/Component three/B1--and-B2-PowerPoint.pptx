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AB37B1-CC19-4896-9652-71807BAAD8E5}">
  <a:tblStyle styleId="{34AB37B1-CC19-4896-9652-71807BAAD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{34AB37B1-CC19-4896-9652-71807BAAD8E5}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