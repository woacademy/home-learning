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4357C0-9E9E-432D-AA69-9FD8FDCE6232}">
  <a:tblStyle styleId="{7C4357C0-9E9E-432D-AA69-9FD8FDCE6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{7C4357C0-9E9E-432D-AA69-9FD8FDCE6232}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