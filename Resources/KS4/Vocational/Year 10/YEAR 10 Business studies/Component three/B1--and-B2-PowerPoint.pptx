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32F4A4-3823-40C8-A554-9FCB0B423A6A}">
  <a:tblStyle styleId="{4132F4A4-3823-40C8-A554-9FCB0B423A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{4132F4A4-3823-40C8-A554-9FCB0B423A6A}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