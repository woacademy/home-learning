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FE2B55-1022-42B4-9315-E4FF975B93B3}">
  <a:tblStyle styleId="{EAFE2B55-1022-42B4-9315-E4FF975B93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{EAFE2B55-1022-42B4-9315-E4FF975B93B3}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