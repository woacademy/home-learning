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4ABD8D2-F17D-4619-8914-600845E52438}">
  <a:tblStyle styleId="{C4ABD8D2-F17D-4619-8914-600845E524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{C4ABD8D2-F17D-4619-8914-600845E52438}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