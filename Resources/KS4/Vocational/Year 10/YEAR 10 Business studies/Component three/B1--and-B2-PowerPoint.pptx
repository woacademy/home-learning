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75FB71-81AD-42AB-8A67-A2C6BB40C92A}">
  <a:tblStyle styleId="{0375FB71-81AD-42AB-8A67-A2C6BB40C9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{0375FB71-81AD-42AB-8A67-A2C6BB40C92A}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