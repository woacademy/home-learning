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67D7D1-B271-414E-AC1A-3654BE900AF3}">
  <a:tblStyle styleId="{7667D7D1-B271-414E-AC1A-3654BE900A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{7667D7D1-B271-414E-AC1A-3654BE900AF3}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