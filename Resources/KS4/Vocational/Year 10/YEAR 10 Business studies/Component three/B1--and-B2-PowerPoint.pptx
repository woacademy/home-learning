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0F9A2A-4C74-4108-9D15-5CDD2332D1DD}">
  <a:tblStyle styleId="{2C0F9A2A-4C74-4108-9D15-5CDD2332D1D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7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{2C0F9A2A-4C74-4108-9D15-5CDD2332D1DD}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