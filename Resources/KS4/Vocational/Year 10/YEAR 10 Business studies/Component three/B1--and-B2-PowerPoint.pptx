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8842EF-18F1-45E8-A222-8C02660EEADA}">
  <a:tblStyle styleId="{538842EF-18F1-45E8-A222-8C02660EEA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{538842EF-18F1-45E8-A222-8C02660EEADA}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