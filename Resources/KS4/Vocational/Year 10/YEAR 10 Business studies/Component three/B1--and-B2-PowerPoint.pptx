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F45D85B-AC5B-49EC-856F-6A7B4EACAB5E}">
  <a:tblStyle styleId="{CF45D85B-AC5B-49EC-856F-6A7B4EACAB5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{CF45D85B-AC5B-49EC-856F-6A7B4EACAB5E}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