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A394AA-1658-4F23-8D19-410009A6E044}">
  <a:tblStyle styleId="{ADA394AA-1658-4F23-8D19-410009A6E0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{ADA394AA-1658-4F23-8D19-410009A6E044}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