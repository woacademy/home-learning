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3E5CF1-945F-472A-BFDA-2B1EADEB5781}">
  <a:tblStyle styleId="{693E5CF1-945F-472A-BFDA-2B1EADEB57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{693E5CF1-945F-472A-BFDA-2B1EADEB5781}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