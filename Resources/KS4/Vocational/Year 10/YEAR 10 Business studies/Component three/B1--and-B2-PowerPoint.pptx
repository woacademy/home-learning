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FDB2C0-BB71-40B3-9FB4-DF0AE84BF853}">
  <a:tblStyle styleId="{9DFDB2C0-BB71-40B3-9FB4-DF0AE84BF8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{9DFDB2C0-BB71-40B3-9FB4-DF0AE84BF853}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