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E8FBD7-9440-4374-A81F-FDCC1042CED2}">
  <a:tblStyle styleId="{EFE8FBD7-9440-4374-A81F-FDCC1042CED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{EFE8FBD7-9440-4374-A81F-FDCC1042CED2}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