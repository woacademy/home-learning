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DF7820-5FE9-427C-AC0B-11D2A18D64EB}">
  <a:tblStyle styleId="{01DF7820-5FE9-427C-AC0B-11D2A18D64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{01DF7820-5FE9-427C-AC0B-11D2A18D64EB}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