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429514-C2F3-43DB-946F-395DC5D1279E}">
  <a:tblStyle styleId="{B8429514-C2F3-43DB-946F-395DC5D127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{B8429514-C2F3-43DB-946F-395DC5D1279E}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