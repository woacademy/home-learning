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991B44-C334-4DCA-881D-7FAB712BBF7A}">
  <a:tblStyle styleId="{F1991B44-C334-4DCA-881D-7FAB712BBF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{F1991B44-C334-4DCA-881D-7FAB712BBF7A}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