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02F12-E163-4E6C-A8F7-3FE841D60E55}">
  <a:tblStyle styleId="{AA502F12-E163-4E6C-A8F7-3FE841D60E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{AA502F12-E163-4E6C-A8F7-3FE841D60E55}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