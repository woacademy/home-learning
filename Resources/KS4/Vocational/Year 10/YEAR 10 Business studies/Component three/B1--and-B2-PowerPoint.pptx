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588D20-F093-45B7-97C3-7D590830AB2E}">
  <a:tblStyle styleId="{27588D20-F093-45B7-97C3-7D590830AB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{27588D20-F093-45B7-97C3-7D590830AB2E}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