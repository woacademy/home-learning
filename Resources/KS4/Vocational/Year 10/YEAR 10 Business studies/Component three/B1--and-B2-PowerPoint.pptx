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D076BD-9E5A-4DC0-92A4-48A163601C95}">
  <a:tblStyle styleId="{60D076BD-9E5A-4DC0-92A4-48A163601C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{60D076BD-9E5A-4DC0-92A4-48A163601C95}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