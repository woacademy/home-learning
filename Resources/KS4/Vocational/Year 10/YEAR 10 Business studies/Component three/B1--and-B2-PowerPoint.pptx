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D98CB4-D5FC-497D-AC5F-ABA69DC26FBA}">
  <a:tblStyle styleId="{6FD98CB4-D5FC-497D-AC5F-ABA69DC26F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{6FD98CB4-D5FC-497D-AC5F-ABA69DC26FBA}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