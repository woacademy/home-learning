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AB132C-0B89-411B-9970-608C0AA2C449}">
  <a:tblStyle styleId="{E6AB132C-0B89-411B-9970-608C0AA2C4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{E6AB132C-0B89-411B-9970-608C0AA2C449}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