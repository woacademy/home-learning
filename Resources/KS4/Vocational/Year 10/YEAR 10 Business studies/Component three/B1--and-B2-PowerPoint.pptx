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EA369A-575E-4267-A58B-9B4FE24ABA04}">
  <a:tblStyle styleId="{45EA369A-575E-4267-A58B-9B4FE24ABA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{45EA369A-575E-4267-A58B-9B4FE24ABA04}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