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BCA2B2B-EB89-4D3C-B479-580734FB8347}">
  <a:tblStyle styleId="{EBCA2B2B-EB89-4D3C-B479-580734FB834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{EBCA2B2B-EB89-4D3C-B479-580734FB8347}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