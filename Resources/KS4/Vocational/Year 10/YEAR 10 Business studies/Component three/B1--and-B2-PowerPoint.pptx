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49897FB-6863-44F2-8BE2-032E5579E07D}">
  <a:tblStyle styleId="{C49897FB-6863-44F2-8BE2-032E5579E07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{C49897FB-6863-44F2-8BE2-032E5579E07D}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