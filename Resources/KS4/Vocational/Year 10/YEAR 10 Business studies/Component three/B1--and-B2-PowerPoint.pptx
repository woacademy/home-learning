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759F40-D3F8-47A4-8AAF-CBF687297ED9}">
  <a:tblStyle styleId="{C7759F40-D3F8-47A4-8AAF-CBF687297E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{C7759F40-D3F8-47A4-8AAF-CBF687297ED9}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