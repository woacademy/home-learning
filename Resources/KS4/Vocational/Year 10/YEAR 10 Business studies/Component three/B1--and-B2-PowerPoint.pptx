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31ECDF-B15E-47EC-A020-2F2A23101C48}">
  <a:tblStyle styleId="{7631ECDF-B15E-47EC-A020-2F2A23101C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{7631ECDF-B15E-47EC-A020-2F2A23101C48}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