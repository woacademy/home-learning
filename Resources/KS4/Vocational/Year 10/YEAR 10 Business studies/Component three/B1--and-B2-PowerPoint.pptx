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2757C7-9E68-40D5-98DC-301B443E2CB8}">
  <a:tblStyle styleId="{052757C7-9E68-40D5-98DC-301B443E2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{052757C7-9E68-40D5-98DC-301B443E2CB8}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