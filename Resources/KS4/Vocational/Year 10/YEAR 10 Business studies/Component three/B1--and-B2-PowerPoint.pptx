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7F92E4-4BCC-4BA3-B4BD-10A03B9ACA39}">
  <a:tblStyle styleId="{8C7F92E4-4BCC-4BA3-B4BD-10A03B9AC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{8C7F92E4-4BCC-4BA3-B4BD-10A03B9ACA39}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