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E4FA0-B53C-4A45-B5A4-4CA8A222288A}">
  <a:tblStyle styleId="{CB4E4FA0-B53C-4A45-B5A4-4CA8A2222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{CB4E4FA0-B53C-4A45-B5A4-4CA8A222288A}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