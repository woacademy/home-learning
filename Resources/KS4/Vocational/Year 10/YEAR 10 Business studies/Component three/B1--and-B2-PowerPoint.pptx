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862347-3D6F-4164-98BE-4975F8C2C6F3}">
  <a:tblStyle styleId="{10862347-3D6F-4164-98BE-4975F8C2C6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{10862347-3D6F-4164-98BE-4975F8C2C6F3}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