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A7C73A-DF2B-4DDC-BE82-67CC39D20730}">
  <a:tblStyle styleId="{C3A7C73A-DF2B-4DDC-BE82-67CC39D207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{C3A7C73A-DF2B-4DDC-BE82-67CC39D20730}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