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E8B684-0BA4-43B4-999D-09305CFC04B1}">
  <a:tblStyle styleId="{CDE8B684-0BA4-43B4-999D-09305CFC04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{CDE8B684-0BA4-43B4-999D-09305CFC04B1}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