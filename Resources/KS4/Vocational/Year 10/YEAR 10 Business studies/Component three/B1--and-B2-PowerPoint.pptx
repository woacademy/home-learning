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F0F01CD-CDBC-4935-A542-1BCF69D60BE1}">
  <a:tblStyle styleId="{AF0F01CD-CDBC-4935-A542-1BCF69D60B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{AF0F01CD-CDBC-4935-A542-1BCF69D60BE1}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