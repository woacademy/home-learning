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282AF5-99C2-4CB4-BE56-C7DEF1D8BBD6}">
  <a:tblStyle styleId="{BF282AF5-99C2-4CB4-BE56-C7DEF1D8BB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{BF282AF5-99C2-4CB4-BE56-C7DEF1D8BBD6}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