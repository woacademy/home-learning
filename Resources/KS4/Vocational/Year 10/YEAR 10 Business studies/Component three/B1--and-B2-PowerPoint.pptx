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C7C93D-83E4-484C-AC58-0931B6CB3BE5}">
  <a:tblStyle styleId="{3DC7C93D-83E4-484C-AC58-0931B6CB3B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{3DC7C93D-83E4-484C-AC58-0931B6CB3BE5}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