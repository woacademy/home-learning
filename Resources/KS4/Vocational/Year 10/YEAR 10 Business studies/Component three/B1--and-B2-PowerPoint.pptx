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1639B-110C-4BB8-AE01-66FDBA248F3F}">
  <a:tblStyle styleId="{7281639B-110C-4BB8-AE01-66FDBA248F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{7281639B-110C-4BB8-AE01-66FDBA248F3F}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