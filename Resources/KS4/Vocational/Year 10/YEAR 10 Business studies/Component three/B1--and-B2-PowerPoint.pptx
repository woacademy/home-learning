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123CA6-1BDD-4891-BBD9-C7BB4337257A}">
  <a:tblStyle styleId="{38123CA6-1BDD-4891-BBD9-C7BB433725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{38123CA6-1BDD-4891-BBD9-C7BB4337257A}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