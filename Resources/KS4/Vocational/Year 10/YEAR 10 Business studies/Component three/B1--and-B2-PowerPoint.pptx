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52409C-3491-4AFF-8AE4-4650F7E3F529}">
  <a:tblStyle styleId="{3952409C-3491-4AFF-8AE4-4650F7E3F5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{3952409C-3491-4AFF-8AE4-4650F7E3F529}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