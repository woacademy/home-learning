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CF3D87-09E9-4C7E-905B-604DD017EABD}">
  <a:tblStyle styleId="{5CCF3D87-09E9-4C7E-905B-604DD017EA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{5CCF3D87-09E9-4C7E-905B-604DD017EABD}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