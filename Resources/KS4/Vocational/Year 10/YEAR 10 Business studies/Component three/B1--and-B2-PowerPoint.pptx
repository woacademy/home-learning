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35BAA4-A94A-4412-AE3E-301B63DC9EE0}">
  <a:tblStyle styleId="{8135BAA4-A94A-4412-AE3E-301B63DC9E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{8135BAA4-A94A-4412-AE3E-301B63DC9EE0}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