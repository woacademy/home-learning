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596A02-7529-4AE8-95C0-8742851EF3A1}">
  <a:tblStyle styleId="{F5596A02-7529-4AE8-95C0-8742851EF3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{F5596A02-7529-4AE8-95C0-8742851EF3A1}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