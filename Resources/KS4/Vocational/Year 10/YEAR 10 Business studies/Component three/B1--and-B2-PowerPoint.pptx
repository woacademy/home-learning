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00A24E-0448-47EC-A3B7-50A5B8704B2D}">
  <a:tblStyle styleId="{8100A24E-0448-47EC-A3B7-50A5B8704B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{8100A24E-0448-47EC-A3B7-50A5B8704B2D}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