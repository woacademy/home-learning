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B503C88-4C52-4052-BF17-A9C0B8632287}">
  <a:tblStyle styleId="{8B503C88-4C52-4052-BF17-A9C0B863228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{8B503C88-4C52-4052-BF17-A9C0B8632287}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