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1A624A-4011-48BC-8E84-F72F91CD46EC}">
  <a:tblStyle styleId="{901A624A-4011-48BC-8E84-F72F91CD46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{901A624A-4011-48BC-8E84-F72F91CD46EC}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