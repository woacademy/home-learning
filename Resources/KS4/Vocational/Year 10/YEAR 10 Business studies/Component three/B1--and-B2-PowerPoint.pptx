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2856A9-AFF9-4A10-A1BF-2DC5A8441651}">
  <a:tblStyle styleId="{3F2856A9-AFF9-4A10-A1BF-2DC5A84416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{3F2856A9-AFF9-4A10-A1BF-2DC5A8441651}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