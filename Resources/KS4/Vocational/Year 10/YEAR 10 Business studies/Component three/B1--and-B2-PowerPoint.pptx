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91F48B-E7C8-42A5-996C-E639394A4A39}">
  <a:tblStyle styleId="{7391F48B-E7C8-42A5-996C-E639394A4A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{7391F48B-E7C8-42A5-996C-E639394A4A39}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