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14DDD5-296A-44A0-A08A-E71C1A7826CF}">
  <a:tblStyle styleId="{5B14DDD5-296A-44A0-A08A-E71C1A7826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{5B14DDD5-296A-44A0-A08A-E71C1A7826CF}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