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073D77-F0D2-4359-8428-818AD4CE9053}">
  <a:tblStyle styleId="{BC073D77-F0D2-4359-8428-818AD4CE905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{BC073D77-F0D2-4359-8428-818AD4CE9053}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