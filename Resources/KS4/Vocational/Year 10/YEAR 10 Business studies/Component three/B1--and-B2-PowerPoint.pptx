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C3FDA-F217-4784-93DD-71D47390EBBC}">
  <a:tblStyle styleId="{BACC3FDA-F217-4784-93DD-71D47390EB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{BACC3FDA-F217-4784-93DD-71D47390EBBC}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