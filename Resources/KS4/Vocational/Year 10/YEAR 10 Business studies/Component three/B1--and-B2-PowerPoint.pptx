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A50F4B-B0C2-4B2A-840B-79B51F68B8F0}">
  <a:tblStyle styleId="{C3A50F4B-B0C2-4B2A-840B-79B51F68B8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{C3A50F4B-B0C2-4B2A-840B-79B51F68B8F0}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