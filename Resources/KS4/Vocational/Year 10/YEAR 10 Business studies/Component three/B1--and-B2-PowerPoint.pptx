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4C4FE1-C524-46B9-A365-C33F1CAB20EB}">
  <a:tblStyle styleId="{E94C4FE1-C524-46B9-A365-C33F1CAB20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{E94C4FE1-C524-46B9-A365-C33F1CAB20EB}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