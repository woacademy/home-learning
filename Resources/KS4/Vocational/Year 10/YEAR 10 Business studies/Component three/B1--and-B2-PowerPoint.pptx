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062372-C20B-42AD-99E3-5C0E60FB7DFF}">
  <a:tblStyle styleId="{E4062372-C20B-42AD-99E3-5C0E60FB7D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{E4062372-C20B-42AD-99E3-5C0E60FB7DFF}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