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46EA30-83E3-462B-9B08-E7290A3C0461}">
  <a:tblStyle styleId="{3446EA30-83E3-462B-9B08-E7290A3C04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{3446EA30-83E3-462B-9B08-E7290A3C0461}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