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C48192-8D83-43AD-A6FA-1E052F3328B7}">
  <a:tblStyle styleId="{47C48192-8D83-43AD-A6FA-1E052F3328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{47C48192-8D83-43AD-A6FA-1E052F3328B7}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