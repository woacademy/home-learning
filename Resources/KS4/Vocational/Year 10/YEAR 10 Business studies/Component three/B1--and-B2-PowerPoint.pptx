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4B9A3D-5FE4-485E-8DCB-23469F136EF5}">
  <a:tblStyle styleId="{DA4B9A3D-5FE4-485E-8DCB-23469F136E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{DA4B9A3D-5FE4-485E-8DCB-23469F136EF5}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