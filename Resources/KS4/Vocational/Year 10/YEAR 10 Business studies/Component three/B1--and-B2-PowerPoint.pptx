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D0A7B5-F24F-459F-BC6A-F86B7A0CF23F}">
  <a:tblStyle styleId="{B1D0A7B5-F24F-459F-BC6A-F86B7A0CF2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{B1D0A7B5-F24F-459F-BC6A-F86B7A0CF23F}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