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FD23A4-57CC-427A-9CB9-69E5AE6F7928}">
  <a:tblStyle styleId="{B1FD23A4-57CC-427A-9CB9-69E5AE6F79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{B1FD23A4-57CC-427A-9CB9-69E5AE6F7928}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