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AC58512-6882-40EC-8A6A-94FD6AC941C0}">
  <a:tblStyle styleId="{3AC58512-6882-40EC-8A6A-94FD6AC941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{3AC58512-6882-40EC-8A6A-94FD6AC941C0}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