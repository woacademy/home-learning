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C411113-E880-43BD-BDBB-E34B049A5945}">
  <a:tblStyle styleId="{CC411113-E880-43BD-BDBB-E34B049A594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4.png"/><Relationship Id="rId5" Type="http://schemas.openxmlformats.org/officeDocument/2006/relationships/image" Target="../media/image5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{CC411113-E880-43BD-BDBB-E34B049A5945}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