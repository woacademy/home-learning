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1730E7-A995-48ED-B16A-CC4C4B142C5D}">
  <a:tblStyle styleId="{6D1730E7-A995-48ED-B16A-CC4C4B142C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{6D1730E7-A995-48ED-B16A-CC4C4B142C5D}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