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88CDE-4DFB-409E-A9B9-03E1C09B8371}">
  <a:tblStyle styleId="{37188CDE-4DFB-409E-A9B9-03E1C09B83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{37188CDE-4DFB-409E-A9B9-03E1C09B8371}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