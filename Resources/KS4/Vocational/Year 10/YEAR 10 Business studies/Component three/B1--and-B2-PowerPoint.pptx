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FBC81D-75F3-4B0F-BD9D-5539D4202E9A}">
  <a:tblStyle styleId="{26FBC81D-75F3-4B0F-BD9D-5539D4202E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{26FBC81D-75F3-4B0F-BD9D-5539D4202E9A}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