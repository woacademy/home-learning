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5C85D8-981E-4DCC-9E06-B54D89FAC3D9}">
  <a:tblStyle styleId="{9E5C85D8-981E-4DCC-9E06-B54D89FAC3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{9E5C85D8-981E-4DCC-9E06-B54D89FAC3D9}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