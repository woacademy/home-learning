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B98ABD-5FD6-494B-832F-7177B4C315BF}">
  <a:tblStyle styleId="{CFB98ABD-5FD6-494B-832F-7177B4C315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{CFB98ABD-5FD6-494B-832F-7177B4C315BF}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