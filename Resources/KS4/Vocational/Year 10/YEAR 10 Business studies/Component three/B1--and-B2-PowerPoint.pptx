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BA44D2-A821-4E0A-8EA0-E3E6A744131D}">
  <a:tblStyle styleId="{39BA44D2-A821-4E0A-8EA0-E3E6A74413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{39BA44D2-A821-4E0A-8EA0-E3E6A744131D}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