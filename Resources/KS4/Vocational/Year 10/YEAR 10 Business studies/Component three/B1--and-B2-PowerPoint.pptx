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5A8195-4107-4F3F-BC3B-B76CD2997487}">
  <a:tblStyle styleId="{9C5A8195-4107-4F3F-BC3B-B76CD29974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{9C5A8195-4107-4F3F-BC3B-B76CD2997487}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