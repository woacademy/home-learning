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12A97C-BF25-46E8-8212-24B22917CEAF}">
  <a:tblStyle styleId="{BF12A97C-BF25-46E8-8212-24B22917CE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{BF12A97C-BF25-46E8-8212-24B22917CEAF}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