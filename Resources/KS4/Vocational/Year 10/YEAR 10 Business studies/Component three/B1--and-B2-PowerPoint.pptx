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EECB941-D940-46B3-BE71-2481A10B18A2}">
  <a:tblStyle styleId="{DEECB941-D940-46B3-BE71-2481A10B18A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6.png"/><Relationship Id="rId5" Type="http://schemas.openxmlformats.org/officeDocument/2006/relationships/image" Target="../media/image8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{DEECB941-D940-46B3-BE71-2481A10B18A2}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