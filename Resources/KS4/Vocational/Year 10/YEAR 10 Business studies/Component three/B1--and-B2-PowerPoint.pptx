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8DE2C-EE87-4CF7-81F6-4F37225A5F81}">
  <a:tblStyle styleId="{B6A8DE2C-EE87-4CF7-81F6-4F37225A5F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{B6A8DE2C-EE87-4CF7-81F6-4F37225A5F81}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