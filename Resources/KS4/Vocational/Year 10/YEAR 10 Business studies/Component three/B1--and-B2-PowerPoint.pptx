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2CF97A-0B09-4C42-818E-DE73BC467022}">
  <a:tblStyle styleId="{1E2CF97A-0B09-4C42-818E-DE73BC4670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{1E2CF97A-0B09-4C42-818E-DE73BC467022}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