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0FC37D-F676-412D-A72A-B9F69CC02BD9}">
  <a:tblStyle styleId="{C50FC37D-F676-412D-A72A-B9F69CC02B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{C50FC37D-F676-412D-A72A-B9F69CC02BD9}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