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D9FEB9-5AE9-45FA-850C-48BD079B3C4C}">
  <a:tblStyle styleId="{D0D9FEB9-5AE9-45FA-850C-48BD079B3C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{D0D9FEB9-5AE9-45FA-850C-48BD079B3C4C}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