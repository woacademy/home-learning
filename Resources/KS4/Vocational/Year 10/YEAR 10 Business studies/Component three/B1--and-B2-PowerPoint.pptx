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1AB445-FB1D-4C9F-91DE-DFAFDCCDF53D}">
  <a:tblStyle styleId="{261AB445-FB1D-4C9F-91DE-DFAFDCCDF53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{261AB445-FB1D-4C9F-91DE-DFAFDCCDF53D}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