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B7F427-F808-425C-A5A9-BBE949EA08D3}">
  <a:tblStyle styleId="{4DB7F427-F808-425C-A5A9-BBE949EA08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{4DB7F427-F808-425C-A5A9-BBE949EA08D3}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