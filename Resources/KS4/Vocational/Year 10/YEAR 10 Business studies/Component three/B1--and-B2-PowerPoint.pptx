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50B552-8ABF-4C20-AE05-E7A0857EBDFC}">
  <a:tblStyle styleId="{5450B552-8ABF-4C20-AE05-E7A0857EBD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{5450B552-8ABF-4C20-AE05-E7A0857EBDFC}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