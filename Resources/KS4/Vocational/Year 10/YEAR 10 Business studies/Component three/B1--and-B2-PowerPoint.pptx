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BAED9F-0EFB-4EF5-809E-F80E8E8493F0}">
  <a:tblStyle styleId="{79BAED9F-0EFB-4EF5-809E-F80E8E8493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{79BAED9F-0EFB-4EF5-809E-F80E8E8493F0}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