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6C3C3D-1838-4DDD-9DDD-D3135790314B}">
  <a:tblStyle styleId="{736C3C3D-1838-4DDD-9DDD-D313579031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{736C3C3D-1838-4DDD-9DDD-D3135790314B}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