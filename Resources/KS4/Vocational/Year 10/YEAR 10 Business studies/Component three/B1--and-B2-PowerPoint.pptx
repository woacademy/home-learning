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18EC1-3896-4E4F-A226-10E77D8FFF49}">
  <a:tblStyle styleId="{B0F18EC1-3896-4E4F-A226-10E77D8FF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{B0F18EC1-3896-4E4F-A226-10E77D8FFF49}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