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EA065F-CA83-42DE-AD39-06AF1D83C297}">
  <a:tblStyle styleId="{1DEA065F-CA83-42DE-AD39-06AF1D83C2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{1DEA065F-CA83-42DE-AD39-06AF1D83C297}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