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5449CD-2C9A-420C-8A38-2243AE11C8B8}">
  <a:tblStyle styleId="{E95449CD-2C9A-420C-8A38-2243AE11C8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{E95449CD-2C9A-420C-8A38-2243AE11C8B8}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