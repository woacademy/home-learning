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766538-817D-453A-902F-C65CCEAB751C}">
  <a:tblStyle styleId="{9B766538-817D-453A-902F-C65CCEAB75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{9B766538-817D-453A-902F-C65CCEAB751C}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