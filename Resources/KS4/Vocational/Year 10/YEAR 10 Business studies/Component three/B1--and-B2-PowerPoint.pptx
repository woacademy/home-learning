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E35144-5C00-473A-A41E-998F3EAC4313}">
  <a:tblStyle styleId="{A2E35144-5C00-473A-A41E-998F3EAC43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{A2E35144-5C00-473A-A41E-998F3EAC4313}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