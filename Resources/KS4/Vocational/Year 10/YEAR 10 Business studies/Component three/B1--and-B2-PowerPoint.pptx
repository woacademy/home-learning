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B3E210-7669-4F6E-AD7C-1D409E83D4C4}">
  <a:tblStyle styleId="{CAB3E210-7669-4F6E-AD7C-1D409E83D4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{CAB3E210-7669-4F6E-AD7C-1D409E83D4C4}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