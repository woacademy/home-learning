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7BCE386-9AE5-4ED9-B37A-D4BB5F9DD5E5}">
  <a:tblStyle styleId="{77BCE386-9AE5-4ED9-B37A-D4BB5F9DD5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{77BCE386-9AE5-4ED9-B37A-D4BB5F9DD5E5}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