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62CED2-202B-41B7-BD42-E8D9D3308BA8}">
  <a:tblStyle styleId="{4C62CED2-202B-41B7-BD42-E8D9D3308B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{4C62CED2-202B-41B7-BD42-E8D9D3308BA8}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