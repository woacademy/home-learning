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2E669D-85BE-4229-BD02-06CC572D070B}">
  <a:tblStyle styleId="{612E669D-85BE-4229-BD02-06CC572D07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{612E669D-85BE-4229-BD02-06CC572D070B}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