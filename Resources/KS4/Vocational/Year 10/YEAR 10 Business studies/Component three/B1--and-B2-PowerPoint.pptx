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B9227-52E8-4961-BEEC-856CD7F97FB1}">
  <a:tblStyle styleId="{CFDB9227-52E8-4961-BEEC-856CD7F97F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{CFDB9227-52E8-4961-BEEC-856CD7F97FB1}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