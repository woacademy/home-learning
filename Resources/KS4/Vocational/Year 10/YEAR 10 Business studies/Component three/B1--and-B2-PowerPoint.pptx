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FF8A54-1D9D-4C41-9EA3-6FDFE0FB563A}">
  <a:tblStyle styleId="{73FF8A54-1D9D-4C41-9EA3-6FDFE0FB56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{73FF8A54-1D9D-4C41-9EA3-6FDFE0FB563A}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