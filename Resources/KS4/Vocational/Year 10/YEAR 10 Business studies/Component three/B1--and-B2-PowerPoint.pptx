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DBEECD-1686-4F41-BF9B-1C1FA013C37B}">
  <a:tblStyle styleId="{2EDBEECD-1686-4F41-BF9B-1C1FA013C3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{2EDBEECD-1686-4F41-BF9B-1C1FA013C37B}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