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ECD2A3-FE8C-4D14-B26A-B28F1BA037B2}">
  <a:tblStyle styleId="{55ECD2A3-FE8C-4D14-B26A-B28F1BA037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{55ECD2A3-FE8C-4D14-B26A-B28F1BA037B2}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