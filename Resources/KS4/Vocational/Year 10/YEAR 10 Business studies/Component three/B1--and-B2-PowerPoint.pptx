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D77708-49CF-4158-8063-EC38565882FE}">
  <a:tblStyle styleId="{80D77708-49CF-4158-8063-EC38565882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{80D77708-49CF-4158-8063-EC38565882FE}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