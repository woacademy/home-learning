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A38115-3A6A-44BD-9DAD-5DEB8D32A6E4}">
  <a:tblStyle styleId="{4EA38115-3A6A-44BD-9DAD-5DEB8D32A6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{4EA38115-3A6A-44BD-9DAD-5DEB8D32A6E4}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