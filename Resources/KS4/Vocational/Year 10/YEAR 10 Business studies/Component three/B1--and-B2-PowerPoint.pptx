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88C592-29A2-47BB-A2B6-B237140CED8E}">
  <a:tblStyle styleId="{1F88C592-29A2-47BB-A2B6-B237140CED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{1F88C592-29A2-47BB-A2B6-B237140CED8E}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