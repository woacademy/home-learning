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42D0EE-8135-4798-BB53-E524DAA89005}">
  <a:tblStyle styleId="{0042D0EE-8135-4798-BB53-E524DAA890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{0042D0EE-8135-4798-BB53-E524DAA89005}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