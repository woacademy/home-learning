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36E36B-3F69-4EB5-B7BB-9F8722C295E7}">
  <a:tblStyle styleId="{2136E36B-3F69-4EB5-B7BB-9F8722C295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{2136E36B-3F69-4EB5-B7BB-9F8722C295E7}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