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FA36FCC-8501-44DF-9B0B-9AB10B8FD393}">
  <a:tblStyle styleId="{BFA36FCC-8501-44DF-9B0B-9AB10B8FD39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{BFA36FCC-8501-44DF-9B0B-9AB10B8FD393}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