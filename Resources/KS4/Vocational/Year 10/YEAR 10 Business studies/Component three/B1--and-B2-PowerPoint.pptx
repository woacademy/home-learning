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302B3A3-5961-4FED-8292-EB0B2CC90A3A}">
  <a:tblStyle styleId="{7302B3A3-5961-4FED-8292-EB0B2CC90A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{7302B3A3-5961-4FED-8292-EB0B2CC90A3A}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