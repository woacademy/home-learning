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0B40AE-B8E9-4F0A-9301-32A9E9AC3346}">
  <a:tblStyle styleId="{8D0B40AE-B8E9-4F0A-9301-32A9E9AC33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{8D0B40AE-B8E9-4F0A-9301-32A9E9AC3346}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