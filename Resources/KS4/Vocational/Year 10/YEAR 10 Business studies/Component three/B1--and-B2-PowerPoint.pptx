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5A977-F654-4849-9908-06375A07498E}">
  <a:tblStyle styleId="{1D45A977-F654-4849-9908-06375A0749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{1D45A977-F654-4849-9908-06375A07498E}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