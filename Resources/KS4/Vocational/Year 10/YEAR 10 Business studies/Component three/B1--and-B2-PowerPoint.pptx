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1E4780-712E-4FDA-9404-1C94E48E5CA3}">
  <a:tblStyle styleId="{8B1E4780-712E-4FDA-9404-1C94E48E5C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{8B1E4780-712E-4FDA-9404-1C94E48E5CA3}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