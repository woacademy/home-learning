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9D051DA-A278-4D49-986D-C1F9D538C0F2}">
  <a:tblStyle styleId="{D9D051DA-A278-4D49-986D-C1F9D538C0F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{D9D051DA-A278-4D49-986D-C1F9D538C0F2}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