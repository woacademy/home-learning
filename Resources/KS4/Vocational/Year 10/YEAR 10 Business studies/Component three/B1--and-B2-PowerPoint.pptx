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01E8EC-4985-403E-BBCE-7CD5F4CD1D3D}">
  <a:tblStyle styleId="{9401E8EC-4985-403E-BBCE-7CD5F4CD1D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{9401E8EC-4985-403E-BBCE-7CD5F4CD1D3D}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