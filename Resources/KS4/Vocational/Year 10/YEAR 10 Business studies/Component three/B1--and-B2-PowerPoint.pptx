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90E1DD-F739-4DAA-8E23-0829D11F8F60}">
  <a:tblStyle styleId="{4590E1DD-F739-4DAA-8E23-0829D11F8F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{4590E1DD-F739-4DAA-8E23-0829D11F8F60}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