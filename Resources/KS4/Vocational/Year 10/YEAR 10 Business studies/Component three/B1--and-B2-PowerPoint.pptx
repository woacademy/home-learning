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A7D1A5-EEE5-4538-8C2F-7821E7301274}">
  <a:tblStyle styleId="{56A7D1A5-EEE5-4538-8C2F-7821E73012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{56A7D1A5-EEE5-4538-8C2F-7821E7301274}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