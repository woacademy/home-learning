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C9AFB1-FF53-409D-9824-B27BB4CA22FB}">
  <a:tblStyle styleId="{A4C9AFB1-FF53-409D-9824-B27BB4CA22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{A4C9AFB1-FF53-409D-9824-B27BB4CA22FB}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