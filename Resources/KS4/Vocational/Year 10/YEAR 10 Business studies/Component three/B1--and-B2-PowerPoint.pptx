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632ADFD-E358-4EF9-9EF6-FD3669EA8786}">
  <a:tblStyle styleId="{C632ADFD-E358-4EF9-9EF6-FD3669EA878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7.png"/><Relationship Id="rId5" Type="http://schemas.openxmlformats.org/officeDocument/2006/relationships/image" Target="../media/image4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{C632ADFD-E358-4EF9-9EF6-FD3669EA8786}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