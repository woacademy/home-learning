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37DC13-A51B-4FAC-B59D-0D80F725AFE5}">
  <a:tblStyle styleId="{4F37DC13-A51B-4FAC-B59D-0D80F725AF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{4F37DC13-A51B-4FAC-B59D-0D80F725AFE5}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