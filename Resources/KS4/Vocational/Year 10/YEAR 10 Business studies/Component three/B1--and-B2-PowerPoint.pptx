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9F59C5-47A7-40FB-846D-9ED950631499}">
  <a:tblStyle styleId="{319F59C5-47A7-40FB-846D-9ED9506314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{319F59C5-47A7-40FB-846D-9ED950631499}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