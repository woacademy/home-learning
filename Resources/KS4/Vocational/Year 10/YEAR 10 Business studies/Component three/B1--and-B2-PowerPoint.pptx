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9407B3-8091-46DB-864D-628B3AB8C441}">
  <a:tblStyle styleId="{BF9407B3-8091-46DB-864D-628B3AB8C4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{BF9407B3-8091-46DB-864D-628B3AB8C441}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