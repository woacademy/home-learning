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B7A161-F771-4ED6-9488-7A0B722A4F7D}">
  <a:tblStyle styleId="{0CB7A161-F771-4ED6-9488-7A0B722A4F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{0CB7A161-F771-4ED6-9488-7A0B722A4F7D}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