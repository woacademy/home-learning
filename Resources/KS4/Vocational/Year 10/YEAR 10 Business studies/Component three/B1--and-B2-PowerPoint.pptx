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8C6C99-2EBB-4DC7-9B42-A2E00BC821BD}">
  <a:tblStyle styleId="{218C6C99-2EBB-4DC7-9B42-A2E00BC821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{218C6C99-2EBB-4DC7-9B42-A2E00BC821BD}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