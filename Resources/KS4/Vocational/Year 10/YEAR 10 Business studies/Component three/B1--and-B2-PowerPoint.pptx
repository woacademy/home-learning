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56BA5-7DE5-4457-934A-5F34F2A0717C}">
  <a:tblStyle styleId="{D1056BA5-7DE5-4457-934A-5F34F2A071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{D1056BA5-7DE5-4457-934A-5F34F2A0717C}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