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8FC6C-C3A5-4660-97E2-8F6652C1DC9E}">
  <a:tblStyle styleId="{45E8FC6C-C3A5-4660-97E2-8F6652C1DC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{45E8FC6C-C3A5-4660-97E2-8F6652C1DC9E}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