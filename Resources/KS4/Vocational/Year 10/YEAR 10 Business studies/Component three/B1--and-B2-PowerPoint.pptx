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CCE97E-714C-41DA-AD8B-F7AFBA087191}">
  <a:tblStyle styleId="{63CCE97E-714C-41DA-AD8B-F7AFBA0871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{63CCE97E-714C-41DA-AD8B-F7AFBA087191}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