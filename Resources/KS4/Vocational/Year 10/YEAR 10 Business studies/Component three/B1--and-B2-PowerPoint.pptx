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7081B6-102F-42EB-BB5B-67B86B3E2B16}">
  <a:tblStyle styleId="{417081B6-102F-42EB-BB5B-67B86B3E2B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{417081B6-102F-42EB-BB5B-67B86B3E2B16}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