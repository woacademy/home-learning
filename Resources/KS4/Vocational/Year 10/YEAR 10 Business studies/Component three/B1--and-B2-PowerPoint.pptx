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AC99D9-DC00-433D-A430-1A58B375407E}">
  <a:tblStyle styleId="{BBAC99D9-DC00-433D-A430-1A58B37540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{BBAC99D9-DC00-433D-A430-1A58B375407E}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