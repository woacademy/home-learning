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030691-432D-4747-A2AD-122929E1CF28}">
  <a:tblStyle styleId="{47030691-432D-4747-A2AD-122929E1CF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{47030691-432D-4747-A2AD-122929E1CF28}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