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0698C7-E0B6-464A-B1BB-520E0EAD862B}">
  <a:tblStyle styleId="{260698C7-E0B6-464A-B1BB-520E0EAD86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{260698C7-E0B6-464A-B1BB-520E0EAD862B}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