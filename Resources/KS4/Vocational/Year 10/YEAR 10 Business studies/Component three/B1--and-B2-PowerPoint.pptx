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5ABD6-C130-4292-B4F0-3300C195BE1F}">
  <a:tblStyle styleId="{0535ABD6-C130-4292-B4F0-3300C195BE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{0535ABD6-C130-4292-B4F0-3300C195BE1F}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