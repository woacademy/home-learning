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C8D620-79E0-4472-8B94-ABBBF62B31F9}">
  <a:tblStyle styleId="{BDC8D620-79E0-4472-8B94-ABBBF62B31F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{BDC8D620-79E0-4472-8B94-ABBBF62B31F9}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