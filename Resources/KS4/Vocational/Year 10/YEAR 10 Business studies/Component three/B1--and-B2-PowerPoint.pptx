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686460-4A22-421A-8C05-264AF0E1FCC3}">
  <a:tblStyle styleId="{DC686460-4A22-421A-8C05-264AF0E1FC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{DC686460-4A22-421A-8C05-264AF0E1FCC3}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