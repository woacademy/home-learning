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D67AB4-0702-4B68-8414-C3AE7E995DEB}">
  <a:tblStyle styleId="{FAD67AB4-0702-4B68-8414-C3AE7E995D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{FAD67AB4-0702-4B68-8414-C3AE7E995DEB}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