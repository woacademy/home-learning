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012B93-204B-4DCF-8424-660A0D220E26}">
  <a:tblStyle styleId="{92012B93-204B-4DCF-8424-660A0D220E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{92012B93-204B-4DCF-8424-660A0D220E26}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