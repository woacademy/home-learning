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1B35B88-5C34-4D87-9AE6-ED841A7E4A4E}">
  <a:tblStyle styleId="{71B35B88-5C34-4D87-9AE6-ED841A7E4A4E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7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jpg"/><Relationship Id="rId6" Type="http://schemas.openxmlformats.org/officeDocument/2006/relationships/image" Target="../media/image8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{71B35B88-5C34-4D87-9AE6-ED841A7E4A4E}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