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588BD9-BB37-46D1-BF49-2D46427DA7BC}">
  <a:tblStyle styleId="{4D588BD9-BB37-46D1-BF49-2D46427DA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{4D588BD9-BB37-46D1-BF49-2D46427DA7BC}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