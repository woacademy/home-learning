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DA5E49-C62A-4992-9A49-E3AC88A9E6E1}">
  <a:tblStyle styleId="{DFDA5E49-C62A-4992-9A49-E3AC88A9E6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{DFDA5E49-C62A-4992-9A49-E3AC88A9E6E1}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