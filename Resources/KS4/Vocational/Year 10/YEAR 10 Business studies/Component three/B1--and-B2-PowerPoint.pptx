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BEF2F-543E-4620-83A7-3FC4A29AE594}">
  <a:tblStyle styleId="{4DEBEF2F-543E-4620-83A7-3FC4A29AE5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{4DEBEF2F-543E-4620-83A7-3FC4A29AE594}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