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72869C-34A3-4044-931A-EC8F67C5FAB8}">
  <a:tblStyle styleId="{B272869C-34A3-4044-931A-EC8F67C5FA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{B272869C-34A3-4044-931A-EC8F67C5FAB8}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