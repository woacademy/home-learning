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3189A-8C89-4289-9CAE-6F96AC21E41B}">
  <a:tblStyle styleId="{AFD3189A-8C89-4289-9CAE-6F96AC21E4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{AFD3189A-8C89-4289-9CAE-6F96AC21E41B}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