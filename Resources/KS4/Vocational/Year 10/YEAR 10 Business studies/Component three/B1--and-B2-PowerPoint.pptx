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464DBC-F52F-4E08-B50F-95639EB1A133}">
  <a:tblStyle styleId="{3F464DBC-F52F-4E08-B50F-95639EB1A1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{3F464DBC-F52F-4E08-B50F-95639EB1A133}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