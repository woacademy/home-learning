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EFE79D-3129-4430-9DE0-F9280273AEA8}">
  <a:tblStyle styleId="{4BEFE79D-3129-4430-9DE0-F9280273AE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{4BEFE79D-3129-4430-9DE0-F9280273AEA8}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