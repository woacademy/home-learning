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2FCF2-9345-45ED-8CC6-C27FA01311D7}">
  <a:tblStyle styleId="{22A2FCF2-9345-45ED-8CC6-C27FA01311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{22A2FCF2-9345-45ED-8CC6-C27FA01311D7}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