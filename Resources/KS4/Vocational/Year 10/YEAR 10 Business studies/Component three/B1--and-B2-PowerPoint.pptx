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3A6CA4-A791-4B18-9B73-E8E0861B5861}">
  <a:tblStyle styleId="{503A6CA4-A791-4B18-9B73-E8E0861B58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{503A6CA4-A791-4B18-9B73-E8E0861B5861}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