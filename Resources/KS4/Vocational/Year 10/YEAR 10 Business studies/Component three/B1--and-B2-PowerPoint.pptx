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ED0AF-A580-4142-962D-DA9B962622DB}">
  <a:tblStyle styleId="{CB4ED0AF-A580-4142-962D-DA9B962622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{CB4ED0AF-A580-4142-962D-DA9B962622DB}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