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82F4BF-73EB-4CDA-9429-DF1BD101D84B}">
  <a:tblStyle styleId="{6782F4BF-73EB-4CDA-9429-DF1BD101D8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{6782F4BF-73EB-4CDA-9429-DF1BD101D84B}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