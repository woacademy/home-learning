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1BFD76-4901-4ADA-99C6-425AAC528A16}">
  <a:tblStyle styleId="{5C1BFD76-4901-4ADA-99C6-425AAC528A1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{5C1BFD76-4901-4ADA-99C6-425AAC528A16}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