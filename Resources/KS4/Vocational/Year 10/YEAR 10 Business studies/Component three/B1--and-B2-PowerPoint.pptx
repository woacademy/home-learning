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C7E66E-DE25-4570-82D4-463BB5720D68}">
  <a:tblStyle styleId="{9BC7E66E-DE25-4570-82D4-463BB5720D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{9BC7E66E-DE25-4570-82D4-463BB5720D68}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