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AB95A7-FFC8-44C6-9C77-34D507081F64}">
  <a:tblStyle styleId="{9AAB95A7-FFC8-44C6-9C77-34D507081F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{9AAB95A7-FFC8-44C6-9C77-34D507081F64}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