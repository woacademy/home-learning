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25617E-ED64-4B8A-8CA0-6D69EE3B219C}">
  <a:tblStyle styleId="{0D25617E-ED64-4B8A-8CA0-6D69EE3B21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{0D25617E-ED64-4B8A-8CA0-6D69EE3B219C}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