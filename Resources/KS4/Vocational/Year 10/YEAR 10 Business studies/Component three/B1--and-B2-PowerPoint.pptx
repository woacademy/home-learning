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AB82F9-F33E-48DA-9608-05D0020D1DA7}">
  <a:tblStyle styleId="{0BAB82F9-F33E-48DA-9608-05D0020D1D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{0BAB82F9-F33E-48DA-9608-05D0020D1DA7}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