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A46D79-1E99-4A30-BFB0-A3A5157FCA18}">
  <a:tblStyle styleId="{7BA46D79-1E99-4A30-BFB0-A3A5157FCA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{7BA46D79-1E99-4A30-BFB0-A3A5157FCA18}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