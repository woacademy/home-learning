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9B3C84-BA70-48F4-893B-E5CF5612C776}">
  <a:tblStyle styleId="{C29B3C84-BA70-48F4-893B-E5CF5612C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{C29B3C84-BA70-48F4-893B-E5CF5612C776}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