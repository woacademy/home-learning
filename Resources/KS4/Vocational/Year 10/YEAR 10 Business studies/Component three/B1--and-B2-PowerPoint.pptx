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F43A16-8DCA-4DF0-836A-33D9D9841BA9}">
  <a:tblStyle styleId="{3FF43A16-8DCA-4DF0-836A-33D9D9841B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{3FF43A16-8DCA-4DF0-836A-33D9D9841BA9}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