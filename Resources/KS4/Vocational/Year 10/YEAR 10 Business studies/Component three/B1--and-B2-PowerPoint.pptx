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E2666B-BFDB-4CC9-B32E-5AAC29AFF0E6}">
  <a:tblStyle styleId="{86E2666B-BFDB-4CC9-B32E-5AAC29AFF0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{86E2666B-BFDB-4CC9-B32E-5AAC29AFF0E6}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