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12BEA5-0550-428A-9D74-86EC9447E373}">
  <a:tblStyle styleId="{F012BEA5-0550-428A-9D74-86EC9447E3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{F012BEA5-0550-428A-9D74-86EC9447E373}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