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B68658-DA1A-4D28-BC56-CEE27EAB5E2D}">
  <a:tblStyle styleId="{73B68658-DA1A-4D28-BC56-CEE27EAB5E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{73B68658-DA1A-4D28-BC56-CEE27EAB5E2D}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