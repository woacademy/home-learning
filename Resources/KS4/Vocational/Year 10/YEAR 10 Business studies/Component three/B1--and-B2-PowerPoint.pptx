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29935C-F2F7-4DA3-BFFF-90F1A9B4A903}">
  <a:tblStyle styleId="{ED29935C-F2F7-4DA3-BFFF-90F1A9B4A9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{ED29935C-F2F7-4DA3-BFFF-90F1A9B4A903}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