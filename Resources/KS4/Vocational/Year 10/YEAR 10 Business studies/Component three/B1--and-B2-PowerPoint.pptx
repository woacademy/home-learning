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7A35F-2FBC-4722-86E9-F6F1986498C6}">
  <a:tblStyle styleId="{47A7A35F-2FBC-4722-86E9-F6F1986498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{47A7A35F-2FBC-4722-86E9-F6F1986498C6}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