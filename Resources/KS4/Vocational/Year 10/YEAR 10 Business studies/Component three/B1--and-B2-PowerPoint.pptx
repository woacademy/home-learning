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0145A0-20C7-4FF7-B2A5-3C5F7D466B1D}">
  <a:tblStyle styleId="{B40145A0-20C7-4FF7-B2A5-3C5F7D466B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{B40145A0-20C7-4FF7-B2A5-3C5F7D466B1D}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