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F3371F-0978-42CD-8016-3C2EB552D5D7}">
  <a:tblStyle styleId="{BCF3371F-0978-42CD-8016-3C2EB552D5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{BCF3371F-0978-42CD-8016-3C2EB552D5D7}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