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89ED6C-21FC-4469-8E19-6F743D101E35}">
  <a:tblStyle styleId="{8B89ED6C-21FC-4469-8E19-6F743D101E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{8B89ED6C-21FC-4469-8E19-6F743D101E35}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