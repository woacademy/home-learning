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18F22-B2A0-4F42-A2A6-647AB296E561}">
  <a:tblStyle styleId="{46D18F22-B2A0-4F42-A2A6-647AB296E5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{46D18F22-B2A0-4F42-A2A6-647AB296E561}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