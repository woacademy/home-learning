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26FD5FD-4D06-4835-A508-384CBC8CC0A8}">
  <a:tblStyle styleId="{426FD5FD-4D06-4835-A508-384CBC8CC0A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{426FD5FD-4D06-4835-A508-384CBC8CC0A8}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