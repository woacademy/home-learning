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2F3BDB-CD48-4EC6-8911-0F055E22B02B}">
  <a:tblStyle styleId="{A42F3BDB-CD48-4EC6-8911-0F055E22B0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{A42F3BDB-CD48-4EC6-8911-0F055E22B02B}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