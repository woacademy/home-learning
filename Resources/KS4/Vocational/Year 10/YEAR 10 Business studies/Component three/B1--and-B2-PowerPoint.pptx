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C3EBDB-7FF8-4D8A-B248-44208946056D}">
  <a:tblStyle styleId="{A6C3EBDB-7FF8-4D8A-B248-4420894605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{A6C3EBDB-7FF8-4D8A-B248-44208946056D}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