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8007A8-EC8F-4FF5-A0C6-4121CDC5E067}">
  <a:tblStyle styleId="{888007A8-EC8F-4FF5-A0C6-4121CDC5E0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{888007A8-EC8F-4FF5-A0C6-4121CDC5E067}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