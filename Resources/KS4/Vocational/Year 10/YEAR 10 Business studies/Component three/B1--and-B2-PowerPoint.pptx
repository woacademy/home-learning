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BB024-1CA3-4EF2-AF6D-D695FA3268BA}">
  <a:tblStyle styleId="{813BB024-1CA3-4EF2-AF6D-D695FA3268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{813BB024-1CA3-4EF2-AF6D-D695FA3268BA}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