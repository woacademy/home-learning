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0DC9FF-9D30-48CE-9F93-640BEB4EEC42}">
  <a:tblStyle styleId="{E20DC9FF-9D30-48CE-9F93-640BEB4EEC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{E20DC9FF-9D30-48CE-9F93-640BEB4EEC42}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