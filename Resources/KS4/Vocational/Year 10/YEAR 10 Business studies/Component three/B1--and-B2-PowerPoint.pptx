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4BB20D-6462-4512-9A4C-930130C4200E}">
  <a:tblStyle styleId="{1A4BB20D-6462-4512-9A4C-930130C420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{1A4BB20D-6462-4512-9A4C-930130C4200E}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