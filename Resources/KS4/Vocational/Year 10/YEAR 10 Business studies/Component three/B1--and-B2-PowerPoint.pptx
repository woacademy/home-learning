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331964-E8A2-491E-8FF2-BC7CFE1E43C8}">
  <a:tblStyle styleId="{EB331964-E8A2-491E-8FF2-BC7CFE1E43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{EB331964-E8A2-491E-8FF2-BC7CFE1E43C8}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