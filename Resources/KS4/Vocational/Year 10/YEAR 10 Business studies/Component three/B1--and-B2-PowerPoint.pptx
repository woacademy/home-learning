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453A40-4581-40EB-B814-7B99970578AB}">
  <a:tblStyle styleId="{F1453A40-4581-40EB-B814-7B99970578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{F1453A40-4581-40EB-B814-7B99970578AB}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