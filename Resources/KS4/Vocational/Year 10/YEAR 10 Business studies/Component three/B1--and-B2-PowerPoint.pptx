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931A1-7BFD-4CCE-BB0F-C497967DC934}">
  <a:tblStyle styleId="{ECB931A1-7BFD-4CCE-BB0F-C497967DC9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{ECB931A1-7BFD-4CCE-BB0F-C497967DC934}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