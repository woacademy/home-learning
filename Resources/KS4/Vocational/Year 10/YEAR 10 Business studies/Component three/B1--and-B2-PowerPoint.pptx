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204C0-10BE-42BB-95AF-978DC9538B0C}">
  <a:tblStyle styleId="{BE0204C0-10BE-42BB-95AF-978DC9538B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{BE0204C0-10BE-42BB-95AF-978DC9538B0C}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