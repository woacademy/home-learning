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1FAE56-9086-4EB3-9257-D9D54CB74B91}">
  <a:tblStyle styleId="{011FAE56-9086-4EB3-9257-D9D54CB74B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{011FAE56-9086-4EB3-9257-D9D54CB74B91}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