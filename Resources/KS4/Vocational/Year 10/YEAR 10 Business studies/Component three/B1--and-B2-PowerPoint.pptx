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2D8815-8EAF-4405-85F4-E1E61D5A1098}">
  <a:tblStyle styleId="{072D8815-8EAF-4405-85F4-E1E61D5A10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{072D8815-8EAF-4405-85F4-E1E61D5A1098}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