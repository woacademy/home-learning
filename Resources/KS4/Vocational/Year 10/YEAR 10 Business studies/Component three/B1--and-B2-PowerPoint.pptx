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4E3759-8A02-42B7-BA81-BA3DFF504169}">
  <a:tblStyle styleId="{314E3759-8A02-42B7-BA81-BA3DFF5041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{314E3759-8A02-42B7-BA81-BA3DFF504169}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