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A694325-E59B-4647-AE50-29CC6342E5B8}">
  <a:tblStyle styleId="{3A694325-E59B-4647-AE50-29CC6342E5B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7.png"/><Relationship Id="rId5" Type="http://schemas.openxmlformats.org/officeDocument/2006/relationships/image" Target="../media/image4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{3A694325-E59B-4647-AE50-29CC6342E5B8}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