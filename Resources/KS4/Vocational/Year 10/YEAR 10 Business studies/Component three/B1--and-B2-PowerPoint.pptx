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567B8A-A1A8-4DDA-8E2E-A7068882E4EB}">
  <a:tblStyle styleId="{50567B8A-A1A8-4DDA-8E2E-A7068882E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{50567B8A-A1A8-4DDA-8E2E-A7068882E4EB}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