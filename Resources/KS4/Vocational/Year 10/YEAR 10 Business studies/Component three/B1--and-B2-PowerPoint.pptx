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2478D1A-B69F-4E28-B1D5-F43DBD8463F6}">
  <a:tblStyle styleId="{92478D1A-B69F-4E28-B1D5-F43DBD8463F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3.png"/><Relationship Id="rId5" Type="http://schemas.openxmlformats.org/officeDocument/2006/relationships/image" Target="../media/image6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{92478D1A-B69F-4E28-B1D5-F43DBD8463F6}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