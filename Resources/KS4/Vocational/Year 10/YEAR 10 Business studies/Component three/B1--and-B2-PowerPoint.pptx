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557A0-5BE7-49C8-A4C5-DF1B8D1993E8}">
  <a:tblStyle styleId="{F34557A0-5BE7-49C8-A4C5-DF1B8D1993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{F34557A0-5BE7-49C8-A4C5-DF1B8D1993E8}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