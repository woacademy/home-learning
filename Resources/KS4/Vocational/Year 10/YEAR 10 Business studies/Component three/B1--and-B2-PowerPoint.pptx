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BFCAD8D-488C-4BF7-9BEE-57A48AE58187}">
  <a:tblStyle styleId="{0BFCAD8D-488C-4BF7-9BEE-57A48AE5818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{0BFCAD8D-488C-4BF7-9BEE-57A48AE58187}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