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442648-5F81-44D5-9993-2180435CC176}">
  <a:tblStyle styleId="{1E442648-5F81-44D5-9993-2180435CC1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{1E442648-5F81-44D5-9993-2180435CC176}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