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B19F02-CB44-4B8B-99BC-B127795FDFEF}">
  <a:tblStyle styleId="{FCB19F02-CB44-4B8B-99BC-B127795FDF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{FCB19F02-CB44-4B8B-99BC-B127795FDFEF}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