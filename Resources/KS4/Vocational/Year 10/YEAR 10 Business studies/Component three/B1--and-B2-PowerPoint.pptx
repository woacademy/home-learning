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FEA7AC-6F33-496B-ABC2-06BF949EFCD0}">
  <a:tblStyle styleId="{CBFEA7AC-6F33-496B-ABC2-06BF949EFC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{CBFEA7AC-6F33-496B-ABC2-06BF949EFCD0}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