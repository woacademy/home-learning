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9748DD-AA07-448F-BA65-D2DE48C39E0F}">
  <a:tblStyle styleId="{A99748DD-AA07-448F-BA65-D2DE48C39E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{A99748DD-AA07-448F-BA65-D2DE48C39E0F}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