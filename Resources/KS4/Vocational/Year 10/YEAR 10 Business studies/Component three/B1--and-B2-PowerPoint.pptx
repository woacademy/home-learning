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E93E50-3EDC-4379-82CB-4E49A5821637}">
  <a:tblStyle styleId="{4EE93E50-3EDC-4379-82CB-4E49A58216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{4EE93E50-3EDC-4379-82CB-4E49A5821637}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