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70C31A-F31A-432F-A783-3DE06F46A006}">
  <a:tblStyle styleId="{B770C31A-F31A-432F-A783-3DE06F46A0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{B770C31A-F31A-432F-A783-3DE06F46A006}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