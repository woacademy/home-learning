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BE136C-90D1-4900-9657-38E2BFC079AE}">
  <a:tblStyle styleId="{50BE136C-90D1-4900-9657-38E2BFC079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{50BE136C-90D1-4900-9657-38E2BFC079AE}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