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EFDED7D-CE9E-4136-B178-2CDEB1035CAA}">
  <a:tblStyle styleId="{6EFDED7D-CE9E-4136-B178-2CDEB1035C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{6EFDED7D-CE9E-4136-B178-2CDEB1035CAA}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