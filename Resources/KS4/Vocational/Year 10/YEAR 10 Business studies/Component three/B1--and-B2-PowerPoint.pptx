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7625C-1C1F-4EFF-AF48-68ADB10D6DB6}">
  <a:tblStyle styleId="{3777625C-1C1F-4EFF-AF48-68ADB10D6D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{3777625C-1C1F-4EFF-AF48-68ADB10D6DB6}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