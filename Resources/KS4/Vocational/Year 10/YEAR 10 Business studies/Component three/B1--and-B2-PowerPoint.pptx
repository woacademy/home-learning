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D626B9-E665-4B46-995B-05982240F30C}">
  <a:tblStyle styleId="{D6D626B9-E665-4B46-995B-05982240F3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{D6D626B9-E665-4B46-995B-05982240F30C}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