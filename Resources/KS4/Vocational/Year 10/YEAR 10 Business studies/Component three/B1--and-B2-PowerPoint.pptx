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39746B-5077-408F-BC7A-3D4304DE2E1C}">
  <a:tblStyle styleId="{CF39746B-5077-408F-BC7A-3D4304DE2E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{CF39746B-5077-408F-BC7A-3D4304DE2E1C}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