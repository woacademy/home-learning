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23C7B6-B233-496C-8DD5-1BB509967266}">
  <a:tblStyle styleId="{6123C7B6-B233-496C-8DD5-1BB509967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{6123C7B6-B233-496C-8DD5-1BB509967266}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