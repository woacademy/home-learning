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4E525B-65DB-4FF0-A670-DBD265F3269F}">
  <a:tblStyle styleId="{D04E525B-65DB-4FF0-A670-DBD265F326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{D04E525B-65DB-4FF0-A670-DBD265F3269F}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