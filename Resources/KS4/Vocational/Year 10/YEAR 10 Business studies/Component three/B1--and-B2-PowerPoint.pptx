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6D504A-0FEB-4E05-9EBA-65D8DB8EFF03}">
  <a:tblStyle styleId="{C06D504A-0FEB-4E05-9EBA-65D8DB8EF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{C06D504A-0FEB-4E05-9EBA-65D8DB8EFF03}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