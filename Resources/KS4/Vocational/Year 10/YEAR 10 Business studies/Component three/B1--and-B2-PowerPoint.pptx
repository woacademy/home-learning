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3287C8-6C7A-480F-A454-6DBB13B99911}">
  <a:tblStyle styleId="{F53287C8-6C7A-480F-A454-6DBB13B9991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{F53287C8-6C7A-480F-A454-6DBB13B99911}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