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5B0DED-3188-4254-A0A8-47EE47BB5AC7}">
  <a:tblStyle styleId="{075B0DED-3188-4254-A0A8-47EE47BB5A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{075B0DED-3188-4254-A0A8-47EE47BB5AC7}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