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B838ED-3521-4FF2-9E92-0645F5EAA374}">
  <a:tblStyle styleId="{ADB838ED-3521-4FF2-9E92-0645F5EAA3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{ADB838ED-3521-4FF2-9E92-0645F5EAA374}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