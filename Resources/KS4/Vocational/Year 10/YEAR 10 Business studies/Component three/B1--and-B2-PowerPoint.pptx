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1AC1CD4-FE87-42E5-8776-D90E18C52A3B}">
  <a:tblStyle styleId="{51AC1CD4-FE87-42E5-8776-D90E18C52A3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{51AC1CD4-FE87-42E5-8776-D90E18C52A3B}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