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4A16A4-205E-40FE-89C0-65581067739F}">
  <a:tblStyle styleId="{924A16A4-205E-40FE-89C0-6558106773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2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{924A16A4-205E-40FE-89C0-65581067739F}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