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FD1CBB-B0A5-4078-99A7-61745250FA09}">
  <a:tblStyle styleId="{DAFD1CBB-B0A5-4078-99A7-61745250FA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{DAFD1CBB-B0A5-4078-99A7-61745250FA09}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