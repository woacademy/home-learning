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B188FB-990B-4359-9D4C-C1859F99E71B}">
  <a:tblStyle styleId="{E7B188FB-990B-4359-9D4C-C1859F99E7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{E7B188FB-990B-4359-9D4C-C1859F99E71B}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