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B95AC-E00D-459D-AD9F-52DEBB82C3D4}">
  <a:tblStyle styleId="{689B95AC-E00D-459D-AD9F-52DEBB82C3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{689B95AC-E00D-459D-AD9F-52DEBB82C3D4}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