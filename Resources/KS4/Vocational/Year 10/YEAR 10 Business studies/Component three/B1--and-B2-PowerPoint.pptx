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0CE955-88B5-45CD-B694-8E140BC90E2F}">
  <a:tblStyle styleId="{DC0CE955-88B5-45CD-B694-8E140BC90E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{DC0CE955-88B5-45CD-B694-8E140BC90E2F}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