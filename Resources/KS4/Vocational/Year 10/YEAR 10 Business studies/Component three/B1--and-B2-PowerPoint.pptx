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CA0D88-C724-48A5-BD1E-1C438AEE5215}">
  <a:tblStyle styleId="{D9CA0D88-C724-48A5-BD1E-1C438AEE52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{D9CA0D88-C724-48A5-BD1E-1C438AEE5215}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