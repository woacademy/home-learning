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CBCDF4-397C-4AE7-8699-E924E6DE76A9}">
  <a:tblStyle styleId="{C8CBCDF4-397C-4AE7-8699-E924E6DE76A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{C8CBCDF4-397C-4AE7-8699-E924E6DE76A9}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