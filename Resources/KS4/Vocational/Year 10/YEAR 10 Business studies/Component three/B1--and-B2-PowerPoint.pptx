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8F8B2-1DDE-4129-9720-743599F0990F}">
  <a:tblStyle styleId="{BF98F8B2-1DDE-4129-9720-743599F09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{BF98F8B2-1DDE-4129-9720-743599F0990F}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