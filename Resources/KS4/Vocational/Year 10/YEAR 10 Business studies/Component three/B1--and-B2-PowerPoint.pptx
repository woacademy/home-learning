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682603-FB8E-4449-9439-20EB4568339B}">
  <a:tblStyle styleId="{8C682603-FB8E-4449-9439-20EB456833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{8C682603-FB8E-4449-9439-20EB4568339B}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