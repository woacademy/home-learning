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D7900-5BF6-416B-A1E5-D414A1D65D52}">
  <a:tblStyle styleId="{1ECD7900-5BF6-416B-A1E5-D414A1D65D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{1ECD7900-5BF6-416B-A1E5-D414A1D65D52}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