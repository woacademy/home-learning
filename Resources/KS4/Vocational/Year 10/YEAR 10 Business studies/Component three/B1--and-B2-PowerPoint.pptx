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EB0B40-CEC2-4A70-94CF-1F3BFD9B2685}">
  <a:tblStyle styleId="{62EB0B40-CEC2-4A70-94CF-1F3BFD9B26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{62EB0B40-CEC2-4A70-94CF-1F3BFD9B2685}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