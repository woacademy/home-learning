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0C30A-8B0E-4EB1-BF2F-217DC8392038}">
  <a:tblStyle styleId="{96B0C30A-8B0E-4EB1-BF2F-217DC83920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{96B0C30A-8B0E-4EB1-BF2F-217DC8392038}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