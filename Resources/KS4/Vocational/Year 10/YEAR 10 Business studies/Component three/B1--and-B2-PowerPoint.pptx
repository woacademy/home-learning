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FA21C8E-9735-40AE-8028-B0D681EC1183}">
  <a:tblStyle styleId="{5FA21C8E-9735-40AE-8028-B0D681EC11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{5FA21C8E-9735-40AE-8028-B0D681EC1183}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