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CA22CCE-55AE-458D-98D3-F8F92BE2CE52}">
  <a:tblStyle styleId="{1CA22CCE-55AE-458D-98D3-F8F92BE2CE5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8.png"/><Relationship Id="rId5" Type="http://schemas.openxmlformats.org/officeDocument/2006/relationships/image" Target="../media/image4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{1CA22CCE-55AE-458D-98D3-F8F92BE2CE52}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