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6576D5-4E83-4037-B2D4-2BBC13847A72}">
  <a:tblStyle styleId="{9E6576D5-4E83-4037-B2D4-2BBC13847A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{9E6576D5-4E83-4037-B2D4-2BBC13847A72}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