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F7846D-7C2D-4AA4-89BC-015AC81FCC01}">
  <a:tblStyle styleId="{1DF7846D-7C2D-4AA4-89BC-015AC81FCC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{1DF7846D-7C2D-4AA4-89BC-015AC81FCC01}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