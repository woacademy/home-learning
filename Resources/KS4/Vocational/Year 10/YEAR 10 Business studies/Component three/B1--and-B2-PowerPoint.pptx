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44DD71-51E2-4ACB-8833-5E6D2597844B}">
  <a:tblStyle styleId="{2A44DD71-51E2-4ACB-8833-5E6D259784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{2A44DD71-51E2-4ACB-8833-5E6D2597844B}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