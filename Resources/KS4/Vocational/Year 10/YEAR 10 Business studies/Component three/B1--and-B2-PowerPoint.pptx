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95E209-ECEE-48ED-9B96-909B5C3B5001}">
  <a:tblStyle styleId="{C495E209-ECEE-48ED-9B96-909B5C3B50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{C495E209-ECEE-48ED-9B96-909B5C3B5001}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