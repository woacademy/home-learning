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B0AB07-D057-4AA1-8BBB-780A7946E060}">
  <a:tblStyle styleId="{A0B0AB07-D057-4AA1-8BBB-780A7946E0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{A0B0AB07-D057-4AA1-8BBB-780A7946E060}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