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022C1-B6FE-441E-AA71-9A5E48F12BFB}">
  <a:tblStyle styleId="{B22022C1-B6FE-441E-AA71-9A5E48F12B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{B22022C1-B6FE-441E-AA71-9A5E48F12BFB}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