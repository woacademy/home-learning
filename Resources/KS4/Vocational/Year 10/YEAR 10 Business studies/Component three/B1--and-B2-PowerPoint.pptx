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96D95-E724-48E7-84E6-4E7F99D1EC88}">
  <a:tblStyle styleId="{82E96D95-E724-48E7-84E6-4E7F99D1EC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{82E96D95-E724-48E7-84E6-4E7F99D1EC88}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