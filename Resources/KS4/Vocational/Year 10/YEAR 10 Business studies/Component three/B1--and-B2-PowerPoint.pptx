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066DFB0-5219-4C35-A162-12366B65208B}">
  <a:tblStyle styleId="{2066DFB0-5219-4C35-A162-12366B6520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{2066DFB0-5219-4C35-A162-12366B65208B}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