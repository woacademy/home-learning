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1DFC52-63FF-43DF-B9CE-9CB8ECD5FA54}">
  <a:tblStyle styleId="{261DFC52-63FF-43DF-B9CE-9CB8ECD5FA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{261DFC52-63FF-43DF-B9CE-9CB8ECD5FA54}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