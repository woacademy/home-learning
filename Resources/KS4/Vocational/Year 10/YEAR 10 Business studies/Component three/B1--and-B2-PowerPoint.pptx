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296B93-1952-4EAC-92DC-19A6DCA92E15}">
  <a:tblStyle styleId="{EF296B93-1952-4EAC-92DC-19A6DCA92E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{EF296B93-1952-4EAC-92DC-19A6DCA92E15}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