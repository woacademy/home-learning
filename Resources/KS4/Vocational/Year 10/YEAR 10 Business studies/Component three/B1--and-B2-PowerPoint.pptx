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5186BD-20CC-41DF-8ED2-9C39470CBB69}">
  <a:tblStyle styleId="{C15186BD-20CC-41DF-8ED2-9C39470CBB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{C15186BD-20CC-41DF-8ED2-9C39470CBB69}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