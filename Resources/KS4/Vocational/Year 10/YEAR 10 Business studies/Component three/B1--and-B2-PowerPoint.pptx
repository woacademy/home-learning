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40C2CE-F258-4ADB-965B-8A533B9F9B7E}">
  <a:tblStyle styleId="{D840C2CE-F258-4ADB-965B-8A533B9F9B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{D840C2CE-F258-4ADB-965B-8A533B9F9B7E}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