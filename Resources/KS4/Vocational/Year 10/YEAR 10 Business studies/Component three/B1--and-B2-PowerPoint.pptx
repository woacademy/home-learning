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52E2CF-A533-4A8A-8C31-284C38517F78}">
  <a:tblStyle styleId="{0A52E2CF-A533-4A8A-8C31-284C38517F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{0A52E2CF-A533-4A8A-8C31-284C38517F78}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