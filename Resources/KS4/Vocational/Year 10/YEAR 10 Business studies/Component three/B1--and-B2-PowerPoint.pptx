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27CB6E-4983-4246-A9C4-A2C01BF9A41E}">
  <a:tblStyle styleId="{8627CB6E-4983-4246-A9C4-A2C01BF9A4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{8627CB6E-4983-4246-A9C4-A2C01BF9A41E}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