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BA89A31-666B-42A2-81ED-892680526EDC}">
  <a:tblStyle styleId="{BBA89A31-666B-42A2-81ED-892680526ED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{BBA89A31-666B-42A2-81ED-892680526EDC}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