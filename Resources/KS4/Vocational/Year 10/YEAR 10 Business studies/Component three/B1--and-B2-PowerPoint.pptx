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AD7C7C-26F0-4129-8077-2B34540A791A}">
  <a:tblStyle styleId="{41AD7C7C-26F0-4129-8077-2B34540A79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{41AD7C7C-26F0-4129-8077-2B34540A791A}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