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909C590-A282-4962-B60C-3C54339C1435}">
  <a:tblStyle styleId="{A909C590-A282-4962-B60C-3C54339C143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{A909C590-A282-4962-B60C-3C54339C1435}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