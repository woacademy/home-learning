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AEDAC8-D013-4345-9CFF-E89022DA88B0}">
  <a:tblStyle styleId="{EBAEDAC8-D013-4345-9CFF-E89022DA88B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{EBAEDAC8-D013-4345-9CFF-E89022DA88B0}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