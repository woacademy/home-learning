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AF3678-A74C-4768-8F92-B3AF28D5AFF7}">
  <a:tblStyle styleId="{11AF3678-A74C-4768-8F92-B3AF28D5AF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{11AF3678-A74C-4768-8F92-B3AF28D5AFF7}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