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520667-9097-4C1A-9D4D-F195D416ACAE}">
  <a:tblStyle styleId="{9B520667-9097-4C1A-9D4D-F195D416AC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{9B520667-9097-4C1A-9D4D-F195D416ACAE}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