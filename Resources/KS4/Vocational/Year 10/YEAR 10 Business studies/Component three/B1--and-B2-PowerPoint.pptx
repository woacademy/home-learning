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20AE0E-EEF8-4968-A499-72A35FCC2C2A}">
  <a:tblStyle styleId="{2220AE0E-EEF8-4968-A499-72A35FCC2C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{2220AE0E-EEF8-4968-A499-72A35FCC2C2A}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