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8DE16027-2B83-49BE-8E49-F76D2537EDA8}">
  <a:tblStyle styleId="{8DE16027-2B83-49BE-8E49-F76D2537EDA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jpg"/><Relationship Id="rId4" Type="http://schemas.openxmlformats.org/officeDocument/2006/relationships/image" Target="../media/image4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8.png"/><Relationship Id="rId4" Type="http://schemas.openxmlformats.org/officeDocument/2006/relationships/image" Target="../media/image3.png"/><Relationship Id="rId5" Type="http://schemas.openxmlformats.org/officeDocument/2006/relationships/image" Target="../media/image7.jpg"/><Relationship Id="rId6" Type="http://schemas.openxmlformats.org/officeDocument/2006/relationships/image" Target="../media/image6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{8DE16027-2B83-49BE-8E49-F76D2537EDA8}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