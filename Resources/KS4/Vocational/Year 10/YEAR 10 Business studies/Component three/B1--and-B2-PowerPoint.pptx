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DE3D6E-6268-44B3-8092-D77754BEE2C4}">
  <a:tblStyle styleId="{82DE3D6E-6268-44B3-8092-D77754BEE2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{82DE3D6E-6268-44B3-8092-D77754BEE2C4}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