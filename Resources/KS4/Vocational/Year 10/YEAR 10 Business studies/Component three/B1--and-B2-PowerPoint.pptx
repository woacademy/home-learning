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F279AB-6597-4C03-9BF3-F5AE9BB923DF}">
  <a:tblStyle styleId="{ABF279AB-6597-4C03-9BF3-F5AE9BB923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{ABF279AB-6597-4C03-9BF3-F5AE9BB923DF}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