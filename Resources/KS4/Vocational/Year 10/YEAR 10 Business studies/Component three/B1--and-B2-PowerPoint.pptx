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4A89C9-A86C-4103-904F-D7D7ED5D9203}">
  <a:tblStyle styleId="{E84A89C9-A86C-4103-904F-D7D7ED5D92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{E84A89C9-A86C-4103-904F-D7D7ED5D9203}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