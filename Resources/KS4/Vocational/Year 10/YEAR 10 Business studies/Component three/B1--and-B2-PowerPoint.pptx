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31744D-5BA4-4FF3-9328-FE44CB167932}">
  <a:tblStyle styleId="{BA31744D-5BA4-4FF3-9328-FE44CB1679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{BA31744D-5BA4-4FF3-9328-FE44CB167932}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