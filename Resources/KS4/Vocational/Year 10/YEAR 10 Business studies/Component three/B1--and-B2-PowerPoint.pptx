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C4C680-2686-4678-BF97-F7E62622A9B3}">
  <a:tblStyle styleId="{3CC4C680-2686-4678-BF97-F7E62622A9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{3CC4C680-2686-4678-BF97-F7E62622A9B3}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