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6FB187-D7F8-4055-9BEE-2545847C7BE1}">
  <a:tblStyle styleId="{316FB187-D7F8-4055-9BEE-2545847C7B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{316FB187-D7F8-4055-9BEE-2545847C7BE1}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