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FB88C-985D-4B61-9E82-0475AABDEF97}">
  <a:tblStyle styleId="{F0BFB88C-985D-4B61-9E82-0475AABDEF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{F0BFB88C-985D-4B61-9E82-0475AABDEF97}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