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AF547B-9486-4755-A850-56EFA3CFB3B6}">
  <a:tblStyle styleId="{D6AF547B-9486-4755-A850-56EFA3CFB3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{D6AF547B-9486-4755-A850-56EFA3CFB3B6}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