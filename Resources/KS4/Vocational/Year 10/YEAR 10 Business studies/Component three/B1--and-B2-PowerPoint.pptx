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E95565-AC8A-4081-B342-292C52DCE061}">
  <a:tblStyle styleId="{CAE95565-AC8A-4081-B342-292C52DCE0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{CAE95565-AC8A-4081-B342-292C52DCE061}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