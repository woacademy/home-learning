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FE61DE-C030-4C36-8F74-2EAC7B027479}">
  <a:tblStyle styleId="{F0FE61DE-C030-4C36-8F74-2EAC7B0274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{F0FE61DE-C030-4C36-8F74-2EAC7B027479}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