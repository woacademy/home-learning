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D5779E-A398-4476-9C5F-B01C6E413805}">
  <a:tblStyle styleId="{18D5779E-A398-4476-9C5F-B01C6E4138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{18D5779E-A398-4476-9C5F-B01C6E413805}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