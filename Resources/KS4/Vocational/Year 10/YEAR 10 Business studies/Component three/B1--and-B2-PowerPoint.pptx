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FB482-61FB-48A8-916E-6B39CF99CD21}">
  <a:tblStyle styleId="{4C6FB482-61FB-48A8-916E-6B39CF99CD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{4C6FB482-61FB-48A8-916E-6B39CF99CD21}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