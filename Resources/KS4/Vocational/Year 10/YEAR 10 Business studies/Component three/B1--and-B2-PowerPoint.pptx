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D9E210-EA09-40FE-A557-AEAACE32D13E}">
  <a:tblStyle styleId="{C9D9E210-EA09-40FE-A557-AEAACE32D13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{C9D9E210-EA09-40FE-A557-AEAACE32D13E}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