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35676B-4FF9-49D6-95B0-2F4DB0831324}">
  <a:tblStyle styleId="{A035676B-4FF9-49D6-95B0-2F4DB08313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{A035676B-4FF9-49D6-95B0-2F4DB0831324}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