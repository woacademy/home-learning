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95EFE9-17EB-4192-AC74-A9FC714EA43F}">
  <a:tblStyle styleId="{9B95EFE9-17EB-4192-AC74-A9FC714EA4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{9B95EFE9-17EB-4192-AC74-A9FC714EA43F}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