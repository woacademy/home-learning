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EF485C-4E52-4F78-9125-572358C974A4}">
  <a:tblStyle styleId="{10EF485C-4E52-4F78-9125-572358C974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{10EF485C-4E52-4F78-9125-572358C974A4}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