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BDD338-1095-4B78-A6A4-63A0E75EE6BC}">
  <a:tblStyle styleId="{6DBDD338-1095-4B78-A6A4-63A0E75EE6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{6DBDD338-1095-4B78-A6A4-63A0E75EE6BC}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