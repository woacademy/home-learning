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B043F-2ED5-488E-8709-0124483081A9}">
  <a:tblStyle styleId="{9E1B043F-2ED5-488E-8709-0124483081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{9E1B043F-2ED5-488E-8709-0124483081A9}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