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E565B8-BC63-44E3-9304-7200336F656F}">
  <a:tblStyle styleId="{8FE565B8-BC63-44E3-9304-7200336F65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{8FE565B8-BC63-44E3-9304-7200336F656F}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