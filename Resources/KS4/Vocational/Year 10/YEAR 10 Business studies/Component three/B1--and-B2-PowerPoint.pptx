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005AC9-61C1-4C81-98E1-3A223E20F681}">
  <a:tblStyle styleId="{98005AC9-61C1-4C81-98E1-3A223E20F6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{98005AC9-61C1-4C81-98E1-3A223E20F681}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