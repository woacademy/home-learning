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6D4CBE-AC49-415D-A294-A9EF56A44604}">
  <a:tblStyle styleId="{076D4CBE-AC49-415D-A294-A9EF56A446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{076D4CBE-AC49-415D-A294-A9EF56A44604}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