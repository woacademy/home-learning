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84B92FD-4E34-493E-98C1-8C2DB6DDCC88}">
  <a:tblStyle styleId="{184B92FD-4E34-493E-98C1-8C2DB6DDCC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{184B92FD-4E34-493E-98C1-8C2DB6DDCC88}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