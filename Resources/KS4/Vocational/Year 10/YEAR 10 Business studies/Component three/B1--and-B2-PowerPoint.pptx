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2AFF8-55A2-4B52-9547-D72BFFC04550}">
  <a:tblStyle styleId="{B232AFF8-55A2-4B52-9547-D72BFFC045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{B232AFF8-55A2-4B52-9547-D72BFFC04550}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