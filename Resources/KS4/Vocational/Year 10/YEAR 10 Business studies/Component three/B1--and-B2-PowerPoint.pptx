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D51213-B334-4AEE-BE1D-5E606E2D0BBA}">
  <a:tblStyle styleId="{3DD51213-B334-4AEE-BE1D-5E606E2D0B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{3DD51213-B334-4AEE-BE1D-5E606E2D0BBA}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