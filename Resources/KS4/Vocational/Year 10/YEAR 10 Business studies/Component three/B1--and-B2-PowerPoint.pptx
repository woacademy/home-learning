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A03EFD-88CC-4617-8793-E2498D753AE0}">
  <a:tblStyle styleId="{0CA03EFD-88CC-4617-8793-E2498D753A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{0CA03EFD-88CC-4617-8793-E2498D753AE0}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