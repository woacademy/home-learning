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CB4C9A-6AD7-4083-84D0-C17EAD3F5F3A}">
  <a:tblStyle styleId="{96CB4C9A-6AD7-4083-84D0-C17EAD3F5F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{96CB4C9A-6AD7-4083-84D0-C17EAD3F5F3A}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