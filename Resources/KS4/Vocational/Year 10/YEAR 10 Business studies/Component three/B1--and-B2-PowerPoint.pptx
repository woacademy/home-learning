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B031BD-CB16-4216-86CD-757886A17B88}">
  <a:tblStyle styleId="{EDB031BD-CB16-4216-86CD-757886A17B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{EDB031BD-CB16-4216-86CD-757886A17B88}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