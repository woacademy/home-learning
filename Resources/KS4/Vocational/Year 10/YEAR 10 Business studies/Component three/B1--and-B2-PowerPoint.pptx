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5853ED-1638-4FB8-8072-E98553343E78}">
  <a:tblStyle styleId="{6D5853ED-1638-4FB8-8072-E98553343E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{6D5853ED-1638-4FB8-8072-E98553343E78}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