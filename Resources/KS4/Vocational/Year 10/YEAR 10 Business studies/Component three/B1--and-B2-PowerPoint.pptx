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022461-A534-4F69-B26E-20B46D1F1D89}">
  <a:tblStyle styleId="{63022461-A534-4F69-B26E-20B46D1F1D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{63022461-A534-4F69-B26E-20B46D1F1D89}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