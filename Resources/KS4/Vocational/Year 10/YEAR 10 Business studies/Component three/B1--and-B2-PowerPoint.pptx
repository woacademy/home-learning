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A6B578-70B4-4E9F-AF70-4083F151D778}">
  <a:tblStyle styleId="{96A6B578-70B4-4E9F-AF70-4083F151D7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{96A6B578-70B4-4E9F-AF70-4083F151D778}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