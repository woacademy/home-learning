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0E9BC8D-84CE-4B2F-B026-F2D3EA5D5BB2}">
  <a:tblStyle styleId="{B0E9BC8D-84CE-4B2F-B026-F2D3EA5D5B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{B0E9BC8D-84CE-4B2F-B026-F2D3EA5D5BB2}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