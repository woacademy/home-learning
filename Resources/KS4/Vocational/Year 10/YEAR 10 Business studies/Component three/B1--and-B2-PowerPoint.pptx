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23B17E-1385-4A89-BA5A-05C7AF5F9802}">
  <a:tblStyle styleId="{EF23B17E-1385-4A89-BA5A-05C7AF5F98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{EF23B17E-1385-4A89-BA5A-05C7AF5F9802}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