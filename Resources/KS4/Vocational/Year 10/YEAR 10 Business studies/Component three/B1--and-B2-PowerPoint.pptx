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099AEF-1CA3-4A3B-AC8B-B777F11C616A}">
  <a:tblStyle styleId="{BE099AEF-1CA3-4A3B-AC8B-B777F11C61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{BE099AEF-1CA3-4A3B-AC8B-B777F11C616A}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