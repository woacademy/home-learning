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12D180D-002A-4AAD-A73F-6EA8ACCFB8AE}">
  <a:tblStyle styleId="{012D180D-002A-4AAD-A73F-6EA8ACCFB8A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{012D180D-002A-4AAD-A73F-6EA8ACCFB8AE}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