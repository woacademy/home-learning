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B0A816-79F2-4DCD-850F-08F12184DB52}">
  <a:tblStyle styleId="{31B0A816-79F2-4DCD-850F-08F12184DB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2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{31B0A816-79F2-4DCD-850F-08F12184DB52}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