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5ABDC0-B2DB-47B3-9752-B963E3CB6126}">
  <a:tblStyle styleId="{065ABDC0-B2DB-47B3-9752-B963E3CB61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{065ABDC0-B2DB-47B3-9752-B963E3CB6126}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