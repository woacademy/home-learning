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915391-B75A-4C8F-BE68-B4F80CDF36AA}">
  <a:tblStyle styleId="{89915391-B75A-4C8F-BE68-B4F80CDF36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{89915391-B75A-4C8F-BE68-B4F80CDF36AA}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