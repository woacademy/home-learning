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21729D3-BE04-4BA3-A719-D0624533F475}">
  <a:tblStyle styleId="{F21729D3-BE04-4BA3-A719-D0624533F4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{F21729D3-BE04-4BA3-A719-D0624533F475}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