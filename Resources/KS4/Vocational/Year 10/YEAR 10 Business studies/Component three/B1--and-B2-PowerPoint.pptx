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E9DD91-E5CC-4137-8CB5-270BEB65CB60}">
  <a:tblStyle styleId="{0BE9DD91-E5CC-4137-8CB5-270BEB65CB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{0BE9DD91-E5CC-4137-8CB5-270BEB65CB60}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