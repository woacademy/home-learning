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DF7869-F989-4C7D-B3A4-8ECA43A758C3}">
  <a:tblStyle styleId="{39DF7869-F989-4C7D-B3A4-8ECA43A758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{39DF7869-F989-4C7D-B3A4-8ECA43A758C3}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