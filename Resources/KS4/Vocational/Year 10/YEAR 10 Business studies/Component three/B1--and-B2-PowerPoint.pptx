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D193A7-909B-4580-B894-6E06F777E87F}">
  <a:tblStyle styleId="{93D193A7-909B-4580-B894-6E06F777E8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{93D193A7-909B-4580-B894-6E06F777E87F}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