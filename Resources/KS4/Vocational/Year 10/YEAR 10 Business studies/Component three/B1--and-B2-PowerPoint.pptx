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B50691-FC13-4C1B-B7C9-8613E9D24C5F}">
  <a:tblStyle styleId="{5CB50691-FC13-4C1B-B7C9-8613E9D24C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{5CB50691-FC13-4C1B-B7C9-8613E9D24C5F}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