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61CBC9-8C97-41A8-B40C-334396ABF317}">
  <a:tblStyle styleId="{5261CBC9-8C97-41A8-B40C-334396ABF3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{5261CBC9-8C97-41A8-B40C-334396ABF317}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