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419C794-F414-4811-8685-0EA82C739BFC}">
  <a:tblStyle styleId="{3419C794-F414-4811-8685-0EA82C739BF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3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{3419C794-F414-4811-8685-0EA82C739BFC}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