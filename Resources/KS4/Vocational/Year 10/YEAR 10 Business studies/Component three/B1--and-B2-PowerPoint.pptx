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753601-4A43-4067-9D53-49B39ACE186A}">
  <a:tblStyle styleId="{AF753601-4A43-4067-9D53-49B39ACE18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{AF753601-4A43-4067-9D53-49B39ACE186A}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