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A3AA939-F00C-4362-95BB-757367947AFE}">
  <a:tblStyle styleId="{9A3AA939-F00C-4362-95BB-757367947AF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{9A3AA939-F00C-4362-95BB-757367947AFE}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