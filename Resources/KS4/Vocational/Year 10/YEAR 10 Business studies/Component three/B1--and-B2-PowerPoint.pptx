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F342B2-D1A8-4B62-891F-8C6056751145}">
  <a:tblStyle styleId="{FDF342B2-D1A8-4B62-891F-8C60567511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{FDF342B2-D1A8-4B62-891F-8C6056751145}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