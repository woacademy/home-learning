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34058B-C8A4-40C3-BFF6-68C70F71B615}">
  <a:tblStyle styleId="{5B34058B-C8A4-40C3-BFF6-68C70F71B6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{5B34058B-C8A4-40C3-BFF6-68C70F71B615}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