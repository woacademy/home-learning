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97DDF-E9AC-4269-871D-22EFC2BFF427}">
  <a:tblStyle styleId="{D7097DDF-E9AC-4269-871D-22EFC2BFF4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{D7097DDF-E9AC-4269-871D-22EFC2BFF427}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