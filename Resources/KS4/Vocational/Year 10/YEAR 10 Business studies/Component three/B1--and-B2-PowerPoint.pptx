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6FFD6B-7504-48BD-A183-272B75DBF20B}">
  <a:tblStyle styleId="{656FFD6B-7504-48BD-A183-272B75DBF2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{656FFD6B-7504-48BD-A183-272B75DBF20B}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