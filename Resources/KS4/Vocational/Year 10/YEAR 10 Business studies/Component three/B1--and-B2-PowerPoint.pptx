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078BEB-85F6-474C-B085-2A30D0064114}">
  <a:tblStyle styleId="{02078BEB-85F6-474C-B085-2A30D00641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{02078BEB-85F6-474C-B085-2A30D0064114}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