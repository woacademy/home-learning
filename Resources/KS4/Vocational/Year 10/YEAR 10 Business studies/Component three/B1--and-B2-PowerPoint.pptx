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67C291-4E6B-463A-8FCF-BBA6CC5053CE}">
  <a:tblStyle styleId="{7167C291-4E6B-463A-8FCF-BBA6CC5053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{7167C291-4E6B-463A-8FCF-BBA6CC5053CE}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