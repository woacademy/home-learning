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3475D-E5C9-442E-9236-F4686FD1514A}">
  <a:tblStyle styleId="{90E3475D-E5C9-442E-9236-F4686FD15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{90E3475D-E5C9-442E-9236-F4686FD1514A}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