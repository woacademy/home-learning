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27873B3-6ECE-476A-ACF2-02C52EDD0601}">
  <a:tblStyle styleId="{E27873B3-6ECE-476A-ACF2-02C52EDD060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{E27873B3-6ECE-476A-ACF2-02C52EDD0601}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