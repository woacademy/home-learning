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10FB9F-1260-4ACF-B43A-73A295949A2C}">
  <a:tblStyle styleId="{8010FB9F-1260-4ACF-B43A-73A295949A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{8010FB9F-1260-4ACF-B43A-73A295949A2C}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