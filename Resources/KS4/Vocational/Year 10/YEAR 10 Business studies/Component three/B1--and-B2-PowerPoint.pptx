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8D2E06-FEF3-4AEE-8F25-1C4FEC51B239}">
  <a:tblStyle styleId="{3D8D2E06-FEF3-4AEE-8F25-1C4FEC51B2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{3D8D2E06-FEF3-4AEE-8F25-1C4FEC51B239}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