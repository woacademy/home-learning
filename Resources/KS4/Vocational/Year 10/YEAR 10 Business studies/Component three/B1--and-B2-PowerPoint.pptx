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3ACCC9-6B41-48A1-913B-ECA127B4CB6F}">
  <a:tblStyle styleId="{E93ACCC9-6B41-48A1-913B-ECA127B4CB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{E93ACCC9-6B41-48A1-913B-ECA127B4CB6F}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