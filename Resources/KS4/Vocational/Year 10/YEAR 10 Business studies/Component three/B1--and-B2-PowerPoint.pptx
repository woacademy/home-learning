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B80A7D-6D4D-4758-8DB1-995887599C84}">
  <a:tblStyle styleId="{8BB80A7D-6D4D-4758-8DB1-995887599C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{8BB80A7D-6D4D-4758-8DB1-995887599C84}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