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804A93-6B12-4C4B-9849-EE34A8DE9482}">
  <a:tblStyle styleId="{A1804A93-6B12-4C4B-9849-EE34A8DE94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{A1804A93-6B12-4C4B-9849-EE34A8DE9482}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