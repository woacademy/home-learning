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FF520C-1C79-493F-801F-C27B1E646D64}">
  <a:tblStyle styleId="{0BFF520C-1C79-493F-801F-C27B1E646D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{0BFF520C-1C79-493F-801F-C27B1E646D64}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