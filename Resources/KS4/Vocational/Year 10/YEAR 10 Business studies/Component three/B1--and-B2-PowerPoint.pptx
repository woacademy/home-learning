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A216AE-EB3C-4BA2-A31C-7D10A9B6CCC3}">
  <a:tblStyle styleId="{1EA216AE-EB3C-4BA2-A31C-7D10A9B6CC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{1EA216AE-EB3C-4BA2-A31C-7D10A9B6CCC3}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