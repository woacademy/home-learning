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E875A6-82AA-4A3D-8777-1B8255B37CD6}">
  <a:tblStyle styleId="{3BE875A6-82AA-4A3D-8777-1B8255B37C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{3BE875A6-82AA-4A3D-8777-1B8255B37CD6}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