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C4BE46-D934-4C60-87D6-F2470A58303D}">
  <a:tblStyle styleId="{DFC4BE46-D934-4C60-87D6-F2470A5830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{DFC4BE46-D934-4C60-87D6-F2470A58303D}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