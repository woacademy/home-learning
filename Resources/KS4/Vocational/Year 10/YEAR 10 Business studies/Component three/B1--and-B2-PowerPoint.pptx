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2C5391-8ABF-48AE-96B4-E4F645D93CC6}">
  <a:tblStyle styleId="{B92C5391-8ABF-48AE-96B4-E4F645D93C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{B92C5391-8ABF-48AE-96B4-E4F645D93CC6}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