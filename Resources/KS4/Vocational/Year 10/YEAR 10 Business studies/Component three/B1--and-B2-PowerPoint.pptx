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563E12-6147-4CF5-8607-0A69C82505BE}">
  <a:tblStyle styleId="{DC563E12-6147-4CF5-8607-0A69C82505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{DC563E12-6147-4CF5-8607-0A69C82505BE}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