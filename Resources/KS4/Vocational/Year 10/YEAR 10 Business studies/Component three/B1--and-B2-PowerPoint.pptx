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2CE02-8FDE-4DF7-9157-CEC210528D4A}">
  <a:tblStyle styleId="{1292CE02-8FDE-4DF7-9157-CEC210528D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{1292CE02-8FDE-4DF7-9157-CEC210528D4A}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