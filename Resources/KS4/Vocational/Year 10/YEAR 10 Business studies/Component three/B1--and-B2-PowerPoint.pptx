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864050-5E64-4A83-BD07-4F426DBEA7CE}">
  <a:tblStyle styleId="{00864050-5E64-4A83-BD07-4F426DBEA7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{00864050-5E64-4A83-BD07-4F426DBEA7CE}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