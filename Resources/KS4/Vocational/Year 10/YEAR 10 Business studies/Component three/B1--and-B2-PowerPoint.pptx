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3ED01-A708-4D85-8B68-382FB49BACB6}">
  <a:tblStyle styleId="{BE03ED01-A708-4D85-8B68-382FB49BAC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{BE03ED01-A708-4D85-8B68-382FB49BACB6}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