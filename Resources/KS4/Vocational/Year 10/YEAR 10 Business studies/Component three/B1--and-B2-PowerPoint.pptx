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AE75107-7F86-4A23-A2A3-F6C76DB8041B}">
  <a:tblStyle styleId="{2AE75107-7F86-4A23-A2A3-F6C76DB8041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3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{2AE75107-7F86-4A23-A2A3-F6C76DB8041B}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