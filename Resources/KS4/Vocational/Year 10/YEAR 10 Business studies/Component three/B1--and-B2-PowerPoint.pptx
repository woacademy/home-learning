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6662BD-CBB3-4DDD-A0DE-3F02EB89CCE5}">
  <a:tblStyle styleId="{8A6662BD-CBB3-4DDD-A0DE-3F02EB89CC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{8A6662BD-CBB3-4DDD-A0DE-3F02EB89CCE5}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