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CA399-E14B-42B9-8D8D-83C50609E90F}">
  <a:tblStyle styleId="{7CECA399-E14B-42B9-8D8D-83C50609E9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{7CECA399-E14B-42B9-8D8D-83C50609E90F}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