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75CEB5-5C24-47C9-A871-D970266AFE9C}">
  <a:tblStyle styleId="{9E75CEB5-5C24-47C9-A871-D970266AFE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{9E75CEB5-5C24-47C9-A871-D970266AFE9C}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