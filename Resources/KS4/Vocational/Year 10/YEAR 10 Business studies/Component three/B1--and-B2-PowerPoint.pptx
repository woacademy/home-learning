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589441-8D9E-4446-892C-0C2FFC3954BF}">
  <a:tblStyle styleId="{3C589441-8D9E-4446-892C-0C2FFC3954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{3C589441-8D9E-4446-892C-0C2FFC3954BF}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