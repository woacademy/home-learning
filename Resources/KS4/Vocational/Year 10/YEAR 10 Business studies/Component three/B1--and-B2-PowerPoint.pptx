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1EEBDF-CFDE-4C5D-A31C-EF34ACDA663D}">
  <a:tblStyle styleId="{011EEBDF-CFDE-4C5D-A31C-EF34ACDA66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{011EEBDF-CFDE-4C5D-A31C-EF34ACDA663D}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