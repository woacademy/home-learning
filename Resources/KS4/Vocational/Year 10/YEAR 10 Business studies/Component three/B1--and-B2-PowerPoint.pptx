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1D2C3F6-431E-45EA-A489-07245A05363E}">
  <a:tblStyle styleId="{31D2C3F6-431E-45EA-A489-07245A05363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{31D2C3F6-431E-45EA-A489-07245A05363E}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