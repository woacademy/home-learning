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435B5C-12F6-434C-B269-4392609E55DA}">
  <a:tblStyle styleId="{35435B5C-12F6-434C-B269-4392609E55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{35435B5C-12F6-434C-B269-4392609E55DA}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