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08AAD7E-121A-4C65-82C1-E236589ED80B}">
  <a:tblStyle styleId="{508AAD7E-121A-4C65-82C1-E236589ED8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{508AAD7E-121A-4C65-82C1-E236589ED80B}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