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C59309-B847-4BCB-9BAE-8AD0CB4296FF}">
  <a:tblStyle styleId="{77C59309-B847-4BCB-9BAE-8AD0CB4296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{77C59309-B847-4BCB-9BAE-8AD0CB4296FF}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