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6D6787-D6D2-4654-9A60-41B3087ADBB7}">
  <a:tblStyle styleId="{B56D6787-D6D2-4654-9A60-41B3087ADB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{B56D6787-D6D2-4654-9A60-41B3087ADBB7}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