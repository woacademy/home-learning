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B86B5C-7E67-4669-B1AE-64FF62CD1725}">
  <a:tblStyle styleId="{CAB86B5C-7E67-4669-B1AE-64FF62CD17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{CAB86B5C-7E67-4669-B1AE-64FF62CD1725}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