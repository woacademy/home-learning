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C0D456-FF40-4FBB-AF6B-DB9C9D66F4B1}">
  <a:tblStyle styleId="{ADC0D456-FF40-4FBB-AF6B-DB9C9D66F4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{ADC0D456-FF40-4FBB-AF6B-DB9C9D66F4B1}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