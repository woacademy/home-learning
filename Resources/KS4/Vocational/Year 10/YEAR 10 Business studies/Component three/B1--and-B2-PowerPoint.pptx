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46B7B8-F413-420B-ADDF-015A69D7B7CA}">
  <a:tblStyle styleId="{6246B7B8-F413-420B-ADDF-015A69D7B7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{6246B7B8-F413-420B-ADDF-015A69D7B7CA}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