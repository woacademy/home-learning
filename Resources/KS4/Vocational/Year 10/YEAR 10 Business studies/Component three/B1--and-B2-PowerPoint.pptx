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A3D59E-9B7A-454C-8913-493361000009}">
  <a:tblStyle styleId="{B8A3D59E-9B7A-454C-8913-4933610000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{B8A3D59E-9B7A-454C-8913-493361000009}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