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661575-2325-4367-BA61-D581886BE7FD}">
  <a:tblStyle styleId="{FB661575-2325-4367-BA61-D581886BE7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{FB661575-2325-4367-BA61-D581886BE7FD}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