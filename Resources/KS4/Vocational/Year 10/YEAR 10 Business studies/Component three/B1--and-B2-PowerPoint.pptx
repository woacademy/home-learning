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7B45C4-EDBE-455D-9675-714200A779F9}">
  <a:tblStyle styleId="{017B45C4-EDBE-455D-9675-714200A779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{017B45C4-EDBE-455D-9675-714200A779F9}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