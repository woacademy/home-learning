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8CA814-BC42-46E6-BBA0-A0AA85ECB302}">
  <a:tblStyle styleId="{6C8CA814-BC42-46E6-BBA0-A0AA85ECB3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{6C8CA814-BC42-46E6-BBA0-A0AA85ECB302}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