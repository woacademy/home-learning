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745533-2D01-448C-9C00-4892F210238D}">
  <a:tblStyle styleId="{3C745533-2D01-448C-9C00-4892F21023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{3C745533-2D01-448C-9C00-4892F210238D}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