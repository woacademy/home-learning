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A7581-BE24-45D7-B71D-280BC45540AF}">
  <a:tblStyle styleId="{7BEA7581-BE24-45D7-B71D-280BC45540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{7BEA7581-BE24-45D7-B71D-280BC45540AF}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