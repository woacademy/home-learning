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30E509-2659-4AE2-B074-CDD393E1D5A5}">
  <a:tblStyle styleId="{4830E509-2659-4AE2-B074-CDD393E1D5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{4830E509-2659-4AE2-B074-CDD393E1D5A5}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