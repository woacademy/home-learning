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4F1FB9-2B58-4C1F-A4DC-D234AA0E998F}">
  <a:tblStyle styleId="{B14F1FB9-2B58-4C1F-A4DC-D234AA0E9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{B14F1FB9-2B58-4C1F-A4DC-D234AA0E998F}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