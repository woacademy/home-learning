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4488FB-4AC7-4DFB-9ADB-46CE53AED533}">
  <a:tblStyle styleId="{F74488FB-4AC7-4DFB-9ADB-46CE53AED5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{F74488FB-4AC7-4DFB-9ADB-46CE53AED533}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