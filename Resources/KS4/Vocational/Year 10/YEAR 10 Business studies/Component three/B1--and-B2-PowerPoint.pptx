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ED1759-6CD0-4E66-BA7F-F5B310D62E38}">
  <a:tblStyle styleId="{11ED1759-6CD0-4E66-BA7F-F5B310D62E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{11ED1759-6CD0-4E66-BA7F-F5B310D62E38}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