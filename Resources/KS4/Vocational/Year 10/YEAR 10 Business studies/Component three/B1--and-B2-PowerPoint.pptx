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E17124-EED8-40ED-A94D-20B5EE4FB5BA}">
  <a:tblStyle styleId="{84E17124-EED8-40ED-A94D-20B5EE4FB5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{84E17124-EED8-40ED-A94D-20B5EE4FB5BA}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