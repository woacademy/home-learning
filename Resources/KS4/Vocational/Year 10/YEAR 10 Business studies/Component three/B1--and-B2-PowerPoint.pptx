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CDC806-B3A9-4276-AA55-FAFE60A88B6D}">
  <a:tblStyle styleId="{FCCDC806-B3A9-4276-AA55-FAFE60A88B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{FCCDC806-B3A9-4276-AA55-FAFE60A88B6D}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