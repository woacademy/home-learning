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FB9351-809B-40FC-9731-09FA96EA97F0}">
  <a:tblStyle styleId="{A8FB9351-809B-40FC-9731-09FA96EA97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{A8FB9351-809B-40FC-9731-09FA96EA97F0}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