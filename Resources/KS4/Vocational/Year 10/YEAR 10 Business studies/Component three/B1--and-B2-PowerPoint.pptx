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63873-D05A-4CBE-8A1E-7781944CDD44}">
  <a:tblStyle styleId="{AEB63873-D05A-4CBE-8A1E-7781944CDD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{AEB63873-D05A-4CBE-8A1E-7781944CDD44}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