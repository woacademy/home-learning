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190B50-46FC-40E0-8F59-AC8ABE10807D}">
  <a:tblStyle styleId="{56190B50-46FC-40E0-8F59-AC8ABE1080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{56190B50-46FC-40E0-8F59-AC8ABE10807D}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