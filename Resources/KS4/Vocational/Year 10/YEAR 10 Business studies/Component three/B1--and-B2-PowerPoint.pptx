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5DE239-7C2C-4FFB-943E-559DEA0F79CD}">
  <a:tblStyle styleId="{285DE239-7C2C-4FFB-943E-559DEA0F79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{285DE239-7C2C-4FFB-943E-559DEA0F79CD}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