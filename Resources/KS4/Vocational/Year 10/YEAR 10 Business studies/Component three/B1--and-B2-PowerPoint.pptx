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40C37C-7256-4610-93DB-D82839495D1A}">
  <a:tblStyle styleId="{AA40C37C-7256-4610-93DB-D82839495D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{AA40C37C-7256-4610-93DB-D82839495D1A}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