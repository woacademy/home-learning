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E8E0041-6297-475E-B49E-14FE4B9B3466}">
  <a:tblStyle styleId="{AE8E0041-6297-475E-B49E-14FE4B9B346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{AE8E0041-6297-475E-B49E-14FE4B9B3466}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