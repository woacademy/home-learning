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BB0A12-2DDB-41FD-9E15-4F5BED468C54}">
  <a:tblStyle styleId="{48BB0A12-2DDB-41FD-9E15-4F5BED468C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{48BB0A12-2DDB-41FD-9E15-4F5BED468C54}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