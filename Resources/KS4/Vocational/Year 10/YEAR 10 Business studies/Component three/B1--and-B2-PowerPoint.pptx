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E8B8C8-37B3-49A5-BAF1-CDF927724602}">
  <a:tblStyle styleId="{B6E8B8C8-37B3-49A5-BAF1-CDF9277246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{B6E8B8C8-37B3-49A5-BAF1-CDF927724602}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