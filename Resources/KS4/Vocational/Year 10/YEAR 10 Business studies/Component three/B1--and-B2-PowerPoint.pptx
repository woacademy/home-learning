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7F05B2-D5DC-4319-9A34-24F5EB6F7DC5}">
  <a:tblStyle styleId="{E67F05B2-D5DC-4319-9A34-24F5EB6F7D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{E67F05B2-D5DC-4319-9A34-24F5EB6F7DC5}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