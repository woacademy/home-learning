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2ABCB1-C9E1-4D77-AD4F-41B4C0B512EE}">
  <a:tblStyle styleId="{272ABCB1-C9E1-4D77-AD4F-41B4C0B512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{272ABCB1-C9E1-4D77-AD4F-41B4C0B512EE}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