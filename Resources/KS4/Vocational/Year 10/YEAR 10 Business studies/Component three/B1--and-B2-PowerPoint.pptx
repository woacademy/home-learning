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9788FE-7EC4-43C1-ACB8-4F2D26D69D23}">
  <a:tblStyle styleId="{229788FE-7EC4-43C1-ACB8-4F2D26D69D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{229788FE-7EC4-43C1-ACB8-4F2D26D69D23}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