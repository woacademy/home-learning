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FE9879-89F9-49E6-97F2-9D1391A5EE6D}">
  <a:tblStyle styleId="{DCFE9879-89F9-49E6-97F2-9D1391A5EE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{DCFE9879-89F9-49E6-97F2-9D1391A5EE6D}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