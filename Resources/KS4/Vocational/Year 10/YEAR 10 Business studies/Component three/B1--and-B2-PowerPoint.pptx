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70C4A6C-CA91-43BD-A2E4-DA29227A2253}">
  <a:tblStyle styleId="{A70C4A6C-CA91-43BD-A2E4-DA29227A225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{A70C4A6C-CA91-43BD-A2E4-DA29227A2253}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