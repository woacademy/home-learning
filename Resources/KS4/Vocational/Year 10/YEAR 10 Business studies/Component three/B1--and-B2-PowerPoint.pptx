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1569DD6-9B07-4AB5-AD8D-A770804CC544}">
  <a:tblStyle styleId="{61569DD6-9B07-4AB5-AD8D-A770804CC54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6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{61569DD6-9B07-4AB5-AD8D-A770804CC544}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