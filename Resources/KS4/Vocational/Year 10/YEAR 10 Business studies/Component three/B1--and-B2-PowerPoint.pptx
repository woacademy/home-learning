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9233A-3CA7-400B-86C0-F1FBB13603C4}">
  <a:tblStyle styleId="{29A9233A-3CA7-400B-86C0-F1FBB13603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{29A9233A-3CA7-400B-86C0-F1FBB13603C4}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