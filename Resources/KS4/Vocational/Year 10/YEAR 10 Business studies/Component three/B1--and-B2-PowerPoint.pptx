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7A419F-BF25-47D8-BEB0-81FE2017E8F3}">
  <a:tblStyle styleId="{0D7A419F-BF25-47D8-BEB0-81FE2017E8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{0D7A419F-BF25-47D8-BEB0-81FE2017E8F3}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