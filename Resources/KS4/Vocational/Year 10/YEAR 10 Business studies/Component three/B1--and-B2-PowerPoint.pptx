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6A0B59-7942-4F28-AE6B-FB3864D5C961}">
  <a:tblStyle styleId="{706A0B59-7942-4F28-AE6B-FB3864D5C9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{706A0B59-7942-4F28-AE6B-FB3864D5C961}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