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46A222-9A67-4726-ABD5-2E5CF10DA3FE}">
  <a:tblStyle styleId="{6446A222-9A67-4726-ABD5-2E5CF10DA3F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{6446A222-9A67-4726-ABD5-2E5CF10DA3FE}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