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7AF159-11E8-4A9A-A6E0-2F067DD9FBB2}">
  <a:tblStyle styleId="{2B7AF159-11E8-4A9A-A6E0-2F067DD9FB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{2B7AF159-11E8-4A9A-A6E0-2F067DD9FBB2}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