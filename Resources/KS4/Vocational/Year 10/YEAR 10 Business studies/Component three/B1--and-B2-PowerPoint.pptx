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BDE981-C264-4A09-8996-F8699689624B}">
  <a:tblStyle styleId="{C4BDE981-C264-4A09-8996-F869968962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{C4BDE981-C264-4A09-8996-F8699689624B}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