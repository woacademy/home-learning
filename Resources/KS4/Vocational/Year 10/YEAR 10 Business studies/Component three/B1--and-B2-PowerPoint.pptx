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BB27BF-6E0D-4889-984C-F9440F050B13}">
  <a:tblStyle styleId="{E6BB27BF-6E0D-4889-984C-F9440F050B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{E6BB27BF-6E0D-4889-984C-F9440F050B13}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