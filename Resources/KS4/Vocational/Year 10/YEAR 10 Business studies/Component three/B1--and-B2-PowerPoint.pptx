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6A258E-38FF-4B44-A5B6-6692CFC4DF40}">
  <a:tblStyle styleId="{116A258E-38FF-4B44-A5B6-6692CFC4DF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{116A258E-38FF-4B44-A5B6-6692CFC4DF40}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