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61A8D-D4A6-4897-96E5-53926BE97223}">
  <a:tblStyle styleId="{DED61A8D-D4A6-4897-96E5-53926BE97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{DED61A8D-D4A6-4897-96E5-53926BE97223}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