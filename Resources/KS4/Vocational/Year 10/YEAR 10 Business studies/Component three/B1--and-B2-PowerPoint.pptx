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7BF48AA-6DCB-45E8-98B3-B09D2AC68D83}">
  <a:tblStyle styleId="{C7BF48AA-6DCB-45E8-98B3-B09D2AC68D8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8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{C7BF48AA-6DCB-45E8-98B3-B09D2AC68D83}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