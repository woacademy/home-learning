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C66632-ED85-48E4-9FB4-3B9C6892D07B}">
  <a:tblStyle styleId="{13C66632-ED85-48E4-9FB4-3B9C6892D0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{13C66632-ED85-48E4-9FB4-3B9C6892D07B}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