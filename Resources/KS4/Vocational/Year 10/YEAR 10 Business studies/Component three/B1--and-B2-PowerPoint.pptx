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EC0FE1-4934-4C9A-820B-FCC0182C3B87}">
  <a:tblStyle styleId="{7AEC0FE1-4934-4C9A-820B-FCC0182C3B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{7AEC0FE1-4934-4C9A-820B-FCC0182C3B87}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