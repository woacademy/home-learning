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ACD571-8860-4790-BFF2-A963A90FA35A}">
  <a:tblStyle styleId="{05ACD571-8860-4790-BFF2-A963A90FA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{05ACD571-8860-4790-BFF2-A963A90FA35A}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