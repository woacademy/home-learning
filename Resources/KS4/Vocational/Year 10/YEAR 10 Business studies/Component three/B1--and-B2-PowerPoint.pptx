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1F8EA8-55F5-4DCE-9512-E19190452E11}">
  <a:tblStyle styleId="{811F8EA8-55F5-4DCE-9512-E19190452E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{811F8EA8-55F5-4DCE-9512-E19190452E11}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