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40891B-1DCA-4CEF-BFC0-00C9BDFFA920}">
  <a:tblStyle styleId="{D040891B-1DCA-4CEF-BFC0-00C9BDFFA9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{D040891B-1DCA-4CEF-BFC0-00C9BDFFA920}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