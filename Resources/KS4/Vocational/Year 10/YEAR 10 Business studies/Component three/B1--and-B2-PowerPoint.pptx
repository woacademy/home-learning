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0B60A2-0799-4D3A-9FDC-4791D94DCAA9}">
  <a:tblStyle styleId="{8B0B60A2-0799-4D3A-9FDC-4791D94DCA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{8B0B60A2-0799-4D3A-9FDC-4791D94DCAA9}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