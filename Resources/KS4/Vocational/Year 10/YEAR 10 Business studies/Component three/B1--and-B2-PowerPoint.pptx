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79E5583-C70A-43E2-9BE1-511140A05481}">
  <a:tblStyle styleId="{279E5583-C70A-43E2-9BE1-511140A0548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{279E5583-C70A-43E2-9BE1-511140A05481}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