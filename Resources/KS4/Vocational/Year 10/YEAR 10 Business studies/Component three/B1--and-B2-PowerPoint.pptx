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73AD5-7961-479D-856E-4788A1573543}">
  <a:tblStyle styleId="{00573AD5-7961-479D-856E-4788A15735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{00573AD5-7961-479D-856E-4788A1573543}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