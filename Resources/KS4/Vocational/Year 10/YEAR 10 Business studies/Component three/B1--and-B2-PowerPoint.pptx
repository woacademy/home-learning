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F8B9F0-88ED-4015-BB5A-37B127A24585}">
  <a:tblStyle styleId="{52F8B9F0-88ED-4015-BB5A-37B127A245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{52F8B9F0-88ED-4015-BB5A-37B127A24585}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