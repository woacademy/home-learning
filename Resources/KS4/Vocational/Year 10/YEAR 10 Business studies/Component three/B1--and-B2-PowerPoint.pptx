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F47A83-2775-4DB6-86B3-D0B8FD7D8A47}">
  <a:tblStyle styleId="{A4F47A83-2775-4DB6-86B3-D0B8FD7D8A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{A4F47A83-2775-4DB6-86B3-D0B8FD7D8A47}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