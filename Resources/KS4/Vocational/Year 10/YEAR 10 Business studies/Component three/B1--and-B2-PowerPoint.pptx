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9E3A07-404A-4632-8D5F-6B45F7384861}">
  <a:tblStyle styleId="{DF9E3A07-404A-4632-8D5F-6B45F73848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{DF9E3A07-404A-4632-8D5F-6B45F7384861}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