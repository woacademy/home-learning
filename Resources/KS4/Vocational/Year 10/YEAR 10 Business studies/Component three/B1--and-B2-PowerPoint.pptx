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A83E26-74DF-4B46-833E-C83F0ADFB413}">
  <a:tblStyle styleId="{CAA83E26-74DF-4B46-833E-C83F0ADFB4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{CAA83E26-74DF-4B46-833E-C83F0ADFB413}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