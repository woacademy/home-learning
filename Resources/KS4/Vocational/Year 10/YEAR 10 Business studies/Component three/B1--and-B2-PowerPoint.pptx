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D9DB64-D830-449D-A3A0-C65AB2C35256}">
  <a:tblStyle styleId="{37D9DB64-D830-449D-A3A0-C65AB2C352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{37D9DB64-D830-449D-A3A0-C65AB2C35256}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