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0F34B89-5921-4AE2-A906-633D26747E50}">
  <a:tblStyle styleId="{40F34B89-5921-4AE2-A906-633D26747E5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{40F34B89-5921-4AE2-A906-633D26747E50}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