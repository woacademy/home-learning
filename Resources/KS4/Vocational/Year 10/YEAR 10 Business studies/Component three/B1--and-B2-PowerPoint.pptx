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36ED6EB-FD7C-4D25-AD11-018755DBB355}">
  <a:tblStyle styleId="{A36ED6EB-FD7C-4D25-AD11-018755DBB3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{A36ED6EB-FD7C-4D25-AD11-018755DBB355}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