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954168-D847-4402-87BE-AD6FED5B728F}">
  <a:tblStyle styleId="{E0954168-D847-4402-87BE-AD6FED5B72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{E0954168-D847-4402-87BE-AD6FED5B728F}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