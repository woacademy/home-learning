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85F2C6-73B8-4538-AD90-B33C6DCF885F}">
  <a:tblStyle styleId="{9685F2C6-73B8-4538-AD90-B33C6DCF88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{9685F2C6-73B8-4538-AD90-B33C6DCF885F}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