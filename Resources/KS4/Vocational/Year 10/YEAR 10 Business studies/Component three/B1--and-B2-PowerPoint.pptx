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BFFCED9-73F8-4D74-BB2B-E9C58A90DF79}">
  <a:tblStyle styleId="{FBFFCED9-73F8-4D74-BB2B-E9C58A90DF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{FBFFCED9-73F8-4D74-BB2B-E9C58A90DF79}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