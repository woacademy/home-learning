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3F33386-B88B-4867-AB21-83D84A264B94}">
  <a:tblStyle styleId="{63F33386-B88B-4867-AB21-83D84A264B9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6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8.png"/><Relationship Id="rId4" Type="http://schemas.openxmlformats.org/officeDocument/2006/relationships/image" Target="../media/image4.png"/><Relationship Id="rId5" Type="http://schemas.openxmlformats.org/officeDocument/2006/relationships/image" Target="../media/image7.jpg"/><Relationship Id="rId6" Type="http://schemas.openxmlformats.org/officeDocument/2006/relationships/image" Target="../media/image5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{63F33386-B88B-4867-AB21-83D84A264B94}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