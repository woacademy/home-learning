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3269E0-42F4-4AD6-8F4B-07B33BFE17CF}">
  <a:tblStyle styleId="{A73269E0-42F4-4AD6-8F4B-07B33BFE17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{A73269E0-42F4-4AD6-8F4B-07B33BFE17CF}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