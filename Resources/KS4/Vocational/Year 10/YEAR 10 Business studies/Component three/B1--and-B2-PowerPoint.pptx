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674AB0-7CF2-4FCF-B325-6C42FD35AA48}">
  <a:tblStyle styleId="{E4674AB0-7CF2-4FCF-B325-6C42FD35AA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{E4674AB0-7CF2-4FCF-B325-6C42FD35AA48}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