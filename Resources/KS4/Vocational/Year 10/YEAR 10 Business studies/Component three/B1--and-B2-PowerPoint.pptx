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3B03C9-5F24-4AC7-A3D7-007F504D216A}">
  <a:tblStyle styleId="{613B03C9-5F24-4AC7-A3D7-007F504D21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{613B03C9-5F24-4AC7-A3D7-007F504D216A}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