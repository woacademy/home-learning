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B79B68-2B83-4BD7-98A5-4F00158D86A7}">
  <a:tblStyle styleId="{18B79B68-2B83-4BD7-98A5-4F00158D86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{18B79B68-2B83-4BD7-98A5-4F00158D86A7}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