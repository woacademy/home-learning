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4D6D44-AE3B-4FB6-B9DC-7EB37D1EC351}">
  <a:tblStyle styleId="{DE4D6D44-AE3B-4FB6-B9DC-7EB37D1EC3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{DE4D6D44-AE3B-4FB6-B9DC-7EB37D1EC351}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