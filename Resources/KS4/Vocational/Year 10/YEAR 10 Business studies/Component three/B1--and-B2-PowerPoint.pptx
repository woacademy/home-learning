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EE798A-9055-4794-9478-868A41A02EB9}">
  <a:tblStyle styleId="{14EE798A-9055-4794-9478-868A41A02E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{14EE798A-9055-4794-9478-868A41A02EB9}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