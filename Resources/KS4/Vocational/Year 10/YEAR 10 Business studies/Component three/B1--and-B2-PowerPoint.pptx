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B2EA95-FBFE-41BA-8D48-7A114CEAC312}">
  <a:tblStyle styleId="{D1B2EA95-FBFE-41BA-8D48-7A114CEAC3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{D1B2EA95-FBFE-41BA-8D48-7A114CEAC312}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