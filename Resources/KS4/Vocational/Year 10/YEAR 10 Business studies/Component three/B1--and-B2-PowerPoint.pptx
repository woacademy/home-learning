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D8BB01-0EEC-4C75-AAAB-3C82FC5267C7}">
  <a:tblStyle styleId="{54D8BB01-0EEC-4C75-AAAB-3C82FC5267C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{54D8BB01-0EEC-4C75-AAAB-3C82FC5267C7}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