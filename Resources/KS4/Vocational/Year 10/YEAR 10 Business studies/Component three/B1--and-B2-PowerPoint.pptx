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D30A99-2DBA-4F1D-9D2A-9D7092C428AA}">
  <a:tblStyle styleId="{C7D30A99-2DBA-4F1D-9D2A-9D7092C428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{C7D30A99-2DBA-4F1D-9D2A-9D7092C428AA}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