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FF0237-9774-44A1-8EFA-E49A9DF16B1E}">
  <a:tblStyle styleId="{5AFF0237-9774-44A1-8EFA-E49A9DF16B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{5AFF0237-9774-44A1-8EFA-E49A9DF16B1E}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