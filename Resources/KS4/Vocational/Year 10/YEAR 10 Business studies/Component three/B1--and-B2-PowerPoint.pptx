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55954-D419-4531-A886-B4B7F44EAB3B}">
  <a:tblStyle styleId="{41455954-D419-4531-A886-B4B7F44EAB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{41455954-D419-4531-A886-B4B7F44EAB3B}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