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086619-6B7C-415D-85CE-C58048D2B325}">
  <a:tblStyle styleId="{77086619-6B7C-415D-85CE-C58048D2B3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{77086619-6B7C-415D-85CE-C58048D2B325}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