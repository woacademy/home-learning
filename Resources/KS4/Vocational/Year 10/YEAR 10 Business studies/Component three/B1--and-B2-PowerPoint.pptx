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3C43BF-5C26-4E67-9DF4-70C8FF107B45}">
  <a:tblStyle styleId="{3A3C43BF-5C26-4E67-9DF4-70C8FF107B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{3A3C43BF-5C26-4E67-9DF4-70C8FF107B45}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