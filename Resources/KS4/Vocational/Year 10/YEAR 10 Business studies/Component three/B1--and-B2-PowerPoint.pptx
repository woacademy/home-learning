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EA066-BFBE-4D74-BF6F-5B68BBFBC072}">
  <a:tblStyle styleId="{168EA066-BFBE-4D74-BF6F-5B68BBFBC0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{168EA066-BFBE-4D74-BF6F-5B68BBFBC072}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