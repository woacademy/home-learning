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065ED0-78DA-4C76-931F-7A1E1E2ABC18}">
  <a:tblStyle styleId="{51065ED0-78DA-4C76-931F-7A1E1E2ABC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{51065ED0-78DA-4C76-931F-7A1E1E2ABC18}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