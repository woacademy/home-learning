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B8A3A8A-D005-4B4A-94D9-DEE1ECE357A6}">
  <a:tblStyle styleId="{9B8A3A8A-D005-4B4A-94D9-DEE1ECE357A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8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{9B8A3A8A-D005-4B4A-94D9-DEE1ECE357A6}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