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CAC56F-56A4-4895-AFBA-DED444DACE7B}">
  <a:tblStyle styleId="{CBCAC56F-56A4-4895-AFBA-DED444DACE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{CBCAC56F-56A4-4895-AFBA-DED444DACE7B}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