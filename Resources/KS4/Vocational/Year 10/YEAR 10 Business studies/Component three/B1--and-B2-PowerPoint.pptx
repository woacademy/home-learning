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2950EA-B004-43B7-8445-5646F41CBB26}">
  <a:tblStyle styleId="{B62950EA-B004-43B7-8445-5646F41CBB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{B62950EA-B004-43B7-8445-5646F41CBB26}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