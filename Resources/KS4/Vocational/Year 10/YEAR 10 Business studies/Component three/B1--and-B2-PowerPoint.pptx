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77E5723-9A32-4653-88EC-1060D79D33E1}">
  <a:tblStyle styleId="{E77E5723-9A32-4653-88EC-1060D79D33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{E77E5723-9A32-4653-88EC-1060D79D33E1}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