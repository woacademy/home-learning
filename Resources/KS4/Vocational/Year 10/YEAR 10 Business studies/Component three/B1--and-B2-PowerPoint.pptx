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7A231A-13D1-494F-81EF-CBF9E1C81CD9}">
  <a:tblStyle styleId="{047A231A-13D1-494F-81EF-CBF9E1C81C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{047A231A-13D1-494F-81EF-CBF9E1C81CD9}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