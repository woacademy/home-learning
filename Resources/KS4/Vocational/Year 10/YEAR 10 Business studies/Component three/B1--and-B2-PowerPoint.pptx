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E62BEA-8B21-43BF-80F1-0F487812CE06}">
  <a:tblStyle styleId="{26E62BEA-8B21-43BF-80F1-0F487812C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{26E62BEA-8B21-43BF-80F1-0F487812CE06}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