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7BADBC3-BCBE-4B22-9400-05FE42242796}">
  <a:tblStyle styleId="{77BADBC3-BCBE-4B22-9400-05FE4224279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{77BADBC3-BCBE-4B22-9400-05FE42242796}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