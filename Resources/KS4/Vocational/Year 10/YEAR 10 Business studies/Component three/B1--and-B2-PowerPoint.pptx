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688671-03C9-4CEA-AFC8-2C475F04E6B2}">
  <a:tblStyle styleId="{65688671-03C9-4CEA-AFC8-2C475F04E6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{65688671-03C9-4CEA-AFC8-2C475F04E6B2}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