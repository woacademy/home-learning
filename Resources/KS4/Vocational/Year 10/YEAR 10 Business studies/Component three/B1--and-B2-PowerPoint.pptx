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7068CA-D7F8-48AE-88B8-CE3037273507}">
  <a:tblStyle styleId="{6E7068CA-D7F8-48AE-88B8-CE30372735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{6E7068CA-D7F8-48AE-88B8-CE3037273507}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