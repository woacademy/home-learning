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DE234F-7BD3-4B6C-93FB-0FAB558BF5A1}">
  <a:tblStyle styleId="{59DE234F-7BD3-4B6C-93FB-0FAB558BF5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{59DE234F-7BD3-4B6C-93FB-0FAB558BF5A1}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