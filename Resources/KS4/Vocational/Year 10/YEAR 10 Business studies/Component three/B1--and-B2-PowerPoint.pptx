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6BBCFB-D3E7-4A78-A20F-26C9E4D3807F}">
  <a:tblStyle styleId="{416BBCFB-D3E7-4A78-A20F-26C9E4D380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{416BBCFB-D3E7-4A78-A20F-26C9E4D3807F}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