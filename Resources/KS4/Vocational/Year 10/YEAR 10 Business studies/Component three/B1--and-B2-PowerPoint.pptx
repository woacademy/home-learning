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44A675-A1B0-4133-9F6D-D289BFBF5D81}">
  <a:tblStyle styleId="{0444A675-A1B0-4133-9F6D-D289BFBF5D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{0444A675-A1B0-4133-9F6D-D289BFBF5D81}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