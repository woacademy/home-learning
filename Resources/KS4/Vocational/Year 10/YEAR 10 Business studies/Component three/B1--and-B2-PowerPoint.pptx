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D0F517-0F9D-42C9-AE75-7BE286CDF3C4}">
  <a:tblStyle styleId="{60D0F517-0F9D-42C9-AE75-7BE286CDF3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{60D0F517-0F9D-42C9-AE75-7BE286CDF3C4}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