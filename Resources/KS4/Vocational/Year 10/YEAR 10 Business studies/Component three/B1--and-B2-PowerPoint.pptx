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F414CC-D354-48A4-A46C-691EA074365E}">
  <a:tblStyle styleId="{97F414CC-D354-48A4-A46C-691EA07436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{97F414CC-D354-48A4-A46C-691EA074365E}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