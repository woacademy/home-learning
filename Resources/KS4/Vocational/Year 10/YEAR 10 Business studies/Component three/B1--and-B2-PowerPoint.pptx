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9579E4-80F2-4176-815D-A59B146E3B62}">
  <a:tblStyle styleId="{299579E4-80F2-4176-815D-A59B146E3B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{299579E4-80F2-4176-815D-A59B146E3B62}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