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085074-87DA-436E-AB25-E61229FA2832}">
  <a:tblStyle styleId="{F3085074-87DA-436E-AB25-E61229FA28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{F3085074-87DA-436E-AB25-E61229FA2832}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