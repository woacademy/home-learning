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816CD3-723F-4417-AC86-6CFF711B2550}">
  <a:tblStyle styleId="{32816CD3-723F-4417-AC86-6CFF711B25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{32816CD3-723F-4417-AC86-6CFF711B2550}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