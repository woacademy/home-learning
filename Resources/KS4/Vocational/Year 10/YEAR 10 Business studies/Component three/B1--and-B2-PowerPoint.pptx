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915DB-206E-45C1-BB78-B514790E6A09}">
  <a:tblStyle styleId="{005915DB-206E-45C1-BB78-B514790E6A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{005915DB-206E-45C1-BB78-B514790E6A09}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