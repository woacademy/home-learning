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B85244-4641-4F36-AB7C-25D89676A7BE}">
  <a:tblStyle styleId="{10B85244-4641-4F36-AB7C-25D89676A7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{10B85244-4641-4F36-AB7C-25D89676A7BE}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