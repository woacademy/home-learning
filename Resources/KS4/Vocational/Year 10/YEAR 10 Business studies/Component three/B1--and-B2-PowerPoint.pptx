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E86387-9CD0-4B1E-8B91-2B60013BF88A}">
  <a:tblStyle styleId="{1DE86387-9CD0-4B1E-8B91-2B60013BF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{1DE86387-9CD0-4B1E-8B91-2B60013BF88A}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