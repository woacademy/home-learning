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D2A35E-C747-45EB-B7C8-0E4851F5BE28}">
  <a:tblStyle styleId="{C4D2A35E-C747-45EB-B7C8-0E4851F5BE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{C4D2A35E-C747-45EB-B7C8-0E4851F5BE28}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