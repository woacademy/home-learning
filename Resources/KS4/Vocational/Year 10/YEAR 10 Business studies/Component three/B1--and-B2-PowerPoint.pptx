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70873-5403-4367-981C-1A950120CC26}">
  <a:tblStyle styleId="{AE970873-5403-4367-981C-1A950120CC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{AE970873-5403-4367-981C-1A950120CC26}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