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2D6ADE-5A32-4AA4-A4A0-19466C4E58C7}">
  <a:tblStyle styleId="{2C2D6ADE-5A32-4AA4-A4A0-19466C4E58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{2C2D6ADE-5A32-4AA4-A4A0-19466C4E58C7}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