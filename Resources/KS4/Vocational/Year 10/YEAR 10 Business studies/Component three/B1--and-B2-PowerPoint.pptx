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9763579-B266-4C9E-A833-8FB37FDC6727}">
  <a:tblStyle styleId="{69763579-B266-4C9E-A833-8FB37FDC672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5.png"/><Relationship Id="rId5" Type="http://schemas.openxmlformats.org/officeDocument/2006/relationships/image" Target="../media/image7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{69763579-B266-4C9E-A833-8FB37FDC6727}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