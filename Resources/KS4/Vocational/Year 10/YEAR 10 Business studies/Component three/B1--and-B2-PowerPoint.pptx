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058E71-67CE-4584-8E31-6D1AD33EF452}">
  <a:tblStyle styleId="{4A058E71-67CE-4584-8E31-6D1AD33EF4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{4A058E71-67CE-4584-8E31-6D1AD33EF452}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