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2B90DC-7696-4C7B-B9B4-AD25D34BD8DE}">
  <a:tblStyle styleId="{5E2B90DC-7696-4C7B-B9B4-AD25D34BD8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{5E2B90DC-7696-4C7B-B9B4-AD25D34BD8DE}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