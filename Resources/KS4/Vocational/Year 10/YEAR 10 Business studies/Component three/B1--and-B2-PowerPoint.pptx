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9ABCC0-3B24-45C5-8C4B-3399BA021F81}">
  <a:tblStyle styleId="{A19ABCC0-3B24-45C5-8C4B-3399BA021F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{A19ABCC0-3B24-45C5-8C4B-3399BA021F81}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