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37124FB-D26E-4B1E-911C-D039011C1263}">
  <a:tblStyle styleId="{E37124FB-D26E-4B1E-911C-D039011C12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{E37124FB-D26E-4B1E-911C-D039011C1263}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