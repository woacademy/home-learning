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5BE778-6056-4731-9F5D-80733107F8D3}">
  <a:tblStyle styleId="{6B5BE778-6056-4731-9F5D-80733107F8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{6B5BE778-6056-4731-9F5D-80733107F8D3}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