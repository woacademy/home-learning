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A7E0DF-00E8-4060-950A-1A658CDCE999}">
  <a:tblStyle styleId="{85A7E0DF-00E8-4060-950A-1A658CDCE9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{85A7E0DF-00E8-4060-950A-1A658CDCE999}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