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20D726-72AB-41D3-AA49-93F941D9DCA2}">
  <a:tblStyle styleId="{0F20D726-72AB-41D3-AA49-93F941D9DC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{0F20D726-72AB-41D3-AA49-93F941D9DCA2}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