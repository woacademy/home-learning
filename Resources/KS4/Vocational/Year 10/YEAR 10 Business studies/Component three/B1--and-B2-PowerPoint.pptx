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063800-80BE-48D2-889D-DE0BEFBD9F02}">
  <a:tblStyle styleId="{31063800-80BE-48D2-889D-DE0BEFBD9F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{31063800-80BE-48D2-889D-DE0BEFBD9F02}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