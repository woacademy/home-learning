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69082E-2FDB-479A-B55D-6BED20048262}">
  <a:tblStyle styleId="{2A69082E-2FDB-479A-B55D-6BED200482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{2A69082E-2FDB-479A-B55D-6BED20048262}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