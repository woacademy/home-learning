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9583CB-FCA8-481C-A367-3F8374437CEA}">
  <a:tblStyle styleId="{499583CB-FCA8-481C-A367-3F8374437C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{499583CB-FCA8-481C-A367-3F8374437CEA}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