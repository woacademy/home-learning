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5DE78-C913-4879-B6E7-234E856732E5}">
  <a:tblStyle styleId="{2CC5DE78-C913-4879-B6E7-234E856732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{2CC5DE78-C913-4879-B6E7-234E856732E5}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