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0C7FA4-7AE4-4A3E-80DB-07B3ED650F03}">
  <a:tblStyle styleId="{200C7FA4-7AE4-4A3E-80DB-07B3ED650F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{200C7FA4-7AE4-4A3E-80DB-07B3ED650F03}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