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AEE037B-8CBD-42B7-B46B-C8F9514EACC9}">
  <a:tblStyle styleId="{4AEE037B-8CBD-42B7-B46B-C8F9514EACC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7.jpg"/><Relationship Id="rId6" Type="http://schemas.openxmlformats.org/officeDocument/2006/relationships/image" Target="../media/image3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{4AEE037B-8CBD-42B7-B46B-C8F9514EACC9}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