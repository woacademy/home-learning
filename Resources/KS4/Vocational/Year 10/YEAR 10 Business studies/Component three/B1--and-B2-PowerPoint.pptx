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A956FF-4515-484A-BA81-AFCB900F357F}">
  <a:tblStyle styleId="{B6A956FF-4515-484A-BA81-AFCB900F35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{B6A956FF-4515-484A-BA81-AFCB900F357F}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