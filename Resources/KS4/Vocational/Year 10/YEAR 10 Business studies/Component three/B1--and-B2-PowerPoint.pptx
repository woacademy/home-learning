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5AE3A67-A773-44C5-B457-EBF54144C05D}">
  <a:tblStyle styleId="{F5AE3A67-A773-44C5-B457-EBF54144C05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3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{F5AE3A67-A773-44C5-B457-EBF54144C05D}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