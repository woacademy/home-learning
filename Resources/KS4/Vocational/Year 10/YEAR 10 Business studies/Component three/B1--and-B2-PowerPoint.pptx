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198FA3-A98F-4F40-9B86-F1D45756F3EA}">
  <a:tblStyle styleId="{69198FA3-A98F-4F40-9B86-F1D45756F3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{69198FA3-A98F-4F40-9B86-F1D45756F3EA}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