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D59468-48A3-477A-A525-5D38D937CCE4}">
  <a:tblStyle styleId="{44D59468-48A3-477A-A525-5D38D937CC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{44D59468-48A3-477A-A525-5D38D937CCE4}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