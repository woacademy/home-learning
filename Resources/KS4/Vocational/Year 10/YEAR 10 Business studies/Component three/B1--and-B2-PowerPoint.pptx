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DD67C3-B2A1-4768-B900-90AD5F89E962}">
  <a:tblStyle styleId="{44DD67C3-B2A1-4768-B900-90AD5F89E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{44DD67C3-B2A1-4768-B900-90AD5F89E962}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