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8924A1-B3D7-43E2-B9D1-D37A8FD2224E}">
  <a:tblStyle styleId="{818924A1-B3D7-43E2-B9D1-D37A8FD222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{818924A1-B3D7-43E2-B9D1-D37A8FD2224E}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