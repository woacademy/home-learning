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B83FC3-4ABF-4ACF-B550-BFB2933E9F6E}">
  <a:tblStyle styleId="{7CB83FC3-4ABF-4ACF-B550-BFB2933E9F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{7CB83FC3-4ABF-4ACF-B550-BFB2933E9F6E}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