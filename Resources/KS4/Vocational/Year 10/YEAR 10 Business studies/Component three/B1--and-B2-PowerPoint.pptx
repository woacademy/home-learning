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E2A0F2-46CE-4F3F-ABAF-BC6490585770}">
  <a:tblStyle styleId="{17E2A0F2-46CE-4F3F-ABAF-BC64905857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{17E2A0F2-46CE-4F3F-ABAF-BC6490585770}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