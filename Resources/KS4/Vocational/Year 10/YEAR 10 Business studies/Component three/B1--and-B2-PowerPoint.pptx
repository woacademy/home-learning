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FD4734-97B8-4E0E-8FBF-377300898EE9}">
  <a:tblStyle styleId="{7BFD4734-97B8-4E0E-8FBF-377300898E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{7BFD4734-97B8-4E0E-8FBF-377300898EE9}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