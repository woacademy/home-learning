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B21ED82-D1B5-411E-B2FE-60D9EA6693BD}">
  <a:tblStyle styleId="{CB21ED82-D1B5-411E-B2FE-60D9EA6693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{CB21ED82-D1B5-411E-B2FE-60D9EA6693BD}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