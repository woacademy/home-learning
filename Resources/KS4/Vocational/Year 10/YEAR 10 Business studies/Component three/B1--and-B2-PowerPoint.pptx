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D5221-5529-4285-8DD7-78F413EDA564}">
  <a:tblStyle styleId="{D1AD5221-5529-4285-8DD7-78F413EDA5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{D1AD5221-5529-4285-8DD7-78F413EDA564}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