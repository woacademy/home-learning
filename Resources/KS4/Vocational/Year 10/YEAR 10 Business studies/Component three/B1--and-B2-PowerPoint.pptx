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957CD8-7EFD-411A-87A2-45C00AC5F7C2}">
  <a:tblStyle styleId="{41957CD8-7EFD-411A-87A2-45C00AC5F7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{41957CD8-7EFD-411A-87A2-45C00AC5F7C2}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