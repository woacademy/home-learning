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3CAA009-3E68-488C-962E-E60ED991174E}">
  <a:tblStyle styleId="{D3CAA009-3E68-488C-962E-E60ED991174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7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{D3CAA009-3E68-488C-962E-E60ED991174E}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