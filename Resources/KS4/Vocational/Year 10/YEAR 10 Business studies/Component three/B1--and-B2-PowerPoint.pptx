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090C0F-9385-440C-A4E5-B9BB74A0E529}">
  <a:tblStyle styleId="{56090C0F-9385-440C-A4E5-B9BB74A0E5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{56090C0F-9385-440C-A4E5-B9BB74A0E529}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