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B774C3-C284-4795-A3E0-E1CF736DE622}">
  <a:tblStyle styleId="{74B774C3-C284-4795-A3E0-E1CF736DE6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{74B774C3-C284-4795-A3E0-E1CF736DE622}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