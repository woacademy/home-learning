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A22A20-C1E4-4463-AB03-EC456F8E0135}">
  <a:tblStyle styleId="{6CA22A20-C1E4-4463-AB03-EC456F8E01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{6CA22A20-C1E4-4463-AB03-EC456F8E0135}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