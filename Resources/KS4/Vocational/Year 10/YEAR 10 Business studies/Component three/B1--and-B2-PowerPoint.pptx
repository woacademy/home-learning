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0D8320-6C8E-49AF-B44A-DFA85CA03A8D}">
  <a:tblStyle styleId="{470D8320-6C8E-49AF-B44A-DFA85CA03A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{470D8320-6C8E-49AF-B44A-DFA85CA03A8D}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