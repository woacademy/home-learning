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ADBE02-EA5E-4C8B-BB61-3C2F37FB7AE5}">
  <a:tblStyle styleId="{A9ADBE02-EA5E-4C8B-BB61-3C2F37FB7A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{A9ADBE02-EA5E-4C8B-BB61-3C2F37FB7AE5}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