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FA8F62-CCE7-4BF2-B5A8-3383A79085AC}">
  <a:tblStyle styleId="{84FA8F62-CCE7-4BF2-B5A8-3383A79085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{84FA8F62-CCE7-4BF2-B5A8-3383A79085AC}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