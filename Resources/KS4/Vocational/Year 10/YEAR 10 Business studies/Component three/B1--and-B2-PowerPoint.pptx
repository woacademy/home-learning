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E2AF44-098C-4902-8719-5127C7976A43}">
  <a:tblStyle styleId="{28E2AF44-098C-4902-8719-5127C7976A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{28E2AF44-098C-4902-8719-5127C7976A43}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