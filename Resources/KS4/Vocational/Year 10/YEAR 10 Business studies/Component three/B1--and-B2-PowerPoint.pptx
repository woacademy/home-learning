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0D055C-E541-4B05-9439-583696817DAE}">
  <a:tblStyle styleId="{630D055C-E541-4B05-9439-583696817D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{630D055C-E541-4B05-9439-583696817DAE}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