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ADB66DE-713C-42F4-87FD-4B3B2388FB6A}">
  <a:tblStyle styleId="{5ADB66DE-713C-42F4-87FD-4B3B2388FB6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{5ADB66DE-713C-42F4-87FD-4B3B2388FB6A}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