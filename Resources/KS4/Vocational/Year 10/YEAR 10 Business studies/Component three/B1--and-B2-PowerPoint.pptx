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D318EA-D1C5-44B3-8CAB-F8875A26116A}">
  <a:tblStyle styleId="{2DD318EA-D1C5-44B3-8CAB-F8875A2611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{2DD318EA-D1C5-44B3-8CAB-F8875A26116A}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