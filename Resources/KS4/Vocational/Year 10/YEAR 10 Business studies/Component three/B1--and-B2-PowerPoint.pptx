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F8C99E-6677-4C53-B5AF-909D04D12FB0}">
  <a:tblStyle styleId="{8DF8C99E-6677-4C53-B5AF-909D04D12F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{8DF8C99E-6677-4C53-B5AF-909D04D12FB0}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