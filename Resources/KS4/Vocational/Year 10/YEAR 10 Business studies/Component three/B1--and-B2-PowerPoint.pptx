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396E84-84D7-4B47-8448-045C823F9B91}">
  <a:tblStyle styleId="{37396E84-84D7-4B47-8448-045C823F9B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{37396E84-84D7-4B47-8448-045C823F9B91}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