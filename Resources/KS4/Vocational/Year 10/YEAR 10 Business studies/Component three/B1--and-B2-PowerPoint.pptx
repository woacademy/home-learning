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FF2A00-809F-4030-A2D6-F7B2A3E048AE}">
  <a:tblStyle styleId="{75FF2A00-809F-4030-A2D6-F7B2A3E048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{75FF2A00-809F-4030-A2D6-F7B2A3E048AE}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