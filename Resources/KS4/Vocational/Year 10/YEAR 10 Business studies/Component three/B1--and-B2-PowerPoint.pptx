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4C9A96D-15E4-43C8-981A-A41F513E4818}">
  <a:tblStyle styleId="{E4C9A96D-15E4-43C8-981A-A41F513E481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{E4C9A96D-15E4-43C8-981A-A41F513E4818}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