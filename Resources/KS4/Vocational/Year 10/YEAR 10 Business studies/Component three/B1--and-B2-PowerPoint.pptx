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A4E124-E00E-408F-9D81-2A071CBD9A40}">
  <a:tblStyle styleId="{97A4E124-E00E-408F-9D81-2A071CBD9A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{97A4E124-E00E-408F-9D81-2A071CBD9A40}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