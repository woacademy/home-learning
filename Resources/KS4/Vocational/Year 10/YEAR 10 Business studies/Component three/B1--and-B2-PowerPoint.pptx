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5990C-BFA0-4D98-B14F-E543B4CB2A3D}">
  <a:tblStyle styleId="{F7A5990C-BFA0-4D98-B14F-E543B4CB2A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{F7A5990C-BFA0-4D98-B14F-E543B4CB2A3D}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