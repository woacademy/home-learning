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567034-DE20-4EC7-8593-6B80CAADD35C}">
  <a:tblStyle styleId="{5A567034-DE20-4EC7-8593-6B80CAADD3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{5A567034-DE20-4EC7-8593-6B80CAADD35C}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