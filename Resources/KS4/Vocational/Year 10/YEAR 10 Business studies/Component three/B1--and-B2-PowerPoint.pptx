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E179D2-CC31-419E-B5BD-765E48D00EDA}">
  <a:tblStyle styleId="{42E179D2-CC31-419E-B5BD-765E48D00E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{42E179D2-CC31-419E-B5BD-765E48D00EDA}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