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F61ACA-4CC8-4727-9326-B60C6310D5AE}">
  <a:tblStyle styleId="{A6F61ACA-4CC8-4727-9326-B60C6310D5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{A6F61ACA-4CC8-4727-9326-B60C6310D5AE}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