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B07BAB-5641-45DB-8E82-CF23BF0C76D1}">
  <a:tblStyle styleId="{0CB07BAB-5641-45DB-8E82-CF23BF0C76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{0CB07BAB-5641-45DB-8E82-CF23BF0C76D1}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