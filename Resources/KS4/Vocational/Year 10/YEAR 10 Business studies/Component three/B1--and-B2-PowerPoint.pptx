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BB74E5-FACC-49CB-9ABD-CFF7F2D5B65F}">
  <a:tblStyle styleId="{28BB74E5-FACC-49CB-9ABD-CFF7F2D5B6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{28BB74E5-FACC-49CB-9ABD-CFF7F2D5B65F}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