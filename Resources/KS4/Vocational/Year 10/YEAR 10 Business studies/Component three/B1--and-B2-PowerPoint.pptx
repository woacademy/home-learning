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82EF13-A2D9-4F5E-9DD3-33A5B515D22D}">
  <a:tblStyle styleId="{4282EF13-A2D9-4F5E-9DD3-33A5B515D2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{4282EF13-A2D9-4F5E-9DD3-33A5B515D22D}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