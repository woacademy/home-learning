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46F4579-1254-409E-841F-3C44A89820AE}">
  <a:tblStyle styleId="{B46F4579-1254-409E-841F-3C44A89820A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3.png"/><Relationship Id="rId5" Type="http://schemas.openxmlformats.org/officeDocument/2006/relationships/image" Target="../media/image8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{B46F4579-1254-409E-841F-3C44A89820AE}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