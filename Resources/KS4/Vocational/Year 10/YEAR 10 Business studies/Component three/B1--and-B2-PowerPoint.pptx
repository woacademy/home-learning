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865670-97C3-4354-B017-1C6F8286EE7B}">
  <a:tblStyle styleId="{7D865670-97C3-4354-B017-1C6F8286EE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{7D865670-97C3-4354-B017-1C6F8286EE7B}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