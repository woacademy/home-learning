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C9C4CF-F973-4DB0-9751-91BFB8E01892}">
  <a:tblStyle styleId="{B5C9C4CF-F973-4DB0-9751-91BFB8E018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{B5C9C4CF-F973-4DB0-9751-91BFB8E01892}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