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B5D025-E472-4190-BB3E-D3270A7D941D}">
  <a:tblStyle styleId="{59B5D025-E472-4190-BB3E-D3270A7D94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{59B5D025-E472-4190-BB3E-D3270A7D941D}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