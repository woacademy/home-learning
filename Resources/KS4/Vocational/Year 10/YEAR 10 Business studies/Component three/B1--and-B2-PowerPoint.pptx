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EF23BF-8745-40AC-8AA6-EBAEF3B9E56C}">
  <a:tblStyle styleId="{8FEF23BF-8745-40AC-8AA6-EBAEF3B9E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{8FEF23BF-8745-40AC-8AA6-EBAEF3B9E56C}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