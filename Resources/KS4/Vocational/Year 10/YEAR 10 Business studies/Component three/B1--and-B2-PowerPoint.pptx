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07CD0-BCB1-44D7-9B83-E4D988A94D3A}">
  <a:tblStyle styleId="{30807CD0-BCB1-44D7-9B83-E4D988A94D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{30807CD0-BCB1-44D7-9B83-E4D988A94D3A}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