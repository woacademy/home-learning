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89FF51-9160-4971-8F14-1CE147795790}">
  <a:tblStyle styleId="{7689FF51-9160-4971-8F14-1CE1477957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{7689FF51-9160-4971-8F14-1CE147795790}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