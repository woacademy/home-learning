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38C739-73D6-45C5-9D6D-A0D2C2E10AE0}">
  <a:tblStyle styleId="{F338C739-73D6-45C5-9D6D-A0D2C2E10A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{F338C739-73D6-45C5-9D6D-A0D2C2E10AE0}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