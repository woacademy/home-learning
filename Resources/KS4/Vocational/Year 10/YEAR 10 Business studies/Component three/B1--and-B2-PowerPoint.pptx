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206AB6-6EF0-4CCB-ADCE-F4CC9F7EC92C}">
  <a:tblStyle styleId="{06206AB6-6EF0-4CCB-ADCE-F4CC9F7EC9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{06206AB6-6EF0-4CCB-ADCE-F4CC9F7EC92C}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