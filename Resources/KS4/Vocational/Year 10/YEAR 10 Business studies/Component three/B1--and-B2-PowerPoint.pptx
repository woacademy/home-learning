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1F85F8-E70A-4DB4-A29B-EFD309180B03}">
  <a:tblStyle styleId="{3A1F85F8-E70A-4DB4-A29B-EFD309180B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{3A1F85F8-E70A-4DB4-A29B-EFD309180B03}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