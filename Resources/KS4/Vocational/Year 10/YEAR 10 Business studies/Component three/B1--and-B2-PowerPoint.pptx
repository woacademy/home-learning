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C337ED5-FED9-438D-BA41-926E498E0966}">
  <a:tblStyle styleId="{3C337ED5-FED9-438D-BA41-926E498E096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8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{3C337ED5-FED9-438D-BA41-926E498E0966}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