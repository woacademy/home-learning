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1832B-EE0A-488A-BEF5-EB6251A366C1}">
  <a:tblStyle styleId="{1971832B-EE0A-488A-BEF5-EB6251A366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{1971832B-EE0A-488A-BEF5-EB6251A366C1}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