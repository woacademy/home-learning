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1A3F6D-EF23-4238-A1C8-68115C2E789E}">
  <a:tblStyle styleId="{CC1A3F6D-EF23-4238-A1C8-68115C2E78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{CC1A3F6D-EF23-4238-A1C8-68115C2E789E}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