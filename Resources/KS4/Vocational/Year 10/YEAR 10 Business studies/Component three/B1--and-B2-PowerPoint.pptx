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EE297A-E31B-4D78-B476-5DFA740F7481}">
  <a:tblStyle styleId="{67EE297A-E31B-4D78-B476-5DFA740F74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{67EE297A-E31B-4D78-B476-5DFA740F7481}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