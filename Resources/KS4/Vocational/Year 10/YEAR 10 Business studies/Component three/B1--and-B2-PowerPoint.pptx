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30BA78-3A7F-4EFB-A183-F822044341BB}">
  <a:tblStyle styleId="{BC30BA78-3A7F-4EFB-A183-F822044341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{BC30BA78-3A7F-4EFB-A183-F822044341BB}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