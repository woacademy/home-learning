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D0EECA-7F20-4DE3-8C94-9869AB452079}">
  <a:tblStyle styleId="{C6D0EECA-7F20-4DE3-8C94-9869AB4520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{C6D0EECA-7F20-4DE3-8C94-9869AB452079}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