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D35EB6-F674-4A89-A053-203AF20EB74B}">
  <a:tblStyle styleId="{6CD35EB6-F674-4A89-A053-203AF20EB7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{6CD35EB6-F674-4A89-A053-203AF20EB74B}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