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F0AD5-A5CC-4A7E-B622-77A4F1ED702E}">
  <a:tblStyle styleId="{D2FF0AD5-A5CC-4A7E-B622-77A4F1ED70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{D2FF0AD5-A5CC-4A7E-B622-77A4F1ED702E}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