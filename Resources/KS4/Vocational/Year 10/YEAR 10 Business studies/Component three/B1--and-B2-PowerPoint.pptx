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FA768D-E010-4D8D-9739-7F1956D29620}">
  <a:tblStyle styleId="{91FA768D-E010-4D8D-9739-7F1956D2962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{91FA768D-E010-4D8D-9739-7F1956D29620}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