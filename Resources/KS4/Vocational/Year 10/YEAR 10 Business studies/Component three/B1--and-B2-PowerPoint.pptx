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702077-09EB-4789-BFE9-66023F6E2B86}">
  <a:tblStyle styleId="{8B702077-09EB-4789-BFE9-66023F6E2B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{8B702077-09EB-4789-BFE9-66023F6E2B86}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