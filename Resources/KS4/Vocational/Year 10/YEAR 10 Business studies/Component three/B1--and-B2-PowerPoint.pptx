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A44C29B-4F3E-42BE-B518-2CBD2F1B7542}">
  <a:tblStyle styleId="{2A44C29B-4F3E-42BE-B518-2CBD2F1B75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{2A44C29B-4F3E-42BE-B518-2CBD2F1B7542}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