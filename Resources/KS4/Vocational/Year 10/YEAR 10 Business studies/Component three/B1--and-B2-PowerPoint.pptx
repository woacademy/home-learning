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786AAF-AE04-40CC-ADF6-CDBD0B1B3431}">
  <a:tblStyle styleId="{7E786AAF-AE04-40CC-ADF6-CDBD0B1B34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{7E786AAF-AE04-40CC-ADF6-CDBD0B1B3431}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