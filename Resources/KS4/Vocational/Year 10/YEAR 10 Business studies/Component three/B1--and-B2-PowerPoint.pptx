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9173CD-6D8B-442C-B066-8FC962375F51}">
  <a:tblStyle styleId="{489173CD-6D8B-442C-B066-8FC962375F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{489173CD-6D8B-442C-B066-8FC962375F51}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