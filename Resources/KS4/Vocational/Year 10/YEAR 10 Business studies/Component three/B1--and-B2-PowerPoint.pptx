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BAD623D-ACD8-475A-AE14-821F74E83882}">
  <a:tblStyle styleId="{EBAD623D-ACD8-475A-AE14-821F74E8388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{EBAD623D-ACD8-475A-AE14-821F74E83882}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