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3ADC762-E7AE-40D8-A3BA-FF9DF00BA4F1}">
  <a:tblStyle styleId="{F3ADC762-E7AE-40D8-A3BA-FF9DF00BA4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{F3ADC762-E7AE-40D8-A3BA-FF9DF00BA4F1}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