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3F9E02-7CEB-4352-BCAE-182CC086C144}">
  <a:tblStyle styleId="{B93F9E02-7CEB-4352-BCAE-182CC086C1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{B93F9E02-7CEB-4352-BCAE-182CC086C144}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