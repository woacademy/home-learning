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B759E3-CC7F-4E63-857C-8A175413F659}">
  <a:tblStyle styleId="{81B759E3-CC7F-4E63-857C-8A175413F6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{81B759E3-CC7F-4E63-857C-8A175413F659}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