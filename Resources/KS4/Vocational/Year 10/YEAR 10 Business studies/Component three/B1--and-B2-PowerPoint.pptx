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50F4583-C4FE-480F-B893-C3FD83EE59BD}">
  <a:tblStyle styleId="{C50F4583-C4FE-480F-B893-C3FD83EE59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{C50F4583-C4FE-480F-B893-C3FD83EE59BD}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