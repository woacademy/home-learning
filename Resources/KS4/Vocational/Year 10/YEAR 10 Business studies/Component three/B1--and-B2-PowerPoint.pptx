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AB2E1E-6594-48E9-93F7-ACCC62A96E91}">
  <a:tblStyle styleId="{45AB2E1E-6594-48E9-93F7-ACCC62A96E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{45AB2E1E-6594-48E9-93F7-ACCC62A96E91}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