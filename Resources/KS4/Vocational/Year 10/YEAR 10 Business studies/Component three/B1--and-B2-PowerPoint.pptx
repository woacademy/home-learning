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7E602A1-331F-4BF8-9D7B-BA9AC643F7DC}">
  <a:tblStyle styleId="{57E602A1-331F-4BF8-9D7B-BA9AC643F7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{57E602A1-331F-4BF8-9D7B-BA9AC643F7DC}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