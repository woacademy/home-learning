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03139-8FDF-4D1C-B05E-C3D60B67A8C6}">
  <a:tblStyle styleId="{89503139-8FDF-4D1C-B05E-C3D60B67A8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{89503139-8FDF-4D1C-B05E-C3D60B67A8C6}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