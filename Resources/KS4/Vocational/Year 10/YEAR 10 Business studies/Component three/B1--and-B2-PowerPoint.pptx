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54AC82-E64C-4BD7-9D9A-016BA8D93D9A}">
  <a:tblStyle styleId="{CA54AC82-E64C-4BD7-9D9A-016BA8D93D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{CA54AC82-E64C-4BD7-9D9A-016BA8D93D9A}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