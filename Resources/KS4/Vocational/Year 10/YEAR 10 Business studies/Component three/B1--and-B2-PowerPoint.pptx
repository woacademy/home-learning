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56282-5260-4AF0-8629-076AB4AA2DB7}">
  <a:tblStyle styleId="{42656282-5260-4AF0-8629-076AB4AA2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{42656282-5260-4AF0-8629-076AB4AA2DB7}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