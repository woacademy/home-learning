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E4F509-0AE3-4B0C-BFF5-E506922C1E33}">
  <a:tblStyle styleId="{5BE4F509-0AE3-4B0C-BFF5-E506922C1E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{5BE4F509-0AE3-4B0C-BFF5-E506922C1E33}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