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2FEF8B-ADC1-4FF3-B8E4-05F5F7723A3A}">
  <a:tblStyle styleId="{2C2FEF8B-ADC1-4FF3-B8E4-05F5F7723A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{2C2FEF8B-ADC1-4FF3-B8E4-05F5F7723A3A}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