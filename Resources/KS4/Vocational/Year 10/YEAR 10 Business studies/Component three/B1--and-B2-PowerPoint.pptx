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ED4FDE-E53B-4A41-9D81-768AFB0F2D92}">
  <a:tblStyle styleId="{5EED4FDE-E53B-4A41-9D81-768AFB0F2D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{5EED4FDE-E53B-4A41-9D81-768AFB0F2D92}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