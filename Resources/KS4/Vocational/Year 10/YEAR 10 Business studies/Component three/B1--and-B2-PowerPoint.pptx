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5D45814-255E-406B-A40D-C1B61F47BFC4}">
  <a:tblStyle styleId="{95D45814-255E-406B-A40D-C1B61F47BFC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{95D45814-255E-406B-A40D-C1B61F47BFC4}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