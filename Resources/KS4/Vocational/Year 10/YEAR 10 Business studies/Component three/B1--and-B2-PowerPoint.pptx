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D4A7D1-D868-4320-94F1-9629F7A2011C}">
  <a:tblStyle styleId="{17D4A7D1-D868-4320-94F1-9629F7A201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{17D4A7D1-D868-4320-94F1-9629F7A2011C}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