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7B1F27-6662-45CC-ACCF-62B601819DDF}">
  <a:tblStyle styleId="{0C7B1F27-6662-45CC-ACCF-62B601819D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{0C7B1F27-6662-45CC-ACCF-62B601819DDF}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