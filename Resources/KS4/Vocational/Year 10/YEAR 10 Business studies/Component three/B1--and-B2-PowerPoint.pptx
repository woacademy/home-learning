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5D81D3-F9AE-4E97-ACD9-B454C9FAC09C}">
  <a:tblStyle styleId="{DC5D81D3-F9AE-4E97-ACD9-B454C9FAC0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{DC5D81D3-F9AE-4E97-ACD9-B454C9FAC09C}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