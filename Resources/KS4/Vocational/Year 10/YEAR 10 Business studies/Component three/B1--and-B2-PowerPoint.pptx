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5EBC67-9465-42E8-908C-E0EDB0D6DAAB}">
  <a:tblStyle styleId="{FF5EBC67-9465-42E8-908C-E0EDB0D6DA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{FF5EBC67-9465-42E8-908C-E0EDB0D6DAAB}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