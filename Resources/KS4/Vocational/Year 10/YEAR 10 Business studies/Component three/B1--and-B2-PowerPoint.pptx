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1E3C25-7E1C-4134-9326-1FCAF8DE7573}">
  <a:tblStyle styleId="{D41E3C25-7E1C-4134-9326-1FCAF8DE75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{D41E3C25-7E1C-4134-9326-1FCAF8DE7573}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