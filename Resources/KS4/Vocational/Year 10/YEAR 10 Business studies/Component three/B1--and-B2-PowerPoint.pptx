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839C6A-013A-4BD1-9752-8B4F5E49EA99}">
  <a:tblStyle styleId="{69839C6A-013A-4BD1-9752-8B4F5E49EA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{69839C6A-013A-4BD1-9752-8B4F5E49EA99}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