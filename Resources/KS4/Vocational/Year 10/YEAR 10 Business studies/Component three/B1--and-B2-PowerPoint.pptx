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7CB22C5-6B99-4EC6-B948-8063293205C8}">
  <a:tblStyle styleId="{07CB22C5-6B99-4EC6-B948-8063293205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{07CB22C5-6B99-4EC6-B948-8063293205C8}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