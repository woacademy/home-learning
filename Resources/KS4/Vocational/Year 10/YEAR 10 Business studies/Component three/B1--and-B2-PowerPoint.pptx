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4A5D8D-0418-441D-8052-9D361248F0AC}">
  <a:tblStyle styleId="{C34A5D8D-0418-441D-8052-9D361248F0A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{C34A5D8D-0418-441D-8052-9D361248F0AC}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