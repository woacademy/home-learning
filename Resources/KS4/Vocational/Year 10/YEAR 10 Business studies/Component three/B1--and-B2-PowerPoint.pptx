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6B3FAF-4750-43EA-8339-137F8F4C6C95}">
  <a:tblStyle styleId="{B56B3FAF-4750-43EA-8339-137F8F4C6C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{B56B3FAF-4750-43EA-8339-137F8F4C6C95}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