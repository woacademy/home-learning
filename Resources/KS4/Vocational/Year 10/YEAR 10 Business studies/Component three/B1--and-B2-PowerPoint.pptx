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DB0EBD3-D507-4181-8C49-AF1D8F04F208}">
  <a:tblStyle styleId="{9DB0EBD3-D507-4181-8C49-AF1D8F04F20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6.png"/><Relationship Id="rId5" Type="http://schemas.openxmlformats.org/officeDocument/2006/relationships/image" Target="../media/image4.jpg"/><Relationship Id="rId6" Type="http://schemas.openxmlformats.org/officeDocument/2006/relationships/image" Target="../media/image5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{9DB0EBD3-D507-4181-8C49-AF1D8F04F208}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