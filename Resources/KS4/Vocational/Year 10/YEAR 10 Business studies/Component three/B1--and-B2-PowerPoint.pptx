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FD4A25-2803-40A1-8F8C-E37923C12E99}">
  <a:tblStyle styleId="{CDFD4A25-2803-40A1-8F8C-E37923C12E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{CDFD4A25-2803-40A1-8F8C-E37923C12E99}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