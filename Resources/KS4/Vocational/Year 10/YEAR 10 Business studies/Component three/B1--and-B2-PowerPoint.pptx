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7EAF276-DBAC-443B-843E-83A1381EF114}">
  <a:tblStyle styleId="{A7EAF276-DBAC-443B-843E-83A1381EF11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{A7EAF276-DBAC-443B-843E-83A1381EF114}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