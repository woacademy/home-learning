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DDDDEE-4A42-4BB8-8DF1-E42DAFEC3A94}">
  <a:tblStyle styleId="{69DDDDEE-4A42-4BB8-8DF1-E42DAFEC3A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{69DDDDEE-4A42-4BB8-8DF1-E42DAFEC3A94}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