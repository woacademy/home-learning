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ABE3C6-0468-43E8-92AA-70364E235A63}">
  <a:tblStyle styleId="{1FABE3C6-0468-43E8-92AA-70364E235A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{1FABE3C6-0468-43E8-92AA-70364E235A63}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