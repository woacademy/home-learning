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53D076-43A7-42C2-A1CC-952E2D4C902B}">
  <a:tblStyle styleId="{6C53D076-43A7-42C2-A1CC-952E2D4C90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{6C53D076-43A7-42C2-A1CC-952E2D4C902B}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