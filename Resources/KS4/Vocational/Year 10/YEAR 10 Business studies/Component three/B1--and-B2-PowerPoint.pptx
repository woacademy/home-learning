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EDCA81-751A-48AF-88D2-F05D98182D5D}">
  <a:tblStyle styleId="{EBEDCA81-751A-48AF-88D2-F05D98182D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{EBEDCA81-751A-48AF-88D2-F05D98182D5D}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