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10AA53E-7FB3-4C36-9FDD-48746A25C1DB}">
  <a:tblStyle styleId="{E10AA53E-7FB3-4C36-9FDD-48746A25C1D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{E10AA53E-7FB3-4C36-9FDD-48746A25C1DB}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