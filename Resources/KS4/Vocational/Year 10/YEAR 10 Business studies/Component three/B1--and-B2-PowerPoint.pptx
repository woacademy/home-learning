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CCFA0F-E445-4414-8CF8-720A5ACC5DA6}">
  <a:tblStyle styleId="{67CCFA0F-E445-4414-8CF8-720A5ACC5D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{67CCFA0F-E445-4414-8CF8-720A5ACC5DA6}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