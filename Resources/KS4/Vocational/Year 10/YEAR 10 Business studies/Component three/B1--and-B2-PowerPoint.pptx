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23B825-5BD1-4039-BF15-8A73353C658E}">
  <a:tblStyle styleId="{2A23B825-5BD1-4039-BF15-8A73353C65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{2A23B825-5BD1-4039-BF15-8A73353C658E}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