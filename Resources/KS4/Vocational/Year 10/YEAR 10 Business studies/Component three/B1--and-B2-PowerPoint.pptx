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967882-FEA9-45FF-A271-ED3836F37D8C}">
  <a:tblStyle styleId="{97967882-FEA9-45FF-A271-ED3836F37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{97967882-FEA9-45FF-A271-ED3836F37D8C}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