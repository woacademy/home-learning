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DD81A2-CF40-447B-AD20-F53119854641}">
  <a:tblStyle styleId="{18DD81A2-CF40-447B-AD20-F531198546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{18DD81A2-CF40-447B-AD20-F53119854641}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