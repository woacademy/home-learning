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6862761-6BCC-4950-B0AC-4F28ABA81E7C}">
  <a:tblStyle styleId="{16862761-6BCC-4950-B0AC-4F28ABA81E7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{16862761-6BCC-4950-B0AC-4F28ABA81E7C}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