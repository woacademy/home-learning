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0C245C-67CB-4EDA-B3D8-591B885E4879}">
  <a:tblStyle styleId="{260C245C-67CB-4EDA-B3D8-591B885E48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{260C245C-67CB-4EDA-B3D8-591B885E4879}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