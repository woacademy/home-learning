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279D14-35E4-43FF-B4BD-1BDF0B9D12E5}">
  <a:tblStyle styleId="{59279D14-35E4-43FF-B4BD-1BDF0B9D12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{59279D14-35E4-43FF-B4BD-1BDF0B9D12E5}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