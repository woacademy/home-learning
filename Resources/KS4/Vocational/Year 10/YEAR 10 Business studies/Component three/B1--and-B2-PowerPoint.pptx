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3A3245-254D-4927-A4C9-AC5D743B3AEB}">
  <a:tblStyle styleId="{5B3A3245-254D-4927-A4C9-AC5D743B3A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{5B3A3245-254D-4927-A4C9-AC5D743B3AEB}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