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BB43AAC-0FB1-4068-8AFD-596EA92330BB}">
  <a:tblStyle styleId="{0BB43AAC-0FB1-4068-8AFD-596EA92330B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4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{0BB43AAC-0FB1-4068-8AFD-596EA92330BB}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