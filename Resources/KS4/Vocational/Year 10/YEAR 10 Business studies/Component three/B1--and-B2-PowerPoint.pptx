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1AF377-0F93-4226-A95B-DF5E0E0356A0}">
  <a:tblStyle styleId="{581AF377-0F93-4226-A95B-DF5E0E0356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{581AF377-0F93-4226-A95B-DF5E0E0356A0}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