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0115C5-CBF5-4F44-B8BD-1364C1D2F421}">
  <a:tblStyle styleId="{070115C5-CBF5-4F44-B8BD-1364C1D2F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{070115C5-CBF5-4F44-B8BD-1364C1D2F421}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