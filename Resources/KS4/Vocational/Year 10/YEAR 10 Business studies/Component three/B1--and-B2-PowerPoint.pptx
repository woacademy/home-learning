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CBCADD-C896-4983-AD9F-39DBDD0D3FCB}">
  <a:tblStyle styleId="{8ACBCADD-C896-4983-AD9F-39DBDD0D3F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{8ACBCADD-C896-4983-AD9F-39DBDD0D3FCB}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