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D7B113-2958-4ED2-BA39-5260BEA80348}">
  <a:tblStyle styleId="{2FD7B113-2958-4ED2-BA39-5260BEA803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{2FD7B113-2958-4ED2-BA39-5260BEA80348}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