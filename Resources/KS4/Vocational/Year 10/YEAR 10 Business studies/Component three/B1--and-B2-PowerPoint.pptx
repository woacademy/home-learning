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9877ED-7720-47CF-93F1-DD248D4470AC}">
  <a:tblStyle styleId="{D49877ED-7720-47CF-93F1-DD248D4470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{D49877ED-7720-47CF-93F1-DD248D4470AC}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