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89B3BD-B86E-471D-8358-2123EAD9DDE1}">
  <a:tblStyle styleId="{CC89B3BD-B86E-471D-8358-2123EAD9DD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{CC89B3BD-B86E-471D-8358-2123EAD9DDE1}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