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1B2048-8386-40A8-BCC6-9444646411BA}">
  <a:tblStyle styleId="{D71B2048-8386-40A8-BCC6-9444646411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{D71B2048-8386-40A8-BCC6-9444646411BA}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