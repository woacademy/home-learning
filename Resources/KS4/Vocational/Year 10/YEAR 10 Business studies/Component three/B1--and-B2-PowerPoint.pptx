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6E1C04-78BB-4B17-BEAE-3AC12323796A}">
  <a:tblStyle styleId="{7B6E1C04-78BB-4B17-BEAE-3AC1232379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{7B6E1C04-78BB-4B17-BEAE-3AC12323796A}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