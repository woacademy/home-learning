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3F273F-5DA6-4648-8CBC-63289C59C841}">
  <a:tblStyle styleId="{1F3F273F-5DA6-4648-8CBC-63289C59C8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{1F3F273F-5DA6-4648-8CBC-63289C59C841}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