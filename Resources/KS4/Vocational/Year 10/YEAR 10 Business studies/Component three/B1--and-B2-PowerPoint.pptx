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4F1401-42BC-4CDB-8861-DD05B5FF2E5F}">
  <a:tblStyle styleId="{8A4F1401-42BC-4CDB-8861-DD05B5FF2E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{8A4F1401-42BC-4CDB-8861-DD05B5FF2E5F}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