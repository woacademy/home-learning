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2E1DC6A-613E-44F3-875A-5A706750A73B}">
  <a:tblStyle styleId="{02E1DC6A-613E-44F3-875A-5A706750A73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8.jpg"/><Relationship Id="rId4" Type="http://schemas.openxmlformats.org/officeDocument/2006/relationships/image" Target="../media/image5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7.png"/><Relationship Id="rId5" Type="http://schemas.openxmlformats.org/officeDocument/2006/relationships/image" Target="../media/image3.jpg"/><Relationship Id="rId6" Type="http://schemas.openxmlformats.org/officeDocument/2006/relationships/image" Target="../media/image6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{02E1DC6A-613E-44F3-875A-5A706750A73B}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