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03B075-8CB8-413A-9B73-E85E3D678D55}">
  <a:tblStyle styleId="{3103B075-8CB8-413A-9B73-E85E3D678D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{3103B075-8CB8-413A-9B73-E85E3D678D55}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