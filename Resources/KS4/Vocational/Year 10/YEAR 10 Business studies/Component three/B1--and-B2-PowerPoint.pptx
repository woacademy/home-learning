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E84F77-6D7F-409A-BF1A-604D7B1B1ECF}">
  <a:tblStyle styleId="{53E84F77-6D7F-409A-BF1A-604D7B1B1E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{53E84F77-6D7F-409A-BF1A-604D7B1B1ECF}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