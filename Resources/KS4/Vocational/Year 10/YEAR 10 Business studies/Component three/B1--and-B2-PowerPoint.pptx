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4F0C530-2238-4811-A916-F532FC3990EE}">
  <a:tblStyle styleId="{B4F0C530-2238-4811-A916-F532FC3990E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{B4F0C530-2238-4811-A916-F532FC3990EE}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