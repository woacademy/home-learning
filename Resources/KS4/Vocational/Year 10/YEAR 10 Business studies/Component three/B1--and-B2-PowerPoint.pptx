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470686-3C57-4C5C-9F27-F443BE8F34B5}">
  <a:tblStyle styleId="{A2470686-3C57-4C5C-9F27-F443BE8F34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{A2470686-3C57-4C5C-9F27-F443BE8F34B5}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