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45988A-1C48-4DB0-8371-BEC3233AC453}">
  <a:tblStyle styleId="{2345988A-1C48-4DB0-8371-BEC3233AC4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{2345988A-1C48-4DB0-8371-BEC3233AC453}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