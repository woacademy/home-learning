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02143A-D234-4C31-A900-6FBE34561C39}">
  <a:tblStyle styleId="{C302143A-D234-4C31-A900-6FBE34561C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{C302143A-D234-4C31-A900-6FBE34561C39}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