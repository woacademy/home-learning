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F42D3B2-B475-4503-BDF8-03A9567A2921}">
  <a:tblStyle styleId="{DF42D3B2-B475-4503-BDF8-03A9567A292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{DF42D3B2-B475-4503-BDF8-03A9567A2921}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