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AF632F1-A083-40CC-A4BC-A545379DF6F1}">
  <a:tblStyle styleId="{8AF632F1-A083-40CC-A4BC-A545379DF6F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{8AF632F1-A083-40CC-A4BC-A545379DF6F1}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