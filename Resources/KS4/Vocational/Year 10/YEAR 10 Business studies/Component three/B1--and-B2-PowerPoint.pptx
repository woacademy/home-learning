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4D2C256-4983-4ABB-8147-CDEE5D9EB2E1}">
  <a:tblStyle styleId="{D4D2C256-4983-4ABB-8147-CDEE5D9EB2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{D4D2C256-4983-4ABB-8147-CDEE5D9EB2E1}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