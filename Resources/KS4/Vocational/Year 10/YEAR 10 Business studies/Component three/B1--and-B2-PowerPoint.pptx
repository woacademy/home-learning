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F0BD9B-29A4-4A20-A2DE-9EF4E0CD026E}">
  <a:tblStyle styleId="{F3F0BD9B-29A4-4A20-A2DE-9EF4E0CD02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{F3F0BD9B-29A4-4A20-A2DE-9EF4E0CD026E}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