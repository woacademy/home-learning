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2162B0-02C5-4BAC-88DD-E480EB625676}">
  <a:tblStyle styleId="{C62162B0-02C5-4BAC-88DD-E480EB62567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{C62162B0-02C5-4BAC-88DD-E480EB625676}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