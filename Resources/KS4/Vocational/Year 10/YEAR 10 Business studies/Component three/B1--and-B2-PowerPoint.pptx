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B915C7-3736-4AFB-9DA8-3BC6B7BBBAFB}">
  <a:tblStyle styleId="{F4B915C7-3736-4AFB-9DA8-3BC6B7BBBA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{F4B915C7-3736-4AFB-9DA8-3BC6B7BBBAFB}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