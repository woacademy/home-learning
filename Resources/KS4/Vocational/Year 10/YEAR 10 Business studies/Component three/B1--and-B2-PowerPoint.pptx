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4F6B67E-ED6D-428F-A140-1F4983FC0AA5}">
  <a:tblStyle styleId="{04F6B67E-ED6D-428F-A140-1F4983FC0AA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Relationship Id="rId4" Type="http://schemas.openxmlformats.org/officeDocument/2006/relationships/image" Target="../media/image4.png"/><Relationship Id="rId5" Type="http://schemas.openxmlformats.org/officeDocument/2006/relationships/image" Target="../media/image5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{04F6B67E-ED6D-428F-A140-1F4983FC0AA5}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