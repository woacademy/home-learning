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EBFA192-E1CE-4357-87A8-3A026B90CFC9}">
  <a:tblStyle styleId="{AEBFA192-E1CE-4357-87A8-3A026B90CFC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8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{AEBFA192-E1CE-4357-87A8-3A026B90CFC9}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