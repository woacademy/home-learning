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EC0EA4-CE23-4FB5-BC64-97D0B38B5EF2}">
  <a:tblStyle styleId="{7BEC0EA4-CE23-4FB5-BC64-97D0B38B5E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{7BEC0EA4-CE23-4FB5-BC64-97D0B38B5EF2}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