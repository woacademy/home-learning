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1085BB-61E4-4251-A80B-79C3D152242C}">
  <a:tblStyle styleId="{151085BB-61E4-4251-A80B-79C3D152242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{151085BB-61E4-4251-A80B-79C3D152242C}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