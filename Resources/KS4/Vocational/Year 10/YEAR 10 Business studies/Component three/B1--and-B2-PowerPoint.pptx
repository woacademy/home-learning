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D264FA-6521-47B2-AC94-7A2263EB2214}">
  <a:tblStyle styleId="{50D264FA-6521-47B2-AC94-7A2263EB22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{50D264FA-6521-47B2-AC94-7A2263EB2214}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