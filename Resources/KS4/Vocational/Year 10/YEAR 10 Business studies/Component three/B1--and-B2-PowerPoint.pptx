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5F77B3-788F-4F28-8950-46AD6A62CA05}">
  <a:tblStyle styleId="{DB5F77B3-788F-4F28-8950-46AD6A62CA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{DB5F77B3-788F-4F28-8950-46AD6A62CA05}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