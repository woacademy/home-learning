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11CDCC-ABAD-4F30-BCD0-D8C879EDBBFD}">
  <a:tblStyle styleId="{0A11CDCC-ABAD-4F30-BCD0-D8C879EDBB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{0A11CDCC-ABAD-4F30-BCD0-D8C879EDBBFD}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