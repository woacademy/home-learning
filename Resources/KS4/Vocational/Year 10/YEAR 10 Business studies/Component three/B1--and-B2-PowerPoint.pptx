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7EEA1E-D300-4FFE-B3AC-6A1DA36D22CD}">
  <a:tblStyle styleId="{2C7EEA1E-D300-4FFE-B3AC-6A1DA36D22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{2C7EEA1E-D300-4FFE-B3AC-6A1DA36D22CD}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