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17FE669-46BE-44AD-9762-7837AFA08FAD}">
  <a:tblStyle styleId="{B17FE669-46BE-44AD-9762-7837AFA08FA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4.png"/><Relationship Id="rId5" Type="http://schemas.openxmlformats.org/officeDocument/2006/relationships/image" Target="../media/image8.jpg"/><Relationship Id="rId6" Type="http://schemas.openxmlformats.org/officeDocument/2006/relationships/image" Target="../media/image6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{B17FE669-46BE-44AD-9762-7837AFA08FAD}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