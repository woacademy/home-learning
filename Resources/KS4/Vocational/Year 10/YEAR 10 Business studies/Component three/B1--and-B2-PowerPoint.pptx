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7BDD73-7C98-4F33-B7F6-75A79B67788A}">
  <a:tblStyle styleId="{837BDD73-7C98-4F33-B7F6-75A79B6778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{837BDD73-7C98-4F33-B7F6-75A79B67788A}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