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CA06EC-F0C4-48C6-9539-7863518CD7FE}">
  <a:tblStyle styleId="{7FCA06EC-F0C4-48C6-9539-7863518CD7F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{7FCA06EC-F0C4-48C6-9539-7863518CD7FE}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