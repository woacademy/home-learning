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267CFB2-5019-4B4A-86FC-B68C11E83FCF}">
  <a:tblStyle styleId="{8267CFB2-5019-4B4A-86FC-B68C11E83F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{8267CFB2-5019-4B4A-86FC-B68C11E83FCF}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