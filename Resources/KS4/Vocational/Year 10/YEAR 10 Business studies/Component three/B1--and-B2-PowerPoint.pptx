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8D00F45-ADC4-4B66-ADAD-3FBA02CE16FD}">
  <a:tblStyle styleId="{F8D00F45-ADC4-4B66-ADAD-3FBA02CE16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{F8D00F45-ADC4-4B66-ADAD-3FBA02CE16FD}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