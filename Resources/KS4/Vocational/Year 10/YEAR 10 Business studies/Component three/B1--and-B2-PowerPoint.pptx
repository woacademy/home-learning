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D060E8-329A-4258-B5E2-BA0CF35B7A85}">
  <a:tblStyle styleId="{58D060E8-329A-4258-B5E2-BA0CF35B7A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{58D060E8-329A-4258-B5E2-BA0CF35B7A85}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