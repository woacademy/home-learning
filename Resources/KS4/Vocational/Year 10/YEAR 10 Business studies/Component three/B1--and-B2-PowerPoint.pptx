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E6EA40-D95E-4A97-AA7B-FD5397C878C0}">
  <a:tblStyle styleId="{A0E6EA40-D95E-4A97-AA7B-FD5397C878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{A0E6EA40-D95E-4A97-AA7B-FD5397C878C0}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