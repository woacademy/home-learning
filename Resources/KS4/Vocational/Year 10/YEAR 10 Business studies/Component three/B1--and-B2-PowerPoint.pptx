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11FC5A-35E4-4E9A-9BC4-5127A0453017}">
  <a:tblStyle styleId="{E611FC5A-35E4-4E9A-9BC4-5127A04530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{E611FC5A-35E4-4E9A-9BC4-5127A0453017}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