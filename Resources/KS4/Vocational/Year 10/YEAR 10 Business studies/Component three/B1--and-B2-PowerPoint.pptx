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D3B125-1CA5-44F1-8105-08756F29A964}">
  <a:tblStyle styleId="{D2D3B125-1CA5-44F1-8105-08756F29A9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{D2D3B125-1CA5-44F1-8105-08756F29A964}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