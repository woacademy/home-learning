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553AB8-AD1E-4F1A-A46F-C848893E4A27}">
  <a:tblStyle styleId="{EC553AB8-AD1E-4F1A-A46F-C848893E4A2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{EC553AB8-AD1E-4F1A-A46F-C848893E4A27}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