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E3D44A-0612-4847-B812-54B4F05ED42F}">
  <a:tblStyle styleId="{1AE3D44A-0612-4847-B812-54B4F05ED4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{1AE3D44A-0612-4847-B812-54B4F05ED42F}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