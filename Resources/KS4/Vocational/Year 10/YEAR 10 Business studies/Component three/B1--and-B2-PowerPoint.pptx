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B5DD05-EB3B-4FD7-9E3F-DFEBEF775417}">
  <a:tblStyle styleId="{28B5DD05-EB3B-4FD7-9E3F-DFEBEF7754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{28B5DD05-EB3B-4FD7-9E3F-DFEBEF775417}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