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3369D70-3E2B-4C4F-B5FB-C511E0F7B50D}">
  <a:tblStyle styleId="{F3369D70-3E2B-4C4F-B5FB-C511E0F7B5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{F3369D70-3E2B-4C4F-B5FB-C511E0F7B50D}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