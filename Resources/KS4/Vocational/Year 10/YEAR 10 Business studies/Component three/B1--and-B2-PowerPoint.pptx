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31BD5B-7757-4774-B032-BE5C129002A4}">
  <a:tblStyle styleId="{2931BD5B-7757-4774-B032-BE5C129002A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3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{2931BD5B-7757-4774-B032-BE5C129002A4}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