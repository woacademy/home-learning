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B56E1C-98C4-48D7-9070-050E45A1EC18}">
  <a:tblStyle styleId="{FAB56E1C-98C4-48D7-9070-050E45A1EC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{FAB56E1C-98C4-48D7-9070-050E45A1EC18}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