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E4F894-F94A-4A6D-8825-F723040236AE}">
  <a:tblStyle styleId="{B4E4F894-F94A-4A6D-8825-F723040236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{B4E4F894-F94A-4A6D-8825-F723040236AE}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