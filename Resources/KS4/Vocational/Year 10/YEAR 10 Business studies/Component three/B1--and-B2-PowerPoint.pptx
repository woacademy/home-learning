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535097-8947-477A-BEA2-79EB9E82C00D}">
  <a:tblStyle styleId="{E9535097-8947-477A-BEA2-79EB9E82C0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{E9535097-8947-477A-BEA2-79EB9E82C00D}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