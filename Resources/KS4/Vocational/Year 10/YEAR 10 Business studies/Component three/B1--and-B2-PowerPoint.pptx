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D5EAD1-A63F-4F39-9CBB-1AFBFEBA30DE}">
  <a:tblStyle styleId="{A4D5EAD1-A63F-4F39-9CBB-1AFBFEBA30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{A4D5EAD1-A63F-4F39-9CBB-1AFBFEBA30DE}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