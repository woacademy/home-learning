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41B35-DB50-4E31-A02E-E11FD8E433FF}">
  <a:tblStyle styleId="{6B341B35-DB50-4E31-A02E-E11FD8E433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{6B341B35-DB50-4E31-A02E-E11FD8E433FF}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