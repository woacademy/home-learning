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F5C306-5A27-485F-B00B-F253BA321FC2}">
  <a:tblStyle styleId="{2DF5C306-5A27-485F-B00B-F253BA321F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{2DF5C306-5A27-485F-B00B-F253BA321FC2}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