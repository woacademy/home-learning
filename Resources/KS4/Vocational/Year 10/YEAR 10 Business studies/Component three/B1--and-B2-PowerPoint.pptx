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65FD51-F0F2-452B-83DD-501616E55B2B}">
  <a:tblStyle styleId="{6C65FD51-F0F2-452B-83DD-501616E55B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{6C65FD51-F0F2-452B-83DD-501616E55B2B}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