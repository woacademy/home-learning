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9CFD86-F728-4B3D-8F6C-2C711CB72FE3}">
  <a:tblStyle styleId="{FD9CFD86-F728-4B3D-8F6C-2C711CB72F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{FD9CFD86-F728-4B3D-8F6C-2C711CB72FE3}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