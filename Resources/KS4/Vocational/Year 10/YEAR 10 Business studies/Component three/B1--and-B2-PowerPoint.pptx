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C2416-631C-4513-AC4A-3F0C360610D9}">
  <a:tblStyle styleId="{D04C2416-631C-4513-AC4A-3F0C360610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{D04C2416-631C-4513-AC4A-3F0C360610D9}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