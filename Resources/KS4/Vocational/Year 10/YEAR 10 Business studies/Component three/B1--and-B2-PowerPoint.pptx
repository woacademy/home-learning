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748995-0FAE-4B0F-A508-9F1B7CE4C233}">
  <a:tblStyle styleId="{24748995-0FAE-4B0F-A508-9F1B7CE4C2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{24748995-0FAE-4B0F-A508-9F1B7CE4C233}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