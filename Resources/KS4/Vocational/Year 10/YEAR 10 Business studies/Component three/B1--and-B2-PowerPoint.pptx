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F8C2F4-8FBF-41EF-96DF-400A4D5CF270}">
  <a:tblStyle styleId="{01F8C2F4-8FBF-41EF-96DF-400A4D5CF2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{01F8C2F4-8FBF-41EF-96DF-400A4D5CF270}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