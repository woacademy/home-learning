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ACF4BB-14DE-423B-943C-D5984CF458D3}">
  <a:tblStyle styleId="{3CACF4BB-14DE-423B-943C-D5984CF458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{3CACF4BB-14DE-423B-943C-D5984CF458D3}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