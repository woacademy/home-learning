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8CB53F-3ADD-43C6-B5B1-1F84924A08DD}">
  <a:tblStyle styleId="{F08CB53F-3ADD-43C6-B5B1-1F84924A08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{F08CB53F-3ADD-43C6-B5B1-1F84924A08DD}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