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8030C5-21C1-47FC-8015-1BA0FB561019}">
  <a:tblStyle styleId="{018030C5-21C1-47FC-8015-1BA0FB5610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{018030C5-21C1-47FC-8015-1BA0FB561019}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