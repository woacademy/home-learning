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BFCED1-5F8E-4B06-8D20-0E8EC68D9A49}">
  <a:tblStyle styleId="{AABFCED1-5F8E-4B06-8D20-0E8EC68D9A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{AABFCED1-5F8E-4B06-8D20-0E8EC68D9A49}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