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3C79F2-0535-43A1-B3D5-BCC27C95F56F}">
  <a:tblStyle styleId="{F43C79F2-0535-43A1-B3D5-BCC27C95F5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{F43C79F2-0535-43A1-B3D5-BCC27C95F56F}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