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EE736-3020-4BBC-8A95-D2AFB8556929}">
  <a:tblStyle styleId="{FA6EE736-3020-4BBC-8A95-D2AFB85569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{FA6EE736-3020-4BBC-8A95-D2AFB8556929}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