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602829-AFF6-428E-B551-2BAC4060F6B5}">
  <a:tblStyle styleId="{10602829-AFF6-428E-B551-2BAC4060F6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{10602829-AFF6-428E-B551-2BAC4060F6B5}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