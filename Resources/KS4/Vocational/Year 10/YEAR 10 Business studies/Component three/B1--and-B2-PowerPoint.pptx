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2897F-5768-49C1-8C25-C19640B79BBB}">
  <a:tblStyle styleId="{17C2897F-5768-49C1-8C25-C19640B79B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{17C2897F-5768-49C1-8C25-C19640B79BBB}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