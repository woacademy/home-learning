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98E20A-9FF6-43D4-BDCD-1093E8C5E141}">
  <a:tblStyle styleId="{0C98E20A-9FF6-43D4-BDCD-1093E8C5E1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{0C98E20A-9FF6-43D4-BDCD-1093E8C5E141}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