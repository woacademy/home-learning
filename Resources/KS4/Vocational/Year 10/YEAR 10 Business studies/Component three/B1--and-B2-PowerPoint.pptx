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6C44B8B-0CCD-4C51-9A8F-916E6C9B0ACA}">
  <a:tblStyle styleId="{D6C44B8B-0CCD-4C51-9A8F-916E6C9B0AC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2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{D6C44B8B-0CCD-4C51-9A8F-916E6C9B0ACA}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