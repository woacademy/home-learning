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3B6B9E-0BF7-428D-8662-D9C63AABCCEC}">
  <a:tblStyle styleId="{463B6B9E-0BF7-428D-8662-D9C63AABCC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{463B6B9E-0BF7-428D-8662-D9C63AABCCEC}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