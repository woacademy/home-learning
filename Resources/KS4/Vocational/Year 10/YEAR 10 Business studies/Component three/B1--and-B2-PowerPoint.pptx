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D4A602-6E2F-429C-B6B2-27FEA5BCDBF6}">
  <a:tblStyle styleId="{CCD4A602-6E2F-429C-B6B2-27FEA5BCDB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{CCD4A602-6E2F-429C-B6B2-27FEA5BCDBF6}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