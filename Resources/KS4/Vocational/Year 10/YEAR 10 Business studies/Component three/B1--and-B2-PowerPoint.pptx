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46D252F-B5C2-4B05-81FA-57340EE8B599}">
  <a:tblStyle styleId="{D46D252F-B5C2-4B05-81FA-57340EE8B59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{D46D252F-B5C2-4B05-81FA-57340EE8B599}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