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97D9C8-0A2F-4B3E-8B11-E2E54CD76D25}">
  <a:tblStyle styleId="{3F97D9C8-0A2F-4B3E-8B11-E2E54CD76D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{3F97D9C8-0A2F-4B3E-8B11-E2E54CD76D25}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