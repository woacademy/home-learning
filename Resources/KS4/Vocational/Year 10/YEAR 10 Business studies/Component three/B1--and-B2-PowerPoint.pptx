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8B0350-37D8-4329-B848-8DAF27D31733}">
  <a:tblStyle styleId="{658B0350-37D8-4329-B848-8DAF27D31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{658B0350-37D8-4329-B848-8DAF27D31733}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