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32C321-45C8-469C-8311-107E7187D8B5}">
  <a:tblStyle styleId="{6132C321-45C8-469C-8311-107E7187D8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{6132C321-45C8-469C-8311-107E7187D8B5}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