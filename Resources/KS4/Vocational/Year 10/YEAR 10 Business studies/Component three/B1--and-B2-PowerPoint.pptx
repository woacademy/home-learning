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FB83DC-B44C-4264-88C5-7A5489CAFDA7}">
  <a:tblStyle styleId="{12FB83DC-B44C-4264-88C5-7A5489CAFD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{12FB83DC-B44C-4264-88C5-7A5489CAFDA7}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