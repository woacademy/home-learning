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C33BD9B-A362-49C2-80CC-56A1C1EA52D0}">
  <a:tblStyle styleId="{5C33BD9B-A362-49C2-80CC-56A1C1EA52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{5C33BD9B-A362-49C2-80CC-56A1C1EA52D0}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