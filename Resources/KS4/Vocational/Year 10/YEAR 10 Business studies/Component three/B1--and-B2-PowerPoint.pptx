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BBC4ED-D64F-4057-80EF-8D176B1ECA77}">
  <a:tblStyle styleId="{79BBC4ED-D64F-4057-80EF-8D176B1ECA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{79BBC4ED-D64F-4057-80EF-8D176B1ECA77}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