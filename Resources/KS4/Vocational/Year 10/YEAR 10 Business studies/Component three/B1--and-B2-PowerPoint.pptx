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C59F38-0C80-4568-BC98-A2D9E64FF4E2}">
  <a:tblStyle styleId="{A7C59F38-0C80-4568-BC98-A2D9E64FF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{A7C59F38-0C80-4568-BC98-A2D9E64FF4E2}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