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AC450-6765-470F-98A4-308F83BB6660}">
  <a:tblStyle styleId="{241AC450-6765-470F-98A4-308F83BB66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{241AC450-6765-470F-98A4-308F83BB6660}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