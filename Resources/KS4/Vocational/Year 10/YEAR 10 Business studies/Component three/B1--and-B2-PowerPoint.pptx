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0BF18-9C54-450D-B9F7-760581E5D37D}">
  <a:tblStyle styleId="{B850BF18-9C54-450D-B9F7-760581E5D3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{B850BF18-9C54-450D-B9F7-760581E5D37D}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