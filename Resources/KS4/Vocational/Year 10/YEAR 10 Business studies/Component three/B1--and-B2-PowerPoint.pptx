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9F2400-2B21-4D15-B3A5-7E4297E2F4BD}">
  <a:tblStyle styleId="{629F2400-2B21-4D15-B3A5-7E4297E2F4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{629F2400-2B21-4D15-B3A5-7E4297E2F4BD}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