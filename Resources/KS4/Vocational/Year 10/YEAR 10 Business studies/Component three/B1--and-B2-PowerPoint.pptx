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4E9CA0-EC79-4701-A71F-1A88C404702E}">
  <a:tblStyle styleId="{894E9CA0-EC79-4701-A71F-1A88C40470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{894E9CA0-EC79-4701-A71F-1A88C404702E}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