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C5DA0F-AC9E-4D39-B11D-5B2CCA822F3A}">
  <a:tblStyle styleId="{AAC5DA0F-AC9E-4D39-B11D-5B2CCA822F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{AAC5DA0F-AC9E-4D39-B11D-5B2CCA822F3A}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