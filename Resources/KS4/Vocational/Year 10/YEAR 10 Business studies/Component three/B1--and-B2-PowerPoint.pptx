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9115DF-63C7-4830-AC94-F47403BAC53E}">
  <a:tblStyle styleId="{479115DF-63C7-4830-AC94-F47403BAC5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{479115DF-63C7-4830-AC94-F47403BAC53E}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