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56FB9B-A431-43FD-AEDE-0463E16D7145}">
  <a:tblStyle styleId="{5556FB9B-A431-43FD-AEDE-0463E16D71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{5556FB9B-A431-43FD-AEDE-0463E16D7145}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