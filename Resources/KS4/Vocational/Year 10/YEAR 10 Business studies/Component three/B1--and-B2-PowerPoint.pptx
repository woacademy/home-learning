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920B71E-C43D-4C60-A31D-678753B0EA53}">
  <a:tblStyle styleId="{F920B71E-C43D-4C60-A31D-678753B0EA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{F920B71E-C43D-4C60-A31D-678753B0EA53}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