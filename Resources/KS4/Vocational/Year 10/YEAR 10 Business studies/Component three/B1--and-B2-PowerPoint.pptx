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DD2280-6E90-4107-B604-6223232A2A24}">
  <a:tblStyle styleId="{2FDD2280-6E90-4107-B604-6223232A2A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{2FDD2280-6E90-4107-B604-6223232A2A24}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