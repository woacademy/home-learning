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55FFA2-38C9-4FAB-8FA5-D4F59607AD64}">
  <a:tblStyle styleId="{6855FFA2-38C9-4FAB-8FA5-D4F59607AD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{6855FFA2-38C9-4FAB-8FA5-D4F59607AD64}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