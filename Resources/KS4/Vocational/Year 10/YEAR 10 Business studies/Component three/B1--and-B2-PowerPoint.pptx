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0FDD0C-6BEE-46A8-9923-E85D69C6FCD4}">
  <a:tblStyle styleId="{950FDD0C-6BEE-46A8-9923-E85D69C6FC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3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{950FDD0C-6BEE-46A8-9923-E85D69C6FCD4}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