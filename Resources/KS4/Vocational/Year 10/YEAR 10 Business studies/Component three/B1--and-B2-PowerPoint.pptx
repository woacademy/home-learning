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5A83C6-1612-470E-99A8-1B9323F3FAB3}">
  <a:tblStyle styleId="{9C5A83C6-1612-470E-99A8-1B9323F3FA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{9C5A83C6-1612-470E-99A8-1B9323F3FAB3}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