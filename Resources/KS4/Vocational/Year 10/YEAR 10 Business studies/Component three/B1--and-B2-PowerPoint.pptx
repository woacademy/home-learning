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523D0A-578D-4C10-915D-7D25D432E7E7}">
  <a:tblStyle styleId="{A4523D0A-578D-4C10-915D-7D25D432E7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{A4523D0A-578D-4C10-915D-7D25D432E7E7}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