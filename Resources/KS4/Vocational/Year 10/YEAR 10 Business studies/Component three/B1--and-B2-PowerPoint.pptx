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D5D6D4-8559-4304-BC88-1CA2623DFC93}">
  <a:tblStyle styleId="{14D5D6D4-8559-4304-BC88-1CA2623DFC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{14D5D6D4-8559-4304-BC88-1CA2623DFC93}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