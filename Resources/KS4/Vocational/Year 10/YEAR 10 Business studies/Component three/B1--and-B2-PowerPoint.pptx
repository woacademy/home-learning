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402154-3970-4C71-A3BB-7B66BED478BE}">
  <a:tblStyle styleId="{54402154-3970-4C71-A3BB-7B66BED478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{54402154-3970-4C71-A3BB-7B66BED478BE}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