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92B2D0-B059-4013-AC3A-E40521569CCC}">
  <a:tblStyle styleId="{CF92B2D0-B059-4013-AC3A-E40521569C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{CF92B2D0-B059-4013-AC3A-E40521569CCC}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