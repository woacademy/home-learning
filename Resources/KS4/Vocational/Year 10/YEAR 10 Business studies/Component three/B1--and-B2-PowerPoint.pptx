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F03A1-BB4F-4C06-A36E-DD6679C8CCD9}">
  <a:tblStyle styleId="{56EF03A1-BB4F-4C06-A36E-DD6679C8CC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{56EF03A1-BB4F-4C06-A36E-DD6679C8CCD9}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