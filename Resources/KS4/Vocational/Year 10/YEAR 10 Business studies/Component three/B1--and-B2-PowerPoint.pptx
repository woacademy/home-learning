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07AC1-87E9-4A34-8DAB-10EC71568F32}">
  <a:tblStyle styleId="{61D07AC1-87E9-4A34-8DAB-10EC71568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{61D07AC1-87E9-4A34-8DAB-10EC71568F32}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