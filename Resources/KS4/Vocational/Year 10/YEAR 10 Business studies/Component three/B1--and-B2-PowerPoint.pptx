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FFEE52-C7BA-449E-925E-BB50F22524E2}">
  <a:tblStyle styleId="{0EFFEE52-C7BA-449E-925E-BB50F22524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{0EFFEE52-C7BA-449E-925E-BB50F22524E2}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