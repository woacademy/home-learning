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0E340-4FDB-43E1-A6F6-F0E1CB6D6243}">
  <a:tblStyle styleId="{9B30E340-4FDB-43E1-A6F6-F0E1CB6D62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{9B30E340-4FDB-43E1-A6F6-F0E1CB6D6243}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