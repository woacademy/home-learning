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2D2AD2-C887-4B2D-A615-AB491F38CEEA}">
  <a:tblStyle styleId="{5B2D2AD2-C887-4B2D-A615-AB491F38CE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{5B2D2AD2-C887-4B2D-A615-AB491F38CEEA}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