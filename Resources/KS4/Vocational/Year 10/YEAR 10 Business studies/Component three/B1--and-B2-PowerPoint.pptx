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6FDAEF-8EF9-4C2B-9E25-9B4BBB378E71}">
  <a:tblStyle styleId="{7C6FDAEF-8EF9-4C2B-9E25-9B4BBB378E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{7C6FDAEF-8EF9-4C2B-9E25-9B4BBB378E71}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