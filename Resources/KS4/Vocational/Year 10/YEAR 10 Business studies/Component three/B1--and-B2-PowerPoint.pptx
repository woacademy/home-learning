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C83266-5C79-443E-AC2D-DF26AE712481}">
  <a:tblStyle styleId="{56C83266-5C79-443E-AC2D-DF26AE7124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{56C83266-5C79-443E-AC2D-DF26AE712481}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