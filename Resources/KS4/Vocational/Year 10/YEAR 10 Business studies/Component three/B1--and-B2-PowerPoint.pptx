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D55E5-3C7B-4AC6-AFAC-14C4691F5329}">
  <a:tblStyle styleId="{1D1D55E5-3C7B-4AC6-AFAC-14C4691F53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{1D1D55E5-3C7B-4AC6-AFAC-14C4691F5329}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