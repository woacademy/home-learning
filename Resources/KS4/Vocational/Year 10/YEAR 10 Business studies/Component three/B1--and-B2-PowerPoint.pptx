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1CDFD6-F094-477C-9D07-9691DB497950}">
  <a:tblStyle styleId="{CA1CDFD6-F094-477C-9D07-9691DB4979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{CA1CDFD6-F094-477C-9D07-9691DB497950}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