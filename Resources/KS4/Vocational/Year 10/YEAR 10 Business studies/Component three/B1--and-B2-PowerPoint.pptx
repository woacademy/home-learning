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028F35-6991-4D21-BFD1-D4C7AC568789}">
  <a:tblStyle styleId="{21028F35-6991-4D21-BFD1-D4C7AC5687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{21028F35-6991-4D21-BFD1-D4C7AC568789}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