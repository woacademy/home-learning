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16FF90-6759-455A-A312-BC17AB4A5A81}">
  <a:tblStyle styleId="{A116FF90-6759-455A-A312-BC17AB4A5A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{A116FF90-6759-455A-A312-BC17AB4A5A81}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