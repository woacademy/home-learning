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0D2A6-25DB-496F-9104-B1726D326CFF}">
  <a:tblStyle styleId="{2C80D2A6-25DB-496F-9104-B1726D326C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{2C80D2A6-25DB-496F-9104-B1726D326CFF}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