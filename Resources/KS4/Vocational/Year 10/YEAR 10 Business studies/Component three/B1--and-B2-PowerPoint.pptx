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D731BC-28B6-49BA-B5AE-1B2D56869973}">
  <a:tblStyle styleId="{38D731BC-28B6-49BA-B5AE-1B2D568699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{38D731BC-28B6-49BA-B5AE-1B2D56869973}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