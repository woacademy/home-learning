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CA117F-BF93-4C6F-A41A-F4056003AA32}">
  <a:tblStyle styleId="{1BCA117F-BF93-4C6F-A41A-F4056003AA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{1BCA117F-BF93-4C6F-A41A-F4056003AA32}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