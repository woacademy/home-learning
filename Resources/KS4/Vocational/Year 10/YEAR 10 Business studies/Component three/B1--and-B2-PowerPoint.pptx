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627078-74A0-49E3-BE39-2FDBC5C0B8B0}">
  <a:tblStyle styleId="{67627078-74A0-49E3-BE39-2FDBC5C0B8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{67627078-74A0-49E3-BE39-2FDBC5C0B8B0}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