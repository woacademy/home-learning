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C8DE47-0582-46F3-ABE3-895D6D16116C}">
  <a:tblStyle styleId="{FAC8DE47-0582-46F3-ABE3-895D6D1611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{FAC8DE47-0582-46F3-ABE3-895D6D16116C}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