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D3D457-1653-4255-8800-0D09A517ED6B}">
  <a:tblStyle styleId="{E8D3D457-1653-4255-8800-0D09A517ED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{E8D3D457-1653-4255-8800-0D09A517ED6B}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