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F35A3-2EDE-4C93-8594-3FF2D73A4002}">
  <a:tblStyle styleId="{308F35A3-2EDE-4C93-8594-3FF2D73A4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{308F35A3-2EDE-4C93-8594-3FF2D73A4002}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