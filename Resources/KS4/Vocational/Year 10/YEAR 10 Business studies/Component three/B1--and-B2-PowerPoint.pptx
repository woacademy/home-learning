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9F3086-2635-4941-A364-80A2719A55EC}">
  <a:tblStyle styleId="{449F3086-2635-4941-A364-80A2719A55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{449F3086-2635-4941-A364-80A2719A55EC}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