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906C65-5EB0-492A-A08B-65758D97F622}">
  <a:tblStyle styleId="{BE906C65-5EB0-492A-A08B-65758D97F62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{BE906C65-5EB0-492A-A08B-65758D97F622}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