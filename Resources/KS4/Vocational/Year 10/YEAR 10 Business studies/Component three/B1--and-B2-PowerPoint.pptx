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BF5E5E-E538-4BAE-9298-22A05646216F}">
  <a:tblStyle styleId="{65BF5E5E-E538-4BAE-9298-22A0564621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{65BF5E5E-E538-4BAE-9298-22A05646216F}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