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81CC84-2C83-4ED1-8C57-715D3FBF3657}">
  <a:tblStyle styleId="{4981CC84-2C83-4ED1-8C57-715D3FBF36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{4981CC84-2C83-4ED1-8C57-715D3FBF3657}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