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206071-D8CD-4B88-8B6D-C3E82DBDD06B}">
  <a:tblStyle styleId="{4A206071-D8CD-4B88-8B6D-C3E82DBDD0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{4A206071-D8CD-4B88-8B6D-C3E82DBDD06B}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