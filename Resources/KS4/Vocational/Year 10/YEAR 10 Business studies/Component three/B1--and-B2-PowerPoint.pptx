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EFBCB0-FCEC-4BED-84DC-87DE546FE399}">
  <a:tblStyle styleId="{00EFBCB0-FCEC-4BED-84DC-87DE546FE3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{00EFBCB0-FCEC-4BED-84DC-87DE546FE399}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