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DD6ED8-355E-43C1-A499-531699591D1A}">
  <a:tblStyle styleId="{12DD6ED8-355E-43C1-A499-531699591D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{12DD6ED8-355E-43C1-A499-531699591D1A}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