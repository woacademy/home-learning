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DFDCAE-52ED-441B-B356-D8A7EA72A4D6}">
  <a:tblStyle styleId="{9CDFDCAE-52ED-441B-B356-D8A7EA72A4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{9CDFDCAE-52ED-441B-B356-D8A7EA72A4D6}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