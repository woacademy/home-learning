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E33BDD-D4F3-4116-9A48-7E4707940FE0}">
  <a:tblStyle styleId="{EBE33BDD-D4F3-4116-9A48-7E4707940F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{EBE33BDD-D4F3-4116-9A48-7E4707940FE0}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