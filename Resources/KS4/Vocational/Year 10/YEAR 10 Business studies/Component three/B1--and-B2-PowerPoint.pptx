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EAD679-903A-494B-9930-B7FDC7ABE034}">
  <a:tblStyle styleId="{3BEAD679-903A-494B-9930-B7FDC7ABE0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{3BEAD679-903A-494B-9930-B7FDC7ABE034}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