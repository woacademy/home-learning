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1C4DD1-1661-472B-9DD3-8635569BF128}">
  <a:tblStyle styleId="{851C4DD1-1661-472B-9DD3-8635569BF1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{851C4DD1-1661-472B-9DD3-8635569BF128}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