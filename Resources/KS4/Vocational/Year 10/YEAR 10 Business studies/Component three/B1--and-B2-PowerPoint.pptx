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1DB70F-BFD1-4287-BA23-E7371D34BEE7}">
  <a:tblStyle styleId="{151DB70F-BFD1-4287-BA23-E7371D34BE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{151DB70F-BFD1-4287-BA23-E7371D34BEE7}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