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526BC9-1CF3-45F1-B89D-484876083323}">
  <a:tblStyle styleId="{08526BC9-1CF3-45F1-B89D-4848760833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{08526BC9-1CF3-45F1-B89D-484876083323}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