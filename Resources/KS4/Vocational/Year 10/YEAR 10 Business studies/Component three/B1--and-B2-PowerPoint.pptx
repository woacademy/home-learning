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2F75A1-F3C1-4DDA-8343-D4BEAE0DA6C5}">
  <a:tblStyle styleId="{DC2F75A1-F3C1-4DDA-8343-D4BEAE0DA6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{DC2F75A1-F3C1-4DDA-8343-D4BEAE0DA6C5}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