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BD1352-3DD4-421B-ADA6-5F43E8FA5852}">
  <a:tblStyle styleId="{16BD1352-3DD4-421B-ADA6-5F43E8FA58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{16BD1352-3DD4-421B-ADA6-5F43E8FA5852}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