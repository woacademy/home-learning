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304EB1-D12A-4811-9D95-3AB344A3B64F}">
  <a:tblStyle styleId="{63304EB1-D12A-4811-9D95-3AB344A3B6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{63304EB1-D12A-4811-9D95-3AB344A3B64F}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