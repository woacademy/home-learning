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886831-2CF3-4AD2-A75B-0CBC01AB91DF}">
  <a:tblStyle styleId="{2A886831-2CF3-4AD2-A75B-0CBC01AB91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{2A886831-2CF3-4AD2-A75B-0CBC01AB91DF}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