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70623-A1DA-4C9C-B8C6-E70B43DEBA6D}">
  <a:tblStyle styleId="{0E370623-A1DA-4C9C-B8C6-E70B43DEBA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{0E370623-A1DA-4C9C-B8C6-E70B43DEBA6D}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