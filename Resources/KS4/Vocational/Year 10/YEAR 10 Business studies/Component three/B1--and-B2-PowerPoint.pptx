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066E0F-7567-4ACD-8D20-00A31949BEE2}">
  <a:tblStyle styleId="{E3066E0F-7567-4ACD-8D20-00A31949BE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{E3066E0F-7567-4ACD-8D20-00A31949BEE2}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