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AA962E-C46B-4EC6-975B-DC8915FEAFB4}">
  <a:tblStyle styleId="{2AAA962E-C46B-4EC6-975B-DC8915FEAF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{2AAA962E-C46B-4EC6-975B-DC8915FEAFB4}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