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E37BAD-C108-444B-846D-726489B25D88}">
  <a:tblStyle styleId="{E0E37BAD-C108-444B-846D-726489B25D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{E0E37BAD-C108-444B-846D-726489B25D88}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