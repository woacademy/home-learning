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368CB8-01A2-425F-BEF8-EC7A3A5205F2}">
  <a:tblStyle styleId="{73368CB8-01A2-425F-BEF8-EC7A3A5205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{73368CB8-01A2-425F-BEF8-EC7A3A5205F2}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