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3ECEE20-5F00-4626-A278-2B73BEE525F9}">
  <a:tblStyle styleId="{13ECEE20-5F00-4626-A278-2B73BEE525F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{13ECEE20-5F00-4626-A278-2B73BEE525F9}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