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427C4B-1E59-4C71-B9DB-1A960CFC5637}">
  <a:tblStyle styleId="{1A427C4B-1E59-4C71-B9DB-1A960CFC563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{1A427C4B-1E59-4C71-B9DB-1A960CFC5637}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