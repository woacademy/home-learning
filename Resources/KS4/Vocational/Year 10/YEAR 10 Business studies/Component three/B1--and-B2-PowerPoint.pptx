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97592D-9A87-49BE-ADD2-68D2A1264F4F}">
  <a:tblStyle styleId="{3097592D-9A87-49BE-ADD2-68D2A1264F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{3097592D-9A87-49BE-ADD2-68D2A1264F4F}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