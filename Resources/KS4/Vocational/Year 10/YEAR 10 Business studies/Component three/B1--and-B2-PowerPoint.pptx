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7D12D-FD80-45D0-8428-169E19B47B78}">
  <a:tblStyle styleId="{8BE7D12D-FD80-45D0-8428-169E19B47B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{8BE7D12D-FD80-45D0-8428-169E19B47B78}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