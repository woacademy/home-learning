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948872-E80D-4221-9D32-9DD1A08AD4A1}">
  <a:tblStyle styleId="{30948872-E80D-4221-9D32-9DD1A08AD4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{30948872-E80D-4221-9D32-9DD1A08AD4A1}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