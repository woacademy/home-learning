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313B5-A29A-4935-BEF0-23EE3A68BA67}">
  <a:tblStyle styleId="{BA3313B5-A29A-4935-BEF0-23EE3A68B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{BA3313B5-A29A-4935-BEF0-23EE3A68BA67}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