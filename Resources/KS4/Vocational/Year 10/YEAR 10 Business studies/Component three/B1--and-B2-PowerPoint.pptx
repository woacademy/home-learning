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993B4F-B360-4256-8690-F40E31DF7D1F}">
  <a:tblStyle styleId="{DE993B4F-B360-4256-8690-F40E31DF7D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{DE993B4F-B360-4256-8690-F40E31DF7D1F}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