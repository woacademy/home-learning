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D0C7FD-E39A-4B97-8505-7A5A708BD698}">
  <a:tblStyle styleId="{36D0C7FD-E39A-4B97-8505-7A5A708BD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{36D0C7FD-E39A-4B97-8505-7A5A708BD698}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