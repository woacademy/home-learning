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AB116D-2901-445B-90A4-817F036DA500}">
  <a:tblStyle styleId="{6FAB116D-2901-445B-90A4-817F036DA5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{6FAB116D-2901-445B-90A4-817F036DA500}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