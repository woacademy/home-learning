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8A8AA1-B235-4B2F-8DFC-9741A315AB09}">
  <a:tblStyle styleId="{468A8AA1-B235-4B2F-8DFC-9741A315AB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{468A8AA1-B235-4B2F-8DFC-9741A315AB09}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