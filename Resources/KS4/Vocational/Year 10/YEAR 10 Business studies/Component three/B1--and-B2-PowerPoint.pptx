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7ACE16-7B01-4A1D-98B8-8AB7F9FB311F}">
  <a:tblStyle styleId="{F67ACE16-7B01-4A1D-98B8-8AB7F9FB311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7.png"/><Relationship Id="rId5" Type="http://schemas.openxmlformats.org/officeDocument/2006/relationships/image" Target="../media/image3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{F67ACE16-7B01-4A1D-98B8-8AB7F9FB311F}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