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7E64B3-600C-4452-9997-459168A829FD}">
  <a:tblStyle styleId="{207E64B3-600C-4452-9997-459168A829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{207E64B3-600C-4452-9997-459168A829FD}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