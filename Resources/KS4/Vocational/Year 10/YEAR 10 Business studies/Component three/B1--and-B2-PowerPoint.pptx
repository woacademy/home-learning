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E6ED95-60FF-406F-A1C7-51B56739CAE1}">
  <a:tblStyle styleId="{4AE6ED95-60FF-406F-A1C7-51B56739CA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{4AE6ED95-60FF-406F-A1C7-51B56739CAE1}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