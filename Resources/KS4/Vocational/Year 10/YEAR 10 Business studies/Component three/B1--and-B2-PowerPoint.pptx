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9D3B4A-BC67-4C75-9B92-C53A121C19F5}">
  <a:tblStyle styleId="{B99D3B4A-BC67-4C75-9B92-C53A121C19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{B99D3B4A-BC67-4C75-9B92-C53A121C19F5}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