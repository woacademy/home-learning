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1D04CC-FC37-4BED-8862-8954C2D0E4D4}">
  <a:tblStyle styleId="{5A1D04CC-FC37-4BED-8862-8954C2D0E4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{5A1D04CC-FC37-4BED-8862-8954C2D0E4D4}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