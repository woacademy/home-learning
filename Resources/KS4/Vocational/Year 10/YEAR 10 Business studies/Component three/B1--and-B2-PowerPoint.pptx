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63A5A7-4527-42AF-B30D-86AAAE414FCD}">
  <a:tblStyle styleId="{0663A5A7-4527-42AF-B30D-86AAAE414FC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{0663A5A7-4527-42AF-B30D-86AAAE414FCD}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