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00470E-BD7E-4120-89B1-EC856199EF09}">
  <a:tblStyle styleId="{7800470E-BD7E-4120-89B1-EC856199EF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{7800470E-BD7E-4120-89B1-EC856199EF09}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