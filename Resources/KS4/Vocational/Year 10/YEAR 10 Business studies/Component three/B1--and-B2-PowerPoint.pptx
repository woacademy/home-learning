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39FD09-B23B-4C73-A15D-104D3DB5C460}">
  <a:tblStyle styleId="{A839FD09-B23B-4C73-A15D-104D3DB5C4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{A839FD09-B23B-4C73-A15D-104D3DB5C460}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