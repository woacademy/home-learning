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7AE0D-7FDF-4FBA-8D2C-A1FF71E8E200}">
  <a:tblStyle styleId="{9467AE0D-7FDF-4FBA-8D2C-A1FF71E8E2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{9467AE0D-7FDF-4FBA-8D2C-A1FF71E8E200}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