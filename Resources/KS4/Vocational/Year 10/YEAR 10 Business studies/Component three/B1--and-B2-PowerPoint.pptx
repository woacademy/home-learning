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1552CB9-30F3-4A65-9D3A-99E42154B016}">
  <a:tblStyle styleId="{61552CB9-30F3-4A65-9D3A-99E42154B01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8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{61552CB9-30F3-4A65-9D3A-99E42154B016}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