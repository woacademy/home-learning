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8E80B8-71B0-4341-8107-B081D0403A16}">
  <a:tblStyle styleId="{E98E80B8-71B0-4341-8107-B081D0403A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{E98E80B8-71B0-4341-8107-B081D0403A16}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