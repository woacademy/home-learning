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4073E-46E8-41E2-83FB-EDA4AA312737}">
  <a:tblStyle styleId="{3594073E-46E8-41E2-83FB-EDA4AA3127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{3594073E-46E8-41E2-83FB-EDA4AA312737}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