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8720B-B659-4721-97EE-1D24AE8EA396}">
  <a:tblStyle styleId="{0288720B-B659-4721-97EE-1D24AE8EA3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{0288720B-B659-4721-97EE-1D24AE8EA396}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