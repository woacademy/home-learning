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78101-1DA3-43A4-840E-ABAD3CD8219A}">
  <a:tblStyle styleId="{47E78101-1DA3-43A4-840E-ABAD3CD82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{47E78101-1DA3-43A4-840E-ABAD3CD8219A}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