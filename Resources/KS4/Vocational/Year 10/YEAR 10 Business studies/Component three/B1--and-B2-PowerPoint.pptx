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5E885A-AA2B-4D4E-8B84-F0F50C446437}">
  <a:tblStyle styleId="{615E885A-AA2B-4D4E-8B84-F0F50C4464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{615E885A-AA2B-4D4E-8B84-F0F50C446437}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