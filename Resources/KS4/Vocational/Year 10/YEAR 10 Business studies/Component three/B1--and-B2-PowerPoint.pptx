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EEE2A6-1417-48F7-96D7-4FE96396F622}">
  <a:tblStyle styleId="{06EEE2A6-1417-48F7-96D7-4FE96396F6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{06EEE2A6-1417-48F7-96D7-4FE96396F622}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