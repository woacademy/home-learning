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C5A2D-4BEE-4AB5-B34E-2218163C544B}">
  <a:tblStyle styleId="{857C5A2D-4BEE-4AB5-B34E-2218163C5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{857C5A2D-4BEE-4AB5-B34E-2218163C544B}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