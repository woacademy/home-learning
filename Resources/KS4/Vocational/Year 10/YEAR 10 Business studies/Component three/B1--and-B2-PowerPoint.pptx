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AF850E-B037-4DBE-8B6E-3DF51BF43327}">
  <a:tblStyle styleId="{80AF850E-B037-4DBE-8B6E-3DF51BF433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{80AF850E-B037-4DBE-8B6E-3DF51BF43327}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