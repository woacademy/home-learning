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057FD0-EB40-4FA3-910A-66F92B6BD4D4}">
  <a:tblStyle styleId="{FD057FD0-EB40-4FA3-910A-66F92B6BD4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{FD057FD0-EB40-4FA3-910A-66F92B6BD4D4}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