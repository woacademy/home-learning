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9356F8-2016-4079-9764-002E7FB01CCD}">
  <a:tblStyle styleId="{F99356F8-2016-4079-9764-002E7FB01C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{F99356F8-2016-4079-9764-002E7FB01CCD}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