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D87487-9A69-488A-8F05-9749A34164C0}">
  <a:tblStyle styleId="{E6D87487-9A69-488A-8F05-9749A34164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{E6D87487-9A69-488A-8F05-9749A34164C0}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