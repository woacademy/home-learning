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966D994-02E3-468F-9871-DBEBDFDF5B95}">
  <a:tblStyle styleId="{B966D994-02E3-468F-9871-DBEBDFDF5B9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8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{B966D994-02E3-468F-9871-DBEBDFDF5B95}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