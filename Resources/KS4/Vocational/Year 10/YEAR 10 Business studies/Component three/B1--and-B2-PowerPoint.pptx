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92878D-CE1F-4571-9BE0-5BE5DD3E6A1E}">
  <a:tblStyle styleId="{F992878D-CE1F-4571-9BE0-5BE5DD3E6A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{F992878D-CE1F-4571-9BE0-5BE5DD3E6A1E}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