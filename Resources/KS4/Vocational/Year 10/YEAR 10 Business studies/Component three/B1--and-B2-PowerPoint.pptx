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88BE3-F663-40D7-82EB-534EB8C3B3B2}">
  <a:tblStyle styleId="{CA688BE3-F663-40D7-82EB-534EB8C3B3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{CA688BE3-F663-40D7-82EB-534EB8C3B3B2}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