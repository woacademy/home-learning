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648AA3-7C0E-4FD2-8D97-4AF5542E4CCC}">
  <a:tblStyle styleId="{A6648AA3-7C0E-4FD2-8D97-4AF5542E4C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{A6648AA3-7C0E-4FD2-8D97-4AF5542E4CCC}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