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BA9C60-3C0F-4388-B202-3768BB988F51}">
  <a:tblStyle styleId="{9CBA9C60-3C0F-4388-B202-3768BB988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{9CBA9C60-3C0F-4388-B202-3768BB988F51}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