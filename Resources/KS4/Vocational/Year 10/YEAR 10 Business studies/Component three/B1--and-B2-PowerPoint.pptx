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3AC24F-9CC2-435A-B8A7-A018CDDDFA42}">
  <a:tblStyle styleId="{653AC24F-9CC2-435A-B8A7-A018CDDDFA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{653AC24F-9CC2-435A-B8A7-A018CDDDFA42}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