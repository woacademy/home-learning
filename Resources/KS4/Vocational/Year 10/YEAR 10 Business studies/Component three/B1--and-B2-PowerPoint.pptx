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3B07F7-737B-4850-AE2C-BD4ED2480084}">
  <a:tblStyle styleId="{1E3B07F7-737B-4850-AE2C-BD4ED24800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{1E3B07F7-737B-4850-AE2C-BD4ED2480084}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