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8F4DD0-6793-42C7-8878-07040F6DAF28}">
  <a:tblStyle styleId="{FC8F4DD0-6793-42C7-8878-07040F6DAF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{FC8F4DD0-6793-42C7-8878-07040F6DAF28}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