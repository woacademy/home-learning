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422157-F066-46E0-9B3E-00E8AB617058}">
  <a:tblStyle styleId="{B2422157-F066-46E0-9B3E-00E8AB6170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{B2422157-F066-46E0-9B3E-00E8AB617058}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