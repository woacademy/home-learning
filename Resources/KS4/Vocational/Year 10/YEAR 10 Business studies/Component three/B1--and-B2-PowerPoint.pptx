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F7FE84-9A80-4004-B6D7-2C2A47C3E776}">
  <a:tblStyle styleId="{0BF7FE84-9A80-4004-B6D7-2C2A47C3E7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{0BF7FE84-9A80-4004-B6D7-2C2A47C3E776}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