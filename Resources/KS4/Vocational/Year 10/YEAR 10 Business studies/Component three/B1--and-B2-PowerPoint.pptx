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B9763BC-D351-4015-9E4B-240803C3CCF5}">
  <a:tblStyle styleId="{EB9763BC-D351-4015-9E4B-240803C3CC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{EB9763BC-D351-4015-9E4B-240803C3CCF5}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