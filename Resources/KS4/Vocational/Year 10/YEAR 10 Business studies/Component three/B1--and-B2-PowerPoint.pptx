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55E467-10C0-445D-81E4-7FDF3CEE284A}">
  <a:tblStyle styleId="{CD55E467-10C0-445D-81E4-7FDF3CEE28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{CD55E467-10C0-445D-81E4-7FDF3CEE284A}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