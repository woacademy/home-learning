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908AD7-06F4-47DD-B4D5-881BD9666E08}">
  <a:tblStyle styleId="{45908AD7-06F4-47DD-B4D5-881BD9666E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{45908AD7-06F4-47DD-B4D5-881BD9666E08}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