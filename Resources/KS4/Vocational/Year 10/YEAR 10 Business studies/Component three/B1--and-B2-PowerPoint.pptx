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AE1944-678A-4AEF-BE86-C19729C0EA5B}">
  <a:tblStyle styleId="{5EAE1944-678A-4AEF-BE86-C19729C0EA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{5EAE1944-678A-4AEF-BE86-C19729C0EA5B}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