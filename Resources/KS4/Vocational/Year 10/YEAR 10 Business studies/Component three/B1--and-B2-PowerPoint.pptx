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2F816F-C2A8-4F4A-81A8-F5B0E110F3D8}">
  <a:tblStyle styleId="{772F816F-C2A8-4F4A-81A8-F5B0E110F3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{772F816F-C2A8-4F4A-81A8-F5B0E110F3D8}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