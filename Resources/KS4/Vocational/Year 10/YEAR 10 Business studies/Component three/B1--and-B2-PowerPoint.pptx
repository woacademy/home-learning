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5AE99B-12BB-46E7-9F9F-074CBE68CEBC}">
  <a:tblStyle styleId="{FF5AE99B-12BB-46E7-9F9F-074CBE68CE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{FF5AE99B-12BB-46E7-9F9F-074CBE68CEBC}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