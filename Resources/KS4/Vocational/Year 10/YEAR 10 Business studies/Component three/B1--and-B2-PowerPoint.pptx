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95FCB-F218-4EDB-8D66-F8A090A54E09}">
  <a:tblStyle styleId="{EC495FCB-F218-4EDB-8D66-F8A090A54E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{EC495FCB-F218-4EDB-8D66-F8A090A54E09}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