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93FBA0-22B8-4EC7-A79F-3A78F61E84A9}">
  <a:tblStyle styleId="{9493FBA0-22B8-4EC7-A79F-3A78F61E84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{9493FBA0-22B8-4EC7-A79F-3A78F61E84A9}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