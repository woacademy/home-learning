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8C504A-6274-47EC-916A-886673C7C266}">
  <a:tblStyle styleId="{648C504A-6274-47EC-916A-886673C7C2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{648C504A-6274-47EC-916A-886673C7C266}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