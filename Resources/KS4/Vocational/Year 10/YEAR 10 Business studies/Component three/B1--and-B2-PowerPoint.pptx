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B9CD20-FD3A-478C-8196-4C882CA2551A}">
  <a:tblStyle styleId="{FCB9CD20-FD3A-478C-8196-4C882CA255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{FCB9CD20-FD3A-478C-8196-4C882CA2551A}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