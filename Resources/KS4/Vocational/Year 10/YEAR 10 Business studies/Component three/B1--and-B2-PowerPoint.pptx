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47756B-1A2B-4EB8-BC11-B818F2CA0919}">
  <a:tblStyle styleId="{2947756B-1A2B-4EB8-BC11-B818F2CA09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{2947756B-1A2B-4EB8-BC11-B818F2CA0919}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