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1F9446-F6FA-4C37-AB53-0EFAC3E19740}">
  <a:tblStyle styleId="{451F9446-F6FA-4C37-AB53-0EFAC3E197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{451F9446-F6FA-4C37-AB53-0EFAC3E19740}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