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EA314B0-9C9E-44AF-8274-D58D29FBF391}">
  <a:tblStyle styleId="{0EA314B0-9C9E-44AF-8274-D58D29FBF39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{0EA314B0-9C9E-44AF-8274-D58D29FBF391}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