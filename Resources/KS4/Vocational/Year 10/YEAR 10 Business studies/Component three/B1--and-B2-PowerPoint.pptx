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47819F-53FF-48A8-9C33-A6A6EF131416}">
  <a:tblStyle styleId="{C547819F-53FF-48A8-9C33-A6A6EF1314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{C547819F-53FF-48A8-9C33-A6A6EF131416}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