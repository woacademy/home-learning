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52D3E8-CB7C-4477-A803-04346D772B0A}">
  <a:tblStyle styleId="{5552D3E8-CB7C-4477-A803-04346D772B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{5552D3E8-CB7C-4477-A803-04346D772B0A}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