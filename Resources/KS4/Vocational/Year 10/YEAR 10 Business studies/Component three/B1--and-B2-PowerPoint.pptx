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B5EE9D-260D-4AFC-AEC4-FF73042739EC}">
  <a:tblStyle styleId="{4CB5EE9D-260D-4AFC-AEC4-FF73042739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{4CB5EE9D-260D-4AFC-AEC4-FF73042739EC}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