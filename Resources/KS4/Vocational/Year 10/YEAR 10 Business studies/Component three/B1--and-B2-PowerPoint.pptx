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6C0487-6A75-4F78-82A2-ECF456ACDDA4}">
  <a:tblStyle styleId="{986C0487-6A75-4F78-82A2-ECF456ACDD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{986C0487-6A75-4F78-82A2-ECF456ACDDA4}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