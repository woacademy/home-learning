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C26C7C1-57CE-4280-8C38-9354B047AEF7}">
  <a:tblStyle styleId="{CC26C7C1-57CE-4280-8C38-9354B047AEF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image" Target="../media/image6.png"/><Relationship Id="rId5" Type="http://schemas.openxmlformats.org/officeDocument/2006/relationships/image" Target="../media/image5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{CC26C7C1-57CE-4280-8C38-9354B047AEF7}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