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CA83B3-52D9-430E-8A5B-00D1428CF9E5}">
  <a:tblStyle styleId="{D3CA83B3-52D9-430E-8A5B-00D1428CF9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{D3CA83B3-52D9-430E-8A5B-00D1428CF9E5}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