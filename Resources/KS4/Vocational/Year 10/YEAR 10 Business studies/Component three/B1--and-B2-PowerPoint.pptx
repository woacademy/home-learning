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442967-F213-41BD-A4C8-247155414856}">
  <a:tblStyle styleId="{07442967-F213-41BD-A4C8-2471554148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{07442967-F213-41BD-A4C8-247155414856}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