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3CDA6C-8492-4A65-9FF8-BD19E7758104}">
  <a:tblStyle styleId="{203CDA6C-8492-4A65-9FF8-BD19E77581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{203CDA6C-8492-4A65-9FF8-BD19E7758104}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