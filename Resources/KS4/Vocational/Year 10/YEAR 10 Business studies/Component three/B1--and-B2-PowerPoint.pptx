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A7D7C2-F51A-4CAC-9FF3-F7A06898FA7D}">
  <a:tblStyle styleId="{05A7D7C2-F51A-4CAC-9FF3-F7A06898FA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{05A7D7C2-F51A-4CAC-9FF3-F7A06898FA7D}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