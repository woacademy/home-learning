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458058-E46A-4E84-9A53-16AD648F1F4E}">
  <a:tblStyle styleId="{24458058-E46A-4E84-9A53-16AD648F1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{24458058-E46A-4E84-9A53-16AD648F1F4E}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