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9B41303-FDFA-4376-AB1A-DFE2FB60088C}">
  <a:tblStyle styleId="{49B41303-FDFA-4376-AB1A-DFE2FB60088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4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8.png"/><Relationship Id="rId5" Type="http://schemas.openxmlformats.org/officeDocument/2006/relationships/image" Target="../media/image6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{49B41303-FDFA-4376-AB1A-DFE2FB60088C}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