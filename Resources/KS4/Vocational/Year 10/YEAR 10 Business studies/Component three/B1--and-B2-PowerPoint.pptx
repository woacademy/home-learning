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A11E42-3751-4304-890C-AB1AEB851A74}">
  <a:tblStyle styleId="{07A11E42-3751-4304-890C-AB1AEB851A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{07A11E42-3751-4304-890C-AB1AEB851A74}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