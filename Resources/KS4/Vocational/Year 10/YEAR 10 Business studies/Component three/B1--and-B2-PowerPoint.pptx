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06CDCC-A52A-43DC-8E87-8AEA092A008A}">
  <a:tblStyle styleId="{7C06CDCC-A52A-43DC-8E87-8AEA092A00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{7C06CDCC-A52A-43DC-8E87-8AEA092A008A}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