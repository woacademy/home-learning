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BEE965-05AD-4FC5-B8C5-BF8E29CA559C}">
  <a:tblStyle styleId="{53BEE965-05AD-4FC5-B8C5-BF8E29CA55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{53BEE965-05AD-4FC5-B8C5-BF8E29CA559C}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