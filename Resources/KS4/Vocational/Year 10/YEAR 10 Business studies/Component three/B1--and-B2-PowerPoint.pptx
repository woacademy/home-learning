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3AA666-550C-44AE-A9C7-9D3895963B7A}">
  <a:tblStyle styleId="{DD3AA666-550C-44AE-A9C7-9D3895963B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{DD3AA666-550C-44AE-A9C7-9D3895963B7A}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