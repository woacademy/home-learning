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BCE58-47EB-43B6-A1A3-82242BBD6AB6}">
  <a:tblStyle styleId="{ECCBCE58-47EB-43B6-A1A3-82242BBD6A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{ECCBCE58-47EB-43B6-A1A3-82242BBD6AB6}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