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51385F-7B4A-43C1-8AC1-4E229A6101DE}">
  <a:tblStyle styleId="{7051385F-7B4A-43C1-8AC1-4E229A6101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{7051385F-7B4A-43C1-8AC1-4E229A6101DE}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