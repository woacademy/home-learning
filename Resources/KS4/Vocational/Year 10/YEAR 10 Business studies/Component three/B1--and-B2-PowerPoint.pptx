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1B16E2-753F-4216-B394-BE721A6B6819}">
  <a:tblStyle styleId="{651B16E2-753F-4216-B394-BE721A6B681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3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{651B16E2-753F-4216-B394-BE721A6B6819}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