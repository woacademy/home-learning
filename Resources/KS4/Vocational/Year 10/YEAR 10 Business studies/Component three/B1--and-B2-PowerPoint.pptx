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CF090-46EE-435D-B304-26474EFBFB89}">
  <a:tblStyle styleId="{C7DCF090-46EE-435D-B304-26474EFBFB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{C7DCF090-46EE-435D-B304-26474EFBFB89}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