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0F95AF-22B7-4BD4-82D9-FA90C61FDC7C}">
  <a:tblStyle styleId="{410F95AF-22B7-4BD4-82D9-FA90C61FDC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{410F95AF-22B7-4BD4-82D9-FA90C61FDC7C}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