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9DE0A4-E920-41ED-88A2-CA2909AD048C}">
  <a:tblStyle styleId="{B79DE0A4-E920-41ED-88A2-CA2909AD04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{B79DE0A4-E920-41ED-88A2-CA2909AD048C}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