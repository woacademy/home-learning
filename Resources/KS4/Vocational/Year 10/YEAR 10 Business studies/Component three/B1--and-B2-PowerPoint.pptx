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84CBDB-90CC-4F81-BBD4-CD8FC15EB58D}">
  <a:tblStyle styleId="{9684CBDB-90CC-4F81-BBD4-CD8FC15EB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{9684CBDB-90CC-4F81-BBD4-CD8FC15EB58D}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