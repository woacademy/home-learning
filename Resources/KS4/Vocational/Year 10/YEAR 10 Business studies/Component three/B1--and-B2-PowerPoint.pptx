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1FD1E3-9C00-4D46-97CD-A73A1BDFAA21}">
  <a:tblStyle styleId="{6F1FD1E3-9C00-4D46-97CD-A73A1BDFAA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{6F1FD1E3-9C00-4D46-97CD-A73A1BDFAA21}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