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065C92-22BC-4D9A-91B0-BF367D49244A}">
  <a:tblStyle styleId="{1E065C92-22BC-4D9A-91B0-BF367D4924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{1E065C92-22BC-4D9A-91B0-BF367D49244A}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