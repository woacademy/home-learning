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934E23F-DB26-4F0E-AC2E-FDA6CA04D418}">
  <a:tblStyle styleId="{C934E23F-DB26-4F0E-AC2E-FDA6CA04D4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{C934E23F-DB26-4F0E-AC2E-FDA6CA04D418}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