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DBFB59-25E6-441F-A26B-F4A842048A3A}">
  <a:tblStyle styleId="{8FDBFB59-25E6-441F-A26B-F4A842048A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{8FDBFB59-25E6-441F-A26B-F4A842048A3A}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