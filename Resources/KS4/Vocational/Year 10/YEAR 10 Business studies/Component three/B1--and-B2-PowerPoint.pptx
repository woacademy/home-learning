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DA735C-710D-45D5-A7EA-53F75411F9B2}">
  <a:tblStyle styleId="{BFDA735C-710D-45D5-A7EA-53F75411F9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{BFDA735C-710D-45D5-A7EA-53F75411F9B2}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