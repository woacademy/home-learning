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A5F0CF-1556-437F-9653-AA733ADD96DC}">
  <a:tblStyle styleId="{92A5F0CF-1556-437F-9653-AA733ADD96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{92A5F0CF-1556-437F-9653-AA733ADD96DC}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