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CF128F-60D6-45A5-ABC1-5870B2DABEEF}">
  <a:tblStyle styleId="{3BCF128F-60D6-45A5-ABC1-5870B2DABE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{3BCF128F-60D6-45A5-ABC1-5870B2DABEEF}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