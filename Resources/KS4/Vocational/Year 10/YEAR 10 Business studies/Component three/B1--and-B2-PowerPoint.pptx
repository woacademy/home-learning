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CD4F9B-DB90-4653-ACFF-043612136441}">
  <a:tblStyle styleId="{6FCD4F9B-DB90-4653-ACFF-0436121364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{6FCD4F9B-DB90-4653-ACFF-043612136441}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