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24B752-4894-4A4A-8364-E8A40211C1D8}">
  <a:tblStyle styleId="{EE24B752-4894-4A4A-8364-E8A40211C1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{EE24B752-4894-4A4A-8364-E8A40211C1D8}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