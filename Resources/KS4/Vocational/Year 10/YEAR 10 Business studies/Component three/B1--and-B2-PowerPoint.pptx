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FEA5404-F378-44B9-ADF0-A7A865311475}">
  <a:tblStyle styleId="{7FEA5404-F378-44B9-ADF0-A7A8653114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{7FEA5404-F378-44B9-ADF0-A7A865311475}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