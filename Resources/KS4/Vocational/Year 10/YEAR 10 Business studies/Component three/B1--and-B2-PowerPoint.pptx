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93A18C-8123-4844-9895-C17F9E5A0D1F}">
  <a:tblStyle styleId="{1693A18C-8123-4844-9895-C17F9E5A0D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{1693A18C-8123-4844-9895-C17F9E5A0D1F}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