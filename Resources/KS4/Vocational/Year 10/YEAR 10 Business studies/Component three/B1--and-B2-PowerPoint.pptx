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102186-9DCB-42C2-991B-5BD06E1BF621}">
  <a:tblStyle styleId="{E4102186-9DCB-42C2-991B-5BD06E1BF6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{E4102186-9DCB-42C2-991B-5BD06E1BF621}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