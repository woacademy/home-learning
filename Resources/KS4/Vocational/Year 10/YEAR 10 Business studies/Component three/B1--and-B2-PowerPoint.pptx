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C6339B-8E1C-4EDF-ABFA-BDA7481B9F7C}">
  <a:tblStyle styleId="{2CC6339B-8E1C-4EDF-ABFA-BDA7481B9F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{2CC6339B-8E1C-4EDF-ABFA-BDA7481B9F7C}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