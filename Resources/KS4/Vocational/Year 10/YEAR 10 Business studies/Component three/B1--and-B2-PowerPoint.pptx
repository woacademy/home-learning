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A05FDC-77A2-4F96-B608-15C77BD4ED2A}">
  <a:tblStyle styleId="{C5A05FDC-77A2-4F96-B608-15C77BD4E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{C5A05FDC-77A2-4F96-B608-15C77BD4ED2A}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