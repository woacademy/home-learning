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82FF4E-F017-4849-866B-73DEA91539C4}">
  <a:tblStyle styleId="{BD82FF4E-F017-4849-866B-73DEA91539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{BD82FF4E-F017-4849-866B-73DEA91539C4}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