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BB2F56-A91E-4233-BD4E-04B4C47BE031}">
  <a:tblStyle styleId="{04BB2F56-A91E-4233-BD4E-04B4C47BE0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{04BB2F56-A91E-4233-BD4E-04B4C47BE031}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