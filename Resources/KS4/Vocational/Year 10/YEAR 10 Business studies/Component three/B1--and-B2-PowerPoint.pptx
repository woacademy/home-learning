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D915783-744F-4320-BD22-C8F97BF4CFF5}">
  <a:tblStyle styleId="{8D915783-744F-4320-BD22-C8F97BF4CFF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{8D915783-744F-4320-BD22-C8F97BF4CFF5}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