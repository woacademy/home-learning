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AF5FE7-0175-481B-B959-F1081573A8BD}">
  <a:tblStyle styleId="{17AF5FE7-0175-481B-B959-F1081573A8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3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{17AF5FE7-0175-481B-B959-F1081573A8BD}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