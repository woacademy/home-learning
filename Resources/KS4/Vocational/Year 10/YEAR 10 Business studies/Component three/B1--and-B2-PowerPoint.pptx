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15E02F-0F17-4AF7-A1C9-125A710508EA}">
  <a:tblStyle styleId="{CA15E02F-0F17-4AF7-A1C9-125A710508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{CA15E02F-0F17-4AF7-A1C9-125A710508EA}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