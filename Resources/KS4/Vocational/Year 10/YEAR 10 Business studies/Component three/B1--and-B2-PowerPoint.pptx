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6AD520-3F01-40CA-B57D-2339C1806157}">
  <a:tblStyle styleId="{B46AD520-3F01-40CA-B57D-2339C18061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{B46AD520-3F01-40CA-B57D-2339C1806157}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