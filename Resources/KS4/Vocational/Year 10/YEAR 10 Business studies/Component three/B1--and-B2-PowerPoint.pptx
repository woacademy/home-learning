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A9E9CF-F509-4053-AE2D-5171374E52F8}">
  <a:tblStyle styleId="{50A9E9CF-F509-4053-AE2D-5171374E52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{50A9E9CF-F509-4053-AE2D-5171374E52F8}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