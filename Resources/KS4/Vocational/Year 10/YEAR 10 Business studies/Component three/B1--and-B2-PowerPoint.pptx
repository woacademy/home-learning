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9413A9-C68D-4B4E-8DC2-91E008E7A6F2}">
  <a:tblStyle styleId="{D19413A9-C68D-4B4E-8DC2-91E008E7A6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{D19413A9-C68D-4B4E-8DC2-91E008E7A6F2}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