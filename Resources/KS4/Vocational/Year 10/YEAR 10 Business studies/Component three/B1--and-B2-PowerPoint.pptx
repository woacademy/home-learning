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66CC4-3313-4DAB-8D7F-34FD4E11523F}">
  <a:tblStyle styleId="{19B66CC4-3313-4DAB-8D7F-34FD4E1152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{19B66CC4-3313-4DAB-8D7F-34FD4E11523F}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