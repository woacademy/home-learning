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CD37FFE-2DCC-4D78-B7DD-0352E9A5E9D4}">
  <a:tblStyle styleId="{6CD37FFE-2DCC-4D78-B7DD-0352E9A5E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{6CD37FFE-2DCC-4D78-B7DD-0352E9A5E9D4}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