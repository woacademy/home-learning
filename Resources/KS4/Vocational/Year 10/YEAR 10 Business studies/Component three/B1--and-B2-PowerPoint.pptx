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E99023-3E52-4C3C-A3CA-04C44584D1CA}">
  <a:tblStyle styleId="{E6E99023-3E52-4C3C-A3CA-04C44584D1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{E6E99023-3E52-4C3C-A3CA-04C44584D1CA}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