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5DCD91-E742-4AEF-8793-082C3FA9F44D}">
  <a:tblStyle styleId="{D65DCD91-E742-4AEF-8793-082C3FA9F4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{D65DCD91-E742-4AEF-8793-082C3FA9F44D}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