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78E55E-1FD8-45B9-9772-535318934038}">
  <a:tblStyle styleId="{8F78E55E-1FD8-45B9-9772-5353189340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{8F78E55E-1FD8-45B9-9772-535318934038}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