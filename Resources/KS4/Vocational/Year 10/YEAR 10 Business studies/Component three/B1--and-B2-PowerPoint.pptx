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83A298-220B-4A78-8F9C-FEFBF4E528EB}">
  <a:tblStyle styleId="{CE83A298-220B-4A78-8F9C-FEFBF4E528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{CE83A298-220B-4A78-8F9C-FEFBF4E528EB}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