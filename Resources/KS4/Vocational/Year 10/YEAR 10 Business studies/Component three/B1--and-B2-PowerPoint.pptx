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EAFF7C-32C1-46AD-AD3A-BC8FA2210AB9}">
  <a:tblStyle styleId="{27EAFF7C-32C1-46AD-AD3A-BC8FA2210A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2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{27EAFF7C-32C1-46AD-AD3A-BC8FA2210AB9}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