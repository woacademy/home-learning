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D9FED5-4894-432A-8CFF-3CE58A470643}">
  <a:tblStyle styleId="{E6D9FED5-4894-432A-8CFF-3CE58A4706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{E6D9FED5-4894-432A-8CFF-3CE58A470643}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