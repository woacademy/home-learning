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AD9E07-B52D-4C8B-817F-D1ABAA835362}">
  <a:tblStyle styleId="{69AD9E07-B52D-4C8B-817F-D1ABAA83536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{69AD9E07-B52D-4C8B-817F-D1ABAA835362}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