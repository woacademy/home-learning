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5BDE68-A33B-4B37-BDCC-02F408BA4F9D}">
  <a:tblStyle styleId="{985BDE68-A33B-4B37-BDCC-02F408BA4F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{985BDE68-A33B-4B37-BDCC-02F408BA4F9D}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