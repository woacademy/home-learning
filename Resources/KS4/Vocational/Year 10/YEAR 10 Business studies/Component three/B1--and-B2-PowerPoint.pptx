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FE7E81-7B06-44D8-A7D2-84B70C1BB3D8}">
  <a:tblStyle styleId="{55FE7E81-7B06-44D8-A7D2-84B70C1BB3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{55FE7E81-7B06-44D8-A7D2-84B70C1BB3D8}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