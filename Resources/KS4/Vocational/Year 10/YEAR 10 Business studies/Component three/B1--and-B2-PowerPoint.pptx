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D07C44-6AFD-495B-811B-AB9B5A73EB90}">
  <a:tblStyle styleId="{84D07C44-6AFD-495B-811B-AB9B5A73EB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{84D07C44-6AFD-495B-811B-AB9B5A73EB90}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