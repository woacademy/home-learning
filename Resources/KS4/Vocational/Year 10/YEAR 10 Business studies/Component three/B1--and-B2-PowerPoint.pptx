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683CF05-9764-4921-AF84-D0F8C0DB0238}">
  <a:tblStyle styleId="{8683CF05-9764-4921-AF84-D0F8C0DB023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8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3.png"/><Relationship Id="rId5" Type="http://schemas.openxmlformats.org/officeDocument/2006/relationships/image" Target="../media/image5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{8683CF05-9764-4921-AF84-D0F8C0DB0238}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