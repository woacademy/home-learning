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165B28-8EBA-40E9-BD15-A08C1145C506}">
  <a:tblStyle styleId="{E7165B28-8EBA-40E9-BD15-A08C1145C5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{E7165B28-8EBA-40E9-BD15-A08C1145C506}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