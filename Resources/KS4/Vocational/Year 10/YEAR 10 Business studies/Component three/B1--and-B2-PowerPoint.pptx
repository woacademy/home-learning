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BE8454-9FA2-471D-BC02-EE2E38F805F9}">
  <a:tblStyle styleId="{73BE8454-9FA2-471D-BC02-EE2E38F80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{73BE8454-9FA2-471D-BC02-EE2E38F805F9}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