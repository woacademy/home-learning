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703764E-7510-4517-B310-2F945483B3EE}">
  <a:tblStyle styleId="{A703764E-7510-4517-B310-2F945483B3E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{A703764E-7510-4517-B310-2F945483B3EE}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