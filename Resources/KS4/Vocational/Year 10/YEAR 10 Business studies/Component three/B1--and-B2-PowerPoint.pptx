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B0A520-E0CD-40C9-9117-9B77FC6AAEF9}">
  <a:tblStyle styleId="{A6B0A520-E0CD-40C9-9117-9B77FC6AAE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{A6B0A520-E0CD-40C9-9117-9B77FC6AAEF9}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