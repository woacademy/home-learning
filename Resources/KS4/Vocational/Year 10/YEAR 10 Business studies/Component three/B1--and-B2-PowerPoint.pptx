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02F45B-2E4B-4676-8740-040301C7A9A7}">
  <a:tblStyle styleId="{4602F45B-2E4B-4676-8740-040301C7A9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{4602F45B-2E4B-4676-8740-040301C7A9A7}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