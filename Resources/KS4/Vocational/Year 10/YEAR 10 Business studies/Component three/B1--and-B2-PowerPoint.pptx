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078D06-A7F0-4E31-A103-0CAF5C825CC4}">
  <a:tblStyle styleId="{66078D06-A7F0-4E31-A103-0CAF5C825C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{66078D06-A7F0-4E31-A103-0CAF5C825CC4}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