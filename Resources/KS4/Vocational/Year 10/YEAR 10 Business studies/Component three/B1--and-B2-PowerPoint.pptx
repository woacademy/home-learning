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E92B47-0F65-4FF6-A681-F506525E80D3}">
  <a:tblStyle styleId="{5BE92B47-0F65-4FF6-A681-F506525E80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{5BE92B47-0F65-4FF6-A681-F506525E80D3}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