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7F8E32-B00A-4B09-AD22-36BD083F6BD6}">
  <a:tblStyle styleId="{777F8E32-B00A-4B09-AD22-36BD083F6B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{777F8E32-B00A-4B09-AD22-36BD083F6BD6}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