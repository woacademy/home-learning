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2024D-ED7A-4429-8971-FCF58BCE349D}">
  <a:tblStyle styleId="{9572024D-ED7A-4429-8971-FCF58BCE34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{9572024D-ED7A-4429-8971-FCF58BCE349D}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