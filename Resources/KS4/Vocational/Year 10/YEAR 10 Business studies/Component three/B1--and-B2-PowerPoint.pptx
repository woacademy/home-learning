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CF904-DE12-4640-B314-3F9CE65C8DB8}">
  <a:tblStyle styleId="{BEDCF904-DE12-4640-B314-3F9CE65C8D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{BEDCF904-DE12-4640-B314-3F9CE65C8DB8}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