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93B874-04C3-44B5-B90F-F51A612968A0}">
  <a:tblStyle styleId="{F193B874-04C3-44B5-B90F-F51A612968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{F193B874-04C3-44B5-B90F-F51A612968A0}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