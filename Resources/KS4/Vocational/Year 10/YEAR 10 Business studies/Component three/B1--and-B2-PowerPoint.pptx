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FF0C63-8911-4790-BBEC-D98D1AFF3812}">
  <a:tblStyle styleId="{53FF0C63-8911-4790-BBEC-D98D1AFF38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{53FF0C63-8911-4790-BBEC-D98D1AFF3812}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