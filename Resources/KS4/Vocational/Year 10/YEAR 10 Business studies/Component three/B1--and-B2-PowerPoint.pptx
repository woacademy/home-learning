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182254-3C78-4D93-B058-D14B809196B6}">
  <a:tblStyle styleId="{9C182254-3C78-4D93-B058-D14B809196B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{9C182254-3C78-4D93-B058-D14B809196B6}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