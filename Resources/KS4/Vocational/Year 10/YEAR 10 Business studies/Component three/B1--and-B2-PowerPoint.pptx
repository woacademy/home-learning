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2267A00-3611-43FB-9DD4-5B6AD42A1372}">
  <a:tblStyle styleId="{C2267A00-3611-43FB-9DD4-5B6AD42A13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{C2267A00-3611-43FB-9DD4-5B6AD42A1372}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