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15EBF4-388D-4351-9771-68A8121113D8}">
  <a:tblStyle styleId="{7C15EBF4-388D-4351-9771-68A8121113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{7C15EBF4-388D-4351-9771-68A8121113D8}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