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7C892C-FE99-4BAC-B40C-29105D041B36}">
  <a:tblStyle styleId="{2D7C892C-FE99-4BAC-B40C-29105D041B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{2D7C892C-FE99-4BAC-B40C-29105D041B36}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