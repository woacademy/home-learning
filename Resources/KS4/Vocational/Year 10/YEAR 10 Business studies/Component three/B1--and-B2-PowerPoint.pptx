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DB83B9-2160-49B6-9226-7E2EA048DC1C}">
  <a:tblStyle styleId="{AEDB83B9-2160-49B6-9226-7E2EA048DC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{AEDB83B9-2160-49B6-9226-7E2EA048DC1C}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