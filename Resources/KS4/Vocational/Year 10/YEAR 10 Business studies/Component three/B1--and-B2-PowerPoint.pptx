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FD5CE8-AEAE-4EFA-86AF-D625D394D54E}">
  <a:tblStyle styleId="{9CFD5CE8-AEAE-4EFA-86AF-D625D394D5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{9CFD5CE8-AEAE-4EFA-86AF-D625D394D54E}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