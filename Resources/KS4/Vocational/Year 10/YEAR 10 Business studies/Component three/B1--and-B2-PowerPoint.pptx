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D70CE3-3EF3-4765-ABD8-20264C5EE28E}">
  <a:tblStyle styleId="{75D70CE3-3EF3-4765-ABD8-20264C5EE2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{75D70CE3-3EF3-4765-ABD8-20264C5EE28E}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