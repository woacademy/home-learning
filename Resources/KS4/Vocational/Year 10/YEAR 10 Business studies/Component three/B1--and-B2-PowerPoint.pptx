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363763-A4B3-424F-852B-F62E72CDCCCF}">
  <a:tblStyle styleId="{6E363763-A4B3-424F-852B-F62E72CDCC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{6E363763-A4B3-424F-852B-F62E72CDCCCF}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