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C7ABEAB-6ACB-4B13-A302-4FD311FEF266}">
  <a:tblStyle styleId="{0C7ABEAB-6ACB-4B13-A302-4FD311FEF2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{0C7ABEAB-6ACB-4B13-A302-4FD311FEF266}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