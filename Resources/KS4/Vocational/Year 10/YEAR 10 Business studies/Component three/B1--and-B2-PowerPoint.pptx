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F1912E-AD34-4F48-B159-20E14E6579A7}">
  <a:tblStyle styleId="{B9F1912E-AD34-4F48-B159-20E14E6579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{B9F1912E-AD34-4F48-B159-20E14E6579A7}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