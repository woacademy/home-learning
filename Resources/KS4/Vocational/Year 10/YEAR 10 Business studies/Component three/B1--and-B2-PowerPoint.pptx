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B2B06C-F37C-4029-8B8B-484EEB0AB9D7}">
  <a:tblStyle styleId="{3DB2B06C-F37C-4029-8B8B-484EEB0AB9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{3DB2B06C-F37C-4029-8B8B-484EEB0AB9D7}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