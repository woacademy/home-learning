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036B60-029E-4731-AC65-2B78C7E26FD5}">
  <a:tblStyle styleId="{70036B60-029E-4731-AC65-2B78C7E26F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{70036B60-029E-4731-AC65-2B78C7E26FD5}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