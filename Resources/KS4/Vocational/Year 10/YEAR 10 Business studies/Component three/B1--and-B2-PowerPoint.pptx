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491B1A-8CF1-4F05-BB2D-04DFDB55C100}">
  <a:tblStyle styleId="{D6491B1A-8CF1-4F05-BB2D-04DFDB55C10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{D6491B1A-8CF1-4F05-BB2D-04DFDB55C100}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