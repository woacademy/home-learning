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F20F61-DAE9-4DB8-A533-8654C8CFC2B1}">
  <a:tblStyle styleId="{C1F20F61-DAE9-4DB8-A533-8654C8CFC2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{C1F20F61-DAE9-4DB8-A533-8654C8CFC2B1}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