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51120D-9DC9-4EB3-BB09-44D79F582ECC}">
  <a:tblStyle styleId="{F551120D-9DC9-4EB3-BB09-44D79F582E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{F551120D-9DC9-4EB3-BB09-44D79F582ECC}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