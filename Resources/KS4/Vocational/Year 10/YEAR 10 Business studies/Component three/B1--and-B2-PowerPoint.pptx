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5E843-F5DB-4626-918C-FBC10C3E4C38}">
  <a:tblStyle styleId="{0435E843-F5DB-4626-918C-FBC10C3E4C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{0435E843-F5DB-4626-918C-FBC10C3E4C38}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