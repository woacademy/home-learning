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2AF3C-EB8B-4F2D-A936-BBFA99AFE446}">
  <a:tblStyle styleId="{3432AF3C-EB8B-4F2D-A936-BBFA99AFE4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{3432AF3C-EB8B-4F2D-A936-BBFA99AFE446}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