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7DFBE3-611D-4A45-BFB3-67FFC7C50C25}">
  <a:tblStyle styleId="{297DFBE3-611D-4A45-BFB3-67FFC7C50C2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3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{297DFBE3-611D-4A45-BFB3-67FFC7C50C25}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