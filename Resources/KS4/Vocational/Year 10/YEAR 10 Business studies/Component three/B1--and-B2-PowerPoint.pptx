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CB9D2D-60F9-46E9-BE41-0FD01FCF116E}">
  <a:tblStyle styleId="{F9CB9D2D-60F9-46E9-BE41-0FD01FCF11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{F9CB9D2D-60F9-46E9-BE41-0FD01FCF116E}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