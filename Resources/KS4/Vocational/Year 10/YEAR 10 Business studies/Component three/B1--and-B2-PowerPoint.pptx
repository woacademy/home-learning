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A1355BC-8887-49DB-89DD-DD0039A981B4}">
  <a:tblStyle styleId="{6A1355BC-8887-49DB-89DD-DD0039A981B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6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4.png"/><Relationship Id="rId5" Type="http://schemas.openxmlformats.org/officeDocument/2006/relationships/image" Target="../media/image8.jpg"/><Relationship Id="rId6" Type="http://schemas.openxmlformats.org/officeDocument/2006/relationships/image" Target="../media/image3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{6A1355BC-8887-49DB-89DD-DD0039A981B4}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