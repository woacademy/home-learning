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8E109-6D67-4176-A032-DE2D37FDA33A}">
  <a:tblStyle styleId="{3598E109-6D67-4176-A032-DE2D37FDA3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{3598E109-6D67-4176-A032-DE2D37FDA33A}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