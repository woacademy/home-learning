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5D09DB-1140-4A90-8475-87A6AB0C344F}">
  <a:tblStyle styleId="{095D09DB-1140-4A90-8475-87A6AB0C34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{095D09DB-1140-4A90-8475-87A6AB0C344F}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