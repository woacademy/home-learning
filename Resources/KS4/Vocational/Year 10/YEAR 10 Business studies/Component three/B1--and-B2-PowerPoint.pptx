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21EBEE-362B-4C7F-9A1C-27F60B859FD5}">
  <a:tblStyle styleId="{F221EBEE-362B-4C7F-9A1C-27F60B859F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{F221EBEE-362B-4C7F-9A1C-27F60B859FD5}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