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146C0D-92B7-40FE-8793-AEC848CCB5BD}">
  <a:tblStyle styleId="{C9146C0D-92B7-40FE-8793-AEC848CCB5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{C9146C0D-92B7-40FE-8793-AEC848CCB5BD}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