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602E86-DA32-415F-A505-3DF199E99A55}">
  <a:tblStyle styleId="{92602E86-DA32-415F-A505-3DF199E99A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{92602E86-DA32-415F-A505-3DF199E99A55}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