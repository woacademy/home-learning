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C1AEF9-4AE9-4353-BD73-3D496D065BB7}">
  <a:tblStyle styleId="{42C1AEF9-4AE9-4353-BD73-3D496D065B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{42C1AEF9-4AE9-4353-BD73-3D496D065BB7}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