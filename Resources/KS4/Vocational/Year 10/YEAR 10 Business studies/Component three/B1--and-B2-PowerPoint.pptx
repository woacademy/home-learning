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F67512-D43E-4678-B413-B5E9527810AA}">
  <a:tblStyle styleId="{6CF67512-D43E-4678-B413-B5E9527810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{6CF67512-D43E-4678-B413-B5E9527810AA}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