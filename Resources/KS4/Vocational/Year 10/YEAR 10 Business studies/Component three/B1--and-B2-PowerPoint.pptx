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E93AB2-A48F-46DE-9B01-EF094B9418E8}">
  <a:tblStyle styleId="{7EE93AB2-A48F-46DE-9B01-EF094B9418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{7EE93AB2-A48F-46DE-9B01-EF094B9418E8}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