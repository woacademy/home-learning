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F97E6-383E-4670-B082-6037F3731A9E}">
  <a:tblStyle styleId="{E35F97E6-383E-4670-B082-6037F3731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{E35F97E6-383E-4670-B082-6037F3731A9E}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