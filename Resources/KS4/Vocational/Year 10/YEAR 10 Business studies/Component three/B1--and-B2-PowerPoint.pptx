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0C5B10-F2E3-46A0-A811-A7D03642BEF6}">
  <a:tblStyle styleId="{6F0C5B10-F2E3-46A0-A811-A7D03642BE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{6F0C5B10-F2E3-46A0-A811-A7D03642BEF6}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