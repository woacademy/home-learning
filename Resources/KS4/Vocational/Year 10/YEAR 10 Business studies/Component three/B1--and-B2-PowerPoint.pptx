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78E881-E53C-4600-82FA-6F51FAE00EE8}">
  <a:tblStyle styleId="{BD78E881-E53C-4600-82FA-6F51FAE00E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{BD78E881-E53C-4600-82FA-6F51FAE00EE8}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