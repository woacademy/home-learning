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1AE62E-69A7-499C-98CF-3C407BE1F3A8}">
  <a:tblStyle styleId="{C61AE62E-69A7-499C-98CF-3C407BE1F3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{C61AE62E-69A7-499C-98CF-3C407BE1F3A8}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