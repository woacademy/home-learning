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7ECE963-AB79-4882-8569-8DBA3DD37D2B}">
  <a:tblStyle styleId="{37ECE963-AB79-4882-8569-8DBA3DD37D2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7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{37ECE963-AB79-4882-8569-8DBA3DD37D2B}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