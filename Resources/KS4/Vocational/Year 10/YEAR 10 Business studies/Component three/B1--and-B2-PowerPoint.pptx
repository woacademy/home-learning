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A943F39-F14D-4390-9DE5-148C38729E4C}">
  <a:tblStyle styleId="{CA943F39-F14D-4390-9DE5-148C38729E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{CA943F39-F14D-4390-9DE5-148C38729E4C}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