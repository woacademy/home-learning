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B7CB8F-CB88-4A78-9FC5-B76047A6140F}">
  <a:tblStyle styleId="{DDB7CB8F-CB88-4A78-9FC5-B76047A614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{DDB7CB8F-CB88-4A78-9FC5-B76047A6140F}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