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48D910-F285-4B7F-9A9D-BA92F72408E8}">
  <a:tblStyle styleId="{6F48D910-F285-4B7F-9A9D-BA92F72408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{6F48D910-F285-4B7F-9A9D-BA92F72408E8}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