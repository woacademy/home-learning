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BEDEDB-3DAE-41FA-9409-615AFC9BB2F0}">
  <a:tblStyle styleId="{19BEDEDB-3DAE-41FA-9409-615AFC9BB2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{19BEDEDB-3DAE-41FA-9409-615AFC9BB2F0}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