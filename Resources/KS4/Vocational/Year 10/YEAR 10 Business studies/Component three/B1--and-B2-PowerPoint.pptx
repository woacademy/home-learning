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6F7334-051D-4211-A7AE-CEEDCC97425F}">
  <a:tblStyle styleId="{3E6F7334-051D-4211-A7AE-CEEDCC9742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{3E6F7334-051D-4211-A7AE-CEEDCC97425F}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