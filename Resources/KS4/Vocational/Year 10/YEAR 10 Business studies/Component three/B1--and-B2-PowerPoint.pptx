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6FCEF-A249-4FE4-B7F0-BD13C75FAF2F}">
  <a:tblStyle styleId="{7796FCEF-A249-4FE4-B7F0-BD13C75FAF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{7796FCEF-A249-4FE4-B7F0-BD13C75FAF2F}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