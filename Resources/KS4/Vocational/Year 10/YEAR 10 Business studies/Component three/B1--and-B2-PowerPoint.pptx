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0BF8F5-6F19-44E9-BEDF-701F0E3B4F62}">
  <a:tblStyle styleId="{D80BF8F5-6F19-44E9-BEDF-701F0E3B4F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{D80BF8F5-6F19-44E9-BEDF-701F0E3B4F62}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