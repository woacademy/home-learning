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4B19A-04B3-4887-BE96-AF02D1DFDD0C}">
  <a:tblStyle styleId="{CCF4B19A-04B3-4887-BE96-AF02D1DFDD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{CCF4B19A-04B3-4887-BE96-AF02D1DFDD0C}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