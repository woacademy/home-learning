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108AE-E847-4158-AE77-53B2B96B027B}">
  <a:tblStyle styleId="{242108AE-E847-4158-AE77-53B2B96B0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{242108AE-E847-4158-AE77-53B2B96B027B}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