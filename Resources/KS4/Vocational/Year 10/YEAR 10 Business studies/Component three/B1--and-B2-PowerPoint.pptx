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8FFFFF-DC1C-48ED-9C07-4173B6259CF8}">
  <a:tblStyle styleId="{668FFFFF-DC1C-48ED-9C07-4173B6259C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{668FFFFF-DC1C-48ED-9C07-4173B6259CF8}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