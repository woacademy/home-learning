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372DED-3B1D-4411-B4C9-73A57D8E752C}">
  <a:tblStyle styleId="{B7372DED-3B1D-4411-B4C9-73A57D8E75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{B7372DED-3B1D-4411-B4C9-73A57D8E752C}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