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FFA078-05F9-4ADB-AA29-F26345E664E4}">
  <a:tblStyle styleId="{0CFFA078-05F9-4ADB-AA29-F26345E664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{0CFFA078-05F9-4ADB-AA29-F26345E664E4}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