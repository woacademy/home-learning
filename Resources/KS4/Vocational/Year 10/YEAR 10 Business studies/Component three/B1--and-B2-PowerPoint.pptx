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7DACD1-1295-491E-9BF8-E87F2A30A53A}">
  <a:tblStyle styleId="{097DACD1-1295-491E-9BF8-E87F2A30A5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{097DACD1-1295-491E-9BF8-E87F2A30A53A}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