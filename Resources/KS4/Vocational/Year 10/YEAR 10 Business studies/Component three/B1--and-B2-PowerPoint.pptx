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A126C-67F9-4EFE-B7EB-5A69EBAE421B}">
  <a:tblStyle styleId="{EA1A126C-67F9-4EFE-B7EB-5A69EBAE42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{EA1A126C-67F9-4EFE-B7EB-5A69EBAE421B}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