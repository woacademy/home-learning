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AF102A-A1D5-42C5-B946-AB10882758DB}">
  <a:tblStyle styleId="{95AF102A-A1D5-42C5-B946-AB10882758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{95AF102A-A1D5-42C5-B946-AB10882758DB}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