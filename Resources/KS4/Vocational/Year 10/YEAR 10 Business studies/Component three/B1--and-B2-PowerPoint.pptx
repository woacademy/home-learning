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C16E48-13D0-4E0F-B85C-6B7C875259FC}">
  <a:tblStyle styleId="{73C16E48-13D0-4E0F-B85C-6B7C875259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{73C16E48-13D0-4E0F-B85C-6B7C875259FC}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