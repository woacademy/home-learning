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5FE9AA-4A82-48EA-AD54-5AD1D648A0A3}">
  <a:tblStyle styleId="{065FE9AA-4A82-48EA-AD54-5AD1D648A0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{065FE9AA-4A82-48EA-AD54-5AD1D648A0A3}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