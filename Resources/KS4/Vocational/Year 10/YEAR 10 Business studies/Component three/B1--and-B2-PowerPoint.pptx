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FE7F040-3A4B-4C71-961A-F1A8FE7160C7}">
  <a:tblStyle styleId="{CFE7F040-3A4B-4C71-961A-F1A8FE7160C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7.jpg"/><Relationship Id="rId4" Type="http://schemas.openxmlformats.org/officeDocument/2006/relationships/image" Target="../media/image3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png"/><Relationship Id="rId4" Type="http://schemas.openxmlformats.org/officeDocument/2006/relationships/image" Target="../media/image8.png"/><Relationship Id="rId5" Type="http://schemas.openxmlformats.org/officeDocument/2006/relationships/image" Target="../media/image5.jpg"/><Relationship Id="rId6" Type="http://schemas.openxmlformats.org/officeDocument/2006/relationships/image" Target="../media/image4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{CFE7F040-3A4B-4C71-961A-F1A8FE7160C7}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