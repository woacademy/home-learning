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A0FEAE-4EDB-4232-B1D5-9F889B9F2744}">
  <a:tblStyle styleId="{FCA0FEAE-4EDB-4232-B1D5-9F889B9F27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{FCA0FEAE-4EDB-4232-B1D5-9F889B9F2744}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