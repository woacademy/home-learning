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CFE7C7-38D0-4333-90A1-3E2344692941}">
  <a:tblStyle styleId="{2ECFE7C7-38D0-4333-90A1-3E23446929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{2ECFE7C7-38D0-4333-90A1-3E2344692941}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