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924453-848E-45DF-82AF-C870B61BADBA}">
  <a:tblStyle styleId="{E6924453-848E-45DF-82AF-C870B61BAD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{E6924453-848E-45DF-82AF-C870B61BADBA}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