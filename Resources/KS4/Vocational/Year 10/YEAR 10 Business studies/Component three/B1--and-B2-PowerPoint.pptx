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131BB-C6DA-449F-B97D-CBA54E4A9D94}">
  <a:tblStyle styleId="{1CB131BB-C6DA-449F-B97D-CBA54E4A9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{1CB131BB-C6DA-449F-B97D-CBA54E4A9D94}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