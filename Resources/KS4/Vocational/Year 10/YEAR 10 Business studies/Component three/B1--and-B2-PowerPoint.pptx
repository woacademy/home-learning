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E34677D-6E7E-4EE8-B421-2D81A27B1CEB}">
  <a:tblStyle styleId="{1E34677D-6E7E-4EE8-B421-2D81A27B1C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{1E34677D-6E7E-4EE8-B421-2D81A27B1CEB}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