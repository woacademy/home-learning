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CC590D1-C3A1-4AD6-8B43-EDC110D3F529}">
  <a:tblStyle styleId="{8CC590D1-C3A1-4AD6-8B43-EDC110D3F52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3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{8CC590D1-C3A1-4AD6-8B43-EDC110D3F529}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