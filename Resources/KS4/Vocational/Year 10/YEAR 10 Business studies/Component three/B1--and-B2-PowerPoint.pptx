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95E532-91EE-4DB2-B3A9-752C365F4722}">
  <a:tblStyle styleId="{4195E532-91EE-4DB2-B3A9-752C365F47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{4195E532-91EE-4DB2-B3A9-752C365F4722}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