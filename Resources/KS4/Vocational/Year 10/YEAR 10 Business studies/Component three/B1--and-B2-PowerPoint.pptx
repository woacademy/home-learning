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487F6F-A292-4F36-A449-923163D069DD}">
  <a:tblStyle styleId="{E3487F6F-A292-4F36-A449-923163D069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{E3487F6F-A292-4F36-A449-923163D069DD}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