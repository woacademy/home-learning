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90EB13-DDB9-4EDF-AD58-C862CDBA7209}">
  <a:tblStyle styleId="{DA90EB13-DDB9-4EDF-AD58-C862CDBA72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{DA90EB13-DDB9-4EDF-AD58-C862CDBA7209}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