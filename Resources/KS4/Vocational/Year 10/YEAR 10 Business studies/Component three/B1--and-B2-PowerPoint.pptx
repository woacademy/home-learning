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FC2B943-532A-43CA-9748-67CE6FF4B64C}">
  <a:tblStyle styleId="{3FC2B943-532A-43CA-9748-67CE6FF4B64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7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{3FC2B943-532A-43CA-9748-67CE6FF4B64C}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