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46287C-140E-4D7B-A0B7-F4AEFDF5064B}">
  <a:tblStyle styleId="{1746287C-140E-4D7B-A0B7-F4AEFDF506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{1746287C-140E-4D7B-A0B7-F4AEFDF5064B}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