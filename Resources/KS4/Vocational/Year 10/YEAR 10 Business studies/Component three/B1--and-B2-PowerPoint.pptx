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26CADC-6981-4D4B-9249-8BE46D38A9C5}">
  <a:tblStyle styleId="{2A26CADC-6981-4D4B-9249-8BE46D38A9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{2A26CADC-6981-4D4B-9249-8BE46D38A9C5}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