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179114C-D5FA-42D2-A717-9539CEF11CEB}">
  <a:tblStyle styleId="{7179114C-D5FA-42D2-A717-9539CEF11CE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{7179114C-D5FA-42D2-A717-9539CEF11CEB}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