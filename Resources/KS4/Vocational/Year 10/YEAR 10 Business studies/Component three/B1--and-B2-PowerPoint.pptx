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8CD05B-CCEC-4A68-A7DC-2B4E70FDE13E}">
  <a:tblStyle styleId="{F98CD05B-CCEC-4A68-A7DC-2B4E70FDE1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{F98CD05B-CCEC-4A68-A7DC-2B4E70FDE13E}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