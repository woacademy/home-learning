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2333442-7622-40E0-AF16-30CBA04D694F}">
  <a:tblStyle styleId="{72333442-7622-40E0-AF16-30CBA04D694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jpg"/><Relationship Id="rId6" Type="http://schemas.openxmlformats.org/officeDocument/2006/relationships/image" Target="../media/image4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{72333442-7622-40E0-AF16-30CBA04D694F}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