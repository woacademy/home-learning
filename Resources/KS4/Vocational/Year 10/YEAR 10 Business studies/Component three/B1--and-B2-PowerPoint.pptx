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573D76-DE05-4F1D-8E7E-10E3C7F8443B}">
  <a:tblStyle styleId="{7D573D76-DE05-4F1D-8E7E-10E3C7F844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{7D573D76-DE05-4F1D-8E7E-10E3C7F8443B}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