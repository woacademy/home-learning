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C49F7C-A5F5-4474-9A5A-FAADD0DE60B3}">
  <a:tblStyle styleId="{9DC49F7C-A5F5-4474-9A5A-FAADD0DE60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{9DC49F7C-A5F5-4474-9A5A-FAADD0DE60B3}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