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01394E-71EA-4091-B4D7-383F89BF520A}">
  <a:tblStyle styleId="{ED01394E-71EA-4091-B4D7-383F89BF52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{ED01394E-71EA-4091-B4D7-383F89BF520A}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