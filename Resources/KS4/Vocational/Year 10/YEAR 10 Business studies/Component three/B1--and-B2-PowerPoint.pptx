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8CEDA3-1CBD-4C32-8904-7DBB919D2C3A}">
  <a:tblStyle styleId="{CA8CEDA3-1CBD-4C32-8904-7DBB919D2C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{CA8CEDA3-1CBD-4C32-8904-7DBB919D2C3A}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