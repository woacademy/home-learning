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20E955-35EC-4AD7-BD1C-9C477C38324E}">
  <a:tblStyle styleId="{2520E955-35EC-4AD7-BD1C-9C477C3832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{2520E955-35EC-4AD7-BD1C-9C477C38324E}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