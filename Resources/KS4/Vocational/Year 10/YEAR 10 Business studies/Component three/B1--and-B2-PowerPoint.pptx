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108554-4428-4FD2-A221-F135CFB276AE}">
  <a:tblStyle styleId="{CB108554-4428-4FD2-A221-F135CFB276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{CB108554-4428-4FD2-A221-F135CFB276AE}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