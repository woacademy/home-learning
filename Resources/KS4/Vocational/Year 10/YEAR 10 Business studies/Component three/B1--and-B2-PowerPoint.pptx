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597B2-96E2-4CB7-ADD2-103436B46E61}">
  <a:tblStyle styleId="{ACF597B2-96E2-4CB7-ADD2-103436B46E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{ACF597B2-96E2-4CB7-ADD2-103436B46E61}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