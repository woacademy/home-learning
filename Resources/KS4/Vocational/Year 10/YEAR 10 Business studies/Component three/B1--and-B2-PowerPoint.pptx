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1A3AE73-6A54-4F58-9ECD-495892916D0B}">
  <a:tblStyle styleId="{E1A3AE73-6A54-4F58-9ECD-495892916D0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{E1A3AE73-6A54-4F58-9ECD-495892916D0B}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