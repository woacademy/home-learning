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FEE3DD6-B553-44D2-9161-0C5D87A6C874}">
  <a:tblStyle styleId="{6FEE3DD6-B553-44D2-9161-0C5D87A6C87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{6FEE3DD6-B553-44D2-9161-0C5D87A6C874}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