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69F9E9-5A1A-4E48-8D9A-F9C79CBDF182}">
  <a:tblStyle styleId="{A069F9E9-5A1A-4E48-8D9A-F9C79CBDF1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{A069F9E9-5A1A-4E48-8D9A-F9C79CBDF182}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