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07BAB3-C4B0-4236-BF9A-E443D2C04D80}">
  <a:tblStyle styleId="{1207BAB3-C4B0-4236-BF9A-E443D2C04D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{1207BAB3-C4B0-4236-BF9A-E443D2C04D80}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