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5CB73B-541D-4EF9-8F42-68E8456C773F}">
  <a:tblStyle styleId="{865CB73B-541D-4EF9-8F42-68E8456C77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{865CB73B-541D-4EF9-8F42-68E8456C773F}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