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F89F26-268B-4072-B578-D8B86AD9A72A}">
  <a:tblStyle styleId="{1FF89F26-268B-4072-B578-D8B86AD9A7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{1FF89F26-268B-4072-B578-D8B86AD9A72A}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