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5CD6981-3575-4CB7-954C-FD5E6B28472B}">
  <a:tblStyle styleId="{55CD6981-3575-4CB7-954C-FD5E6B2847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{55CD6981-3575-4CB7-954C-FD5E6B28472B}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