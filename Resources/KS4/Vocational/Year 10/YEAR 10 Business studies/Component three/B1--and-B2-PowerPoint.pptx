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8FE57A-E054-4125-A37C-D2727B73BA4F}">
  <a:tblStyle styleId="{1A8FE57A-E054-4125-A37C-D2727B73BA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{1A8FE57A-E054-4125-A37C-D2727B73BA4F}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