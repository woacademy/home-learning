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439C2F-F52E-4BD5-98A2-B308557ECCBB}">
  <a:tblStyle styleId="{6F439C2F-F52E-4BD5-98A2-B308557ECC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{6F439C2F-F52E-4BD5-98A2-B308557ECCBB}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