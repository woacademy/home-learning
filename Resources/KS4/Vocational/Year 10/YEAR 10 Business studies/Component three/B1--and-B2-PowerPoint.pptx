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1F550C-0850-492F-A17D-3D1682EF6848}">
  <a:tblStyle styleId="{6E1F550C-0850-492F-A17D-3D1682EF68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{6E1F550C-0850-492F-A17D-3D1682EF6848}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