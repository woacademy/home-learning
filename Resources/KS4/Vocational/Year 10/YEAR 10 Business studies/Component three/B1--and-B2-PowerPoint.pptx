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7585D5-8AC0-48BB-AD36-4C31D86EE62B}">
  <a:tblStyle styleId="{F47585D5-8AC0-48BB-AD36-4C31D86EE6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{F47585D5-8AC0-48BB-AD36-4C31D86EE62B}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