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ABD14FA-E0E0-4976-8DD5-1D167A91B1AC}">
  <a:tblStyle styleId="{3ABD14FA-E0E0-4976-8DD5-1D167A91B1A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3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{3ABD14FA-E0E0-4976-8DD5-1D167A91B1AC}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