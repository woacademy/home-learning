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D07CF1-32B7-4C6D-9811-781E990D9827}">
  <a:tblStyle styleId="{82D07CF1-32B7-4C6D-9811-781E990D98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{82D07CF1-32B7-4C6D-9811-781E990D9827}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