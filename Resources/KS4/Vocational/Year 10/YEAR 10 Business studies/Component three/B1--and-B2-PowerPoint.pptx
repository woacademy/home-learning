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77B8A9-E766-4EEB-A514-B2D0266B25C9}">
  <a:tblStyle styleId="{7277B8A9-E766-4EEB-A514-B2D0266B25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{7277B8A9-E766-4EEB-A514-B2D0266B25C9}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