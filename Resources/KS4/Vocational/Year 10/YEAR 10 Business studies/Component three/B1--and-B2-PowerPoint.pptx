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75D6BB-D1DC-46C9-BC57-791452BE57FA}">
  <a:tblStyle styleId="{BF75D6BB-D1DC-46C9-BC57-791452BE57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{BF75D6BB-D1DC-46C9-BC57-791452BE57FA}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