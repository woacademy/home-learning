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8C4224-AC96-4334-8658-57D39185C1FC}">
  <a:tblStyle styleId="{328C4224-AC96-4334-8658-57D39185C1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{328C4224-AC96-4334-8658-57D39185C1FC}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