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10D56D66-7C31-4936-98E9-883D11AD973A}">
  <a:tblStyle styleId="{10D56D66-7C31-4936-98E9-883D11AD97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{10D56D66-7C31-4936-98E9-883D11AD973A}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