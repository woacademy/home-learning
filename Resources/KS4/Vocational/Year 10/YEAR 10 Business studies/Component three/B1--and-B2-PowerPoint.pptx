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ADB442-91FF-4897-A09A-F71B82E292C7}">
  <a:tblStyle styleId="{61ADB442-91FF-4897-A09A-F71B82E292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{61ADB442-91FF-4897-A09A-F71B82E292C7}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