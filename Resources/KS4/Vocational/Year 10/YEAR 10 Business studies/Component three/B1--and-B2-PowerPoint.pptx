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2A2C6-70E7-4AF7-B91E-05DD5F65ED2C}">
  <a:tblStyle styleId="{D9F2A2C6-70E7-4AF7-B91E-05DD5F65ED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{D9F2A2C6-70E7-4AF7-B91E-05DD5F65ED2C}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