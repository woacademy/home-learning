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9AE7E2-3DBE-4BC6-927E-A42D2D242064}">
  <a:tblStyle styleId="{6E9AE7E2-3DBE-4BC6-927E-A42D2D2420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{6E9AE7E2-3DBE-4BC6-927E-A42D2D242064}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