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2607B-6F2F-409A-8AED-077814D8FA40}">
  <a:tblStyle styleId="{9BD2607B-6F2F-409A-8AED-077814D8FA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{9BD2607B-6F2F-409A-8AED-077814D8FA40}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