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F448236-4DB4-4273-9B9B-102D4EA4E956}">
  <a:tblStyle styleId="{8F448236-4DB4-4273-9B9B-102D4EA4E95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8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{8F448236-4DB4-4273-9B9B-102D4EA4E956}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