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26537CF-2AA2-4D43-B5AD-64342A84D02B}">
  <a:tblStyle styleId="{126537CF-2AA2-4D43-B5AD-64342A84D0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{126537CF-2AA2-4D43-B5AD-64342A84D02B}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