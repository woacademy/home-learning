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BFC97-E408-40A0-BFC9-6C17D6791A31}">
  <a:tblStyle styleId="{319BFC97-E408-40A0-BFC9-6C17D6791A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{319BFC97-E408-40A0-BFC9-6C17D6791A31}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