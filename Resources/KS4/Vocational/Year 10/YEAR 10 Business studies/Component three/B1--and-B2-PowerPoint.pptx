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3DC8E-F72D-47FF-A47D-7A330D9657ED}">
  <a:tblStyle styleId="{A393DC8E-F72D-47FF-A47D-7A330D9657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{A393DC8E-F72D-47FF-A47D-7A330D9657ED}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