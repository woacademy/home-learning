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58434C-EFD8-498B-BF9F-CEFC8487C272}">
  <a:tblStyle styleId="{CF58434C-EFD8-498B-BF9F-CEFC8487C2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{CF58434C-EFD8-498B-BF9F-CEFC8487C272}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