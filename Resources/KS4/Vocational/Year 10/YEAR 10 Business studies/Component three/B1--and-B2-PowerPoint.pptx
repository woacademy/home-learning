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9654B-C716-48FA-8948-CF1037AD6717}">
  <a:tblStyle styleId="{7F09654B-C716-48FA-8948-CF1037AD67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{7F09654B-C716-48FA-8948-CF1037AD6717}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