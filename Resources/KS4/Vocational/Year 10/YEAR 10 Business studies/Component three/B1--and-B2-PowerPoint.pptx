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7C98B4-660F-464B-A275-609A794E2754}">
  <a:tblStyle styleId="{837C98B4-660F-464B-A275-609A794E27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{837C98B4-660F-464B-A275-609A794E2754}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