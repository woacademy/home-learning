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1AA8D5-00DB-4EDD-8EEC-4A9B48658F6F}">
  <a:tblStyle styleId="{3C1AA8D5-00DB-4EDD-8EEC-4A9B48658F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{3C1AA8D5-00DB-4EDD-8EEC-4A9B48658F6F}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