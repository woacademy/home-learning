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36EF0-9376-40E7-8E7C-AD0B21BDF47E}">
  <a:tblStyle styleId="{BA236EF0-9376-40E7-8E7C-AD0B21BDF4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{BA236EF0-9376-40E7-8E7C-AD0B21BDF47E}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