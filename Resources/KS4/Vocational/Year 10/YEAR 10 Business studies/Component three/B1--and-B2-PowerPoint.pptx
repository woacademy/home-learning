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BDD82-31FC-43AA-9A26-FDDCA42234B9}">
  <a:tblStyle styleId="{D85BDD82-31FC-43AA-9A26-FDDCA42234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{D85BDD82-31FC-43AA-9A26-FDDCA42234B9}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