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ED13A4-8CE7-46D4-963C-E994C71B8BE8}">
  <a:tblStyle styleId="{FDED13A4-8CE7-46D4-963C-E994C71B8B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{FDED13A4-8CE7-46D4-963C-E994C71B8BE8}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