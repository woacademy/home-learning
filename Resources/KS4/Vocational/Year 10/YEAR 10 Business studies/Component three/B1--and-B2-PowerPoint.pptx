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9AEEBE-784E-494C-B618-DEF2152B119A}">
  <a:tblStyle styleId="{439AEEBE-784E-494C-B618-DEF2152B11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{439AEEBE-784E-494C-B618-DEF2152B119A}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