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67BF2-F594-40D6-B6D0-3EF25D404110}">
  <a:tblStyle styleId="{2B667BF2-F594-40D6-B6D0-3EF25D4041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{2B667BF2-F594-40D6-B6D0-3EF25D404110}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