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FD78C5-DE92-46DA-8C61-BEF97DD16C86}">
  <a:tblStyle styleId="{2BFD78C5-DE92-46DA-8C61-BEF97DD16C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{2BFD78C5-DE92-46DA-8C61-BEF97DD16C86}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