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D12B91-7D86-4BE8-AC5B-DB3865519F33}">
  <a:tblStyle styleId="{06D12B91-7D86-4BE8-AC5B-DB3865519F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{06D12B91-7D86-4BE8-AC5B-DB3865519F33}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