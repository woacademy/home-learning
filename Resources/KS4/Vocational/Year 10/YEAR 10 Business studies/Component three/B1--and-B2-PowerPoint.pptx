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1C0C6A-F1D3-45CC-A080-FA7397A104F6}">
  <a:tblStyle styleId="{2B1C0C6A-F1D3-45CC-A080-FA7397A104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{2B1C0C6A-F1D3-45CC-A080-FA7397A104F6}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