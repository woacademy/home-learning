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6F3F4B-3CBE-4003-869D-16E9EE819FB2}">
  <a:tblStyle styleId="{6D6F3F4B-3CBE-4003-869D-16E9EE819F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{6D6F3F4B-3CBE-4003-869D-16E9EE819FB2}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