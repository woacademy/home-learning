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7C6ED-97F4-4B6F-8128-CC0297146A02}">
  <a:tblStyle styleId="{61D7C6ED-97F4-4B6F-8128-CC0297146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{61D7C6ED-97F4-4B6F-8128-CC0297146A02}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