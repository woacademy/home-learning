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CAA3E05-9FC8-4E14-BABA-A4A9E5109116}">
  <a:tblStyle styleId="{ACAA3E05-9FC8-4E14-BABA-A4A9E51091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{ACAA3E05-9FC8-4E14-BABA-A4A9E5109116}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