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4A8BD4-88B5-4176-93BF-B61BFE491808}">
  <a:tblStyle styleId="{C84A8BD4-88B5-4176-93BF-B61BFE4918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{C84A8BD4-88B5-4176-93BF-B61BFE491808}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