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BEE49-688B-48AB-86E2-9784B6107629}">
  <a:tblStyle styleId="{EF9BEE49-688B-48AB-86E2-9784B61076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{EF9BEE49-688B-48AB-86E2-9784B6107629}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