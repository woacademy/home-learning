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E2D907-D6E3-4C3C-B877-665057C0A869}">
  <a:tblStyle styleId="{3FE2D907-D6E3-4C3C-B877-665057C0A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{3FE2D907-D6E3-4C3C-B877-665057C0A869}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