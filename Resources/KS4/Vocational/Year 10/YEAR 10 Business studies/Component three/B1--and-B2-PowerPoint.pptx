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08A3BF-5F97-460A-9FCA-03F7CF38F5C4}">
  <a:tblStyle styleId="{A408A3BF-5F97-460A-9FCA-03F7CF38F5C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{A408A3BF-5F97-460A-9FCA-03F7CF38F5C4}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