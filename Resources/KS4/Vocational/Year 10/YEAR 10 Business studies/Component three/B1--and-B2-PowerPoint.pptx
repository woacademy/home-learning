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782BEB-6BB7-49C9-B113-8922631E0CDC}">
  <a:tblStyle styleId="{66782BEB-6BB7-49C9-B113-8922631E0C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{66782BEB-6BB7-49C9-B113-8922631E0CDC}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