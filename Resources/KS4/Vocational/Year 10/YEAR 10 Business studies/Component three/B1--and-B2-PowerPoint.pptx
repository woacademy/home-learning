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CBBFEC-5A19-4034-B94A-46D3C22CEB36}">
  <a:tblStyle styleId="{37CBBFEC-5A19-4034-B94A-46D3C22CEB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{37CBBFEC-5A19-4034-B94A-46D3C22CEB36}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