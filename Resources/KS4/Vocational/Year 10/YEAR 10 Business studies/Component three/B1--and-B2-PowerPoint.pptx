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13C0FA-8BB3-4102-9A73-B4DD16422824}">
  <a:tblStyle styleId="{2A13C0FA-8BB3-4102-9A73-B4DD164228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{2A13C0FA-8BB3-4102-9A73-B4DD16422824}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