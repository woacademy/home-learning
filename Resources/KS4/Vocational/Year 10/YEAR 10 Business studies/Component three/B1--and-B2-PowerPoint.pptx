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4000875-E057-4524-AC1B-BC30C3B9E811}">
  <a:tblStyle styleId="{E4000875-E057-4524-AC1B-BC30C3B9E81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{E4000875-E057-4524-AC1B-BC30C3B9E811}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