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570552-E746-4624-AC36-1EC47D8EADCC}">
  <a:tblStyle styleId="{3A570552-E746-4624-AC36-1EC47D8EAD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{3A570552-E746-4624-AC36-1EC47D8EADCC}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