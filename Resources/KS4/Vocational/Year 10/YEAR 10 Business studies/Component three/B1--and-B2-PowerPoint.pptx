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92E767-8948-49E9-996E-20716DD52271}">
  <a:tblStyle styleId="{1E92E767-8948-49E9-996E-20716DD522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{1E92E767-8948-49E9-996E-20716DD52271}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