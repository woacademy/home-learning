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CA87F5-172A-43F7-8BED-87E6C60047FC}">
  <a:tblStyle styleId="{B0CA87F5-172A-43F7-8BED-87E6C60047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{B0CA87F5-172A-43F7-8BED-87E6C60047FC}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