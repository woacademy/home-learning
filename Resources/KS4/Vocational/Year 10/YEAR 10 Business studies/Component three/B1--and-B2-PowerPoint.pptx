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C958BC-A960-4379-9753-CF54AA1FB20A}">
  <a:tblStyle styleId="{C3C958BC-A960-4379-9753-CF54AA1FB2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{C3C958BC-A960-4379-9753-CF54AA1FB20A}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