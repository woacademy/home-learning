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78B833-4933-4BBF-A746-D3784E042469}">
  <a:tblStyle styleId="{3C78B833-4933-4BBF-A746-D3784E0424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{3C78B833-4933-4BBF-A746-D3784E042469}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