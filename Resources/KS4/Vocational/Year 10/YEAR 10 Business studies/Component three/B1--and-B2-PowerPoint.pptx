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9ADE94-C8E4-48A4-8097-5BE77FE5007A}">
  <a:tblStyle styleId="{519ADE94-C8E4-48A4-8097-5BE77FE500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{519ADE94-C8E4-48A4-8097-5BE77FE5007A}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