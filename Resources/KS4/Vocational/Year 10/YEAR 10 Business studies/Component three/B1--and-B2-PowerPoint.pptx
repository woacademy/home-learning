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B6A951-5044-4ED7-AEBF-6C4CB329FB7F}">
  <a:tblStyle styleId="{20B6A951-5044-4ED7-AEBF-6C4CB329FB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{20B6A951-5044-4ED7-AEBF-6C4CB329FB7F}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