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B935B3-516F-4A96-B003-68007C38E759}">
  <a:tblStyle styleId="{13B935B3-516F-4A96-B003-68007C38E7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{13B935B3-516F-4A96-B003-68007C38E759}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