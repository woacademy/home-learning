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480390-0A3D-421E-B2DB-91DA5683CA4D}">
  <a:tblStyle styleId="{65480390-0A3D-421E-B2DB-91DA5683CA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{65480390-0A3D-421E-B2DB-91DA5683CA4D}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