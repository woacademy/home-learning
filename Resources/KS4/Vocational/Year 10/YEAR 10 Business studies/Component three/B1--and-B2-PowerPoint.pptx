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578EB8-530B-4829-ABE6-2EAAE2AF3245}">
  <a:tblStyle styleId="{C4578EB8-530B-4829-ABE6-2EAAE2AF32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{C4578EB8-530B-4829-ABE6-2EAAE2AF3245}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