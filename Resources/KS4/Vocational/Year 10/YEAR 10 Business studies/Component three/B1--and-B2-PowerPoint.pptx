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8E522D-31DB-425B-AF21-0D2F99176C67}">
  <a:tblStyle styleId="{CC8E522D-31DB-425B-AF21-0D2F99176C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{CC8E522D-31DB-425B-AF21-0D2F99176C67}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