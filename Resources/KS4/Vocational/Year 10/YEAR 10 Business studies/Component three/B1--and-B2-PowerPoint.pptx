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64EA64-4299-4F20-892E-9A2CEB6FB405}">
  <a:tblStyle styleId="{3E64EA64-4299-4F20-892E-9A2CEB6FB4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{3E64EA64-4299-4F20-892E-9A2CEB6FB405}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