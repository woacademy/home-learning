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82AD5-0371-41D8-BAC1-DE3271203735}">
  <a:tblStyle styleId="{93882AD5-0371-41D8-BAC1-DE32712037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{93882AD5-0371-41D8-BAC1-DE3271203735}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