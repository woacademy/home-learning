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5B46CB-9581-4657-B4C4-BCB99A0E4069}">
  <a:tblStyle styleId="{065B46CB-9581-4657-B4C4-BCB99A0E40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{065B46CB-9581-4657-B4C4-BCB99A0E4069}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