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4E2E7-B6E9-4C40-9D09-C5B26C476728}">
  <a:tblStyle styleId="{27E4E2E7-B6E9-4C40-9D09-C5B26C4767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{27E4E2E7-B6E9-4C40-9D09-C5B26C476728}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