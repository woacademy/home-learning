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745EC-FF9D-49A9-AF54-7349C9DE502D}">
  <a:tblStyle styleId="{E5A745EC-FF9D-49A9-AF54-7349C9DE50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{E5A745EC-FF9D-49A9-AF54-7349C9DE502D}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