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F6BEA-9086-4F23-BE21-D83FF1F6234E}">
  <a:tblStyle styleId="{4E6F6BEA-9086-4F23-BE21-D83FF1F623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{4E6F6BEA-9086-4F23-BE21-D83FF1F6234E}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