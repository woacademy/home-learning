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DD7E3-2B8F-44B6-809F-E3985B5DD3FB}">
  <a:tblStyle styleId="{DB8DD7E3-2B8F-44B6-809F-E3985B5DD3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{DB8DD7E3-2B8F-44B6-809F-E3985B5DD3FB}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