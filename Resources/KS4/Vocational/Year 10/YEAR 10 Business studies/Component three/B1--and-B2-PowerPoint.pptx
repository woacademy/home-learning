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18BB5D-D70F-49DE-839E-A4F2B2EE13A5}">
  <a:tblStyle styleId="{3318BB5D-D70F-49DE-839E-A4F2B2EE13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{3318BB5D-D70F-49DE-839E-A4F2B2EE13A5}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