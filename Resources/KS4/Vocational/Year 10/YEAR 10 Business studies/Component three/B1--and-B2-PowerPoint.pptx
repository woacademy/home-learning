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4DF133-8F48-4B66-A87E-397661D6E309}">
  <a:tblStyle styleId="{BF4DF133-8F48-4B66-A87E-397661D6E3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{BF4DF133-8F48-4B66-A87E-397661D6E309}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