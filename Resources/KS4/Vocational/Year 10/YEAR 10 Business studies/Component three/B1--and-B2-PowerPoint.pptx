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F322EB-4C8A-445E-A1A4-A765E1298222}">
  <a:tblStyle styleId="{1FF322EB-4C8A-445E-A1A4-A765E12982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{1FF322EB-4C8A-445E-A1A4-A765E1298222}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