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25649A-5BF7-40A1-AB4C-79D40CEFFC8E}">
  <a:tblStyle styleId="{B125649A-5BF7-40A1-AB4C-79D40CEFFC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{B125649A-5BF7-40A1-AB4C-79D40CEFFC8E}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