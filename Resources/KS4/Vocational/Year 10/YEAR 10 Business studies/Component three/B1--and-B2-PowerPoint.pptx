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8677A-8366-4389-8A90-087D0EE8DC11}">
  <a:tblStyle styleId="{1C78677A-8366-4389-8A90-087D0EE8DC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{1C78677A-8366-4389-8A90-087D0EE8DC11}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