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87729D-962A-4A8D-A76E-457CAA4D0F87}">
  <a:tblStyle styleId="{3D87729D-962A-4A8D-A76E-457CAA4D0F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{3D87729D-962A-4A8D-A76E-457CAA4D0F87}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