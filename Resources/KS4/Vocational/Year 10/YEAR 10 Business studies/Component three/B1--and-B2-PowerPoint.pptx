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E7DB7-B3A7-4B43-86BF-44B5451256F5}">
  <a:tblStyle styleId="{219E7DB7-B3A7-4B43-86BF-44B5451256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{219E7DB7-B3A7-4B43-86BF-44B5451256F5}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