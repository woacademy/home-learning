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02368D0-4E78-4A5E-8CFE-BB9F9B94ACEA}">
  <a:tblStyle styleId="{A02368D0-4E78-4A5E-8CFE-BB9F9B94AC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{A02368D0-4E78-4A5E-8CFE-BB9F9B94ACEA}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