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C3074D-A99B-45CF-91F9-9F7F6EFC17BC}">
  <a:tblStyle styleId="{B7C3074D-A99B-45CF-91F9-9F7F6EFC17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{B7C3074D-A99B-45CF-91F9-9F7F6EFC17BC}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