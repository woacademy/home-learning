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7941A7-055B-4F32-A775-41FEBC5F7E31}">
  <a:tblStyle styleId="{AA7941A7-055B-4F32-A775-41FEBC5F7E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{AA7941A7-055B-4F32-A775-41FEBC5F7E31}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