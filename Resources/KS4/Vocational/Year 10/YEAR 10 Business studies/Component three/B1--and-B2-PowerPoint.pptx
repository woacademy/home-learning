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CD9B2E-3062-4BF5-BE6E-0B2CC4C33ECD}">
  <a:tblStyle styleId="{62CD9B2E-3062-4BF5-BE6E-0B2CC4C33EC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{62CD9B2E-3062-4BF5-BE6E-0B2CC4C33ECD}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