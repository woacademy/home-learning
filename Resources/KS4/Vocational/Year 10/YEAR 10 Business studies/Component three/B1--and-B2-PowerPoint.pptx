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E60D27-4496-4860-8CB5-DA5B90442BA2}">
  <a:tblStyle styleId="{FAE60D27-4496-4860-8CB5-DA5B90442B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{FAE60D27-4496-4860-8CB5-DA5B90442BA2}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