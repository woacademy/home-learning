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D573F3-2397-41AA-9B97-D3A30F96ED55}">
  <a:tblStyle styleId="{79D573F3-2397-41AA-9B97-D3A30F96ED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{79D573F3-2397-41AA-9B97-D3A30F96ED55}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