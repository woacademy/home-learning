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073611-9E7F-4288-9D49-18983821D71F}">
  <a:tblStyle styleId="{8C073611-9E7F-4288-9D49-18983821D7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{8C073611-9E7F-4288-9D49-18983821D71F}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