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A6D91D-4624-4EB2-B1BB-E8D8104DF500}">
  <a:tblStyle styleId="{4FA6D91D-4624-4EB2-B1BB-E8D8104DF5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{4FA6D91D-4624-4EB2-B1BB-E8D8104DF500}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