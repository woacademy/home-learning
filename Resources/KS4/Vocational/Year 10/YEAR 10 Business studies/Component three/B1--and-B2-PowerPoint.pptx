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BFCCE8-58BC-475A-9CC6-487C01BA8877}">
  <a:tblStyle styleId="{4CBFCCE8-58BC-475A-9CC6-487C01BA88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{4CBFCCE8-58BC-475A-9CC6-487C01BA8877}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