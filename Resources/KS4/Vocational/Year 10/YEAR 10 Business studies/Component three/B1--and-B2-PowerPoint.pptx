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12C1D0-5510-495D-A8D2-F66DD87D70E4}">
  <a:tblStyle styleId="{6312C1D0-5510-495D-A8D2-F66DD87D70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{6312C1D0-5510-495D-A8D2-F66DD87D70E4}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