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FC01C5-953B-4259-83B3-854A1193032F}">
  <a:tblStyle styleId="{01FC01C5-953B-4259-83B3-854A119303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{01FC01C5-953B-4259-83B3-854A1193032F}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