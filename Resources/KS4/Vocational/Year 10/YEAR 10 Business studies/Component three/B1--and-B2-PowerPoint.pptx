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6603E-14B3-4F9A-B1EB-FC1B370FFF31}">
  <a:tblStyle styleId="{ABE6603E-14B3-4F9A-B1EB-FC1B370FFF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{ABE6603E-14B3-4F9A-B1EB-FC1B370FFF31}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