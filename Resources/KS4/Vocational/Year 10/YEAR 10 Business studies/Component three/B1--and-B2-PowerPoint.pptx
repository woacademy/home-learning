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C80BC4-E8E6-40D7-AC6B-4E66B9ACEFF1}">
  <a:tblStyle styleId="{31C80BC4-E8E6-40D7-AC6B-4E66B9ACEF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{31C80BC4-E8E6-40D7-AC6B-4E66B9ACEFF1}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