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40ECBB-34F6-409C-ADEB-116778B10016}">
  <a:tblStyle styleId="{8040ECBB-34F6-409C-ADEB-116778B100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{8040ECBB-34F6-409C-ADEB-116778B10016}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