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83BC8E-F3A5-43D2-A263-53D0BBE97562}">
  <a:tblStyle styleId="{4283BC8E-F3A5-43D2-A263-53D0BBE975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{4283BC8E-F3A5-43D2-A263-53D0BBE97562}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