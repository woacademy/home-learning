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B42110-26EC-44C6-952D-4C2AD5F2AA83}">
  <a:tblStyle styleId="{6FB42110-26EC-44C6-952D-4C2AD5F2AA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{6FB42110-26EC-44C6-952D-4C2AD5F2AA83}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