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041545-E047-4AB0-9E08-A4F866FEDAF2}">
  <a:tblStyle styleId="{3B041545-E047-4AB0-9E08-A4F866FEDA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{3B041545-E047-4AB0-9E08-A4F866FEDAF2}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