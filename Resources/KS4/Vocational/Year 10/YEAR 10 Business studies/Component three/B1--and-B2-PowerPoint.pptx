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55E5BB-CC3B-401E-B72A-36614F28FED8}">
  <a:tblStyle styleId="{C555E5BB-CC3B-401E-B72A-36614F28FED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{C555E5BB-CC3B-401E-B72A-36614F28FED8}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