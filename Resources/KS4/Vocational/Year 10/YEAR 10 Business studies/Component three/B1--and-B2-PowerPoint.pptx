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07C16-93FD-47DF-AE36-863EAB85B06C}">
  <a:tblStyle styleId="{DDC07C16-93FD-47DF-AE36-863EAB85B0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{DDC07C16-93FD-47DF-AE36-863EAB85B06C}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