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788F4-86E2-4CA8-8CFC-77FCE81A2CDD}">
  <a:tblStyle styleId="{529788F4-86E2-4CA8-8CFC-77FCE81A2C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{529788F4-86E2-4CA8-8CFC-77FCE81A2CDD}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