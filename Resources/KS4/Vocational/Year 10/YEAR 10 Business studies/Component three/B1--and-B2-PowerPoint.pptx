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469542-9ED2-48B3-9B26-332F3A1F21B7}">
  <a:tblStyle styleId="{55469542-9ED2-48B3-9B26-332F3A1F21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{55469542-9ED2-48B3-9B26-332F3A1F21B7}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