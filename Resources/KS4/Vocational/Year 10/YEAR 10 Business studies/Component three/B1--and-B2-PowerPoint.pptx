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F6C3620-833D-41B8-A610-F363F7756624}">
  <a:tblStyle styleId="{3F6C3620-833D-41B8-A610-F363F77566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{3F6C3620-833D-41B8-A610-F363F7756624}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