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73D22C-5F46-4130-B70C-A4FCF5FF8B64}">
  <a:tblStyle styleId="{F173D22C-5F46-4130-B70C-A4FCF5FF8B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{F173D22C-5F46-4130-B70C-A4FCF5FF8B64}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