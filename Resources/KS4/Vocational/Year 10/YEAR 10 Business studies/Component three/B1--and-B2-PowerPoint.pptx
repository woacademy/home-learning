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A9DDFAD-AEF0-4659-9BE4-C77C5C19B93E}">
  <a:tblStyle styleId="{AA9DDFAD-AEF0-4659-9BE4-C77C5C19B93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{AA9DDFAD-AEF0-4659-9BE4-C77C5C19B93E}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