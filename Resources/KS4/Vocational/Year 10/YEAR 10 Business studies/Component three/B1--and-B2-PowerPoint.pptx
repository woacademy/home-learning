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9E92F9-1CB7-40D3-AFD6-944B548E9DEA}">
  <a:tblStyle styleId="{549E92F9-1CB7-40D3-AFD6-944B548E9D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{549E92F9-1CB7-40D3-AFD6-944B548E9DEA}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