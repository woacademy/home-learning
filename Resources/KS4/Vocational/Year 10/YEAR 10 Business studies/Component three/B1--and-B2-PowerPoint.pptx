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511CFA-D46A-4C60-8E04-4C65D042C058}">
  <a:tblStyle styleId="{D0511CFA-D46A-4C60-8E04-4C65D042C0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{D0511CFA-D46A-4C60-8E04-4C65D042C058}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