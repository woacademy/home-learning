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4EC8E20-78BD-430D-B957-CBCBB55E15FF}">
  <a:tblStyle styleId="{D4EC8E20-78BD-430D-B957-CBCBB55E15F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7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{D4EC8E20-78BD-430D-B957-CBCBB55E15FF}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