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006ADC-CF3C-490C-81EF-124D0ADAE556}">
  <a:tblStyle styleId="{4B006ADC-CF3C-490C-81EF-124D0ADAE5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{4B006ADC-CF3C-490C-81EF-124D0ADAE556}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