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92571B-535A-480E-94A2-C06E57F84802}">
  <a:tblStyle styleId="{0292571B-535A-480E-94A2-C06E57F848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{0292571B-535A-480E-94A2-C06E57F84802}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