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3D5CCA-AB8F-44D9-8AAA-32318D3CAE71}">
  <a:tblStyle styleId="{F73D5CCA-AB8F-44D9-8AAA-32318D3CAE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{F73D5CCA-AB8F-44D9-8AAA-32318D3CAE71}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