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43626A-8BB0-4904-8FE8-309862815657}">
  <a:tblStyle styleId="{4B43626A-8BB0-4904-8FE8-309862815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{4B43626A-8BB0-4904-8FE8-309862815657}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