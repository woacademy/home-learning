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9438054-8683-40BF-B682-E34F831866C7}">
  <a:tblStyle styleId="{E9438054-8683-40BF-B682-E34F831866C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{E9438054-8683-40BF-B682-E34F831866C7}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