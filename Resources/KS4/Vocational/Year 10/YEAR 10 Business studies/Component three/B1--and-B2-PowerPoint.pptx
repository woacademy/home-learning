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06FC7-2030-4E02-A728-11100622E15B}">
  <a:tblStyle styleId="{B3406FC7-2030-4E02-A728-11100622E1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{B3406FC7-2030-4E02-A728-11100622E15B}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