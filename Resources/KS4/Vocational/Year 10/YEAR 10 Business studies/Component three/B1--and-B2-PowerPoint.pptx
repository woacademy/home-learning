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51D02B-9225-4558-862B-3EECE87CE32A}">
  <a:tblStyle styleId="{2D51D02B-9225-4558-862B-3EECE87CE3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{2D51D02B-9225-4558-862B-3EECE87CE32A}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