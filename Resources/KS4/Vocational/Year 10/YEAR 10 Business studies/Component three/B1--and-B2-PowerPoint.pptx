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9B220A-6B50-424B-A845-483912442FEB}">
  <a:tblStyle styleId="{4B9B220A-6B50-424B-A845-483912442F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{4B9B220A-6B50-424B-A845-483912442FEB}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