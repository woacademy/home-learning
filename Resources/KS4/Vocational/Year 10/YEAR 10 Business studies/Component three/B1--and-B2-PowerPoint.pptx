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DA6901-82CD-44B9-9926-BB99DA1BBF9D}">
  <a:tblStyle styleId="{E7DA6901-82CD-44B9-9926-BB99DA1BBF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{E7DA6901-82CD-44B9-9926-BB99DA1BBF9D}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