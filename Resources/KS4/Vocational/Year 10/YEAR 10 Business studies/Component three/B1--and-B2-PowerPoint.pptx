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04B0F9-64BE-4A55-8ED0-F7564CF4CB3B}">
  <a:tblStyle styleId="{BC04B0F9-64BE-4A55-8ED0-F7564CF4CB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{BC04B0F9-64BE-4A55-8ED0-F7564CF4CB3B}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