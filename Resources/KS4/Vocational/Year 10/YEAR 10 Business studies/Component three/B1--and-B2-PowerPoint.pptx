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457456-248F-41AE-9352-067A14294275}">
  <a:tblStyle styleId="{7A457456-248F-41AE-9352-067A142942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{7A457456-248F-41AE-9352-067A14294275}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