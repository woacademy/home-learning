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C34C94-4945-4673-8A58-58406140BBEB}">
  <a:tblStyle styleId="{6AC34C94-4945-4673-8A58-58406140BB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{6AC34C94-4945-4673-8A58-58406140BBEB}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