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951C50-2301-42EF-B24E-23A4FED309DA}">
  <a:tblStyle styleId="{49951C50-2301-42EF-B24E-23A4FED309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{49951C50-2301-42EF-B24E-23A4FED309DA}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