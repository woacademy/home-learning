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1A85C7-DC3E-4EF3-A7D3-9CBCF70A20A1}">
  <a:tblStyle styleId="{EF1A85C7-DC3E-4EF3-A7D3-9CBCF70A20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{EF1A85C7-DC3E-4EF3-A7D3-9CBCF70A20A1}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