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FF71D1A-D86B-4596-B51C-28852ABA250D}">
  <a:tblStyle styleId="{DFF71D1A-D86B-4596-B51C-28852ABA25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{DFF71D1A-D86B-4596-B51C-28852ABA250D}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