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4188E0-A8A4-4776-B9E0-F0D077BDBD81}">
  <a:tblStyle styleId="{134188E0-A8A4-4776-B9E0-F0D077BDBD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{134188E0-A8A4-4776-B9E0-F0D077BDBD81}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