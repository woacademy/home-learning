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BB841F-A1E9-4165-9BE6-9CF372EC3D0E}">
  <a:tblStyle styleId="{F6BB841F-A1E9-4165-9BE6-9CF372EC3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{F6BB841F-A1E9-4165-9BE6-9CF372EC3D0E}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