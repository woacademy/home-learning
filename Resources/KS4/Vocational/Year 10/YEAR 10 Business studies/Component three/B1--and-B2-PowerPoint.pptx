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EB88EC-12A5-435C-9F40-C6F43F897E53}">
  <a:tblStyle styleId="{7EEB88EC-12A5-435C-9F40-C6F43F897E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{7EEB88EC-12A5-435C-9F40-C6F43F897E53}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