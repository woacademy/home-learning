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4CCCA6-111E-4BEB-8CD1-21E037EFEAAF}">
  <a:tblStyle styleId="{4F4CCCA6-111E-4BEB-8CD1-21E037EFEA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{4F4CCCA6-111E-4BEB-8CD1-21E037EFEAAF}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