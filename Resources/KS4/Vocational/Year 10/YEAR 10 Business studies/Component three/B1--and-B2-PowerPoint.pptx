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022C85-0B1D-42FB-BE5D-690E2013161B}">
  <a:tblStyle styleId="{FB022C85-0B1D-42FB-BE5D-690E201316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{FB022C85-0B1D-42FB-BE5D-690E2013161B}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