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3F5185-4D79-442A-977A-6EE6D58F67CE}">
  <a:tblStyle styleId="{713F5185-4D79-442A-977A-6EE6D58F67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{713F5185-4D79-442A-977A-6EE6D58F67CE}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