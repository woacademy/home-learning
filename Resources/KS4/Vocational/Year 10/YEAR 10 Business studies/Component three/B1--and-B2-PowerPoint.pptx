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9BFCF3-B8EF-42D5-BA73-C8774BA5E802}">
  <a:tblStyle styleId="{D79BFCF3-B8EF-42D5-BA73-C8774BA5E8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{D79BFCF3-B8EF-42D5-BA73-C8774BA5E802}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