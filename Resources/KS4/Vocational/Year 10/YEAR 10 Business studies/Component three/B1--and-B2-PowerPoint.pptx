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C5125A-D0AB-4979-B075-0909FD47A6D1}">
  <a:tblStyle styleId="{D6C5125A-D0AB-4979-B075-0909FD47A6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{D6C5125A-D0AB-4979-B075-0909FD47A6D1}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