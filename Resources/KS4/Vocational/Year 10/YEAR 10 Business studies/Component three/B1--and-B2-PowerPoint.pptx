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2B6129-554F-4009-899D-220A459DF443}">
  <a:tblStyle styleId="{CD2B6129-554F-4009-899D-220A459DF4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{CD2B6129-554F-4009-899D-220A459DF443}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