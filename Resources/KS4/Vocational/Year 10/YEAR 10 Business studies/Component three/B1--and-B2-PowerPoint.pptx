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DF244F-F94C-4037-AED1-C75A69ECD7E0}">
  <a:tblStyle styleId="{07DF244F-F94C-4037-AED1-C75A69ECD7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{07DF244F-F94C-4037-AED1-C75A69ECD7E0}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