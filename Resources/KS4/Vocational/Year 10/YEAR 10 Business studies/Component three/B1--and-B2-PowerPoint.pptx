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331F7F-DC26-4962-AD13-72C34DFD7A6B}">
  <a:tblStyle styleId="{26331F7F-DC26-4962-AD13-72C34DFD7A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{26331F7F-DC26-4962-AD13-72C34DFD7A6B}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