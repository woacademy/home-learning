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577BF4-A365-4AAD-9CB5-E38F2F9EB94D}">
  <a:tblStyle styleId="{06577BF4-A365-4AAD-9CB5-E38F2F9EB94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{06577BF4-A365-4AAD-9CB5-E38F2F9EB94D}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