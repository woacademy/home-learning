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E711E26-853F-4949-9850-5BA52A44F501}">
  <a:tblStyle styleId="{AE711E26-853F-4949-9850-5BA52A44F5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{AE711E26-853F-4949-9850-5BA52A44F501}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