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1179DD-CCF1-42D7-978F-C39700D14502}">
  <a:tblStyle styleId="{9A1179DD-CCF1-42D7-978F-C39700D145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{9A1179DD-CCF1-42D7-978F-C39700D14502}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