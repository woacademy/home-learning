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9E723E-84F3-40E5-B5DD-FF75BCF76118}">
  <a:tblStyle styleId="{AC9E723E-84F3-40E5-B5DD-FF75BCF761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{AC9E723E-84F3-40E5-B5DD-FF75BCF76118}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