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1D50D79-D62C-497F-9B10-692663F4634F}">
  <a:tblStyle styleId="{11D50D79-D62C-497F-9B10-692663F463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{11D50D79-D62C-497F-9B10-692663F4634F}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