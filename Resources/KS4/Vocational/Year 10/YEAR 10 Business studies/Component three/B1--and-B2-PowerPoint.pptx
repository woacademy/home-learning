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2D526A-1FDF-4D2C-B5F2-C5A6E1392B53}">
  <a:tblStyle styleId="{462D526A-1FDF-4D2C-B5F2-C5A6E1392B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{462D526A-1FDF-4D2C-B5F2-C5A6E1392B53}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