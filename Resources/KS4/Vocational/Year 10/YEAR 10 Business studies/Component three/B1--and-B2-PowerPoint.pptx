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0C60B1-530D-4CF9-99B0-6DFB7D501466}">
  <a:tblStyle styleId="{180C60B1-530D-4CF9-99B0-6DFB7D5014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{180C60B1-530D-4CF9-99B0-6DFB7D501466}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