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0753C5-9A72-4DDC-AD03-7C9D3B7F038F}">
  <a:tblStyle styleId="{210753C5-9A72-4DDC-AD03-7C9D3B7F03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{210753C5-9A72-4DDC-AD03-7C9D3B7F038F}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