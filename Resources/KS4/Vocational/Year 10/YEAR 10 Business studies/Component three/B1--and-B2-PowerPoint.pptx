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E21044-981A-453C-8C86-69DDF2DD34B7}">
  <a:tblStyle styleId="{E7E21044-981A-453C-8C86-69DDF2DD34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{E7E21044-981A-453C-8C86-69DDF2DD34B7}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