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3225D-48BA-4247-A8BD-7350591870BE}">
  <a:tblStyle styleId="{AAE3225D-48BA-4247-A8BD-7350591870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{AAE3225D-48BA-4247-A8BD-7350591870BE}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