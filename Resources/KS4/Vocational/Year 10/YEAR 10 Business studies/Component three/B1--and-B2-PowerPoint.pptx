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148213-84EC-4730-800A-7097039B169A}">
  <a:tblStyle styleId="{FF148213-84EC-4730-800A-7097039B16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{FF148213-84EC-4730-800A-7097039B169A}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