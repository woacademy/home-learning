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A9F7FA-BC61-48B5-87D6-10F4E854BDF7}">
  <a:tblStyle styleId="{9AA9F7FA-BC61-48B5-87D6-10F4E854BD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{9AA9F7FA-BC61-48B5-87D6-10F4E854BDF7}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