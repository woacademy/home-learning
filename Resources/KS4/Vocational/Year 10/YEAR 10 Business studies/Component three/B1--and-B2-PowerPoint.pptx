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E398D4-A670-42B4-A486-2EC8F2CB77E5}">
  <a:tblStyle styleId="{B4E398D4-A670-42B4-A486-2EC8F2CB77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{B4E398D4-A670-42B4-A486-2EC8F2CB77E5}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