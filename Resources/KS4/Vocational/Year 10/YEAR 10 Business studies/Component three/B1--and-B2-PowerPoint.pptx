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A938C3-8D6D-48DF-A601-1836C1D48AF4}">
  <a:tblStyle styleId="{36A938C3-8D6D-48DF-A601-1836C1D48A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{36A938C3-8D6D-48DF-A601-1836C1D48AF4}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