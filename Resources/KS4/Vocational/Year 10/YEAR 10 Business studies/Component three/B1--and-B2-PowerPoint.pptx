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C19DAF-A010-4B36-ABFC-E58DCC16070E}">
  <a:tblStyle styleId="{F2C19DAF-A010-4B36-ABFC-E58DCC1607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{F2C19DAF-A010-4B36-ABFC-E58DCC16070E}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