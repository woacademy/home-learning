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E9D863-AC94-42F5-9BCF-28B1F3BC09F1}">
  <a:tblStyle styleId="{9BE9D863-AC94-42F5-9BCF-28B1F3BC09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{9BE9D863-AC94-42F5-9BCF-28B1F3BC09F1}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