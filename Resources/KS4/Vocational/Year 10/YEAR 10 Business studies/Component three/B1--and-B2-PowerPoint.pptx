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74B99F-848D-48A9-954E-DA7878334F43}">
  <a:tblStyle styleId="{0E74B99F-848D-48A9-954E-DA7878334F4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{0E74B99F-848D-48A9-954E-DA7878334F43}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