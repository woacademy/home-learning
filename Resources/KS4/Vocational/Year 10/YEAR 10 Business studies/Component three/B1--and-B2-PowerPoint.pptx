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AEE2CB3-9B4D-42D3-99EF-7AF0E97EF55B}">
  <a:tblStyle styleId="{AAEE2CB3-9B4D-42D3-99EF-7AF0E97EF55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{AAEE2CB3-9B4D-42D3-99EF-7AF0E97EF55B}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