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192223-EC62-4C7D-9B48-77BEBE8FABC2}">
  <a:tblStyle styleId="{7C192223-EC62-4C7D-9B48-77BEBE8FAB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{7C192223-EC62-4C7D-9B48-77BEBE8FABC2}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