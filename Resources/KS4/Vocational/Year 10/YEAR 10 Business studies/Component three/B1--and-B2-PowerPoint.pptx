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4F0CB27-032A-4EDE-8B9F-3CF5136C3B67}">
  <a:tblStyle styleId="{24F0CB27-032A-4EDE-8B9F-3CF5136C3B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{24F0CB27-032A-4EDE-8B9F-3CF5136C3B67}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