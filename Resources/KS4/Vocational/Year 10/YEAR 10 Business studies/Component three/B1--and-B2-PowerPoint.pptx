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E24BA7-E2D5-443A-9221-894FBF7A28C3}">
  <a:tblStyle styleId="{EEE24BA7-E2D5-443A-9221-894FBF7A28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{EEE24BA7-E2D5-443A-9221-894FBF7A28C3}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