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5C2ACB-1384-42BD-9FC5-7829636B3DB5}">
  <a:tblStyle styleId="{395C2ACB-1384-42BD-9FC5-7829636B3D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{395C2ACB-1384-42BD-9FC5-7829636B3DB5}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