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E69AA6-004A-46D1-8139-A7A6E0261B11}">
  <a:tblStyle styleId="{84E69AA6-004A-46D1-8139-A7A6E0261B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{84E69AA6-004A-46D1-8139-A7A6E0261B11}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