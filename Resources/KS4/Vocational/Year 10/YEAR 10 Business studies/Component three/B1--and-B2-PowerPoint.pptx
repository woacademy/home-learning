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746DDD-0F52-4A17-B02F-89AC91D7260E}">
  <a:tblStyle styleId="{33746DDD-0F52-4A17-B02F-89AC91D726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{33746DDD-0F52-4A17-B02F-89AC91D7260E}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