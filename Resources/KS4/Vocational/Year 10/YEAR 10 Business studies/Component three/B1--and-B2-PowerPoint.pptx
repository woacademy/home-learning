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5B5D1-9C3F-457B-9ADA-10BB88ABBF5D}">
  <a:tblStyle styleId="{D745B5D1-9C3F-457B-9ADA-10BB88ABBF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{D745B5D1-9C3F-457B-9ADA-10BB88ABBF5D}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