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F40263-6ACA-47D4-9BEA-BD66EA6AD22D}">
  <a:tblStyle styleId="{D7F40263-6ACA-47D4-9BEA-BD66EA6AD2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{D7F40263-6ACA-47D4-9BEA-BD66EA6AD22D}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