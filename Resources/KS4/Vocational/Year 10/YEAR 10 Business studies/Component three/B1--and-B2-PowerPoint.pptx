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7F34CC-7B87-48BA-9CB9-72C10DECD946}">
  <a:tblStyle styleId="{0C7F34CC-7B87-48BA-9CB9-72C10DECD9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{0C7F34CC-7B87-48BA-9CB9-72C10DECD946}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