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7EE64A-B550-4E4C-954C-7B670BC723C5}">
  <a:tblStyle styleId="{667EE64A-B550-4E4C-954C-7B670BC723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{667EE64A-B550-4E4C-954C-7B670BC723C5}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