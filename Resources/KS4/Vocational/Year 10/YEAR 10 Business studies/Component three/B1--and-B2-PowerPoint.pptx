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E2D5484-3C2D-4149-8B8D-D82408E064C9}">
  <a:tblStyle styleId="{0E2D5484-3C2D-4149-8B8D-D82408E064C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{0E2D5484-3C2D-4149-8B8D-D82408E064C9}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