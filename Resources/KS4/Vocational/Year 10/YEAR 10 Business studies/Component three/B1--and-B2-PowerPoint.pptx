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46A713-1F58-4A8D-BD38-BBA5B2EF530B}">
  <a:tblStyle styleId="{4C46A713-1F58-4A8D-BD38-BBA5B2EF53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{4C46A713-1F58-4A8D-BD38-BBA5B2EF530B}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