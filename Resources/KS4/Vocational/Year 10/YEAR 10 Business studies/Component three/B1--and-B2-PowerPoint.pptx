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857930-C914-4493-B699-A98499997172}">
  <a:tblStyle styleId="{1C857930-C914-4493-B699-A984999971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{1C857930-C914-4493-B699-A98499997172}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