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084112-839D-45D7-BFCC-0EBFF04C5D3E}">
  <a:tblStyle styleId="{FD084112-839D-45D7-BFCC-0EBFF04C5D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{FD084112-839D-45D7-BFCC-0EBFF04C5D3E}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