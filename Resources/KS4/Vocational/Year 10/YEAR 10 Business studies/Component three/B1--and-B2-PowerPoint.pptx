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8E245D-EDCB-4DA4-890A-52AC85C74F49}">
  <a:tblStyle styleId="{FD8E245D-EDCB-4DA4-890A-52AC85C74F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{FD8E245D-EDCB-4DA4-890A-52AC85C74F49}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