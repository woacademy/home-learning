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E3E9EC-5114-4324-8A01-4F81D7346FB9}">
  <a:tblStyle styleId="{6FE3E9EC-5114-4324-8A01-4F81D7346F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{6FE3E9EC-5114-4324-8A01-4F81D7346FB9}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