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C3BAAE-1835-4480-B9C3-E445FFE72AB1}">
  <a:tblStyle styleId="{95C3BAAE-1835-4480-B9C3-E445FFE72A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{95C3BAAE-1835-4480-B9C3-E445FFE72AB1}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