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C02014-8067-4985-80DD-4597EB6A5F7C}">
  <a:tblStyle styleId="{46C02014-8067-4985-80DD-4597EB6A5F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{46C02014-8067-4985-80DD-4597EB6A5F7C}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