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CCB360-6A33-470D-96FD-3600E374849D}">
  <a:tblStyle styleId="{48CCB360-6A33-470D-96FD-3600E37484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{48CCB360-6A33-470D-96FD-3600E374849D}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