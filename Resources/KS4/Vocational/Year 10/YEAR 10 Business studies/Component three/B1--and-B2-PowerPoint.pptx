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93157B-B12F-47EA-8895-BD5AAAB094BE}">
  <a:tblStyle styleId="{EE93157B-B12F-47EA-8895-BD5AAAB094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{EE93157B-B12F-47EA-8895-BD5AAAB094BE}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