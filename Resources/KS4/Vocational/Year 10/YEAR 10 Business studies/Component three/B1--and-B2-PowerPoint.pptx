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E898EC-93D1-43F9-98C3-2696314D13BE}">
  <a:tblStyle styleId="{4EE898EC-93D1-43F9-98C3-2696314D13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{4EE898EC-93D1-43F9-98C3-2696314D13BE}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