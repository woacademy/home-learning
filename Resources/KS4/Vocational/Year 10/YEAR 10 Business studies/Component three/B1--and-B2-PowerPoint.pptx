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A37C37-0C23-4313-B425-210E12A022DC}">
  <a:tblStyle styleId="{B4A37C37-0C23-4313-B425-210E12A02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{B4A37C37-0C23-4313-B425-210E12A022DC}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