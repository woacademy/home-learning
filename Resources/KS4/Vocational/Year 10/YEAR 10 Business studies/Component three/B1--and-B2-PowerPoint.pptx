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4F268B-11DC-4D91-AD02-71071F5D1258}">
  <a:tblStyle styleId="{D84F268B-11DC-4D91-AD02-71071F5D12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{D84F268B-11DC-4D91-AD02-71071F5D1258}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