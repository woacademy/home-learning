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B57D46-C57B-4F33-9AA4-25520CA80B51}">
  <a:tblStyle styleId="{39B57D46-C57B-4F33-9AA4-25520CA80B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{39B57D46-C57B-4F33-9AA4-25520CA80B51}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