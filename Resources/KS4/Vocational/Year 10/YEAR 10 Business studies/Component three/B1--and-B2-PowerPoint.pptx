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7E2CA6-4B3A-49EF-B9B9-957AC50E9E87}">
  <a:tblStyle styleId="{AD7E2CA6-4B3A-49EF-B9B9-957AC50E9E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{AD7E2CA6-4B3A-49EF-B9B9-957AC50E9E87}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