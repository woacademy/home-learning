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08E20-B694-4C75-9382-C443E74765BA}">
  <a:tblStyle styleId="{8C508E20-B694-4C75-9382-C443E74765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{8C508E20-B694-4C75-9382-C443E74765BA}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