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34CC4-B344-47C6-B98D-70994ABB2ACF}">
  <a:tblStyle styleId="{96934CC4-B344-47C6-B98D-70994ABB2A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{96934CC4-B344-47C6-B98D-70994ABB2ACF}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