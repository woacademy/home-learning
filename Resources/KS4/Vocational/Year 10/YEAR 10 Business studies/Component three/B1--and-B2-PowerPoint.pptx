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010A53-12BC-457D-AC85-322FECDF2966}">
  <a:tblStyle styleId="{59010A53-12BC-457D-AC85-322FECDF29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{59010A53-12BC-457D-AC85-322FECDF2966}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