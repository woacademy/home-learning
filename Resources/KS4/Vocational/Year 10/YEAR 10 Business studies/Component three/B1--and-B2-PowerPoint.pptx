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0D2AF5-A906-4FAA-84C3-79E6BF16921C}">
  <a:tblStyle styleId="{510D2AF5-A906-4FAA-84C3-79E6BF1692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{510D2AF5-A906-4FAA-84C3-79E6BF16921C}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