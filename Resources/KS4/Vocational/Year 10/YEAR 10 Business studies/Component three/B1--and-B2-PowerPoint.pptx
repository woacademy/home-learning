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5BAD37-EDC1-4BAB-82B1-FA9CB05861E6}">
  <a:tblStyle styleId="{615BAD37-EDC1-4BAB-82B1-FA9CB05861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{615BAD37-EDC1-4BAB-82B1-FA9CB05861E6}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