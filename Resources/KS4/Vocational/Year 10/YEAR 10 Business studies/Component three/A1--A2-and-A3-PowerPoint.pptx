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4.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10.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image" Target="../media/image8.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5.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