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13.png"/><Relationship Id="rId9"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