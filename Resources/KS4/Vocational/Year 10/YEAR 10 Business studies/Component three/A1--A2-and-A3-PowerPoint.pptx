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8.png"/><Relationship Id="rId10" Type="http://schemas.openxmlformats.org/officeDocument/2006/relationships/image" Target="../media/image14.png"/><Relationship Id="rId9" Type="http://schemas.openxmlformats.org/officeDocument/2006/relationships/image" Target="../media/image3.png"/><Relationship Id="rId5" Type="http://schemas.openxmlformats.org/officeDocument/2006/relationships/image" Target="../media/image10.png"/><Relationship Id="rId6" Type="http://schemas.openxmlformats.org/officeDocument/2006/relationships/image" Target="../media/image5.png"/><Relationship Id="rId7" Type="http://schemas.openxmlformats.org/officeDocument/2006/relationships/image" Target="../media/image16.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9.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