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15.png"/><Relationship Id="rId11" Type="http://schemas.openxmlformats.org/officeDocument/2006/relationships/image" Target="../media/image7.png"/><Relationship Id="rId10" Type="http://schemas.openxmlformats.org/officeDocument/2006/relationships/image" Target="../media/image9.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1.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0.png"/><Relationship Id="rId4" Type="http://schemas.openxmlformats.org/officeDocument/2006/relationships/image" Target="../media/image12.png"/><Relationship Id="rId5" Type="http://schemas.openxmlformats.org/officeDocument/2006/relationships/image" Target="../media/image1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7.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6.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