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7.png"/><Relationship Id="rId11" Type="http://schemas.openxmlformats.org/officeDocument/2006/relationships/image" Target="../media/image11.png"/><Relationship Id="rId10" Type="http://schemas.openxmlformats.org/officeDocument/2006/relationships/image" Target="../media/image8.png"/><Relationship Id="rId9" Type="http://schemas.openxmlformats.org/officeDocument/2006/relationships/image" Target="../media/image3.png"/><Relationship Id="rId5" Type="http://schemas.openxmlformats.org/officeDocument/2006/relationships/image" Target="../media/image10.png"/><Relationship Id="rId6" Type="http://schemas.openxmlformats.org/officeDocument/2006/relationships/image" Target="../media/image6.png"/><Relationship Id="rId7" Type="http://schemas.openxmlformats.org/officeDocument/2006/relationships/image" Target="../media/image9.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