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2.png"/><Relationship Id="rId11" Type="http://schemas.openxmlformats.org/officeDocument/2006/relationships/image" Target="../media/image4.png"/><Relationship Id="rId10" Type="http://schemas.openxmlformats.org/officeDocument/2006/relationships/image" Target="../media/image15.png"/><Relationship Id="rId9" Type="http://schemas.openxmlformats.org/officeDocument/2006/relationships/image" Target="../media/image6.png"/><Relationship Id="rId5" Type="http://schemas.openxmlformats.org/officeDocument/2006/relationships/image" Target="../media/image17.png"/><Relationship Id="rId6" Type="http://schemas.openxmlformats.org/officeDocument/2006/relationships/image" Target="../media/image11.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4.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