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GB"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7" name="Shape 97"/>
        <p:cNvGrpSpPr/>
        <p:nvPr/>
      </p:nvGrpSpPr>
      <p:grpSpPr>
        <a:xfrm>
          <a:off x="0" y="0"/>
          <a:ext cx="0" cy="0"/>
          <a:chOff x="0" y="0"/>
          <a:chExt cx="0" cy="0"/>
        </a:xfrm>
      </p:grpSpPr>
      <p:sp>
        <p:nvSpPr>
          <p:cNvPr id="98" name="Google Shape;98;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3" name="Shape 103"/>
        <p:cNvGrpSpPr/>
        <p:nvPr/>
      </p:nvGrpSpPr>
      <p:grpSpPr>
        <a:xfrm>
          <a:off x="0" y="0"/>
          <a:ext cx="0" cy="0"/>
          <a:chOff x="0" y="0"/>
          <a:chExt cx="0" cy="0"/>
        </a:xfrm>
      </p:grpSpPr>
      <p:sp>
        <p:nvSpPr>
          <p:cNvPr id="104" name="Google Shape;104;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9" name="Shape 109"/>
        <p:cNvGrpSpPr/>
        <p:nvPr/>
      </p:nvGrpSpPr>
      <p:grpSpPr>
        <a:xfrm>
          <a:off x="0" y="0"/>
          <a:ext cx="0" cy="0"/>
          <a:chOff x="0" y="0"/>
          <a:chExt cx="0" cy="0"/>
        </a:xfrm>
      </p:grpSpPr>
      <p:sp>
        <p:nvSpPr>
          <p:cNvPr id="110" name="Google Shape;110;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5" name="Shape 115"/>
        <p:cNvGrpSpPr/>
        <p:nvPr/>
      </p:nvGrpSpPr>
      <p:grpSpPr>
        <a:xfrm>
          <a:off x="0" y="0"/>
          <a:ext cx="0" cy="0"/>
          <a:chOff x="0" y="0"/>
          <a:chExt cx="0" cy="0"/>
        </a:xfrm>
      </p:grpSpPr>
      <p:sp>
        <p:nvSpPr>
          <p:cNvPr id="116" name="Google Shape;116;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8" name="Shape 128"/>
        <p:cNvGrpSpPr/>
        <p:nvPr/>
      </p:nvGrpSpPr>
      <p:grpSpPr>
        <a:xfrm>
          <a:off x="0" y="0"/>
          <a:ext cx="0" cy="0"/>
          <a:chOff x="0" y="0"/>
          <a:chExt cx="0" cy="0"/>
        </a:xfrm>
      </p:grpSpPr>
      <p:sp>
        <p:nvSpPr>
          <p:cNvPr id="129" name="Google Shape;129;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4" name="Shape 134"/>
        <p:cNvGrpSpPr/>
        <p:nvPr/>
      </p:nvGrpSpPr>
      <p:grpSpPr>
        <a:xfrm>
          <a:off x="0" y="0"/>
          <a:ext cx="0" cy="0"/>
          <a:chOff x="0" y="0"/>
          <a:chExt cx="0" cy="0"/>
        </a:xfrm>
      </p:grpSpPr>
      <p:sp>
        <p:nvSpPr>
          <p:cNvPr id="135" name="Google Shape;13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0" name="Shape 140"/>
        <p:cNvGrpSpPr/>
        <p:nvPr/>
      </p:nvGrpSpPr>
      <p:grpSpPr>
        <a:xfrm>
          <a:off x="0" y="0"/>
          <a:ext cx="0" cy="0"/>
          <a:chOff x="0" y="0"/>
          <a:chExt cx="0" cy="0"/>
        </a:xfrm>
      </p:grpSpPr>
      <p:sp>
        <p:nvSpPr>
          <p:cNvPr id="141" name="Google Shape;141;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6" name="Shape 156"/>
        <p:cNvGrpSpPr/>
        <p:nvPr/>
      </p:nvGrpSpPr>
      <p:grpSpPr>
        <a:xfrm>
          <a:off x="0" y="0"/>
          <a:ext cx="0" cy="0"/>
          <a:chOff x="0" y="0"/>
          <a:chExt cx="0" cy="0"/>
        </a:xfrm>
      </p:grpSpPr>
      <p:sp>
        <p:nvSpPr>
          <p:cNvPr id="157" name="Google Shape;157;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8" name="Google Shape;158;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2" name="Shape 162"/>
        <p:cNvGrpSpPr/>
        <p:nvPr/>
      </p:nvGrpSpPr>
      <p:grpSpPr>
        <a:xfrm>
          <a:off x="0" y="0"/>
          <a:ext cx="0" cy="0"/>
          <a:chOff x="0" y="0"/>
          <a:chExt cx="0" cy="0"/>
        </a:xfrm>
      </p:grpSpPr>
      <p:sp>
        <p:nvSpPr>
          <p:cNvPr id="163" name="Google Shape;16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8" name="Shape 168"/>
        <p:cNvGrpSpPr/>
        <p:nvPr/>
      </p:nvGrpSpPr>
      <p:grpSpPr>
        <a:xfrm>
          <a:off x="0" y="0"/>
          <a:ext cx="0" cy="0"/>
          <a:chOff x="0" y="0"/>
          <a:chExt cx="0" cy="0"/>
        </a:xfrm>
      </p:grpSpPr>
      <p:sp>
        <p:nvSpPr>
          <p:cNvPr id="169" name="Google Shape;16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0" name="Google Shape;17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2" name="Shape 182"/>
        <p:cNvGrpSpPr/>
        <p:nvPr/>
      </p:nvGrpSpPr>
      <p:grpSpPr>
        <a:xfrm>
          <a:off x="0" y="0"/>
          <a:ext cx="0" cy="0"/>
          <a:chOff x="0" y="0"/>
          <a:chExt cx="0" cy="0"/>
        </a:xfrm>
      </p:grpSpPr>
      <p:sp>
        <p:nvSpPr>
          <p:cNvPr id="183" name="Google Shape;18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9" name="Shape 189"/>
        <p:cNvGrpSpPr/>
        <p:nvPr/>
      </p:nvGrpSpPr>
      <p:grpSpPr>
        <a:xfrm>
          <a:off x="0" y="0"/>
          <a:ext cx="0" cy="0"/>
          <a:chOff x="0" y="0"/>
          <a:chExt cx="0" cy="0"/>
        </a:xfrm>
      </p:grpSpPr>
      <p:sp>
        <p:nvSpPr>
          <p:cNvPr id="190" name="Google Shape;19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1" name="Google Shape;19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5" name="Shape 195"/>
        <p:cNvGrpSpPr/>
        <p:nvPr/>
      </p:nvGrpSpPr>
      <p:grpSpPr>
        <a:xfrm>
          <a:off x="0" y="0"/>
          <a:ext cx="0" cy="0"/>
          <a:chOff x="0" y="0"/>
          <a:chExt cx="0" cy="0"/>
        </a:xfrm>
      </p:grpSpPr>
      <p:sp>
        <p:nvSpPr>
          <p:cNvPr id="196" name="Google Shape;19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1" name="Shape 201"/>
        <p:cNvGrpSpPr/>
        <p:nvPr/>
      </p:nvGrpSpPr>
      <p:grpSpPr>
        <a:xfrm>
          <a:off x="0" y="0"/>
          <a:ext cx="0" cy="0"/>
          <a:chOff x="0" y="0"/>
          <a:chExt cx="0" cy="0"/>
        </a:xfrm>
      </p:grpSpPr>
      <p:sp>
        <p:nvSpPr>
          <p:cNvPr id="202" name="Google Shape;20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type="title">
  <p:cSld name="TITLE">
    <p:spTree>
      <p:nvGrpSpPr>
        <p:cNvPr id="16" name="Shape 16"/>
        <p:cNvGrpSpPr/>
        <p:nvPr/>
      </p:nvGrpSpPr>
      <p:grpSpPr>
        <a:xfrm>
          <a:off x="0" y="0"/>
          <a:ext cx="0" cy="0"/>
          <a:chOff x="0" y="0"/>
          <a:chExt cx="0" cy="0"/>
        </a:xfrm>
      </p:grpSpPr>
      <p:sp>
        <p:nvSpPr>
          <p:cNvPr id="17" name="Google Shape;17;p2"/>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800"/>
              <a:buNone/>
              <a:defRPr sz="1800">
                <a:solidFill>
                  <a:srgbClr val="0C0C0C"/>
                </a:solidFill>
              </a:defRPr>
            </a:lvl1pPr>
            <a:lvl2pPr lvl="1" algn="ctr">
              <a:lnSpc>
                <a:spcPct val="90000"/>
              </a:lnSpc>
              <a:spcBef>
                <a:spcPts val="200"/>
              </a:spcBef>
              <a:spcAft>
                <a:spcPts val="0"/>
              </a:spcAft>
              <a:buSzPts val="1800"/>
              <a:buNone/>
              <a:defRPr sz="1800"/>
            </a:lvl2pPr>
            <a:lvl3pPr lvl="2" algn="ctr">
              <a:lnSpc>
                <a:spcPct val="90000"/>
              </a:lnSpc>
              <a:spcBef>
                <a:spcPts val="400"/>
              </a:spcBef>
              <a:spcAft>
                <a:spcPts val="0"/>
              </a:spcAft>
              <a:buSzPts val="1800"/>
              <a:buNone/>
              <a:defRPr sz="1800"/>
            </a:lvl3pPr>
            <a:lvl4pPr lvl="3" algn="ctr">
              <a:lnSpc>
                <a:spcPct val="90000"/>
              </a:lnSpc>
              <a:spcBef>
                <a:spcPts val="400"/>
              </a:spcBef>
              <a:spcAft>
                <a:spcPts val="0"/>
              </a:spcAft>
              <a:buSzPts val="1800"/>
              <a:buNone/>
              <a:defRPr sz="1800"/>
            </a:lvl4pPr>
            <a:lvl5pPr lvl="4" algn="ctr">
              <a:lnSpc>
                <a:spcPct val="90000"/>
              </a:lnSpc>
              <a:spcBef>
                <a:spcPts val="400"/>
              </a:spcBef>
              <a:spcAft>
                <a:spcPts val="0"/>
              </a:spcAft>
              <a:buSzPts val="1800"/>
              <a:buNone/>
              <a:defRPr sz="1800"/>
            </a:lvl5pPr>
            <a:lvl6pPr lvl="5" algn="ctr">
              <a:lnSpc>
                <a:spcPct val="90000"/>
              </a:lnSpc>
              <a:spcBef>
                <a:spcPts val="400"/>
              </a:spcBef>
              <a:spcAft>
                <a:spcPts val="0"/>
              </a:spcAft>
              <a:buSzPts val="1800"/>
              <a:buNone/>
              <a:defRPr sz="1800"/>
            </a:lvl6pPr>
            <a:lvl7pPr lvl="6" algn="ctr">
              <a:lnSpc>
                <a:spcPct val="90000"/>
              </a:lnSpc>
              <a:spcBef>
                <a:spcPts val="400"/>
              </a:spcBef>
              <a:spcAft>
                <a:spcPts val="0"/>
              </a:spcAft>
              <a:buSzPts val="1800"/>
              <a:buNone/>
              <a:defRPr sz="1800"/>
            </a:lvl7pPr>
            <a:lvl8pPr lvl="7" algn="ctr">
              <a:lnSpc>
                <a:spcPct val="90000"/>
              </a:lnSpc>
              <a:spcBef>
                <a:spcPts val="400"/>
              </a:spcBef>
              <a:spcAft>
                <a:spcPts val="0"/>
              </a:spcAft>
              <a:buSzPts val="1800"/>
              <a:buNone/>
              <a:defRPr sz="1800"/>
            </a:lvl8pPr>
            <a:lvl9pPr lvl="8" algn="ctr">
              <a:lnSpc>
                <a:spcPct val="90000"/>
              </a:lnSpc>
              <a:spcBef>
                <a:spcPts val="400"/>
              </a:spcBef>
              <a:spcAft>
                <a:spcPts val="400"/>
              </a:spcAft>
              <a:buSzPts val="1800"/>
              <a:buNone/>
              <a:defRPr sz="1800"/>
            </a:lvl9pPr>
          </a:lstStyle>
          <a:p/>
        </p:txBody>
      </p:sp>
      <p:sp>
        <p:nvSpPr>
          <p:cNvPr id="19" name="Google Shape;19;p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22" name="Google Shape;22;p2"/>
          <p:cNvCxnSpPr/>
          <p:nvPr/>
        </p:nvCxnSpPr>
        <p:spPr>
          <a:xfrm rot="10800000">
            <a:off x="8386842" y="5264106"/>
            <a:ext cx="0" cy="914400"/>
          </a:xfrm>
          <a:prstGeom prst="straightConnector1">
            <a:avLst/>
          </a:prstGeom>
          <a:noFill/>
          <a:ln cap="flat" cmpd="sng" w="19050">
            <a:solidFill>
              <a:schemeClr val="accent1"/>
            </a:solidFill>
            <a:prstDash val="solid"/>
            <a:round/>
            <a:headEnd len="sm" w="sm" type="none"/>
            <a:tailEnd len="sm" w="sm" type="none"/>
          </a:ln>
        </p:spPr>
      </p:cxnSp>
      <p:sp>
        <p:nvSpPr>
          <p:cNvPr id="23" name="Google Shape;23;p2"/>
          <p:cNvSpPr/>
          <p:nvPr/>
        </p:nvSpPr>
        <p:spPr>
          <a:xfrm>
            <a:off x="0" y="0"/>
            <a:ext cx="12192000" cy="4572001"/>
          </a:xfrm>
          <a:prstGeom prst="rect">
            <a:avLst/>
          </a:prstGeom>
          <a:blipFill rotWithShape="1">
            <a:blip r:embed="rId2">
              <a:alphaModFix/>
            </a:blip>
            <a:tile algn="tl" flip="none" tx="-133350" sx="50000" ty="-6350" sy="50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24" name="Shape 24"/>
        <p:cNvGrpSpPr/>
        <p:nvPr/>
      </p:nvGrpSpPr>
      <p:grpSpPr>
        <a:xfrm>
          <a:off x="0" y="0"/>
          <a:ext cx="0" cy="0"/>
          <a:chOff x="0" y="0"/>
          <a:chExt cx="0" cy="0"/>
        </a:xfrm>
      </p:grpSpPr>
      <p:sp>
        <p:nvSpPr>
          <p:cNvPr id="25" name="Google Shape;25;p3"/>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3"/>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3"/>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3"/>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Header" showMasterSp="0" type="secHead">
  <p:cSld name="SECTION_HEADER">
    <p:spTree>
      <p:nvGrpSpPr>
        <p:cNvPr id="30" name="Shape 30"/>
        <p:cNvGrpSpPr/>
        <p:nvPr/>
      </p:nvGrpSpPr>
      <p:grpSpPr>
        <a:xfrm>
          <a:off x="0" y="0"/>
          <a:ext cx="0" cy="0"/>
          <a:chOff x="0" y="0"/>
          <a:chExt cx="0" cy="0"/>
        </a:xfrm>
      </p:grpSpPr>
      <p:sp>
        <p:nvSpPr>
          <p:cNvPr id="31" name="Google Shape;31;p4"/>
          <p:cNvSpPr txBox="1"/>
          <p:nvPr>
            <p:ph type="title"/>
          </p:nvPr>
        </p:nvSpPr>
        <p:spPr>
          <a:xfrm>
            <a:off x="457200" y="4960137"/>
            <a:ext cx="7772400" cy="1463040"/>
          </a:xfrm>
          <a:prstGeom prst="rect">
            <a:avLst/>
          </a:prstGeom>
          <a:noFill/>
          <a:ln>
            <a:noFill/>
          </a:ln>
        </p:spPr>
        <p:txBody>
          <a:bodyPr anchorCtr="0" anchor="ctr" bIns="45700" lIns="91425" spcFirstLastPara="1" rIns="91425" wrap="square" tIns="45700">
            <a:noAutofit/>
          </a:bodyPr>
          <a:lstStyle>
            <a:lvl1pPr lvl="0" algn="r">
              <a:lnSpc>
                <a:spcPct val="80000"/>
              </a:lnSpc>
              <a:spcBef>
                <a:spcPts val="0"/>
              </a:spcBef>
              <a:spcAft>
                <a:spcPts val="0"/>
              </a:spcAft>
              <a:buClr>
                <a:srgbClr val="0C0C0C"/>
              </a:buClr>
              <a:buSzPts val="5000"/>
              <a:buFont typeface="Twentieth Century"/>
              <a:buNone/>
              <a:defRPr b="0"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4"/>
          <p:cNvSpPr txBox="1"/>
          <p:nvPr>
            <p:ph idx="1" type="body"/>
          </p:nvPr>
        </p:nvSpPr>
        <p:spPr>
          <a:xfrm>
            <a:off x="8610600" y="4960137"/>
            <a:ext cx="3200400" cy="146304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800"/>
              <a:buNone/>
              <a:defRPr sz="1800">
                <a:solidFill>
                  <a:srgbClr val="888888"/>
                </a:solidFill>
              </a:defRPr>
            </a:lvl2pPr>
            <a:lvl3pPr indent="-228600" lvl="2" marL="1371600" algn="l">
              <a:lnSpc>
                <a:spcPct val="90000"/>
              </a:lnSpc>
              <a:spcBef>
                <a:spcPts val="400"/>
              </a:spcBef>
              <a:spcAft>
                <a:spcPts val="0"/>
              </a:spcAft>
              <a:buSzPts val="1600"/>
              <a:buNone/>
              <a:defRPr sz="1600">
                <a:solidFill>
                  <a:srgbClr val="888888"/>
                </a:solidFill>
              </a:defRPr>
            </a:lvl3pPr>
            <a:lvl4pPr indent="-228600" lvl="3" marL="1828800" algn="l">
              <a:lnSpc>
                <a:spcPct val="90000"/>
              </a:lnSpc>
              <a:spcBef>
                <a:spcPts val="400"/>
              </a:spcBef>
              <a:spcAft>
                <a:spcPts val="0"/>
              </a:spcAft>
              <a:buSzPts val="1400"/>
              <a:buNone/>
              <a:defRPr sz="1400">
                <a:solidFill>
                  <a:srgbClr val="888888"/>
                </a:solidFill>
              </a:defRPr>
            </a:lvl4pPr>
            <a:lvl5pPr indent="-228600" lvl="4" marL="2286000" algn="l">
              <a:lnSpc>
                <a:spcPct val="9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33" name="Google Shape;33;p4"/>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36" name="Google Shape;36;p4"/>
          <p:cNvCxnSpPr/>
          <p:nvPr/>
        </p:nvCxnSpPr>
        <p:spPr>
          <a:xfrm rot="10800000">
            <a:off x="8386842" y="5264106"/>
            <a:ext cx="0" cy="914400"/>
          </a:xfrm>
          <a:prstGeom prst="straightConnector1">
            <a:avLst/>
          </a:prstGeom>
          <a:noFill/>
          <a:ln cap="flat" cmpd="sng" w="19050">
            <a:solidFill>
              <a:schemeClr val="accent3"/>
            </a:solidFill>
            <a:prstDash val="solid"/>
            <a:round/>
            <a:headEnd len="sm" w="sm" type="none"/>
            <a:tailEnd len="sm" w="sm" type="none"/>
          </a:ln>
        </p:spPr>
      </p:cxnSp>
      <p:sp>
        <p:nvSpPr>
          <p:cNvPr id="37" name="Google Shape;37;p4"/>
          <p:cNvSpPr/>
          <p:nvPr/>
        </p:nvSpPr>
        <p:spPr>
          <a:xfrm>
            <a:off x="0" y="-1"/>
            <a:ext cx="12192000" cy="4572000"/>
          </a:xfrm>
          <a:prstGeom prst="rect">
            <a:avLst/>
          </a:prstGeom>
          <a:blipFill rotWithShape="1">
            <a:blip r:embed="rId2">
              <a:alphaModFix/>
            </a:blip>
            <a:tile algn="tl" flip="none" tx="-133350" sx="50000" ty="-6350" sy="50000"/>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1024127" y="2286000"/>
            <a:ext cx="4754880" cy="402336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1" name="Google Shape;41;p5"/>
          <p:cNvSpPr txBox="1"/>
          <p:nvPr>
            <p:ph idx="2" type="body"/>
          </p:nvPr>
        </p:nvSpPr>
        <p:spPr>
          <a:xfrm>
            <a:off x="5989320" y="2286000"/>
            <a:ext cx="4754880" cy="402336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2" name="Google Shape;42;p5"/>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ison" type="twoTxTwoObj">
  <p:cSld name="TWO_OBJECTS_WITH_TEXT">
    <p:spTree>
      <p:nvGrpSpPr>
        <p:cNvPr id="45" name="Shape 45"/>
        <p:cNvGrpSpPr/>
        <p:nvPr/>
      </p:nvGrpSpPr>
      <p:grpSpPr>
        <a:xfrm>
          <a:off x="0" y="0"/>
          <a:ext cx="0" cy="0"/>
          <a:chOff x="0" y="0"/>
          <a:chExt cx="0" cy="0"/>
        </a:xfrm>
      </p:grpSpPr>
      <p:sp>
        <p:nvSpPr>
          <p:cNvPr id="46" name="Google Shape;46;p6"/>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6"/>
          <p:cNvSpPr txBox="1"/>
          <p:nvPr>
            <p:ph idx="1" type="body"/>
          </p:nvPr>
        </p:nvSpPr>
        <p:spPr>
          <a:xfrm>
            <a:off x="1024128" y="2179636"/>
            <a:ext cx="4754880" cy="822960"/>
          </a:xfrm>
          <a:prstGeom prst="rect">
            <a:avLst/>
          </a:prstGeom>
          <a:noFill/>
          <a:ln>
            <a:noFill/>
          </a:ln>
        </p:spPr>
        <p:txBody>
          <a:bodyPr anchorCtr="0" anchor="ctr" bIns="45700" lIns="137150" spcFirstLastPara="1" rIns="137150" wrap="square" tIns="45700">
            <a:no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48" name="Google Shape;48;p6"/>
          <p:cNvSpPr txBox="1"/>
          <p:nvPr>
            <p:ph idx="2" type="body"/>
          </p:nvPr>
        </p:nvSpPr>
        <p:spPr>
          <a:xfrm>
            <a:off x="1024128" y="2967788"/>
            <a:ext cx="4754880" cy="3341572"/>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49" name="Google Shape;49;p6"/>
          <p:cNvSpPr txBox="1"/>
          <p:nvPr>
            <p:ph idx="3" type="body"/>
          </p:nvPr>
        </p:nvSpPr>
        <p:spPr>
          <a:xfrm>
            <a:off x="5990888" y="2179636"/>
            <a:ext cx="4754880" cy="822960"/>
          </a:xfrm>
          <a:prstGeom prst="rect">
            <a:avLst/>
          </a:prstGeom>
          <a:noFill/>
          <a:ln>
            <a:noFill/>
          </a:ln>
        </p:spPr>
        <p:txBody>
          <a:bodyPr anchorCtr="0" anchor="ctr" bIns="45700" lIns="137150" spcFirstLastPara="1" rIns="137150" wrap="square" tIns="45700">
            <a:noAutofit/>
          </a:bodyPr>
          <a:lstStyle>
            <a:lvl1pPr indent="-228600" lvl="0" marL="457200" algn="l">
              <a:lnSpc>
                <a:spcPct val="90000"/>
              </a:lnSpc>
              <a:spcBef>
                <a:spcPts val="0"/>
              </a:spcBef>
              <a:spcAft>
                <a:spcPts val="0"/>
              </a:spcAft>
              <a:buSzPts val="2300"/>
              <a:buNone/>
              <a:defRPr b="0" sz="2300" cap="none">
                <a:solidFill>
                  <a:schemeClr val="accent1"/>
                </a:solidFill>
                <a:latin typeface="Twentieth Century"/>
                <a:ea typeface="Twentieth Century"/>
                <a:cs typeface="Twentieth Century"/>
                <a:sym typeface="Twentieth Century"/>
              </a:defRPr>
            </a:lvl1pPr>
            <a:lvl2pPr indent="-228600" lvl="1" marL="914400" algn="l">
              <a:lnSpc>
                <a:spcPct val="90000"/>
              </a:lnSpc>
              <a:spcBef>
                <a:spcPts val="200"/>
              </a:spcBef>
              <a:spcAft>
                <a:spcPts val="0"/>
              </a:spcAft>
              <a:buSzPts val="2000"/>
              <a:buNone/>
              <a:defRPr b="1" sz="2000"/>
            </a:lvl2pPr>
            <a:lvl3pPr indent="-228600" lvl="2" marL="1371600" algn="l">
              <a:lnSpc>
                <a:spcPct val="90000"/>
              </a:lnSpc>
              <a:spcBef>
                <a:spcPts val="400"/>
              </a:spcBef>
              <a:spcAft>
                <a:spcPts val="0"/>
              </a:spcAft>
              <a:buSzPts val="1800"/>
              <a:buNone/>
              <a:defRPr b="1" sz="1800"/>
            </a:lvl3pPr>
            <a:lvl4pPr indent="-228600" lvl="3" marL="1828800" algn="l">
              <a:lnSpc>
                <a:spcPct val="90000"/>
              </a:lnSpc>
              <a:spcBef>
                <a:spcPts val="400"/>
              </a:spcBef>
              <a:spcAft>
                <a:spcPts val="0"/>
              </a:spcAft>
              <a:buSzPts val="1600"/>
              <a:buNone/>
              <a:defRPr b="1" sz="1600"/>
            </a:lvl4pPr>
            <a:lvl5pPr indent="-228600" lvl="4" marL="2286000" algn="l">
              <a:lnSpc>
                <a:spcPct val="9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50" name="Google Shape;50;p6"/>
          <p:cNvSpPr txBox="1"/>
          <p:nvPr>
            <p:ph idx="4" type="body"/>
          </p:nvPr>
        </p:nvSpPr>
        <p:spPr>
          <a:xfrm>
            <a:off x="5990888" y="2967788"/>
            <a:ext cx="4754880" cy="3341572"/>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1" name="Google Shape;51;p6"/>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6"/>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6"/>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54" name="Shape 54"/>
        <p:cNvGrpSpPr/>
        <p:nvPr/>
      </p:nvGrpSpPr>
      <p:grpSpPr>
        <a:xfrm>
          <a:off x="0" y="0"/>
          <a:ext cx="0" cy="0"/>
          <a:chOff x="0" y="0"/>
          <a:chExt cx="0" cy="0"/>
        </a:xfrm>
      </p:grpSpPr>
      <p:sp>
        <p:nvSpPr>
          <p:cNvPr id="55" name="Google Shape;55;p7"/>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7"/>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showMasterSp="0" type="blank">
  <p:cSld name="BLANK">
    <p:spTree>
      <p:nvGrpSpPr>
        <p:cNvPr id="59" name="Shape 59"/>
        <p:cNvGrpSpPr/>
        <p:nvPr/>
      </p:nvGrpSpPr>
      <p:grpSpPr>
        <a:xfrm>
          <a:off x="0" y="0"/>
          <a:ext cx="0" cy="0"/>
          <a:chOff x="0" y="0"/>
          <a:chExt cx="0" cy="0"/>
        </a:xfrm>
      </p:grpSpPr>
      <p:sp>
        <p:nvSpPr>
          <p:cNvPr id="60" name="Google Shape;60;p8"/>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8"/>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t with Caption" type="objTx">
  <p:cSld name="OBJECT_WITH_CAPTION_TEXT">
    <p:spTree>
      <p:nvGrpSpPr>
        <p:cNvPr id="63" name="Shape 63"/>
        <p:cNvGrpSpPr/>
        <p:nvPr/>
      </p:nvGrpSpPr>
      <p:grpSpPr>
        <a:xfrm>
          <a:off x="0" y="0"/>
          <a:ext cx="0" cy="0"/>
          <a:chOff x="0" y="0"/>
          <a:chExt cx="0" cy="0"/>
        </a:xfrm>
      </p:grpSpPr>
      <p:sp>
        <p:nvSpPr>
          <p:cNvPr id="64" name="Google Shape;64;p9"/>
          <p:cNvSpPr txBox="1"/>
          <p:nvPr>
            <p:ph type="title"/>
          </p:nvPr>
        </p:nvSpPr>
        <p:spPr>
          <a:xfrm>
            <a:off x="1024128" y="471509"/>
            <a:ext cx="4389120" cy="1737360"/>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4000"/>
              <a:buFont typeface="Twentieth Century"/>
              <a:buNone/>
              <a:defRPr sz="4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9"/>
          <p:cNvSpPr txBox="1"/>
          <p:nvPr>
            <p:ph idx="1" type="body"/>
          </p:nvPr>
        </p:nvSpPr>
        <p:spPr>
          <a:xfrm>
            <a:off x="5715000" y="822960"/>
            <a:ext cx="5678424" cy="5184648"/>
          </a:xfrm>
          <a:prstGeom prst="rect">
            <a:avLst/>
          </a:prstGeom>
          <a:noFill/>
          <a:ln>
            <a:noFill/>
          </a:ln>
        </p:spPr>
        <p:txBody>
          <a:bodyPr anchorCtr="0" anchor="t" bIns="45700" lIns="45700" spcFirstLastPara="1" rIns="45700" wrap="square" tIns="45700">
            <a:noAutofit/>
          </a:bodyPr>
          <a:lstStyle>
            <a:lvl1pPr indent="-381000" lvl="0" marL="457200" algn="l">
              <a:lnSpc>
                <a:spcPct val="90000"/>
              </a:lnSpc>
              <a:spcBef>
                <a:spcPts val="1200"/>
              </a:spcBef>
              <a:spcAft>
                <a:spcPts val="0"/>
              </a:spcAft>
              <a:buSzPts val="2400"/>
              <a:buChar char=" "/>
              <a:defRPr sz="2400"/>
            </a:lvl1pPr>
            <a:lvl2pPr indent="-355600" lvl="1" marL="914400" algn="l">
              <a:lnSpc>
                <a:spcPct val="90000"/>
              </a:lnSpc>
              <a:spcBef>
                <a:spcPts val="200"/>
              </a:spcBef>
              <a:spcAft>
                <a:spcPts val="0"/>
              </a:spcAft>
              <a:buSzPts val="2000"/>
              <a:buChar char="🢝"/>
              <a:defRPr sz="2000"/>
            </a:lvl2pPr>
            <a:lvl3pPr indent="-330200" lvl="2" marL="1371600" algn="l">
              <a:lnSpc>
                <a:spcPct val="90000"/>
              </a:lnSpc>
              <a:spcBef>
                <a:spcPts val="400"/>
              </a:spcBef>
              <a:spcAft>
                <a:spcPts val="0"/>
              </a:spcAft>
              <a:buSzPts val="1600"/>
              <a:buChar char="🢝"/>
              <a:defRPr sz="1600"/>
            </a:lvl3pPr>
            <a:lvl4pPr indent="-330200" lvl="3" marL="1828800" algn="l">
              <a:lnSpc>
                <a:spcPct val="90000"/>
              </a:lnSpc>
              <a:spcBef>
                <a:spcPts val="400"/>
              </a:spcBef>
              <a:spcAft>
                <a:spcPts val="0"/>
              </a:spcAft>
              <a:buSzPts val="1600"/>
              <a:buChar char="🢝"/>
              <a:defRPr sz="1600"/>
            </a:lvl4pPr>
            <a:lvl5pPr indent="-330200" lvl="4" marL="2286000" algn="l">
              <a:lnSpc>
                <a:spcPct val="90000"/>
              </a:lnSpc>
              <a:spcBef>
                <a:spcPts val="400"/>
              </a:spcBef>
              <a:spcAft>
                <a:spcPts val="0"/>
              </a:spcAft>
              <a:buSzPts val="1600"/>
              <a:buChar char="🢝"/>
              <a:defRPr sz="1600"/>
            </a:lvl5pPr>
            <a:lvl6pPr indent="-330200" lvl="5" marL="2743200" algn="l">
              <a:lnSpc>
                <a:spcPct val="90000"/>
              </a:lnSpc>
              <a:spcBef>
                <a:spcPts val="400"/>
              </a:spcBef>
              <a:spcAft>
                <a:spcPts val="0"/>
              </a:spcAft>
              <a:buSzPts val="1600"/>
              <a:buChar char="🢝"/>
              <a:defRPr sz="1600"/>
            </a:lvl6pPr>
            <a:lvl7pPr indent="-330200" lvl="6" marL="3200400" algn="l">
              <a:lnSpc>
                <a:spcPct val="90000"/>
              </a:lnSpc>
              <a:spcBef>
                <a:spcPts val="400"/>
              </a:spcBef>
              <a:spcAft>
                <a:spcPts val="0"/>
              </a:spcAft>
              <a:buSzPts val="1600"/>
              <a:buChar char="🢝"/>
              <a:defRPr sz="1600"/>
            </a:lvl7pPr>
            <a:lvl8pPr indent="-330200" lvl="7" marL="3657600" algn="l">
              <a:lnSpc>
                <a:spcPct val="90000"/>
              </a:lnSpc>
              <a:spcBef>
                <a:spcPts val="400"/>
              </a:spcBef>
              <a:spcAft>
                <a:spcPts val="0"/>
              </a:spcAft>
              <a:buSzPts val="1600"/>
              <a:buChar char="🢝"/>
              <a:defRPr sz="1600"/>
            </a:lvl8pPr>
            <a:lvl9pPr indent="-330200" lvl="8" marL="4114800" algn="l">
              <a:lnSpc>
                <a:spcPct val="90000"/>
              </a:lnSpc>
              <a:spcBef>
                <a:spcPts val="400"/>
              </a:spcBef>
              <a:spcAft>
                <a:spcPts val="400"/>
              </a:spcAft>
              <a:buSzPts val="1600"/>
              <a:buChar char="🢝"/>
              <a:defRPr sz="1600"/>
            </a:lvl9pPr>
          </a:lstStyle>
          <a:p/>
        </p:txBody>
      </p:sp>
      <p:sp>
        <p:nvSpPr>
          <p:cNvPr id="66" name="Google Shape;66;p9"/>
          <p:cNvSpPr txBox="1"/>
          <p:nvPr>
            <p:ph idx="2" type="body"/>
          </p:nvPr>
        </p:nvSpPr>
        <p:spPr>
          <a:xfrm>
            <a:off x="1024128" y="2257506"/>
            <a:ext cx="4389120" cy="3762294"/>
          </a:xfrm>
          <a:prstGeom prst="rect">
            <a:avLst/>
          </a:prstGeom>
          <a:noFill/>
          <a:ln>
            <a:noFill/>
          </a:ln>
        </p:spPr>
        <p:txBody>
          <a:bodyPr anchorCtr="0" anchor="t" bIns="45700" lIns="91425" spcFirstLastPara="1" rIns="91425" wrap="square" tIns="45700">
            <a:noAutofit/>
          </a:bodyPr>
          <a:lstStyle>
            <a:lvl1pPr indent="-228600" lvl="0" marL="457200" algn="l">
              <a:lnSpc>
                <a:spcPct val="108000"/>
              </a:lnSpc>
              <a:spcBef>
                <a:spcPts val="600"/>
              </a:spcBef>
              <a:spcAft>
                <a:spcPts val="0"/>
              </a:spcAft>
              <a:buSzPts val="1600"/>
              <a:buNone/>
              <a:defRPr sz="1600"/>
            </a:lvl1pPr>
            <a:lvl2pPr indent="-228600" lvl="1" marL="914400" algn="l">
              <a:lnSpc>
                <a:spcPct val="90000"/>
              </a:lnSpc>
              <a:spcBef>
                <a:spcPts val="200"/>
              </a:spcBef>
              <a:spcAft>
                <a:spcPts val="0"/>
              </a:spcAft>
              <a:buSzPts val="1200"/>
              <a:buNone/>
              <a:defRPr sz="1200"/>
            </a:lvl2pPr>
            <a:lvl3pPr indent="-228600" lvl="2" marL="1371600" algn="l">
              <a:lnSpc>
                <a:spcPct val="90000"/>
              </a:lnSpc>
              <a:spcBef>
                <a:spcPts val="400"/>
              </a:spcBef>
              <a:spcAft>
                <a:spcPts val="0"/>
              </a:spcAft>
              <a:buSzPts val="1000"/>
              <a:buNone/>
              <a:defRPr sz="1000"/>
            </a:lvl3pPr>
            <a:lvl4pPr indent="-228600" lvl="3" marL="1828800" algn="l">
              <a:lnSpc>
                <a:spcPct val="90000"/>
              </a:lnSpc>
              <a:spcBef>
                <a:spcPts val="400"/>
              </a:spcBef>
              <a:spcAft>
                <a:spcPts val="0"/>
              </a:spcAft>
              <a:buSzPts val="900"/>
              <a:buNone/>
              <a:defRPr sz="900"/>
            </a:lvl4pPr>
            <a:lvl5pPr indent="-228600" lvl="4" marL="2286000" algn="l">
              <a:lnSpc>
                <a:spcPct val="9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67" name="Google Shape;67;p9"/>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9"/>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icture with Caption" showMasterSp="0" type="picTx">
  <p:cSld name="PICTURE_WITH_CAPTION_TEXT">
    <p:spTree>
      <p:nvGrpSpPr>
        <p:cNvPr id="70" name="Shape 70"/>
        <p:cNvGrpSpPr/>
        <p:nvPr/>
      </p:nvGrpSpPr>
      <p:grpSpPr>
        <a:xfrm>
          <a:off x="0" y="0"/>
          <a:ext cx="0" cy="0"/>
          <a:chOff x="0" y="0"/>
          <a:chExt cx="0" cy="0"/>
        </a:xfrm>
      </p:grpSpPr>
      <p:sp>
        <p:nvSpPr>
          <p:cNvPr id="71" name="Google Shape;71;p10"/>
          <p:cNvSpPr txBox="1"/>
          <p:nvPr>
            <p:ph type="title"/>
          </p:nvPr>
        </p:nvSpPr>
        <p:spPr>
          <a:xfrm>
            <a:off x="457200" y="4960138"/>
            <a:ext cx="7772400" cy="1463040"/>
          </a:xfrm>
          <a:prstGeom prst="rect">
            <a:avLst/>
          </a:prstGeom>
          <a:noFill/>
          <a:ln>
            <a:noFill/>
          </a:ln>
        </p:spPr>
        <p:txBody>
          <a:bodyPr anchorCtr="0" anchor="ctr" bIns="45700" lIns="91425" spcFirstLastPara="1" rIns="91425" wrap="square" tIns="45700">
            <a:noAutofit/>
          </a:bodyPr>
          <a:lstStyle>
            <a:lvl1pPr lvl="0" algn="r">
              <a:lnSpc>
                <a:spcPct val="80000"/>
              </a:lnSpc>
              <a:spcBef>
                <a:spcPts val="0"/>
              </a:spcBef>
              <a:spcAft>
                <a:spcPts val="0"/>
              </a:spcAft>
              <a:buClr>
                <a:srgbClr val="0C0C0C"/>
              </a:buClr>
              <a:buSzPts val="5000"/>
              <a:buFont typeface="Twentieth Century"/>
              <a:buNone/>
              <a:defRPr sz="5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0"/>
          <p:cNvSpPr/>
          <p:nvPr>
            <p:ph idx="2" type="pic"/>
          </p:nvPr>
        </p:nvSpPr>
        <p:spPr>
          <a:xfrm>
            <a:off x="0" y="-1"/>
            <a:ext cx="12188952" cy="4572000"/>
          </a:xfrm>
          <a:prstGeom prst="rect">
            <a:avLst/>
          </a:prstGeom>
          <a:solidFill>
            <a:srgbClr val="C1DF87"/>
          </a:solidFill>
          <a:ln>
            <a:noFill/>
          </a:ln>
        </p:spPr>
        <p:txBody>
          <a:bodyPr anchorCtr="0" anchor="t" bIns="45700" lIns="457200" spcFirstLastPara="1" rIns="45700" wrap="square" tIns="365750">
            <a:noAutofit/>
          </a:bodyPr>
          <a:lstStyle>
            <a:lvl1pPr lvl="0" marR="0" rtl="0" algn="l">
              <a:lnSpc>
                <a:spcPct val="90000"/>
              </a:lnSpc>
              <a:spcBef>
                <a:spcPts val="1200"/>
              </a:spcBef>
              <a:spcAft>
                <a:spcPts val="0"/>
              </a:spcAft>
              <a:buClr>
                <a:schemeClr val="accent1"/>
              </a:buClr>
              <a:buSzPts val="3200"/>
              <a:buFont typeface="Twentieth Century"/>
              <a:buNone/>
              <a:defRPr b="0" i="0" sz="3200" u="none" cap="none" strike="noStrike">
                <a:solidFill>
                  <a:schemeClr val="dk1"/>
                </a:solidFill>
                <a:latin typeface="Twentieth Century"/>
                <a:ea typeface="Twentieth Century"/>
                <a:cs typeface="Twentieth Century"/>
                <a:sym typeface="Twentieth Century"/>
              </a:defRPr>
            </a:lvl1pPr>
            <a:lvl2pPr lvl="1" marR="0" rtl="0" algn="l">
              <a:lnSpc>
                <a:spcPct val="90000"/>
              </a:lnSpc>
              <a:spcBef>
                <a:spcPts val="200"/>
              </a:spcBef>
              <a:spcAft>
                <a:spcPts val="0"/>
              </a:spcAft>
              <a:buClr>
                <a:schemeClr val="accent1"/>
              </a:buClr>
              <a:buSzPts val="2800"/>
              <a:buFont typeface="Noto Sans Symbols"/>
              <a:buNone/>
              <a:defRPr b="0" i="0" sz="2800" u="none" cap="none" strike="noStrike">
                <a:solidFill>
                  <a:schemeClr val="dk1"/>
                </a:solidFill>
                <a:latin typeface="Twentieth Century"/>
                <a:ea typeface="Twentieth Century"/>
                <a:cs typeface="Twentieth Century"/>
                <a:sym typeface="Twentieth Century"/>
              </a:defRPr>
            </a:lvl2pPr>
            <a:lvl3pPr lvl="2" marR="0" rtl="0" algn="l">
              <a:lnSpc>
                <a:spcPct val="90000"/>
              </a:lnSpc>
              <a:spcBef>
                <a:spcPts val="400"/>
              </a:spcBef>
              <a:spcAft>
                <a:spcPts val="0"/>
              </a:spcAft>
              <a:buClr>
                <a:schemeClr val="accent1"/>
              </a:buClr>
              <a:buSzPts val="2400"/>
              <a:buFont typeface="Noto Sans Symbols"/>
              <a:buNone/>
              <a:defRPr b="0" i="0" sz="2400" u="none" cap="none" strike="noStrike">
                <a:solidFill>
                  <a:schemeClr val="dk1"/>
                </a:solidFill>
                <a:latin typeface="Twentieth Century"/>
                <a:ea typeface="Twentieth Century"/>
                <a:cs typeface="Twentieth Century"/>
                <a:sym typeface="Twentieth Century"/>
              </a:defRPr>
            </a:lvl3pPr>
            <a:lvl4pPr lvl="3" marR="0" rtl="0" algn="l">
              <a:lnSpc>
                <a:spcPct val="90000"/>
              </a:lnSpc>
              <a:spcBef>
                <a:spcPts val="400"/>
              </a:spcBef>
              <a:spcAft>
                <a:spcPts val="0"/>
              </a:spcAft>
              <a:buClr>
                <a:schemeClr val="accent1"/>
              </a:buClr>
              <a:buSzPts val="2000"/>
              <a:buFont typeface="Noto Sans Symbols"/>
              <a:buNone/>
              <a:defRPr b="0" i="0" sz="2000" u="none" cap="none" strike="noStrike">
                <a:solidFill>
                  <a:schemeClr val="dk1"/>
                </a:solidFill>
                <a:latin typeface="Twentieth Century"/>
                <a:ea typeface="Twentieth Century"/>
                <a:cs typeface="Twentieth Century"/>
                <a:sym typeface="Twentieth Century"/>
              </a:defRPr>
            </a:lvl4pPr>
            <a:lvl5pPr lvl="4" marR="0" rtl="0" algn="l">
              <a:lnSpc>
                <a:spcPct val="90000"/>
              </a:lnSpc>
              <a:spcBef>
                <a:spcPts val="400"/>
              </a:spcBef>
              <a:spcAft>
                <a:spcPts val="0"/>
              </a:spcAft>
              <a:buClr>
                <a:schemeClr val="accent1"/>
              </a:buClr>
              <a:buSzPts val="2000"/>
              <a:buFont typeface="Noto Sans Symbols"/>
              <a:buNone/>
              <a:defRPr b="0" i="0" sz="2000" u="none" cap="none" strike="noStrike">
                <a:solidFill>
                  <a:schemeClr val="dk1"/>
                </a:solidFill>
                <a:latin typeface="Twentieth Century"/>
                <a:ea typeface="Twentieth Century"/>
                <a:cs typeface="Twentieth Century"/>
                <a:sym typeface="Twentieth Century"/>
              </a:defRPr>
            </a:lvl5pPr>
            <a:lvl6pPr lvl="5" marR="0" rtl="0" algn="l">
              <a:lnSpc>
                <a:spcPct val="90000"/>
              </a:lnSpc>
              <a:spcBef>
                <a:spcPts val="400"/>
              </a:spcBef>
              <a:spcAft>
                <a:spcPts val="0"/>
              </a:spcAft>
              <a:buClr>
                <a:schemeClr val="accent1"/>
              </a:buClr>
              <a:buSzPts val="2000"/>
              <a:buFont typeface="Noto Sans Symbols"/>
              <a:buNone/>
              <a:defRPr b="0" i="0" sz="2000" u="none" cap="none" strike="noStrike">
                <a:solidFill>
                  <a:schemeClr val="dk1"/>
                </a:solidFill>
                <a:latin typeface="Twentieth Century"/>
                <a:ea typeface="Twentieth Century"/>
                <a:cs typeface="Twentieth Century"/>
                <a:sym typeface="Twentieth Century"/>
              </a:defRPr>
            </a:lvl6pPr>
            <a:lvl7pPr lvl="6" marR="0" rtl="0" algn="l">
              <a:lnSpc>
                <a:spcPct val="90000"/>
              </a:lnSpc>
              <a:spcBef>
                <a:spcPts val="400"/>
              </a:spcBef>
              <a:spcAft>
                <a:spcPts val="0"/>
              </a:spcAft>
              <a:buClr>
                <a:schemeClr val="accent1"/>
              </a:buClr>
              <a:buSzPts val="2000"/>
              <a:buFont typeface="Noto Sans Symbols"/>
              <a:buNone/>
              <a:defRPr b="0" i="0" sz="2000" u="none" cap="none" strike="noStrike">
                <a:solidFill>
                  <a:schemeClr val="dk1"/>
                </a:solidFill>
                <a:latin typeface="Twentieth Century"/>
                <a:ea typeface="Twentieth Century"/>
                <a:cs typeface="Twentieth Century"/>
                <a:sym typeface="Twentieth Century"/>
              </a:defRPr>
            </a:lvl7pPr>
            <a:lvl8pPr lvl="7" marR="0" rtl="0" algn="l">
              <a:lnSpc>
                <a:spcPct val="90000"/>
              </a:lnSpc>
              <a:spcBef>
                <a:spcPts val="400"/>
              </a:spcBef>
              <a:spcAft>
                <a:spcPts val="0"/>
              </a:spcAft>
              <a:buClr>
                <a:schemeClr val="accent1"/>
              </a:buClr>
              <a:buSzPts val="2000"/>
              <a:buFont typeface="Noto Sans Symbols"/>
              <a:buNone/>
              <a:defRPr b="0" i="0" sz="2000" u="none" cap="none" strike="noStrike">
                <a:solidFill>
                  <a:schemeClr val="dk1"/>
                </a:solidFill>
                <a:latin typeface="Twentieth Century"/>
                <a:ea typeface="Twentieth Century"/>
                <a:cs typeface="Twentieth Century"/>
                <a:sym typeface="Twentieth Century"/>
              </a:defRPr>
            </a:lvl8pPr>
            <a:lvl9pPr lvl="8" marR="0" rtl="0" algn="l">
              <a:lnSpc>
                <a:spcPct val="90000"/>
              </a:lnSpc>
              <a:spcBef>
                <a:spcPts val="400"/>
              </a:spcBef>
              <a:spcAft>
                <a:spcPts val="400"/>
              </a:spcAft>
              <a:buClr>
                <a:schemeClr val="accent1"/>
              </a:buClr>
              <a:buSzPts val="2000"/>
              <a:buFont typeface="Noto Sans Symbols"/>
              <a:buNone/>
              <a:defRPr b="0" i="0" sz="2000" u="none" cap="none" strike="noStrike">
                <a:solidFill>
                  <a:schemeClr val="dk1"/>
                </a:solidFill>
                <a:latin typeface="Twentieth Century"/>
                <a:ea typeface="Twentieth Century"/>
                <a:cs typeface="Twentieth Century"/>
                <a:sym typeface="Twentieth Century"/>
              </a:defRPr>
            </a:lvl9pPr>
          </a:lstStyle>
          <a:p/>
        </p:txBody>
      </p:sp>
      <p:sp>
        <p:nvSpPr>
          <p:cNvPr id="73" name="Google Shape;73;p10"/>
          <p:cNvSpPr txBox="1"/>
          <p:nvPr>
            <p:ph idx="1" type="body"/>
          </p:nvPr>
        </p:nvSpPr>
        <p:spPr>
          <a:xfrm>
            <a:off x="8610600" y="4960138"/>
            <a:ext cx="3200400" cy="1463040"/>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0"/>
              </a:spcBef>
              <a:spcAft>
                <a:spcPts val="0"/>
              </a:spcAft>
              <a:buSzPts val="1800"/>
              <a:buNone/>
              <a:defRPr sz="1800">
                <a:solidFill>
                  <a:srgbClr val="0C0C0C"/>
                </a:solidFill>
              </a:defRPr>
            </a:lvl1pPr>
            <a:lvl2pPr indent="-228600" lvl="1" marL="914400" algn="l">
              <a:lnSpc>
                <a:spcPct val="90000"/>
              </a:lnSpc>
              <a:spcBef>
                <a:spcPts val="200"/>
              </a:spcBef>
              <a:spcAft>
                <a:spcPts val="0"/>
              </a:spcAft>
              <a:buSzPts val="1400"/>
              <a:buNone/>
              <a:defRPr sz="1400"/>
            </a:lvl2pPr>
            <a:lvl3pPr indent="-228600" lvl="2" marL="1371600" algn="l">
              <a:lnSpc>
                <a:spcPct val="90000"/>
              </a:lnSpc>
              <a:spcBef>
                <a:spcPts val="400"/>
              </a:spcBef>
              <a:spcAft>
                <a:spcPts val="0"/>
              </a:spcAft>
              <a:buSzPts val="1200"/>
              <a:buNone/>
              <a:defRPr sz="1200"/>
            </a:lvl3pPr>
            <a:lvl4pPr indent="-228600" lvl="3" marL="1828800" algn="l">
              <a:lnSpc>
                <a:spcPct val="90000"/>
              </a:lnSpc>
              <a:spcBef>
                <a:spcPts val="400"/>
              </a:spcBef>
              <a:spcAft>
                <a:spcPts val="0"/>
              </a:spcAft>
              <a:buSzPts val="1000"/>
              <a:buNone/>
              <a:defRPr sz="1000"/>
            </a:lvl4pPr>
            <a:lvl5pPr indent="-228600" lvl="4" marL="2286000" algn="l">
              <a:lnSpc>
                <a:spcPct val="90000"/>
              </a:lnSpc>
              <a:spcBef>
                <a:spcPts val="400"/>
              </a:spcBef>
              <a:spcAft>
                <a:spcPts val="0"/>
              </a:spcAft>
              <a:buSzPts val="1000"/>
              <a:buNone/>
              <a:defRPr sz="1000"/>
            </a:lvl5pPr>
            <a:lvl6pPr indent="-228600" lvl="5" marL="2743200" algn="l">
              <a:lnSpc>
                <a:spcPct val="90000"/>
              </a:lnSpc>
              <a:spcBef>
                <a:spcPts val="400"/>
              </a:spcBef>
              <a:spcAft>
                <a:spcPts val="0"/>
              </a:spcAft>
              <a:buSzPts val="1000"/>
              <a:buNone/>
              <a:defRPr sz="1000"/>
            </a:lvl6pPr>
            <a:lvl7pPr indent="-228600" lvl="6" marL="3200400" algn="l">
              <a:lnSpc>
                <a:spcPct val="90000"/>
              </a:lnSpc>
              <a:spcBef>
                <a:spcPts val="400"/>
              </a:spcBef>
              <a:spcAft>
                <a:spcPts val="0"/>
              </a:spcAft>
              <a:buSzPts val="1000"/>
              <a:buNone/>
              <a:defRPr sz="1000"/>
            </a:lvl7pPr>
            <a:lvl8pPr indent="-228600" lvl="7" marL="3657600" algn="l">
              <a:lnSpc>
                <a:spcPct val="90000"/>
              </a:lnSpc>
              <a:spcBef>
                <a:spcPts val="400"/>
              </a:spcBef>
              <a:spcAft>
                <a:spcPts val="0"/>
              </a:spcAft>
              <a:buSzPts val="1000"/>
              <a:buNone/>
              <a:defRPr sz="1000"/>
            </a:lvl8pPr>
            <a:lvl9pPr indent="-228600" lvl="8" marL="4114800" algn="l">
              <a:lnSpc>
                <a:spcPct val="90000"/>
              </a:lnSpc>
              <a:spcBef>
                <a:spcPts val="400"/>
              </a:spcBef>
              <a:spcAft>
                <a:spcPts val="400"/>
              </a:spcAft>
              <a:buSzPts val="1000"/>
              <a:buNone/>
              <a:defRPr sz="1000"/>
            </a:lvl9pPr>
          </a:lstStyle>
          <a:p/>
        </p:txBody>
      </p:sp>
      <p:sp>
        <p:nvSpPr>
          <p:cNvPr id="74" name="Google Shape;74;p10"/>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77" name="Google Shape;77;p10"/>
          <p:cNvCxnSpPr/>
          <p:nvPr/>
        </p:nvCxnSpPr>
        <p:spPr>
          <a:xfrm rot="10800000">
            <a:off x="8386843" y="5264106"/>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3872484" y="-562356"/>
            <a:ext cx="4023360" cy="9720073"/>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1" name="Google Shape;81;p1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txBox="1"/>
          <p:nvPr>
            <p:ph type="title"/>
          </p:nvPr>
        </p:nvSpPr>
        <p:spPr>
          <a:xfrm rot="5400000">
            <a:off x="7334251" y="2152650"/>
            <a:ext cx="5410200" cy="2628900"/>
          </a:xfrm>
          <a:prstGeom prst="rect">
            <a:avLst/>
          </a:prstGeom>
          <a:noFill/>
          <a:ln>
            <a:noFill/>
          </a:ln>
        </p:spPr>
        <p:txBody>
          <a:bodyPr anchorCtr="0" anchor="ctr" bIns="91425" lIns="45700" spcFirstLastPara="1" rIns="45700" wrap="square" tIns="91425">
            <a:noAutofit/>
          </a:bodyPr>
          <a:lstStyle>
            <a:lvl1pPr lvl="0" algn="l">
              <a:lnSpc>
                <a:spcPct val="80000"/>
              </a:lnSpc>
              <a:spcBef>
                <a:spcPts val="0"/>
              </a:spcBef>
              <a:spcAft>
                <a:spcPts val="0"/>
              </a:spcAft>
              <a:buClr>
                <a:srgbClr val="0C0C0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2"/>
          <p:cNvSpPr txBox="1"/>
          <p:nvPr>
            <p:ph idx="1" type="body"/>
          </p:nvPr>
        </p:nvSpPr>
        <p:spPr>
          <a:xfrm rot="5400000">
            <a:off x="2076451" y="-323850"/>
            <a:ext cx="5410200" cy="7581900"/>
          </a:xfrm>
          <a:prstGeom prst="rect">
            <a:avLst/>
          </a:prstGeom>
          <a:noFill/>
          <a:ln>
            <a:noFill/>
          </a:ln>
        </p:spPr>
        <p:txBody>
          <a:bodyPr anchorCtr="0" anchor="t" bIns="45700" lIns="45700" spcFirstLastPara="1" rIns="45700" wrap="square" tIns="45700">
            <a:noAutofit/>
          </a:bodyPr>
          <a:lstStyle>
            <a:lvl1pPr indent="-342900" lvl="0" marL="457200" algn="l">
              <a:lnSpc>
                <a:spcPct val="90000"/>
              </a:lnSpc>
              <a:spcBef>
                <a:spcPts val="1200"/>
              </a:spcBef>
              <a:spcAft>
                <a:spcPts val="0"/>
              </a:spcAft>
              <a:buSzPts val="1800"/>
              <a:buChar char=" "/>
              <a:defRPr/>
            </a:lvl1pPr>
            <a:lvl2pPr indent="-342900" lvl="1" marL="914400" algn="l">
              <a:lnSpc>
                <a:spcPct val="90000"/>
              </a:lnSpc>
              <a:spcBef>
                <a:spcPts val="200"/>
              </a:spcBef>
              <a:spcAft>
                <a:spcPts val="0"/>
              </a:spcAft>
              <a:buSzPts val="1800"/>
              <a:buChar char="🢝"/>
              <a:defRPr/>
            </a:lvl2pPr>
            <a:lvl3pPr indent="-342900" lvl="2" marL="1371600" algn="l">
              <a:lnSpc>
                <a:spcPct val="90000"/>
              </a:lnSpc>
              <a:spcBef>
                <a:spcPts val="400"/>
              </a:spcBef>
              <a:spcAft>
                <a:spcPts val="0"/>
              </a:spcAft>
              <a:buSzPts val="1800"/>
              <a:buChar char="🢝"/>
              <a:defRPr/>
            </a:lvl3pPr>
            <a:lvl4pPr indent="-342900" lvl="3" marL="1828800" algn="l">
              <a:lnSpc>
                <a:spcPct val="90000"/>
              </a:lnSpc>
              <a:spcBef>
                <a:spcPts val="400"/>
              </a:spcBef>
              <a:spcAft>
                <a:spcPts val="0"/>
              </a:spcAft>
              <a:buSzPts val="1800"/>
              <a:buChar char="🢝"/>
              <a:defRPr/>
            </a:lvl4pPr>
            <a:lvl5pPr indent="-342900" lvl="4" marL="2286000" algn="l">
              <a:lnSpc>
                <a:spcPct val="9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7" name="Google Shape;87;p12"/>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GB"/>
              <a:t>‹#›</a:t>
            </a:fld>
            <a:endParaRPr/>
          </a:p>
        </p:txBody>
      </p:sp>
      <p:cxnSp>
        <p:nvCxnSpPr>
          <p:cNvPr id="90" name="Google Shape;90;p12"/>
          <p:cNvCxnSpPr/>
          <p:nvPr/>
        </p:nvCxnSpPr>
        <p:spPr>
          <a:xfrm rot="10800000">
            <a:off x="10058400" y="59263"/>
            <a:ext cx="0" cy="914400"/>
          </a:xfrm>
          <a:prstGeom prst="straightConnector1">
            <a:avLst/>
          </a:prstGeom>
          <a:noFill/>
          <a:ln cap="flat" cmpd="sng" w="19050">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1024128" y="585216"/>
            <a:ext cx="9720072" cy="1499616"/>
          </a:xfrm>
          <a:prstGeom prst="rect">
            <a:avLst/>
          </a:prstGeom>
          <a:noFill/>
          <a:ln>
            <a:noFill/>
          </a:ln>
        </p:spPr>
        <p:txBody>
          <a:bodyPr anchorCtr="0" anchor="ctr" bIns="45700" lIns="91425" spcFirstLastPara="1" rIns="91425" wrap="square" tIns="45700">
            <a:noAutofit/>
          </a:bodyPr>
          <a:lstStyle>
            <a:lvl1pPr lvl="0" marR="0" rtl="0" algn="l">
              <a:lnSpc>
                <a:spcPct val="80000"/>
              </a:lnSpc>
              <a:spcBef>
                <a:spcPts val="0"/>
              </a:spcBef>
              <a:spcAft>
                <a:spcPts val="0"/>
              </a:spcAft>
              <a:buClr>
                <a:srgbClr val="0C0C0C"/>
              </a:buClr>
              <a:buSzPts val="5000"/>
              <a:buFont typeface="Twentieth Century"/>
              <a:buNone/>
              <a:defRPr b="0" i="0" sz="5000" u="none" cap="none" strike="noStrike">
                <a:solidFill>
                  <a:srgbClr val="0C0C0C"/>
                </a:solidFill>
                <a:latin typeface="Twentieth Century"/>
                <a:ea typeface="Twentieth Century"/>
                <a:cs typeface="Twentieth Century"/>
                <a:sym typeface="Twentieth Centur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1024128" y="2286000"/>
            <a:ext cx="9720073" cy="4023360"/>
          </a:xfrm>
          <a:prstGeom prst="rect">
            <a:avLst/>
          </a:prstGeom>
          <a:noFill/>
          <a:ln>
            <a:noFill/>
          </a:ln>
        </p:spPr>
        <p:txBody>
          <a:bodyPr anchorCtr="0" anchor="t" bIns="45700" lIns="45700" spcFirstLastPara="1" rIns="45700" wrap="square" tIns="45700">
            <a:noAutofit/>
          </a:bodyPr>
          <a:lstStyle>
            <a:lvl1pPr indent="-368300" lvl="0" marL="457200" marR="0" rtl="0" algn="l">
              <a:lnSpc>
                <a:spcPct val="90000"/>
              </a:lnSpc>
              <a:spcBef>
                <a:spcPts val="1200"/>
              </a:spcBef>
              <a:spcAft>
                <a:spcPts val="0"/>
              </a:spcAft>
              <a:buClr>
                <a:schemeClr val="accent1"/>
              </a:buClr>
              <a:buSzPts val="2200"/>
              <a:buFont typeface="Twentieth Century"/>
              <a:buChar char=" "/>
              <a:defRPr b="0" i="0" sz="2200" u="none" cap="none" strike="noStrike">
                <a:solidFill>
                  <a:schemeClr val="dk1"/>
                </a:solidFill>
                <a:latin typeface="Twentieth Century"/>
                <a:ea typeface="Twentieth Century"/>
                <a:cs typeface="Twentieth Century"/>
                <a:sym typeface="Twentieth Century"/>
              </a:defRPr>
            </a:lvl1pPr>
            <a:lvl2pPr indent="-342900" lvl="1" marL="914400" marR="0" rtl="0" algn="l">
              <a:lnSpc>
                <a:spcPct val="90000"/>
              </a:lnSpc>
              <a:spcBef>
                <a:spcPts val="200"/>
              </a:spcBef>
              <a:spcAft>
                <a:spcPts val="0"/>
              </a:spcAft>
              <a:buClr>
                <a:schemeClr val="accent1"/>
              </a:buClr>
              <a:buSzPts val="1800"/>
              <a:buFont typeface="Noto Sans Symbols"/>
              <a:buChar char="🢝"/>
              <a:defRPr b="0" i="0" sz="1800" u="none" cap="none" strike="noStrike">
                <a:solidFill>
                  <a:schemeClr val="dk1"/>
                </a:solidFill>
                <a:latin typeface="Twentieth Century"/>
                <a:ea typeface="Twentieth Century"/>
                <a:cs typeface="Twentieth Century"/>
                <a:sym typeface="Twentieth Century"/>
              </a:defRPr>
            </a:lvl2pPr>
            <a:lvl3pPr indent="-317500" lvl="2" marL="1371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3pPr>
            <a:lvl4pPr indent="-317500" lvl="3" marL="18288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4pPr>
            <a:lvl5pPr indent="-317500" lvl="4" marL="22860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5pPr>
            <a:lvl6pPr indent="-317500" lvl="5" marL="27432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6pPr>
            <a:lvl7pPr indent="-317500" lvl="6" marL="32004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7pPr>
            <a:lvl8pPr indent="-317500" lvl="7" marL="3657600" marR="0" rtl="0" algn="l">
              <a:lnSpc>
                <a:spcPct val="90000"/>
              </a:lnSpc>
              <a:spcBef>
                <a:spcPts val="400"/>
              </a:spcBef>
              <a:spcAft>
                <a:spcPts val="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8pPr>
            <a:lvl9pPr indent="-317500" lvl="8" marL="4114800" marR="0" rtl="0" algn="l">
              <a:lnSpc>
                <a:spcPct val="90000"/>
              </a:lnSpc>
              <a:spcBef>
                <a:spcPts val="400"/>
              </a:spcBef>
              <a:spcAft>
                <a:spcPts val="400"/>
              </a:spcAft>
              <a:buClr>
                <a:schemeClr val="accent1"/>
              </a:buClr>
              <a:buSzPts val="1400"/>
              <a:buFont typeface="Noto Sans Symbols"/>
              <a:buChar char="🢝"/>
              <a:defRPr b="0" i="0" sz="1400" u="none" cap="none" strike="noStrike">
                <a:solidFill>
                  <a:schemeClr val="dk1"/>
                </a:solidFill>
                <a:latin typeface="Twentieth Century"/>
                <a:ea typeface="Twentieth Century"/>
                <a:cs typeface="Twentieth Century"/>
                <a:sym typeface="Twentieth Century"/>
              </a:defRPr>
            </a:lvl9pPr>
          </a:lstStyle>
          <a:p/>
        </p:txBody>
      </p:sp>
      <p:sp>
        <p:nvSpPr>
          <p:cNvPr id="12" name="Google Shape;12;p1"/>
          <p:cNvSpPr txBox="1"/>
          <p:nvPr>
            <p:ph idx="10" type="dt"/>
          </p:nvPr>
        </p:nvSpPr>
        <p:spPr>
          <a:xfrm>
            <a:off x="1024129" y="6470704"/>
            <a:ext cx="2154143" cy="27432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3" name="Google Shape;13;p1"/>
          <p:cNvSpPr txBox="1"/>
          <p:nvPr>
            <p:ph idx="11" type="ftr"/>
          </p:nvPr>
        </p:nvSpPr>
        <p:spPr>
          <a:xfrm>
            <a:off x="4842932" y="6470704"/>
            <a:ext cx="5901459" cy="274320"/>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000" u="none" cap="none" strike="noStrike">
                <a:solidFill>
                  <a:srgbClr val="0C0C0C"/>
                </a:solidFill>
                <a:latin typeface="Twentieth Century"/>
                <a:ea typeface="Twentieth Century"/>
                <a:cs typeface="Twentieth Century"/>
                <a:sym typeface="Twentieth Century"/>
              </a:defRPr>
            </a:lvl1pPr>
            <a:lvl2pPr lvl="1"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2pPr>
            <a:lvl3pPr lvl="2"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3pPr>
            <a:lvl4pPr lvl="3"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4pPr>
            <a:lvl5pPr lvl="4"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5pPr>
            <a:lvl6pPr lvl="5"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6pPr>
            <a:lvl7pPr lvl="6"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7pPr>
            <a:lvl8pPr lvl="7"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8pPr>
            <a:lvl9pPr lvl="8" marR="0" rtl="0" algn="l">
              <a:spcBef>
                <a:spcPts val="0"/>
              </a:spcBef>
              <a:spcAft>
                <a:spcPts val="0"/>
              </a:spcAft>
              <a:buSzPts val="1400"/>
              <a:buNone/>
              <a:defRPr b="0" i="0" sz="1800" u="none" cap="none" strike="noStrike">
                <a:solidFill>
                  <a:schemeClr val="dk1"/>
                </a:solidFill>
                <a:latin typeface="Twentieth Century"/>
                <a:ea typeface="Twentieth Century"/>
                <a:cs typeface="Twentieth Century"/>
                <a:sym typeface="Twentieth Century"/>
              </a:defRPr>
            </a:lvl9pPr>
          </a:lstStyle>
          <a:p/>
        </p:txBody>
      </p:sp>
      <p:sp>
        <p:nvSpPr>
          <p:cNvPr id="14" name="Google Shape;14;p1"/>
          <p:cNvSpPr txBox="1"/>
          <p:nvPr>
            <p:ph idx="12" type="sldNum"/>
          </p:nvPr>
        </p:nvSpPr>
        <p:spPr>
          <a:xfrm>
            <a:off x="10837333" y="6470704"/>
            <a:ext cx="973667" cy="274320"/>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1pPr>
            <a:lvl2pPr indent="0" lvl="1"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2pPr>
            <a:lvl3pPr indent="0" lvl="2"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3pPr>
            <a:lvl4pPr indent="0" lvl="3"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4pPr>
            <a:lvl5pPr indent="0" lvl="4"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5pPr>
            <a:lvl6pPr indent="0" lvl="5"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6pPr>
            <a:lvl7pPr indent="0" lvl="6"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7pPr>
            <a:lvl8pPr indent="0" lvl="7"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8pPr>
            <a:lvl9pPr indent="0" lvl="8" marL="0" marR="0" rtl="0" algn="l">
              <a:spcBef>
                <a:spcPts val="0"/>
              </a:spcBef>
              <a:buNone/>
              <a:defRPr b="0" i="0" sz="1000" u="none" cap="none" strike="noStrike">
                <a:solidFill>
                  <a:srgbClr val="0C0C0C"/>
                </a:solidFill>
                <a:latin typeface="Twentieth Century"/>
                <a:ea typeface="Twentieth Century"/>
                <a:cs typeface="Twentieth Century"/>
                <a:sym typeface="Twentieth Century"/>
              </a:defRPr>
            </a:lvl9pPr>
          </a:lstStyle>
          <a:p>
            <a:pPr indent="0" lvl="0" marL="0" rtl="0" algn="l">
              <a:spcBef>
                <a:spcPts val="0"/>
              </a:spcBef>
              <a:spcAft>
                <a:spcPts val="0"/>
              </a:spcAft>
              <a:buNone/>
            </a:pPr>
            <a:fld id="{00000000-1234-1234-1234-123412341234}" type="slidenum">
              <a:rPr lang="en-GB"/>
              <a:t>‹#›</a:t>
            </a:fld>
            <a:endParaRPr/>
          </a:p>
        </p:txBody>
      </p:sp>
      <p:cxnSp>
        <p:nvCxnSpPr>
          <p:cNvPr id="15" name="Google Shape;15;p1"/>
          <p:cNvCxnSpPr/>
          <p:nvPr/>
        </p:nvCxnSpPr>
        <p:spPr>
          <a:xfrm rot="10800000">
            <a:off x="762000" y="826324"/>
            <a:ext cx="0" cy="914400"/>
          </a:xfrm>
          <a:prstGeom prst="straightConnector1">
            <a:avLst/>
          </a:prstGeom>
          <a:noFill/>
          <a:ln cap="flat" cmpd="sng" w="19050">
            <a:solidFill>
              <a:schemeClr val="accent1"/>
            </a:solidFill>
            <a:prstDash val="solid"/>
            <a:round/>
            <a:headEnd len="sm" w="sm" type="none"/>
            <a:tailEnd len="sm" w="sm" type="none"/>
          </a:ln>
        </p:spPr>
      </p:cxn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www.google.com/imghp"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10.png"/><Relationship Id="rId11" Type="http://schemas.openxmlformats.org/officeDocument/2006/relationships/image" Target="../media/image4.png"/><Relationship Id="rId10" Type="http://schemas.openxmlformats.org/officeDocument/2006/relationships/image" Target="../media/image12.png"/><Relationship Id="rId9" Type="http://schemas.openxmlformats.org/officeDocument/2006/relationships/image" Target="../media/image5.png"/><Relationship Id="rId5" Type="http://schemas.openxmlformats.org/officeDocument/2006/relationships/image" Target="../media/image17.png"/><Relationship Id="rId6" Type="http://schemas.openxmlformats.org/officeDocument/2006/relationships/image" Target="../media/image15.png"/><Relationship Id="rId7" Type="http://schemas.openxmlformats.org/officeDocument/2006/relationships/image" Target="../media/image9.png"/><Relationship Id="rId8"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www.youtube.com/watch?v=DUuirqtSqp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www.marketing-interactive.com/case-study-canon-carve-new-market-segment/" TargetMode="External"/><Relationship Id="rId4" Type="http://schemas.openxmlformats.org/officeDocument/2006/relationships/hyperlink" Target="http://www.marketing-interactive.com/case-study-canon-carve-new-market-segment/" TargetMode="External"/><Relationship Id="rId5" Type="http://schemas.openxmlformats.org/officeDocument/2006/relationships/hyperlink" Target="http://theporschegarage.blogspot.co.uk/2012/04/ch-8-segmenting-and-targeting-markets.html" TargetMode="External"/><Relationship Id="rId6" Type="http://schemas.openxmlformats.org/officeDocument/2006/relationships/hyperlink" Target="http://elbaz-coca-cola.blogspot.co.uk/2011/11/ch-8-segmenting-and-targeting-markets.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4" name="Shape 94"/>
        <p:cNvGrpSpPr/>
        <p:nvPr/>
      </p:nvGrpSpPr>
      <p:grpSpPr>
        <a:xfrm>
          <a:off x="0" y="0"/>
          <a:ext cx="0" cy="0"/>
          <a:chOff x="0" y="0"/>
          <a:chExt cx="0" cy="0"/>
        </a:xfrm>
      </p:grpSpPr>
      <p:sp>
        <p:nvSpPr>
          <p:cNvPr id="95" name="Google Shape;95;p13"/>
          <p:cNvSpPr txBox="1"/>
          <p:nvPr>
            <p:ph type="ctrTitle"/>
          </p:nvPr>
        </p:nvSpPr>
        <p:spPr>
          <a:xfrm>
            <a:off x="457200" y="4960137"/>
            <a:ext cx="7772400" cy="1463040"/>
          </a:xfrm>
          <a:prstGeom prst="rect">
            <a:avLst/>
          </a:prstGeom>
          <a:noFill/>
          <a:ln>
            <a:noFill/>
          </a:ln>
        </p:spPr>
        <p:txBody>
          <a:bodyPr anchorCtr="0" anchor="ctr" bIns="45700" lIns="91425" spcFirstLastPara="1" rIns="91425" wrap="square" tIns="45700">
            <a:noAutofit/>
          </a:bodyPr>
          <a:lstStyle/>
          <a:p>
            <a:pPr indent="0" lvl="0" marL="0" rtl="0" algn="r">
              <a:lnSpc>
                <a:spcPct val="80000"/>
              </a:lnSpc>
              <a:spcBef>
                <a:spcPts val="0"/>
              </a:spcBef>
              <a:spcAft>
                <a:spcPts val="0"/>
              </a:spcAft>
              <a:buClr>
                <a:srgbClr val="0C0C0C"/>
              </a:buClr>
              <a:buSzPts val="5000"/>
              <a:buFont typeface="Twentieth Century"/>
              <a:buNone/>
            </a:pPr>
            <a:r>
              <a:rPr lang="en-GB"/>
              <a:t>BTEC LEVEL 2 TECH AWARD</a:t>
            </a:r>
            <a:endParaRPr/>
          </a:p>
        </p:txBody>
      </p:sp>
      <p:sp>
        <p:nvSpPr>
          <p:cNvPr id="96" name="Google Shape;96;p13"/>
          <p:cNvSpPr txBox="1"/>
          <p:nvPr>
            <p:ph idx="1" type="subTitle"/>
          </p:nvPr>
        </p:nvSpPr>
        <p:spPr>
          <a:xfrm>
            <a:off x="8610600" y="4960137"/>
            <a:ext cx="3200400" cy="146304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800"/>
              <a:buNone/>
            </a:pPr>
            <a:r>
              <a:rPr lang="en-GB"/>
              <a:t>Promotion and Finance for Enterprise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0" name="Shape 100"/>
        <p:cNvGrpSpPr/>
        <p:nvPr/>
      </p:nvGrpSpPr>
      <p:grpSpPr>
        <a:xfrm>
          <a:off x="0" y="0"/>
          <a:ext cx="0" cy="0"/>
          <a:chOff x="0" y="0"/>
          <a:chExt cx="0" cy="0"/>
        </a:xfrm>
      </p:grpSpPr>
      <p:sp>
        <p:nvSpPr>
          <p:cNvPr id="101" name="Google Shape;101;p14"/>
          <p:cNvSpPr txBox="1"/>
          <p:nvPr>
            <p:ph type="title"/>
          </p:nvPr>
        </p:nvSpPr>
        <p:spPr>
          <a:xfrm>
            <a:off x="1024128" y="585216"/>
            <a:ext cx="9720072" cy="1499616"/>
          </a:xfrm>
          <a:prstGeom prst="rect">
            <a:avLst/>
          </a:prstGeom>
          <a:noFill/>
          <a:ln cap="flat" cmpd="sng" w="5715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INTRODUCTION</a:t>
            </a:r>
            <a:r>
              <a:rPr lang="en-GB"/>
              <a:t> </a:t>
            </a:r>
            <a:endParaRPr/>
          </a:p>
        </p:txBody>
      </p:sp>
      <p:sp>
        <p:nvSpPr>
          <p:cNvPr id="102" name="Google Shape;102;p14"/>
          <p:cNvSpPr txBox="1"/>
          <p:nvPr>
            <p:ph idx="1" type="body"/>
          </p:nvPr>
        </p:nvSpPr>
        <p:spPr>
          <a:xfrm>
            <a:off x="1024128" y="2286000"/>
            <a:ext cx="9720073" cy="4023360"/>
          </a:xfrm>
          <a:prstGeom prst="rect">
            <a:avLst/>
          </a:prstGeom>
          <a:noFill/>
          <a:ln cap="flat" cmpd="sng" w="57150">
            <a:solidFill>
              <a:srgbClr val="92D050"/>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just">
              <a:lnSpc>
                <a:spcPct val="200000"/>
              </a:lnSpc>
              <a:spcBef>
                <a:spcPts val="0"/>
              </a:spcBef>
              <a:spcAft>
                <a:spcPts val="0"/>
              </a:spcAft>
              <a:buSzPts val="2200"/>
              <a:buChar char=" "/>
            </a:pPr>
            <a:r>
              <a:rPr lang="en-GB"/>
              <a:t>You will explore the different promotional methods used by enterprises and the factors that influence how enterprises identify and target their market. </a:t>
            </a:r>
            <a:endParaRPr/>
          </a:p>
          <a:p>
            <a:pPr indent="-139700" lvl="0" marL="91440" rtl="0" algn="just">
              <a:lnSpc>
                <a:spcPct val="200000"/>
              </a:lnSpc>
              <a:spcBef>
                <a:spcPts val="1400"/>
              </a:spcBef>
              <a:spcAft>
                <a:spcPts val="0"/>
              </a:spcAft>
              <a:buSzPts val="2200"/>
              <a:buChar char=" "/>
            </a:pPr>
            <a:r>
              <a:rPr lang="en-GB"/>
              <a:t>You will explore financial documents and how to use them to monitor and improve the performance of an enterprise in order to make decisions and recommend strategies for the success of an enterprise.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1024128" y="585216"/>
            <a:ext cx="9720072" cy="1499616"/>
          </a:xfrm>
          <a:prstGeom prst="rect">
            <a:avLst/>
          </a:prstGeom>
          <a:noFill/>
          <a:ln cap="flat" cmpd="sng" w="57150">
            <a:solidFill>
              <a:srgbClr val="FF00F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THE EXAM </a:t>
            </a:r>
            <a:endParaRPr u="sng"/>
          </a:p>
        </p:txBody>
      </p:sp>
      <p:sp>
        <p:nvSpPr>
          <p:cNvPr id="108" name="Google Shape;108;p15"/>
          <p:cNvSpPr txBox="1"/>
          <p:nvPr>
            <p:ph idx="1" type="body"/>
          </p:nvPr>
        </p:nvSpPr>
        <p:spPr>
          <a:xfrm>
            <a:off x="1024128" y="2286000"/>
            <a:ext cx="9720073" cy="4023360"/>
          </a:xfrm>
          <a:prstGeom prst="rect">
            <a:avLst/>
          </a:prstGeom>
          <a:noFill/>
          <a:ln cap="flat" cmpd="sng" w="5715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just">
              <a:lnSpc>
                <a:spcPct val="150000"/>
              </a:lnSpc>
              <a:spcBef>
                <a:spcPts val="0"/>
              </a:spcBef>
              <a:spcAft>
                <a:spcPts val="0"/>
              </a:spcAft>
              <a:buSzPts val="2200"/>
              <a:buChar char=" "/>
            </a:pPr>
            <a:r>
              <a:rPr lang="en-GB"/>
              <a:t>This external component builds on knowledge, understanding and skills acquired and developed in Components 1 and 2. Learners will be provided with a case study of a small to medium enterprise (SME), and a series of activities to complete.</a:t>
            </a:r>
            <a:endParaRPr/>
          </a:p>
          <a:p>
            <a:pPr indent="-139700" lvl="0" marL="91440" rtl="0" algn="just">
              <a:lnSpc>
                <a:spcPct val="150000"/>
              </a:lnSpc>
              <a:spcBef>
                <a:spcPts val="1400"/>
              </a:spcBef>
              <a:spcAft>
                <a:spcPts val="0"/>
              </a:spcAft>
              <a:buSzPts val="2200"/>
              <a:buChar char=" "/>
            </a:pPr>
            <a:r>
              <a:rPr lang="en-GB"/>
              <a:t>Learners will complete a task worth 60 marks under supervised conditions. The supervised assessment period is a maximum of two hours and must be arranged in the period timetabled by Pearson.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2" name="Shape 112"/>
        <p:cNvGrpSpPr/>
        <p:nvPr/>
      </p:nvGrpSpPr>
      <p:grpSpPr>
        <a:xfrm>
          <a:off x="0" y="0"/>
          <a:ext cx="0" cy="0"/>
          <a:chOff x="0" y="0"/>
          <a:chExt cx="0" cy="0"/>
        </a:xfrm>
      </p:grpSpPr>
      <p:sp>
        <p:nvSpPr>
          <p:cNvPr id="113" name="Google Shape;113;p16"/>
          <p:cNvSpPr txBox="1"/>
          <p:nvPr>
            <p:ph type="title"/>
          </p:nvPr>
        </p:nvSpPr>
        <p:spPr>
          <a:xfrm>
            <a:off x="1024128" y="585216"/>
            <a:ext cx="9720072" cy="1499616"/>
          </a:xfrm>
          <a:prstGeom prst="rect">
            <a:avLst/>
          </a:prstGeom>
          <a:noFill/>
          <a:ln cap="flat" cmpd="sng" w="5715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ASSESSMENT OBJECTIVES </a:t>
            </a:r>
            <a:endParaRPr u="sng"/>
          </a:p>
        </p:txBody>
      </p:sp>
      <p:sp>
        <p:nvSpPr>
          <p:cNvPr id="114" name="Google Shape;114;p16"/>
          <p:cNvSpPr txBox="1"/>
          <p:nvPr>
            <p:ph idx="1" type="body"/>
          </p:nvPr>
        </p:nvSpPr>
        <p:spPr>
          <a:xfrm>
            <a:off x="1024128" y="2286000"/>
            <a:ext cx="9720073" cy="4023360"/>
          </a:xfrm>
          <a:prstGeom prst="rect">
            <a:avLst/>
          </a:prstGeom>
          <a:noFill/>
          <a:ln cap="flat" cmpd="sng" w="57150">
            <a:solidFill>
              <a:srgbClr val="FFC000"/>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l">
              <a:lnSpc>
                <a:spcPct val="90000"/>
              </a:lnSpc>
              <a:spcBef>
                <a:spcPts val="0"/>
              </a:spcBef>
              <a:spcAft>
                <a:spcPts val="0"/>
              </a:spcAft>
              <a:buSzPts val="2200"/>
              <a:buChar char=" "/>
            </a:pPr>
            <a:r>
              <a:rPr b="1" lang="en-GB"/>
              <a:t>AO1 </a:t>
            </a:r>
            <a:r>
              <a:rPr lang="en-GB"/>
              <a:t>Demonstrate knowledge and understanding of elements of promotion and financial records</a:t>
            </a:r>
            <a:endParaRPr/>
          </a:p>
          <a:p>
            <a:pPr indent="-139700" lvl="0" marL="91440" rtl="0" algn="l">
              <a:lnSpc>
                <a:spcPct val="90000"/>
              </a:lnSpc>
              <a:spcBef>
                <a:spcPts val="1400"/>
              </a:spcBef>
              <a:spcAft>
                <a:spcPts val="0"/>
              </a:spcAft>
              <a:buSzPts val="2200"/>
              <a:buChar char=" "/>
            </a:pPr>
            <a:r>
              <a:rPr b="1" lang="en-GB"/>
              <a:t>AO2 </a:t>
            </a:r>
            <a:r>
              <a:rPr lang="en-GB"/>
              <a:t>Interpret and use promotional and financial information in relation to a given enterprise</a:t>
            </a:r>
            <a:endParaRPr/>
          </a:p>
          <a:p>
            <a:pPr indent="-139700" lvl="0" marL="91440" rtl="0" algn="l">
              <a:lnSpc>
                <a:spcPct val="90000"/>
              </a:lnSpc>
              <a:spcBef>
                <a:spcPts val="1400"/>
              </a:spcBef>
              <a:spcAft>
                <a:spcPts val="0"/>
              </a:spcAft>
              <a:buSzPts val="2200"/>
              <a:buChar char=" "/>
            </a:pPr>
            <a:r>
              <a:rPr b="1" lang="en-GB"/>
              <a:t>AO3 </a:t>
            </a:r>
            <a:r>
              <a:rPr lang="en-GB"/>
              <a:t>Make connections between different factors influencing a given enterprise</a:t>
            </a:r>
            <a:endParaRPr/>
          </a:p>
          <a:p>
            <a:pPr indent="-139700" lvl="0" marL="91440" rtl="0" algn="l">
              <a:lnSpc>
                <a:spcPct val="90000"/>
              </a:lnSpc>
              <a:spcBef>
                <a:spcPts val="1400"/>
              </a:spcBef>
              <a:spcAft>
                <a:spcPts val="0"/>
              </a:spcAft>
              <a:buSzPts val="2200"/>
              <a:buChar char=" "/>
            </a:pPr>
            <a:r>
              <a:rPr b="1" lang="en-GB"/>
              <a:t>AO4 </a:t>
            </a:r>
            <a:r>
              <a:rPr lang="en-GB"/>
              <a:t>Be able to advise and provide recommendations to a given enterprise on ways to improve its</a:t>
            </a:r>
            <a:endParaRPr/>
          </a:p>
          <a:p>
            <a:pPr indent="-139700" lvl="0" marL="91440" rtl="0" algn="l">
              <a:lnSpc>
                <a:spcPct val="90000"/>
              </a:lnSpc>
              <a:spcBef>
                <a:spcPts val="1400"/>
              </a:spcBef>
              <a:spcAft>
                <a:spcPts val="0"/>
              </a:spcAft>
              <a:buSzPts val="2200"/>
              <a:buChar char=" "/>
            </a:pPr>
            <a:r>
              <a:rPr lang="en-GB"/>
              <a:t>performance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8" name="Shape 118"/>
        <p:cNvGrpSpPr/>
        <p:nvPr/>
      </p:nvGrpSpPr>
      <p:grpSpPr>
        <a:xfrm>
          <a:off x="0" y="0"/>
          <a:ext cx="0" cy="0"/>
          <a:chOff x="0" y="0"/>
          <a:chExt cx="0" cy="0"/>
        </a:xfrm>
      </p:grpSpPr>
      <p:sp>
        <p:nvSpPr>
          <p:cNvPr id="119" name="Google Shape;119;p17"/>
          <p:cNvSpPr txBox="1"/>
          <p:nvPr>
            <p:ph type="title"/>
          </p:nvPr>
        </p:nvSpPr>
        <p:spPr>
          <a:xfrm>
            <a:off x="1024128" y="585216"/>
            <a:ext cx="9720072" cy="1499616"/>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4500"/>
              <a:buFont typeface="Twentieth Century"/>
              <a:buNone/>
            </a:pPr>
            <a:r>
              <a:rPr lang="en-GB" sz="4500" u="sng"/>
              <a:t>A1- ELEMENTS OF THE PROMOTIONAL MIX AND THEIR PURPOSES </a:t>
            </a:r>
            <a:endParaRPr sz="4500" u="sng"/>
          </a:p>
        </p:txBody>
      </p:sp>
      <p:sp>
        <p:nvSpPr>
          <p:cNvPr id="120" name="Google Shape;120;p17"/>
          <p:cNvSpPr txBox="1"/>
          <p:nvPr>
            <p:ph idx="1" type="body"/>
          </p:nvPr>
        </p:nvSpPr>
        <p:spPr>
          <a:xfrm>
            <a:off x="1024128" y="2286000"/>
            <a:ext cx="9720073" cy="4023360"/>
          </a:xfrm>
          <a:prstGeom prst="rect">
            <a:avLst/>
          </a:prstGeom>
          <a:noFill/>
          <a:ln cap="flat" cmpd="sng" w="57150">
            <a:solidFill>
              <a:srgbClr val="00B0F0"/>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l">
              <a:lnSpc>
                <a:spcPct val="200000"/>
              </a:lnSpc>
              <a:spcBef>
                <a:spcPts val="0"/>
              </a:spcBef>
              <a:spcAft>
                <a:spcPts val="0"/>
              </a:spcAft>
              <a:buSzPts val="2200"/>
              <a:buChar char=" "/>
            </a:pPr>
            <a:r>
              <a:rPr lang="en-GB"/>
              <a:t>In this topic you will explore the different methods of promotion used by enterprises, their suitability for different sizes of enterprise, including the factors they consider when choosing the most appropriate.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4" name="Shape 124"/>
        <p:cNvGrpSpPr/>
        <p:nvPr/>
      </p:nvGrpSpPr>
      <p:grpSpPr>
        <a:xfrm>
          <a:off x="0" y="0"/>
          <a:ext cx="0" cy="0"/>
          <a:chOff x="0" y="0"/>
          <a:chExt cx="0" cy="0"/>
        </a:xfrm>
      </p:grpSpPr>
      <p:sp>
        <p:nvSpPr>
          <p:cNvPr id="125" name="Google Shape;125;p18"/>
          <p:cNvSpPr txBox="1"/>
          <p:nvPr>
            <p:ph type="title"/>
          </p:nvPr>
        </p:nvSpPr>
        <p:spPr>
          <a:xfrm>
            <a:off x="1024128" y="585216"/>
            <a:ext cx="9720072" cy="1499616"/>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STARTER </a:t>
            </a:r>
            <a:endParaRPr u="sng"/>
          </a:p>
        </p:txBody>
      </p:sp>
      <p:sp>
        <p:nvSpPr>
          <p:cNvPr id="126" name="Google Shape;126;p18"/>
          <p:cNvSpPr txBox="1"/>
          <p:nvPr>
            <p:ph idx="1" type="body"/>
          </p:nvPr>
        </p:nvSpPr>
        <p:spPr>
          <a:xfrm>
            <a:off x="1024128" y="2286000"/>
            <a:ext cx="9720073" cy="609600"/>
          </a:xfrm>
          <a:prstGeom prst="rect">
            <a:avLst/>
          </a:prstGeom>
          <a:solidFill>
            <a:srgbClr val="FFCE47"/>
          </a:solidFill>
          <a:ln cap="flat" cmpd="sng" w="57150">
            <a:solidFill>
              <a:srgbClr val="FF0000"/>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l">
              <a:lnSpc>
                <a:spcPct val="90000"/>
              </a:lnSpc>
              <a:spcBef>
                <a:spcPts val="0"/>
              </a:spcBef>
              <a:spcAft>
                <a:spcPts val="0"/>
              </a:spcAft>
              <a:buSzPts val="2200"/>
              <a:buChar char=" "/>
            </a:pPr>
            <a:r>
              <a:rPr lang="en-GB"/>
              <a:t>Think of as many different advertising methods as you can with your shoulder partner. </a:t>
            </a:r>
            <a:endParaRPr/>
          </a:p>
          <a:p>
            <a:pPr indent="0" lvl="0" marL="91440" rtl="0" algn="l">
              <a:lnSpc>
                <a:spcPct val="90000"/>
              </a:lnSpc>
              <a:spcBef>
                <a:spcPts val="1400"/>
              </a:spcBef>
              <a:spcAft>
                <a:spcPts val="0"/>
              </a:spcAft>
              <a:buSzPts val="2200"/>
              <a:buNone/>
            </a:pPr>
            <a:r>
              <a:t/>
            </a:r>
            <a:endParaRPr/>
          </a:p>
          <a:p>
            <a:pPr indent="0" lvl="0" marL="91440" rtl="0" algn="l">
              <a:lnSpc>
                <a:spcPct val="90000"/>
              </a:lnSpc>
              <a:spcBef>
                <a:spcPts val="1400"/>
              </a:spcBef>
              <a:spcAft>
                <a:spcPts val="0"/>
              </a:spcAft>
              <a:buSzPts val="2200"/>
              <a:buNone/>
            </a:pPr>
            <a:r>
              <a:t/>
            </a:r>
            <a:endParaRPr/>
          </a:p>
        </p:txBody>
      </p:sp>
      <p:sp>
        <p:nvSpPr>
          <p:cNvPr id="127" name="Google Shape;127;p18"/>
          <p:cNvSpPr/>
          <p:nvPr/>
        </p:nvSpPr>
        <p:spPr>
          <a:xfrm>
            <a:off x="3708400" y="3268134"/>
            <a:ext cx="4419600" cy="2286000"/>
          </a:xfrm>
          <a:prstGeom prst="cloudCallout">
            <a:avLst>
              <a:gd fmla="val -20833" name="adj1"/>
              <a:gd fmla="val 62500" name="adj2"/>
            </a:avLst>
          </a:prstGeom>
          <a:solidFill>
            <a:schemeClr val="accent1"/>
          </a:solidFill>
          <a:ln cap="flat" cmpd="sng" w="15875">
            <a:solidFill>
              <a:srgbClr val="6F94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lt1"/>
                </a:solidFill>
                <a:latin typeface="Twentieth Century"/>
                <a:ea typeface="Twentieth Century"/>
                <a:cs typeface="Twentieth Century"/>
                <a:sym typeface="Twentieth Century"/>
              </a:rPr>
              <a:t>Advertising Methods </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1" name="Shape 131"/>
        <p:cNvGrpSpPr/>
        <p:nvPr/>
      </p:nvGrpSpPr>
      <p:grpSpPr>
        <a:xfrm>
          <a:off x="0" y="0"/>
          <a:ext cx="0" cy="0"/>
          <a:chOff x="0" y="0"/>
          <a:chExt cx="0" cy="0"/>
        </a:xfrm>
      </p:grpSpPr>
      <p:sp>
        <p:nvSpPr>
          <p:cNvPr id="132" name="Google Shape;132;p19"/>
          <p:cNvSpPr txBox="1"/>
          <p:nvPr>
            <p:ph type="title"/>
          </p:nvPr>
        </p:nvSpPr>
        <p:spPr>
          <a:xfrm>
            <a:off x="1024129" y="169333"/>
            <a:ext cx="9720072" cy="711200"/>
          </a:xfrm>
          <a:prstGeom prst="rect">
            <a:avLst/>
          </a:prstGeom>
          <a:solidFill>
            <a:srgbClr val="92D050"/>
          </a:solid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ADVERTISING METHODS </a:t>
            </a:r>
            <a:endParaRPr u="sng"/>
          </a:p>
        </p:txBody>
      </p:sp>
      <p:sp>
        <p:nvSpPr>
          <p:cNvPr id="133" name="Google Shape;133;p19"/>
          <p:cNvSpPr txBox="1"/>
          <p:nvPr>
            <p:ph idx="1" type="body"/>
          </p:nvPr>
        </p:nvSpPr>
        <p:spPr>
          <a:xfrm>
            <a:off x="186267" y="880533"/>
            <a:ext cx="11802533" cy="5689599"/>
          </a:xfrm>
          <a:prstGeom prst="rect">
            <a:avLst/>
          </a:prstGeom>
          <a:noFill/>
          <a:ln cap="flat" cmpd="sng" w="57150">
            <a:solidFill>
              <a:srgbClr val="FF0000"/>
            </a:solidFill>
            <a:prstDash val="solid"/>
            <a:round/>
            <a:headEnd len="sm" w="sm" type="none"/>
            <a:tailEnd len="sm" w="sm" type="none"/>
          </a:ln>
        </p:spPr>
        <p:txBody>
          <a:bodyPr anchorCtr="0" anchor="t" bIns="45700" lIns="45700" spcFirstLastPara="1" rIns="45700" wrap="square" tIns="45700">
            <a:noAutofit/>
          </a:bodyPr>
          <a:lstStyle/>
          <a:p>
            <a:pPr indent="-152400" lvl="0" marL="91440" rtl="0" algn="l">
              <a:lnSpc>
                <a:spcPct val="90000"/>
              </a:lnSpc>
              <a:spcBef>
                <a:spcPts val="0"/>
              </a:spcBef>
              <a:spcAft>
                <a:spcPts val="0"/>
              </a:spcAft>
              <a:buSzPts val="2400"/>
              <a:buFont typeface="Noto Sans Symbols"/>
              <a:buChar char="❖"/>
            </a:pPr>
            <a:r>
              <a:rPr lang="en-GB" sz="2400" u="sng"/>
              <a:t>The message: </a:t>
            </a:r>
            <a:r>
              <a:rPr lang="en-GB" sz="2400"/>
              <a:t>what the communication needs to say</a:t>
            </a:r>
            <a:endParaRPr/>
          </a:p>
          <a:p>
            <a:pPr indent="-152400" lvl="0" marL="91440" rtl="0" algn="l">
              <a:lnSpc>
                <a:spcPct val="90000"/>
              </a:lnSpc>
              <a:spcBef>
                <a:spcPts val="1400"/>
              </a:spcBef>
              <a:spcAft>
                <a:spcPts val="0"/>
              </a:spcAft>
              <a:buSzPts val="2400"/>
              <a:buFont typeface="Noto Sans Symbols"/>
              <a:buChar char="❖"/>
            </a:pPr>
            <a:r>
              <a:rPr lang="en-GB" sz="2400" u="sng"/>
              <a:t>The medium: </a:t>
            </a:r>
            <a:r>
              <a:rPr lang="en-GB" sz="2400"/>
              <a:t>how to get the message across</a:t>
            </a:r>
            <a:endParaRPr/>
          </a:p>
          <a:p>
            <a:pPr indent="-152400" lvl="0" marL="91440" rtl="0" algn="l">
              <a:lnSpc>
                <a:spcPct val="90000"/>
              </a:lnSpc>
              <a:spcBef>
                <a:spcPts val="1400"/>
              </a:spcBef>
              <a:spcAft>
                <a:spcPts val="0"/>
              </a:spcAft>
              <a:buSzPts val="2400"/>
              <a:buFont typeface="Noto Sans Symbols"/>
              <a:buChar char="❖"/>
            </a:pPr>
            <a:r>
              <a:rPr lang="en-GB" sz="2400" u="sng"/>
              <a:t>Advertising methods: </a:t>
            </a:r>
            <a:r>
              <a:rPr lang="en-GB" sz="2400"/>
              <a:t>moving image, print, ambient, digital, audio</a:t>
            </a:r>
            <a:endParaRPr/>
          </a:p>
          <a:p>
            <a:pPr indent="-152400" lvl="0" marL="91440" rtl="0" algn="l">
              <a:lnSpc>
                <a:spcPct val="90000"/>
              </a:lnSpc>
              <a:spcBef>
                <a:spcPts val="1400"/>
              </a:spcBef>
              <a:spcAft>
                <a:spcPts val="0"/>
              </a:spcAft>
              <a:buSzPts val="2400"/>
              <a:buFont typeface="Noto Sans Symbols"/>
              <a:buChar char="❖"/>
            </a:pPr>
            <a:r>
              <a:rPr lang="en-GB" sz="2400" u="sng"/>
              <a:t>Sales promotion: </a:t>
            </a:r>
            <a:r>
              <a:rPr lang="en-GB" sz="2400"/>
              <a:t>providing incentives to customers, buy one get one free, or discounts </a:t>
            </a:r>
            <a:endParaRPr sz="2400"/>
          </a:p>
          <a:p>
            <a:pPr indent="-152400" lvl="0" marL="91440" rtl="0" algn="l">
              <a:lnSpc>
                <a:spcPct val="90000"/>
              </a:lnSpc>
              <a:spcBef>
                <a:spcPts val="1400"/>
              </a:spcBef>
              <a:spcAft>
                <a:spcPts val="0"/>
              </a:spcAft>
              <a:buSzPts val="2400"/>
              <a:buFont typeface="Noto Sans Symbols"/>
              <a:buChar char="❖"/>
            </a:pPr>
            <a:r>
              <a:rPr lang="en-GB" sz="2400" u="sng"/>
              <a:t>Methods: </a:t>
            </a:r>
            <a:r>
              <a:rPr lang="en-GB" sz="2400"/>
              <a:t>coupons, competitions, money off, loyalty cards, buy one get one free, discounts</a:t>
            </a:r>
            <a:endParaRPr sz="2400"/>
          </a:p>
          <a:p>
            <a:pPr indent="-152400" lvl="0" marL="91440" rtl="0" algn="l">
              <a:lnSpc>
                <a:spcPct val="90000"/>
              </a:lnSpc>
              <a:spcBef>
                <a:spcPts val="1400"/>
              </a:spcBef>
              <a:spcAft>
                <a:spcPts val="0"/>
              </a:spcAft>
              <a:buSzPts val="2400"/>
              <a:buFont typeface="Noto Sans Symbols"/>
              <a:buChar char="❖"/>
            </a:pPr>
            <a:r>
              <a:rPr lang="en-GB" sz="2400" u="sng"/>
              <a:t>Personal selling: </a:t>
            </a:r>
            <a:r>
              <a:rPr lang="en-GB" sz="2400"/>
              <a:t>face to face, by telephone, via email, through video or web conferencing</a:t>
            </a:r>
            <a:endParaRPr/>
          </a:p>
          <a:p>
            <a:pPr indent="-152400" lvl="0" marL="91440" rtl="0" algn="l">
              <a:lnSpc>
                <a:spcPct val="90000"/>
              </a:lnSpc>
              <a:spcBef>
                <a:spcPts val="1400"/>
              </a:spcBef>
              <a:spcAft>
                <a:spcPts val="0"/>
              </a:spcAft>
              <a:buSzPts val="2400"/>
              <a:buFont typeface="Noto Sans Symbols"/>
              <a:buChar char="❖"/>
            </a:pPr>
            <a:r>
              <a:rPr lang="en-GB" sz="2400" u="sng"/>
              <a:t>Public relations activities: </a:t>
            </a:r>
            <a:r>
              <a:rPr lang="en-GB" sz="2400"/>
              <a:t>promoting a produce/service, brand or enterprise by placing information about it in the media without paying for the time or media space directly</a:t>
            </a:r>
            <a:endParaRPr/>
          </a:p>
          <a:p>
            <a:pPr indent="-152400" lvl="0" marL="91440" rtl="0" algn="l">
              <a:lnSpc>
                <a:spcPct val="90000"/>
              </a:lnSpc>
              <a:spcBef>
                <a:spcPts val="1400"/>
              </a:spcBef>
              <a:spcAft>
                <a:spcPts val="0"/>
              </a:spcAft>
              <a:buSzPts val="2400"/>
              <a:buFont typeface="Noto Sans Symbols"/>
              <a:buChar char="❖"/>
            </a:pPr>
            <a:r>
              <a:rPr lang="en-GB" sz="2400" u="sng"/>
              <a:t>Methods: </a:t>
            </a:r>
            <a:r>
              <a:rPr lang="en-GB" sz="2400"/>
              <a:t>exhibitions, sponsorship, press releases</a:t>
            </a:r>
            <a:endParaRPr/>
          </a:p>
          <a:p>
            <a:pPr indent="-152400" lvl="0" marL="91440" rtl="0" algn="l">
              <a:lnSpc>
                <a:spcPct val="90000"/>
              </a:lnSpc>
              <a:spcBef>
                <a:spcPts val="1400"/>
              </a:spcBef>
              <a:spcAft>
                <a:spcPts val="0"/>
              </a:spcAft>
              <a:buSzPts val="2400"/>
              <a:buFont typeface="Noto Sans Symbols"/>
              <a:buChar char="❖"/>
            </a:pPr>
            <a:r>
              <a:rPr lang="en-GB" sz="2400" u="sng"/>
              <a:t>Direct marketing </a:t>
            </a:r>
            <a:r>
              <a:rPr lang="en-GB" sz="2400"/>
              <a:t>to establish an individual relationship between the enterprise and the customer</a:t>
            </a:r>
            <a:endParaRPr sz="2400"/>
          </a:p>
          <a:p>
            <a:pPr indent="-152400" lvl="0" marL="91440" rtl="0" algn="l">
              <a:lnSpc>
                <a:spcPct val="90000"/>
              </a:lnSpc>
              <a:spcBef>
                <a:spcPts val="1400"/>
              </a:spcBef>
              <a:spcAft>
                <a:spcPts val="0"/>
              </a:spcAft>
              <a:buSzPts val="2400"/>
              <a:buFont typeface="Noto Sans Symbols"/>
              <a:buChar char="❖"/>
            </a:pPr>
            <a:r>
              <a:rPr lang="en-GB" sz="2400" u="sng"/>
              <a:t>Methods: </a:t>
            </a:r>
            <a:r>
              <a:rPr lang="en-GB" sz="2400"/>
              <a:t>direct mail (junk mail), mail order catalogues, magazines, telemarketing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7" name="Shape 137"/>
        <p:cNvGrpSpPr/>
        <p:nvPr/>
      </p:nvGrpSpPr>
      <p:grpSpPr>
        <a:xfrm>
          <a:off x="0" y="0"/>
          <a:ext cx="0" cy="0"/>
          <a:chOff x="0" y="0"/>
          <a:chExt cx="0" cy="0"/>
        </a:xfrm>
      </p:grpSpPr>
      <p:sp>
        <p:nvSpPr>
          <p:cNvPr id="138" name="Google Shape;138;p20"/>
          <p:cNvSpPr txBox="1"/>
          <p:nvPr>
            <p:ph type="title"/>
          </p:nvPr>
        </p:nvSpPr>
        <p:spPr>
          <a:xfrm>
            <a:off x="1136806" y="79131"/>
            <a:ext cx="9720072" cy="897870"/>
          </a:xfrm>
          <a:prstGeom prst="rect">
            <a:avLst/>
          </a:prstGeom>
          <a:noFill/>
          <a:ln cap="flat" cmpd="sng" w="57150">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ADVERTISING ACTIVITY </a:t>
            </a:r>
            <a:endParaRPr u="sng"/>
          </a:p>
        </p:txBody>
      </p:sp>
      <p:sp>
        <p:nvSpPr>
          <p:cNvPr id="139" name="Google Shape;139;p20"/>
          <p:cNvSpPr txBox="1"/>
          <p:nvPr>
            <p:ph idx="1" type="body"/>
          </p:nvPr>
        </p:nvSpPr>
        <p:spPr>
          <a:xfrm>
            <a:off x="203200" y="1091301"/>
            <a:ext cx="11587285" cy="5687568"/>
          </a:xfrm>
          <a:prstGeom prst="rect">
            <a:avLst/>
          </a:prstGeom>
          <a:noFill/>
          <a:ln cap="flat" cmpd="sng" w="57150">
            <a:solidFill>
              <a:schemeClr val="accent1"/>
            </a:solidFill>
            <a:prstDash val="solid"/>
            <a:round/>
            <a:headEnd len="sm" w="sm" type="none"/>
            <a:tailEnd len="sm" w="sm" type="none"/>
          </a:ln>
        </p:spPr>
        <p:txBody>
          <a:bodyPr anchorCtr="0" anchor="t" bIns="45700" lIns="45700" spcFirstLastPara="1" rIns="45700" wrap="square" tIns="45700">
            <a:noAutofit/>
          </a:bodyPr>
          <a:lstStyle/>
          <a:p>
            <a:pPr indent="-108204" lvl="0" marL="91440" rtl="0" algn="l">
              <a:lnSpc>
                <a:spcPct val="100000"/>
              </a:lnSpc>
              <a:spcBef>
                <a:spcPts val="0"/>
              </a:spcBef>
              <a:spcAft>
                <a:spcPts val="0"/>
              </a:spcAft>
              <a:buSzPts val="1704"/>
              <a:buChar char=" "/>
            </a:pPr>
            <a:r>
              <a:rPr lang="en-GB" sz="1704"/>
              <a:t>Go to Google Images (</a:t>
            </a:r>
            <a:r>
              <a:rPr lang="en-GB" sz="1704" u="sng">
                <a:solidFill>
                  <a:schemeClr val="hlink"/>
                </a:solidFill>
                <a:hlinkClick r:id="rId3"/>
              </a:rPr>
              <a:t>http://www.google.com/imghp</a:t>
            </a:r>
            <a:r>
              <a:rPr lang="en-GB" sz="1704"/>
              <a:t>) and find three advertisements that appeal to you. </a:t>
            </a:r>
            <a:endParaRPr sz="1704"/>
          </a:p>
          <a:p>
            <a:pPr indent="-108204" lvl="0" marL="91440" rtl="0" algn="l">
              <a:lnSpc>
                <a:spcPct val="100000"/>
              </a:lnSpc>
              <a:spcBef>
                <a:spcPts val="1400"/>
              </a:spcBef>
              <a:spcAft>
                <a:spcPts val="0"/>
              </a:spcAft>
              <a:buSzPts val="1704"/>
              <a:buChar char=" "/>
            </a:pPr>
            <a:r>
              <a:rPr b="1" lang="en-GB" sz="1704" u="sng">
                <a:solidFill>
                  <a:srgbClr val="00B0F0"/>
                </a:solidFill>
              </a:rPr>
              <a:t>Try to determine the following features of each ad: </a:t>
            </a:r>
            <a:endParaRPr b="1" sz="1704" u="sng">
              <a:solidFill>
                <a:srgbClr val="00B0F0"/>
              </a:solidFill>
            </a:endParaRPr>
          </a:p>
          <a:p>
            <a:pPr indent="-457200" lvl="0" marL="457200" rtl="0" algn="l">
              <a:lnSpc>
                <a:spcPct val="100000"/>
              </a:lnSpc>
              <a:spcBef>
                <a:spcPts val="1400"/>
              </a:spcBef>
              <a:spcAft>
                <a:spcPts val="0"/>
              </a:spcAft>
              <a:buSzPts val="1704"/>
              <a:buFont typeface="Twentieth Century"/>
              <a:buAutoNum type="arabicPeriod"/>
            </a:pPr>
            <a:r>
              <a:rPr lang="en-GB" sz="1704"/>
              <a:t>Who is the target audience?</a:t>
            </a:r>
            <a:endParaRPr sz="1704"/>
          </a:p>
          <a:p>
            <a:pPr indent="-457200" lvl="0" marL="457200" rtl="0" algn="l">
              <a:lnSpc>
                <a:spcPct val="100000"/>
              </a:lnSpc>
              <a:spcBef>
                <a:spcPts val="1400"/>
              </a:spcBef>
              <a:spcAft>
                <a:spcPts val="0"/>
              </a:spcAft>
              <a:buSzPts val="1704"/>
              <a:buFont typeface="Twentieth Century"/>
              <a:buAutoNum type="arabicPeriod"/>
            </a:pPr>
            <a:r>
              <a:rPr lang="en-GB" sz="1704"/>
              <a:t>Who is represented in the advertisement? </a:t>
            </a:r>
            <a:endParaRPr sz="1704"/>
          </a:p>
          <a:p>
            <a:pPr indent="-457200" lvl="0" marL="457200" rtl="0" algn="l">
              <a:lnSpc>
                <a:spcPct val="100000"/>
              </a:lnSpc>
              <a:spcBef>
                <a:spcPts val="1400"/>
              </a:spcBef>
              <a:spcAft>
                <a:spcPts val="0"/>
              </a:spcAft>
              <a:buSzPts val="1704"/>
              <a:buFont typeface="Twentieth Century"/>
              <a:buAutoNum type="arabicPeriod"/>
            </a:pPr>
            <a:r>
              <a:rPr lang="en-GB" sz="1704"/>
              <a:t>Who is the advert intended for? (age, gender, race/ethnicity, socio-economic status, etc.)</a:t>
            </a:r>
            <a:endParaRPr sz="1704"/>
          </a:p>
          <a:p>
            <a:pPr indent="-108204" lvl="0" marL="91440" rtl="0" algn="l">
              <a:lnSpc>
                <a:spcPct val="100000"/>
              </a:lnSpc>
              <a:spcBef>
                <a:spcPts val="1400"/>
              </a:spcBef>
              <a:spcAft>
                <a:spcPts val="0"/>
              </a:spcAft>
              <a:buSzPts val="1704"/>
              <a:buChar char=" "/>
            </a:pPr>
            <a:r>
              <a:rPr b="1" lang="en-GB" sz="1704" u="sng">
                <a:solidFill>
                  <a:srgbClr val="00B0F0"/>
                </a:solidFill>
              </a:rPr>
              <a:t>Which of the following persuasive techniques have been used?</a:t>
            </a:r>
            <a:endParaRPr b="1" sz="1704" u="sng">
              <a:solidFill>
                <a:srgbClr val="00B0F0"/>
              </a:solidFill>
            </a:endParaRPr>
          </a:p>
          <a:p>
            <a:pPr indent="-108204" lvl="0" marL="91440" rtl="0" algn="l">
              <a:lnSpc>
                <a:spcPct val="100000"/>
              </a:lnSpc>
              <a:spcBef>
                <a:spcPts val="1400"/>
              </a:spcBef>
              <a:spcAft>
                <a:spcPts val="0"/>
              </a:spcAft>
              <a:buSzPts val="1704"/>
              <a:buFont typeface="Noto Sans Symbols"/>
              <a:buChar char="❖"/>
            </a:pPr>
            <a:r>
              <a:rPr lang="en-GB" sz="1704"/>
              <a:t>Visual metaphors (image that represents an idea)</a:t>
            </a:r>
            <a:endParaRPr sz="1704"/>
          </a:p>
          <a:p>
            <a:pPr indent="-108204" lvl="0" marL="91440" rtl="0" algn="l">
              <a:lnSpc>
                <a:spcPct val="100000"/>
              </a:lnSpc>
              <a:spcBef>
                <a:spcPts val="1400"/>
              </a:spcBef>
              <a:spcAft>
                <a:spcPts val="0"/>
              </a:spcAft>
              <a:buSzPts val="1704"/>
              <a:buFont typeface="Noto Sans Symbols"/>
              <a:buChar char="❖"/>
            </a:pPr>
            <a:r>
              <a:rPr lang="en-GB" sz="1704"/>
              <a:t>Catchy phrases/slogans</a:t>
            </a:r>
            <a:endParaRPr sz="1704"/>
          </a:p>
          <a:p>
            <a:pPr indent="-108204" lvl="0" marL="91440" rtl="0" algn="l">
              <a:lnSpc>
                <a:spcPct val="100000"/>
              </a:lnSpc>
              <a:spcBef>
                <a:spcPts val="1400"/>
              </a:spcBef>
              <a:spcAft>
                <a:spcPts val="0"/>
              </a:spcAft>
              <a:buSzPts val="1704"/>
              <a:buFont typeface="Noto Sans Symbols"/>
              <a:buChar char="❖"/>
            </a:pPr>
            <a:r>
              <a:rPr lang="en-GB" sz="1704"/>
              <a:t>Mood/tone/emotion</a:t>
            </a:r>
            <a:endParaRPr sz="1704"/>
          </a:p>
          <a:p>
            <a:pPr indent="-108204" lvl="0" marL="91440" rtl="0" algn="l">
              <a:lnSpc>
                <a:spcPct val="100000"/>
              </a:lnSpc>
              <a:spcBef>
                <a:spcPts val="1400"/>
              </a:spcBef>
              <a:spcAft>
                <a:spcPts val="0"/>
              </a:spcAft>
              <a:buSzPts val="1704"/>
              <a:buFont typeface="Noto Sans Symbols"/>
              <a:buChar char="❖"/>
            </a:pPr>
            <a:r>
              <a:rPr lang="en-GB" sz="1704"/>
              <a:t>Celebrity Endorsements</a:t>
            </a:r>
            <a:endParaRPr sz="1704"/>
          </a:p>
          <a:p>
            <a:pPr indent="-108204" lvl="0" marL="91440" rtl="0" algn="l">
              <a:lnSpc>
                <a:spcPct val="100000"/>
              </a:lnSpc>
              <a:spcBef>
                <a:spcPts val="1400"/>
              </a:spcBef>
              <a:spcAft>
                <a:spcPts val="0"/>
              </a:spcAft>
              <a:buSzPts val="1704"/>
              <a:buFont typeface="Noto Sans Symbols"/>
              <a:buChar char="❖"/>
            </a:pPr>
            <a:r>
              <a:rPr lang="en-GB" sz="1704"/>
              <a:t>Music/sound</a:t>
            </a:r>
            <a:endParaRPr sz="1704"/>
          </a:p>
          <a:p>
            <a:pPr indent="-108204" lvl="0" marL="91440" rtl="0" algn="ctr">
              <a:lnSpc>
                <a:spcPct val="100000"/>
              </a:lnSpc>
              <a:spcBef>
                <a:spcPts val="1400"/>
              </a:spcBef>
              <a:spcAft>
                <a:spcPts val="0"/>
              </a:spcAft>
              <a:buSzPts val="1704"/>
              <a:buChar char=" "/>
            </a:pPr>
            <a:r>
              <a:rPr b="1" lang="en-GB" sz="1704" u="sng">
                <a:solidFill>
                  <a:srgbClr val="CC00FF"/>
                </a:solidFill>
              </a:rPr>
              <a:t>NEXT: Create an ad for something in your own life. Think about all of the persuasive techniques above when you create. How did deconstructing these three advertisements help you better understand advertisers’ methods? </a:t>
            </a:r>
            <a:endParaRPr b="1" sz="1704" u="sng">
              <a:solidFill>
                <a:srgbClr val="CC00FF"/>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3" name="Shape 143"/>
        <p:cNvGrpSpPr/>
        <p:nvPr/>
      </p:nvGrpSpPr>
      <p:grpSpPr>
        <a:xfrm>
          <a:off x="0" y="0"/>
          <a:ext cx="0" cy="0"/>
          <a:chOff x="0" y="0"/>
          <a:chExt cx="0" cy="0"/>
        </a:xfrm>
      </p:grpSpPr>
      <p:sp>
        <p:nvSpPr>
          <p:cNvPr id="144" name="Google Shape;144;p21"/>
          <p:cNvSpPr txBox="1"/>
          <p:nvPr>
            <p:ph type="title"/>
          </p:nvPr>
        </p:nvSpPr>
        <p:spPr>
          <a:xfrm>
            <a:off x="1074928" y="321734"/>
            <a:ext cx="9720072" cy="2288390"/>
          </a:xfrm>
          <a:prstGeom prst="rect">
            <a:avLst/>
          </a:prstGeom>
          <a:noFill/>
          <a:ln cap="flat" cmpd="sng" w="57150">
            <a:solidFill>
              <a:srgbClr val="FFCE47"/>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4500"/>
              <a:buFont typeface="Twentieth Century"/>
              <a:buNone/>
            </a:pPr>
            <a:r>
              <a:rPr lang="en-GB" sz="4500" u="sng"/>
              <a:t>ACTIVITY</a:t>
            </a:r>
            <a:br>
              <a:rPr lang="en-GB" sz="4500" u="sng"/>
            </a:br>
            <a:r>
              <a:rPr lang="en-GB" sz="4500"/>
              <a:t> </a:t>
            </a:r>
            <a:r>
              <a:rPr b="1" lang="en-GB" sz="3959">
                <a:solidFill>
                  <a:srgbClr val="92D050"/>
                </a:solidFill>
              </a:rPr>
              <a:t>CHOOSE ANY 2 OF THE FOLLOWING BUSINESSES AND WRITE A REPORT ON AT LEAST 2-3 DIFFERENT ADVERTISING METHODS THEY USE AND WHY… </a:t>
            </a:r>
            <a:endParaRPr b="1" sz="3959">
              <a:solidFill>
                <a:srgbClr val="92D050"/>
              </a:solidFill>
            </a:endParaRPr>
          </a:p>
        </p:txBody>
      </p:sp>
      <p:pic>
        <p:nvPicPr>
          <p:cNvPr id="145" name="Google Shape;145;p21"/>
          <p:cNvPicPr preferRelativeResize="0"/>
          <p:nvPr>
            <p:ph idx="1" type="body"/>
          </p:nvPr>
        </p:nvPicPr>
        <p:blipFill rotWithShape="1">
          <a:blip r:embed="rId3">
            <a:alphaModFix/>
          </a:blip>
          <a:srcRect b="0" l="0" r="0" t="0"/>
          <a:stretch/>
        </p:blipFill>
        <p:spPr>
          <a:xfrm>
            <a:off x="2105807" y="2865266"/>
            <a:ext cx="1458542" cy="864619"/>
          </a:xfrm>
          <a:prstGeom prst="rect">
            <a:avLst/>
          </a:prstGeom>
          <a:noFill/>
          <a:ln>
            <a:noFill/>
          </a:ln>
        </p:spPr>
      </p:pic>
      <p:pic>
        <p:nvPicPr>
          <p:cNvPr id="146" name="Google Shape;146;p21"/>
          <p:cNvPicPr preferRelativeResize="0"/>
          <p:nvPr/>
        </p:nvPicPr>
        <p:blipFill rotWithShape="1">
          <a:blip r:embed="rId4">
            <a:alphaModFix/>
          </a:blip>
          <a:srcRect b="0" l="0" r="0" t="0"/>
          <a:stretch/>
        </p:blipFill>
        <p:spPr>
          <a:xfrm>
            <a:off x="6803378" y="2878621"/>
            <a:ext cx="1359099" cy="1317372"/>
          </a:xfrm>
          <a:prstGeom prst="rect">
            <a:avLst/>
          </a:prstGeom>
          <a:noFill/>
          <a:ln>
            <a:noFill/>
          </a:ln>
        </p:spPr>
      </p:pic>
      <p:pic>
        <p:nvPicPr>
          <p:cNvPr id="147" name="Google Shape;147;p21"/>
          <p:cNvPicPr preferRelativeResize="0"/>
          <p:nvPr/>
        </p:nvPicPr>
        <p:blipFill rotWithShape="1">
          <a:blip r:embed="rId5">
            <a:alphaModFix/>
          </a:blip>
          <a:srcRect b="0" l="0" r="0" t="0"/>
          <a:stretch/>
        </p:blipFill>
        <p:spPr>
          <a:xfrm>
            <a:off x="5191372" y="2865267"/>
            <a:ext cx="1344082" cy="1344082"/>
          </a:xfrm>
          <a:prstGeom prst="rect">
            <a:avLst/>
          </a:prstGeom>
          <a:noFill/>
          <a:ln>
            <a:noFill/>
          </a:ln>
        </p:spPr>
      </p:pic>
      <p:pic>
        <p:nvPicPr>
          <p:cNvPr id="148" name="Google Shape;148;p21"/>
          <p:cNvPicPr preferRelativeResize="0"/>
          <p:nvPr/>
        </p:nvPicPr>
        <p:blipFill rotWithShape="1">
          <a:blip r:embed="rId6">
            <a:alphaModFix/>
          </a:blip>
          <a:srcRect b="0" l="0" r="0" t="0"/>
          <a:stretch/>
        </p:blipFill>
        <p:spPr>
          <a:xfrm>
            <a:off x="3821145" y="2876329"/>
            <a:ext cx="1182021" cy="1182021"/>
          </a:xfrm>
          <a:prstGeom prst="rect">
            <a:avLst/>
          </a:prstGeom>
          <a:noFill/>
          <a:ln>
            <a:noFill/>
          </a:ln>
        </p:spPr>
      </p:pic>
      <p:pic>
        <p:nvPicPr>
          <p:cNvPr id="149" name="Google Shape;149;p21"/>
          <p:cNvPicPr preferRelativeResize="0"/>
          <p:nvPr/>
        </p:nvPicPr>
        <p:blipFill rotWithShape="1">
          <a:blip r:embed="rId7">
            <a:alphaModFix/>
          </a:blip>
          <a:srcRect b="0" l="0" r="0" t="0"/>
          <a:stretch/>
        </p:blipFill>
        <p:spPr>
          <a:xfrm>
            <a:off x="6757954" y="4404382"/>
            <a:ext cx="1633907" cy="971360"/>
          </a:xfrm>
          <a:prstGeom prst="rect">
            <a:avLst/>
          </a:prstGeom>
          <a:noFill/>
          <a:ln>
            <a:noFill/>
          </a:ln>
        </p:spPr>
      </p:pic>
      <p:pic>
        <p:nvPicPr>
          <p:cNvPr id="150" name="Google Shape;150;p21"/>
          <p:cNvPicPr preferRelativeResize="0"/>
          <p:nvPr/>
        </p:nvPicPr>
        <p:blipFill rotWithShape="1">
          <a:blip r:embed="rId8">
            <a:alphaModFix/>
          </a:blip>
          <a:srcRect b="0" l="0" r="0" t="0"/>
          <a:stretch/>
        </p:blipFill>
        <p:spPr>
          <a:xfrm>
            <a:off x="3716956" y="4450608"/>
            <a:ext cx="2572420" cy="878910"/>
          </a:xfrm>
          <a:prstGeom prst="rect">
            <a:avLst/>
          </a:prstGeom>
          <a:noFill/>
          <a:ln>
            <a:noFill/>
          </a:ln>
        </p:spPr>
      </p:pic>
      <p:pic>
        <p:nvPicPr>
          <p:cNvPr id="151" name="Google Shape;151;p21"/>
          <p:cNvPicPr preferRelativeResize="0"/>
          <p:nvPr/>
        </p:nvPicPr>
        <p:blipFill rotWithShape="1">
          <a:blip r:embed="rId9">
            <a:alphaModFix/>
          </a:blip>
          <a:srcRect b="0" l="0" r="0" t="0"/>
          <a:stretch/>
        </p:blipFill>
        <p:spPr>
          <a:xfrm>
            <a:off x="1878991" y="3956028"/>
            <a:ext cx="1607762" cy="1607762"/>
          </a:xfrm>
          <a:prstGeom prst="rect">
            <a:avLst/>
          </a:prstGeom>
          <a:noFill/>
          <a:ln>
            <a:noFill/>
          </a:ln>
        </p:spPr>
      </p:pic>
      <p:pic>
        <p:nvPicPr>
          <p:cNvPr id="152" name="Google Shape;152;p21"/>
          <p:cNvPicPr preferRelativeResize="0"/>
          <p:nvPr/>
        </p:nvPicPr>
        <p:blipFill rotWithShape="1">
          <a:blip r:embed="rId10">
            <a:alphaModFix/>
          </a:blip>
          <a:srcRect b="0" l="0" r="0" t="0"/>
          <a:stretch/>
        </p:blipFill>
        <p:spPr>
          <a:xfrm>
            <a:off x="8620781" y="2851383"/>
            <a:ext cx="1445702" cy="1357966"/>
          </a:xfrm>
          <a:prstGeom prst="rect">
            <a:avLst/>
          </a:prstGeom>
          <a:noFill/>
          <a:ln>
            <a:noFill/>
          </a:ln>
        </p:spPr>
      </p:pic>
      <p:pic>
        <p:nvPicPr>
          <p:cNvPr id="153" name="Google Shape;153;p21"/>
          <p:cNvPicPr preferRelativeResize="0"/>
          <p:nvPr/>
        </p:nvPicPr>
        <p:blipFill rotWithShape="1">
          <a:blip r:embed="rId11">
            <a:alphaModFix/>
          </a:blip>
          <a:srcRect b="0" l="0" r="0" t="0"/>
          <a:stretch/>
        </p:blipFill>
        <p:spPr>
          <a:xfrm>
            <a:off x="8756697" y="4303058"/>
            <a:ext cx="1353585" cy="1353585"/>
          </a:xfrm>
          <a:prstGeom prst="rect">
            <a:avLst/>
          </a:prstGeom>
          <a:noFill/>
          <a:ln>
            <a:noFill/>
          </a:ln>
        </p:spPr>
      </p:pic>
      <p:sp>
        <p:nvSpPr>
          <p:cNvPr id="154" name="Google Shape;154;p21"/>
          <p:cNvSpPr/>
          <p:nvPr/>
        </p:nvSpPr>
        <p:spPr>
          <a:xfrm>
            <a:off x="1248032" y="5656643"/>
            <a:ext cx="9811265" cy="855368"/>
          </a:xfrm>
          <a:prstGeom prst="rect">
            <a:avLst/>
          </a:prstGeom>
          <a:solidFill>
            <a:schemeClr val="accent1"/>
          </a:solidFill>
          <a:ln cap="flat" cmpd="sng" w="15875">
            <a:solidFill>
              <a:srgbClr val="6F94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lt1"/>
                </a:solidFill>
                <a:latin typeface="Twentieth Century"/>
                <a:ea typeface="Twentieth Century"/>
                <a:cs typeface="Twentieth Century"/>
                <a:sym typeface="Twentieth Century"/>
              </a:rPr>
              <a:t>Extension Task: What methods are they currently not using that they could benefit from? E.g. could the business incorporate more PR or Direct Marketing? </a:t>
            </a:r>
            <a:endParaRPr b="0" i="0" sz="1800" u="none" cap="none" strike="noStrike">
              <a:solidFill>
                <a:schemeClr val="lt1"/>
              </a:solidFill>
              <a:latin typeface="Twentieth Century"/>
              <a:ea typeface="Twentieth Century"/>
              <a:cs typeface="Twentieth Century"/>
              <a:sym typeface="Twentieth Century"/>
            </a:endParaRPr>
          </a:p>
        </p:txBody>
      </p:sp>
      <p:sp>
        <p:nvSpPr>
          <p:cNvPr id="155" name="Google Shape;155;p21"/>
          <p:cNvSpPr/>
          <p:nvPr/>
        </p:nvSpPr>
        <p:spPr>
          <a:xfrm>
            <a:off x="6958478" y="321734"/>
            <a:ext cx="1433383" cy="605481"/>
          </a:xfrm>
          <a:prstGeom prst="rect">
            <a:avLst/>
          </a:prstGeom>
          <a:solidFill>
            <a:schemeClr val="accent1"/>
          </a:solidFill>
          <a:ln cap="flat" cmpd="sng" w="15875">
            <a:solidFill>
              <a:srgbClr val="6F94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GB" sz="1800" u="none" cap="none" strike="noStrike">
                <a:solidFill>
                  <a:schemeClr val="lt1"/>
                </a:solidFill>
                <a:latin typeface="Twentieth Century"/>
                <a:ea typeface="Twentieth Century"/>
                <a:cs typeface="Twentieth Century"/>
                <a:sym typeface="Twentieth Century"/>
              </a:rPr>
              <a:t>45 mins</a:t>
            </a:r>
            <a:endParaRPr b="0" i="0" sz="1800" u="none" cap="none" strike="noStrike">
              <a:solidFill>
                <a:schemeClr val="lt1"/>
              </a:solidFill>
              <a:latin typeface="Twentieth Century"/>
              <a:ea typeface="Twentieth Century"/>
              <a:cs typeface="Twentieth Century"/>
              <a:sym typeface="Twentieth Century"/>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9" name="Shape 159"/>
        <p:cNvGrpSpPr/>
        <p:nvPr/>
      </p:nvGrpSpPr>
      <p:grpSpPr>
        <a:xfrm>
          <a:off x="0" y="0"/>
          <a:ext cx="0" cy="0"/>
          <a:chOff x="0" y="0"/>
          <a:chExt cx="0" cy="0"/>
        </a:xfrm>
      </p:grpSpPr>
      <p:sp>
        <p:nvSpPr>
          <p:cNvPr id="160" name="Google Shape;160;p22"/>
          <p:cNvSpPr txBox="1"/>
          <p:nvPr>
            <p:ph type="title"/>
          </p:nvPr>
        </p:nvSpPr>
        <p:spPr>
          <a:xfrm>
            <a:off x="1069848" y="484632"/>
            <a:ext cx="10058400" cy="1090168"/>
          </a:xfrm>
          <a:prstGeom prst="rect">
            <a:avLst/>
          </a:prstGeom>
          <a:noFill/>
          <a:ln cap="flat" cmpd="sng" w="571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A2-MARKET SEGMENTATION </a:t>
            </a:r>
            <a:endParaRPr u="sng"/>
          </a:p>
        </p:txBody>
      </p:sp>
      <p:sp>
        <p:nvSpPr>
          <p:cNvPr id="161" name="Google Shape;161;p22"/>
          <p:cNvSpPr txBox="1"/>
          <p:nvPr>
            <p:ph idx="1" type="body"/>
          </p:nvPr>
        </p:nvSpPr>
        <p:spPr>
          <a:xfrm>
            <a:off x="152400" y="2121408"/>
            <a:ext cx="11785600" cy="4584192"/>
          </a:xfrm>
          <a:prstGeom prst="rect">
            <a:avLst/>
          </a:prstGeom>
          <a:noFill/>
          <a:ln cap="flat" cmpd="sng" w="57150">
            <a:solidFill>
              <a:srgbClr val="FFC000"/>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just">
              <a:lnSpc>
                <a:spcPct val="150000"/>
              </a:lnSpc>
              <a:spcBef>
                <a:spcPts val="0"/>
              </a:spcBef>
              <a:spcAft>
                <a:spcPts val="0"/>
              </a:spcAft>
              <a:buSzPts val="2200"/>
              <a:buChar char=" "/>
            </a:pPr>
            <a:r>
              <a:rPr lang="en-GB" sz="2200"/>
              <a:t>Segmentation is a common strategy used in marketing to break down a large target audience into smaller, more homogenous groups of customers. The point is to make marketing efforts more efficient by investing in communication that connects with customers most likely to buy your product, while minimizing wasted spending on those who won't. Several common techniques are used to segment markets.</a:t>
            </a:r>
            <a:endParaRPr b="1" sz="2200">
              <a:solidFill>
                <a:srgbClr val="FF00FF"/>
              </a:solidFill>
            </a:endParaRPr>
          </a:p>
          <a:p>
            <a:pPr indent="0" lvl="0" marL="0" rtl="0" algn="ctr">
              <a:lnSpc>
                <a:spcPct val="150000"/>
              </a:lnSpc>
              <a:spcBef>
                <a:spcPts val="1400"/>
              </a:spcBef>
              <a:spcAft>
                <a:spcPts val="0"/>
              </a:spcAft>
              <a:buSzPts val="2600"/>
              <a:buNone/>
            </a:pPr>
            <a:r>
              <a:rPr b="1" lang="en-GB" sz="2600">
                <a:solidFill>
                  <a:srgbClr val="FF00FF"/>
                </a:solidFill>
              </a:rPr>
              <a:t>THINK: Can you think of the different ways in which businesses can split the market? </a:t>
            </a:r>
            <a:endParaRPr/>
          </a:p>
          <a:p>
            <a:pPr indent="0" lvl="0" marL="0" rtl="0" algn="ctr">
              <a:lnSpc>
                <a:spcPct val="150000"/>
              </a:lnSpc>
              <a:spcBef>
                <a:spcPts val="1400"/>
              </a:spcBef>
              <a:spcAft>
                <a:spcPts val="0"/>
              </a:spcAft>
              <a:buSzPts val="2600"/>
              <a:buNone/>
            </a:pPr>
            <a:r>
              <a:rPr b="1" lang="en-GB" sz="2600" u="sng">
                <a:solidFill>
                  <a:schemeClr val="hlink"/>
                </a:solidFill>
                <a:hlinkClick r:id="rId3"/>
              </a:rPr>
              <a:t>https://www.youtube.com/watch?v=DUuirqtSqpg</a:t>
            </a:r>
            <a:endParaRPr b="1" sz="2600">
              <a:solidFill>
                <a:srgbClr val="FF00FF"/>
              </a:solidFill>
            </a:endParaRPr>
          </a:p>
          <a:p>
            <a:pPr indent="0" lvl="0" marL="0" rtl="0" algn="ctr">
              <a:lnSpc>
                <a:spcPct val="150000"/>
              </a:lnSpc>
              <a:spcBef>
                <a:spcPts val="1400"/>
              </a:spcBef>
              <a:spcAft>
                <a:spcPts val="0"/>
              </a:spcAft>
              <a:buSzPts val="2600"/>
              <a:buNone/>
            </a:pPr>
            <a:r>
              <a:t/>
            </a:r>
            <a:endParaRPr b="1" sz="2600">
              <a:solidFill>
                <a:srgbClr val="FF00FF"/>
              </a:solidFill>
            </a:endParaRPr>
          </a:p>
          <a:p>
            <a:pPr indent="0" lvl="0" marL="0" rtl="0" algn="ctr">
              <a:lnSpc>
                <a:spcPct val="150000"/>
              </a:lnSpc>
              <a:spcBef>
                <a:spcPts val="1400"/>
              </a:spcBef>
              <a:spcAft>
                <a:spcPts val="0"/>
              </a:spcAft>
              <a:buSzPts val="2600"/>
              <a:buNone/>
            </a:pPr>
            <a:r>
              <a:t/>
            </a:r>
            <a:endParaRPr b="1" sz="2600">
              <a:solidFill>
                <a:srgbClr val="FF00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sp>
        <p:nvSpPr>
          <p:cNvPr id="166" name="Google Shape;166;p23"/>
          <p:cNvSpPr txBox="1"/>
          <p:nvPr>
            <p:ph type="title"/>
          </p:nvPr>
        </p:nvSpPr>
        <p:spPr>
          <a:xfrm>
            <a:off x="1024128" y="585216"/>
            <a:ext cx="9720072" cy="1499616"/>
          </a:xfrm>
          <a:prstGeom prst="rect">
            <a:avLst/>
          </a:prstGeom>
          <a:noFill/>
          <a:ln cap="flat" cmpd="sng" w="38100">
            <a:solidFill>
              <a:srgbClr val="FF00F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SEGMENTATION</a:t>
            </a:r>
            <a:endParaRPr u="sng"/>
          </a:p>
        </p:txBody>
      </p:sp>
      <p:sp>
        <p:nvSpPr>
          <p:cNvPr id="167" name="Google Shape;167;p23"/>
          <p:cNvSpPr txBox="1"/>
          <p:nvPr>
            <p:ph idx="1" type="body"/>
          </p:nvPr>
        </p:nvSpPr>
        <p:spPr>
          <a:xfrm>
            <a:off x="1024128" y="2286000"/>
            <a:ext cx="9720073" cy="4023360"/>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l">
              <a:lnSpc>
                <a:spcPct val="90000"/>
              </a:lnSpc>
              <a:spcBef>
                <a:spcPts val="0"/>
              </a:spcBef>
              <a:spcAft>
                <a:spcPts val="0"/>
              </a:spcAft>
              <a:buSzPts val="2200"/>
              <a:buFont typeface="Noto Sans Symbols"/>
              <a:buChar char="❖"/>
            </a:pPr>
            <a:r>
              <a:rPr lang="en-GB"/>
              <a:t>Types of market: Business to Business (B2B), Business to Consumer (B2C)</a:t>
            </a:r>
            <a:endParaRPr/>
          </a:p>
          <a:p>
            <a:pPr indent="0" lvl="0" marL="0" rtl="0" algn="l">
              <a:lnSpc>
                <a:spcPct val="90000"/>
              </a:lnSpc>
              <a:spcBef>
                <a:spcPts val="1400"/>
              </a:spcBef>
              <a:spcAft>
                <a:spcPts val="0"/>
              </a:spcAft>
              <a:buSzPts val="2200"/>
              <a:buNone/>
            </a:pPr>
            <a:r>
              <a:t/>
            </a:r>
            <a:endParaRPr/>
          </a:p>
          <a:p>
            <a:pPr indent="-139700" lvl="0" marL="91440" rtl="0" algn="l">
              <a:lnSpc>
                <a:spcPct val="90000"/>
              </a:lnSpc>
              <a:spcBef>
                <a:spcPts val="1400"/>
              </a:spcBef>
              <a:spcAft>
                <a:spcPts val="0"/>
              </a:spcAft>
              <a:buSzPts val="2200"/>
              <a:buFont typeface="Noto Sans Symbols"/>
              <a:buChar char="❖"/>
            </a:pPr>
            <a:r>
              <a:rPr lang="en-GB"/>
              <a:t>Segmenting the market to identify which customers its promotions will target through:</a:t>
            </a:r>
            <a:endParaRPr/>
          </a:p>
          <a:p>
            <a:pPr indent="-139700" lvl="0" marL="91440" rtl="0" algn="l">
              <a:lnSpc>
                <a:spcPct val="90000"/>
              </a:lnSpc>
              <a:spcBef>
                <a:spcPts val="1400"/>
              </a:spcBef>
              <a:spcAft>
                <a:spcPts val="0"/>
              </a:spcAft>
              <a:buSzPts val="2200"/>
              <a:buFont typeface="Noto Sans Symbols"/>
              <a:buChar char="❖"/>
            </a:pPr>
            <a:r>
              <a:rPr lang="en-GB"/>
              <a:t>demographics: age, race, religion, gender, family size, ethnicity, income, education level, socio-economic group </a:t>
            </a:r>
            <a:endParaRPr/>
          </a:p>
          <a:p>
            <a:pPr indent="-139700" lvl="0" marL="91440" rtl="0" algn="l">
              <a:lnSpc>
                <a:spcPct val="90000"/>
              </a:lnSpc>
              <a:spcBef>
                <a:spcPts val="1400"/>
              </a:spcBef>
              <a:spcAft>
                <a:spcPts val="0"/>
              </a:spcAft>
              <a:buSzPts val="2200"/>
              <a:buFont typeface="Noto Sans Symbols"/>
              <a:buChar char="❖"/>
            </a:pPr>
            <a:r>
              <a:rPr lang="en-GB"/>
              <a:t>geographic: location </a:t>
            </a:r>
            <a:endParaRPr/>
          </a:p>
          <a:p>
            <a:pPr indent="-139700" lvl="0" marL="91440" rtl="0" algn="l">
              <a:lnSpc>
                <a:spcPct val="90000"/>
              </a:lnSpc>
              <a:spcBef>
                <a:spcPts val="1400"/>
              </a:spcBef>
              <a:spcAft>
                <a:spcPts val="0"/>
              </a:spcAft>
              <a:buSzPts val="2200"/>
              <a:buFont typeface="Noto Sans Symbols"/>
              <a:buChar char="❖"/>
            </a:pPr>
            <a:r>
              <a:rPr lang="en-GB"/>
              <a:t>psychographic: social class, attitudes, lifestyle and personality characteristics </a:t>
            </a:r>
            <a:endParaRPr/>
          </a:p>
          <a:p>
            <a:pPr indent="-139700" lvl="0" marL="91440" rtl="0" algn="l">
              <a:lnSpc>
                <a:spcPct val="90000"/>
              </a:lnSpc>
              <a:spcBef>
                <a:spcPts val="1400"/>
              </a:spcBef>
              <a:spcAft>
                <a:spcPts val="0"/>
              </a:spcAft>
              <a:buSzPts val="2200"/>
              <a:buFont typeface="Noto Sans Symbols"/>
              <a:buChar char="❖"/>
            </a:pPr>
            <a:r>
              <a:rPr lang="en-GB"/>
              <a:t>behavioural: spending, consumption, usage, loyalty status and desired benefits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1" name="Shape 171"/>
        <p:cNvGrpSpPr/>
        <p:nvPr/>
      </p:nvGrpSpPr>
      <p:grpSpPr>
        <a:xfrm>
          <a:off x="0" y="0"/>
          <a:ext cx="0" cy="0"/>
          <a:chOff x="0" y="0"/>
          <a:chExt cx="0" cy="0"/>
        </a:xfrm>
      </p:grpSpPr>
      <p:pic>
        <p:nvPicPr>
          <p:cNvPr id="172" name="Google Shape;172;p24"/>
          <p:cNvPicPr preferRelativeResize="0"/>
          <p:nvPr/>
        </p:nvPicPr>
        <p:blipFill rotWithShape="1">
          <a:blip r:embed="rId3">
            <a:alphaModFix/>
          </a:blip>
          <a:srcRect b="0" l="0" r="0" t="0"/>
          <a:stretch/>
        </p:blipFill>
        <p:spPr>
          <a:xfrm>
            <a:off x="-338667" y="338667"/>
            <a:ext cx="9499600" cy="6349999"/>
          </a:xfrm>
          <a:prstGeom prst="rect">
            <a:avLst/>
          </a:prstGeom>
          <a:noFill/>
          <a:ln>
            <a:noFill/>
          </a:ln>
        </p:spPr>
      </p:pic>
      <p:sp>
        <p:nvSpPr>
          <p:cNvPr id="173" name="Google Shape;173;p24"/>
          <p:cNvSpPr txBox="1"/>
          <p:nvPr/>
        </p:nvSpPr>
        <p:spPr>
          <a:xfrm>
            <a:off x="6899368" y="338667"/>
            <a:ext cx="5174099" cy="923330"/>
          </a:xfrm>
          <a:prstGeom prst="rect">
            <a:avLst/>
          </a:prstGeom>
          <a:solidFill>
            <a:srgbClr val="FFCE47"/>
          </a:solid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0" i="0" lang="en-GB" sz="1800" u="none" cap="none" strike="noStrike">
                <a:solidFill>
                  <a:schemeClr val="dk1"/>
                </a:solidFill>
                <a:latin typeface="Twentieth Century"/>
                <a:ea typeface="Twentieth Century"/>
                <a:cs typeface="Twentieth Century"/>
                <a:sym typeface="Twentieth Century"/>
              </a:rPr>
              <a:t>What is the difference between the targeted market segments for both of these products? </a:t>
            </a:r>
            <a:endParaRPr/>
          </a:p>
        </p:txBody>
      </p:sp>
      <p:pic>
        <p:nvPicPr>
          <p:cNvPr descr="Screen Clipping" id="174" name="Google Shape;174;p24"/>
          <p:cNvPicPr preferRelativeResize="0"/>
          <p:nvPr/>
        </p:nvPicPr>
        <p:blipFill rotWithShape="1">
          <a:blip r:embed="rId4">
            <a:alphaModFix/>
          </a:blip>
          <a:srcRect b="0" l="0" r="0" t="0"/>
          <a:stretch/>
        </p:blipFill>
        <p:spPr>
          <a:xfrm>
            <a:off x="7816742" y="1588986"/>
            <a:ext cx="3524742" cy="1590897"/>
          </a:xfrm>
          <a:prstGeom prst="rect">
            <a:avLst/>
          </a:prstGeom>
          <a:noFill/>
          <a:ln>
            <a:noFill/>
          </a:ln>
        </p:spPr>
      </p:pic>
      <p:pic>
        <p:nvPicPr>
          <p:cNvPr descr="Screen Clipping" id="175" name="Google Shape;175;p24"/>
          <p:cNvPicPr preferRelativeResize="0"/>
          <p:nvPr/>
        </p:nvPicPr>
        <p:blipFill rotWithShape="1">
          <a:blip r:embed="rId5">
            <a:alphaModFix/>
          </a:blip>
          <a:srcRect b="0" l="0" r="0" t="0"/>
          <a:stretch/>
        </p:blipFill>
        <p:spPr>
          <a:xfrm>
            <a:off x="7575826" y="3506872"/>
            <a:ext cx="4006574" cy="257159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9" name="Shape 179"/>
        <p:cNvGrpSpPr/>
        <p:nvPr/>
      </p:nvGrpSpPr>
      <p:grpSpPr>
        <a:xfrm>
          <a:off x="0" y="0"/>
          <a:ext cx="0" cy="0"/>
          <a:chOff x="0" y="0"/>
          <a:chExt cx="0" cy="0"/>
        </a:xfrm>
      </p:grpSpPr>
      <p:sp>
        <p:nvSpPr>
          <p:cNvPr id="180" name="Google Shape;180;p25"/>
          <p:cNvSpPr txBox="1"/>
          <p:nvPr>
            <p:ph type="title"/>
          </p:nvPr>
        </p:nvSpPr>
        <p:spPr>
          <a:xfrm>
            <a:off x="1069848" y="484632"/>
            <a:ext cx="10058400" cy="1124035"/>
          </a:xfrm>
          <a:prstGeom prst="rect">
            <a:avLst/>
          </a:prstGeom>
          <a:solidFill>
            <a:srgbClr val="FFCE47"/>
          </a:solidFill>
          <a:ln>
            <a:noFill/>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B2B AND B2C </a:t>
            </a:r>
            <a:endParaRPr u="sng"/>
          </a:p>
        </p:txBody>
      </p:sp>
      <p:sp>
        <p:nvSpPr>
          <p:cNvPr id="181" name="Google Shape;181;p25"/>
          <p:cNvSpPr txBox="1"/>
          <p:nvPr>
            <p:ph idx="1" type="body"/>
          </p:nvPr>
        </p:nvSpPr>
        <p:spPr>
          <a:xfrm>
            <a:off x="290913" y="2121408"/>
            <a:ext cx="11511619" cy="4050792"/>
          </a:xfrm>
          <a:prstGeom prst="rect">
            <a:avLst/>
          </a:prstGeom>
          <a:noFill/>
          <a:ln cap="flat" cmpd="sng" w="38100">
            <a:solidFill>
              <a:srgbClr val="FFC000"/>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just">
              <a:lnSpc>
                <a:spcPct val="150000"/>
              </a:lnSpc>
              <a:spcBef>
                <a:spcPts val="0"/>
              </a:spcBef>
              <a:spcAft>
                <a:spcPts val="0"/>
              </a:spcAft>
              <a:buSzPts val="2200"/>
              <a:buChar char=" "/>
            </a:pPr>
            <a:r>
              <a:rPr b="1" lang="en-GB" sz="2200"/>
              <a:t>B2C</a:t>
            </a:r>
            <a:r>
              <a:rPr lang="en-GB" sz="2200"/>
              <a:t> and </a:t>
            </a:r>
            <a:r>
              <a:rPr b="1" lang="en-GB" sz="2200"/>
              <a:t>B2B</a:t>
            </a:r>
            <a:r>
              <a:rPr lang="en-GB" sz="2200"/>
              <a:t> are two forms of commercial transactions. </a:t>
            </a:r>
            <a:r>
              <a:rPr b="1" lang="en-GB" sz="2200"/>
              <a:t>B2C</a:t>
            </a:r>
            <a:r>
              <a:rPr lang="en-GB" sz="2200"/>
              <a:t>, which stands for business-to-consumer, is a process for selling products directly to consumers. </a:t>
            </a:r>
            <a:r>
              <a:rPr b="1" lang="en-GB" sz="2200"/>
              <a:t>B2B</a:t>
            </a:r>
            <a:r>
              <a:rPr lang="en-GB" sz="2200"/>
              <a:t>, which stands for business-to-business, is a process for selling products or services to other businesses. </a:t>
            </a:r>
            <a:endParaRPr/>
          </a:p>
          <a:p>
            <a:pPr indent="-139700" lvl="0" marL="91440" rtl="0" algn="just">
              <a:lnSpc>
                <a:spcPct val="150000"/>
              </a:lnSpc>
              <a:spcBef>
                <a:spcPts val="1400"/>
              </a:spcBef>
              <a:spcAft>
                <a:spcPts val="0"/>
              </a:spcAft>
              <a:buSzPts val="2200"/>
              <a:buChar char=" "/>
            </a:pPr>
            <a:r>
              <a:rPr lang="en-GB" sz="2200"/>
              <a:t>This typically occurs when a business is sourcing materials for their production process (e.g. a food manufacturer purchasing salt and other raw materials)</a:t>
            </a:r>
            <a:endParaRPr sz="2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5" name="Shape 185"/>
        <p:cNvGrpSpPr/>
        <p:nvPr/>
      </p:nvGrpSpPr>
      <p:grpSpPr>
        <a:xfrm>
          <a:off x="0" y="0"/>
          <a:ext cx="0" cy="0"/>
          <a:chOff x="0" y="0"/>
          <a:chExt cx="0" cy="0"/>
        </a:xfrm>
      </p:grpSpPr>
      <p:sp>
        <p:nvSpPr>
          <p:cNvPr id="186" name="Google Shape;186;p26"/>
          <p:cNvSpPr txBox="1"/>
          <p:nvPr>
            <p:ph type="title"/>
          </p:nvPr>
        </p:nvSpPr>
        <p:spPr>
          <a:xfrm>
            <a:off x="1024128" y="585216"/>
            <a:ext cx="9720072" cy="1499616"/>
          </a:xfrm>
          <a:prstGeom prst="rect">
            <a:avLst/>
          </a:prstGeom>
          <a:noFill/>
          <a:ln cap="flat" cmpd="sng" w="38100">
            <a:solidFill>
              <a:srgbClr val="FF00F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ACTIVITY </a:t>
            </a:r>
            <a:endParaRPr u="sng"/>
          </a:p>
        </p:txBody>
      </p:sp>
      <p:sp>
        <p:nvSpPr>
          <p:cNvPr id="187" name="Google Shape;187;p26"/>
          <p:cNvSpPr txBox="1"/>
          <p:nvPr>
            <p:ph idx="1" type="body"/>
          </p:nvPr>
        </p:nvSpPr>
        <p:spPr>
          <a:xfrm>
            <a:off x="258009" y="2261286"/>
            <a:ext cx="8416434" cy="4436075"/>
          </a:xfrm>
          <a:prstGeom prst="rect">
            <a:avLst/>
          </a:prstGeom>
          <a:noFill/>
          <a:ln cap="flat" cmpd="sng" w="38100">
            <a:solidFill>
              <a:srgbClr val="FF00FF"/>
            </a:solidFill>
            <a:prstDash val="solid"/>
            <a:round/>
            <a:headEnd len="sm" w="sm" type="none"/>
            <a:tailEnd len="sm" w="sm" type="none"/>
          </a:ln>
        </p:spPr>
        <p:txBody>
          <a:bodyPr anchorCtr="0" anchor="t" bIns="45700" lIns="45700" spcFirstLastPara="1" rIns="45700" wrap="square" tIns="45700">
            <a:noAutofit/>
          </a:bodyPr>
          <a:lstStyle/>
          <a:p>
            <a:pPr indent="-118745" lvl="0" marL="91440" rtl="0" algn="l">
              <a:lnSpc>
                <a:spcPct val="70000"/>
              </a:lnSpc>
              <a:spcBef>
                <a:spcPts val="0"/>
              </a:spcBef>
              <a:spcAft>
                <a:spcPts val="0"/>
              </a:spcAft>
              <a:buSzPts val="1870"/>
              <a:buChar char=" "/>
            </a:pPr>
            <a:r>
              <a:rPr lang="en-GB" sz="1870"/>
              <a:t>Using the Internet for help, write a paragraph summarising all of the different types of market segmentation and what each of the words mean.</a:t>
            </a:r>
            <a:endParaRPr/>
          </a:p>
          <a:p>
            <a:pPr indent="0" lvl="0" marL="91440" rtl="0" algn="l">
              <a:lnSpc>
                <a:spcPct val="70000"/>
              </a:lnSpc>
              <a:spcBef>
                <a:spcPts val="1400"/>
              </a:spcBef>
              <a:spcAft>
                <a:spcPts val="0"/>
              </a:spcAft>
              <a:buSzPts val="1870"/>
              <a:buNone/>
            </a:pPr>
            <a:r>
              <a:t/>
            </a:r>
            <a:endParaRPr sz="1870">
              <a:solidFill>
                <a:srgbClr val="FF00FF"/>
              </a:solidFill>
            </a:endParaRPr>
          </a:p>
          <a:p>
            <a:pPr indent="-118745" lvl="0" marL="91440" rtl="0" algn="l">
              <a:lnSpc>
                <a:spcPct val="70000"/>
              </a:lnSpc>
              <a:spcBef>
                <a:spcPts val="1400"/>
              </a:spcBef>
              <a:spcAft>
                <a:spcPts val="0"/>
              </a:spcAft>
              <a:buSzPts val="1870"/>
              <a:buChar char=" "/>
            </a:pPr>
            <a:r>
              <a:rPr lang="en-GB" sz="1870">
                <a:solidFill>
                  <a:srgbClr val="FF00FF"/>
                </a:solidFill>
              </a:rPr>
              <a:t>After this, click one of the business links below and write a report on how the business segmented the market for their brand. </a:t>
            </a:r>
            <a:endParaRPr/>
          </a:p>
          <a:p>
            <a:pPr indent="0" lvl="0" marL="91440" rtl="0" algn="l">
              <a:lnSpc>
                <a:spcPct val="70000"/>
              </a:lnSpc>
              <a:spcBef>
                <a:spcPts val="1400"/>
              </a:spcBef>
              <a:spcAft>
                <a:spcPts val="0"/>
              </a:spcAft>
              <a:buSzPts val="1870"/>
              <a:buNone/>
            </a:pPr>
            <a:r>
              <a:t/>
            </a:r>
            <a:endParaRPr sz="1870"/>
          </a:p>
          <a:p>
            <a:pPr indent="-118745" lvl="0" marL="91440" rtl="0" algn="l">
              <a:lnSpc>
                <a:spcPct val="70000"/>
              </a:lnSpc>
              <a:spcBef>
                <a:spcPts val="1400"/>
              </a:spcBef>
              <a:spcAft>
                <a:spcPts val="0"/>
              </a:spcAft>
              <a:buSzPts val="1870"/>
              <a:buChar char=" "/>
            </a:pPr>
            <a:r>
              <a:rPr lang="en-GB" sz="1870"/>
              <a:t>Canon: </a:t>
            </a:r>
            <a:r>
              <a:rPr lang="en-GB" sz="1870" u="sng">
                <a:solidFill>
                  <a:schemeClr val="hlink"/>
                </a:solidFill>
                <a:hlinkClick r:id="rId3"/>
              </a:rPr>
              <a:t>http://www.marketing-interactive.com/case-study-canon-carve-new-market-segment/</a:t>
            </a:r>
            <a:endParaRPr sz="1870"/>
          </a:p>
          <a:p>
            <a:pPr indent="-118745" lvl="0" marL="91440" rtl="0" algn="l">
              <a:lnSpc>
                <a:spcPct val="70000"/>
              </a:lnSpc>
              <a:spcBef>
                <a:spcPts val="1400"/>
              </a:spcBef>
              <a:spcAft>
                <a:spcPts val="0"/>
              </a:spcAft>
              <a:buSzPts val="1870"/>
              <a:buChar char=" "/>
            </a:pPr>
            <a:r>
              <a:rPr lang="en-GB" sz="1870"/>
              <a:t>Nivea: </a:t>
            </a:r>
            <a:r>
              <a:rPr lang="en-GB" sz="1870" u="sng">
                <a:solidFill>
                  <a:schemeClr val="hlink"/>
                </a:solidFill>
                <a:hlinkClick r:id="rId4"/>
              </a:rPr>
              <a:t>http://www.marketing-interactive.com/case-study-canon-carve-new-market-segment/</a:t>
            </a:r>
            <a:endParaRPr sz="1870"/>
          </a:p>
          <a:p>
            <a:pPr indent="-118745" lvl="0" marL="91440" rtl="0" algn="l">
              <a:lnSpc>
                <a:spcPct val="70000"/>
              </a:lnSpc>
              <a:spcBef>
                <a:spcPts val="1400"/>
              </a:spcBef>
              <a:spcAft>
                <a:spcPts val="0"/>
              </a:spcAft>
              <a:buSzPts val="1870"/>
              <a:buChar char=" "/>
            </a:pPr>
            <a:r>
              <a:rPr lang="en-GB" sz="1870"/>
              <a:t>Porsche: </a:t>
            </a:r>
            <a:r>
              <a:rPr lang="en-GB" sz="1870" u="sng">
                <a:solidFill>
                  <a:schemeClr val="hlink"/>
                </a:solidFill>
                <a:hlinkClick r:id="rId5"/>
              </a:rPr>
              <a:t>http://theporschegarage.blogspot.co.uk/2012/04/ch-8-segmenting-and-targeting-markets.html</a:t>
            </a:r>
            <a:endParaRPr sz="1870"/>
          </a:p>
          <a:p>
            <a:pPr indent="-118745" lvl="0" marL="91440" rtl="0" algn="l">
              <a:lnSpc>
                <a:spcPct val="70000"/>
              </a:lnSpc>
              <a:spcBef>
                <a:spcPts val="1400"/>
              </a:spcBef>
              <a:spcAft>
                <a:spcPts val="0"/>
              </a:spcAft>
              <a:buSzPts val="1870"/>
              <a:buChar char=" "/>
            </a:pPr>
            <a:r>
              <a:rPr lang="en-GB" sz="1870"/>
              <a:t>Coca Cola: </a:t>
            </a:r>
            <a:r>
              <a:rPr lang="en-GB" sz="1870" u="sng">
                <a:solidFill>
                  <a:schemeClr val="hlink"/>
                </a:solidFill>
                <a:hlinkClick r:id="rId6"/>
              </a:rPr>
              <a:t>http://elbaz-coca-cola.blogspot.co.uk/2011/11/ch-8-segmenting-and-targeting-markets.html</a:t>
            </a:r>
            <a:endParaRPr sz="1870"/>
          </a:p>
        </p:txBody>
      </p:sp>
      <p:sp>
        <p:nvSpPr>
          <p:cNvPr id="188" name="Google Shape;188;p26"/>
          <p:cNvSpPr/>
          <p:nvPr/>
        </p:nvSpPr>
        <p:spPr>
          <a:xfrm>
            <a:off x="8859795" y="2261286"/>
            <a:ext cx="3175686" cy="4436075"/>
          </a:xfrm>
          <a:prstGeom prst="rect">
            <a:avLst/>
          </a:prstGeom>
          <a:noFill/>
          <a:ln cap="flat" cmpd="sng" w="15875">
            <a:solidFill>
              <a:srgbClr val="6F9428"/>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GB" sz="1800" u="none" cap="none" strike="noStrike">
                <a:solidFill>
                  <a:srgbClr val="00B0F0"/>
                </a:solidFill>
                <a:latin typeface="Twentieth Century"/>
                <a:ea typeface="Twentieth Century"/>
                <a:cs typeface="Twentieth Century"/>
                <a:sym typeface="Twentieth Century"/>
              </a:rPr>
              <a:t>In your report, think of the following questions:</a:t>
            </a:r>
            <a:endParaRPr/>
          </a:p>
          <a:p>
            <a:pPr indent="0" lvl="0" marL="0" marR="0" rtl="0" algn="ctr">
              <a:spcBef>
                <a:spcPts val="0"/>
              </a:spcBef>
              <a:spcAft>
                <a:spcPts val="0"/>
              </a:spcAft>
              <a:buNone/>
            </a:pPr>
            <a:r>
              <a:t/>
            </a:r>
            <a:endParaRPr b="0" i="0" sz="1800" u="none" cap="none" strike="noStrike">
              <a:solidFill>
                <a:srgbClr val="00B0F0"/>
              </a:solidFill>
              <a:latin typeface="Twentieth Century"/>
              <a:ea typeface="Twentieth Century"/>
              <a:cs typeface="Twentieth Century"/>
              <a:sym typeface="Twentieth Century"/>
            </a:endParaRPr>
          </a:p>
          <a:p>
            <a:pPr indent="-342900" lvl="0" marL="342900" marR="0" rtl="0" algn="just">
              <a:spcBef>
                <a:spcPts val="0"/>
              </a:spcBef>
              <a:spcAft>
                <a:spcPts val="0"/>
              </a:spcAft>
              <a:buClr>
                <a:srgbClr val="00B0F0"/>
              </a:buClr>
              <a:buSzPts val="1800"/>
              <a:buFont typeface="Twentieth Century"/>
              <a:buAutoNum type="arabicPeriod"/>
            </a:pPr>
            <a:r>
              <a:rPr b="0" i="0" lang="en-GB" sz="1800" u="none" cap="none" strike="noStrike">
                <a:solidFill>
                  <a:srgbClr val="00B0F0"/>
                </a:solidFill>
                <a:latin typeface="Twentieth Century"/>
                <a:ea typeface="Twentieth Century"/>
                <a:cs typeface="Twentieth Century"/>
                <a:sym typeface="Twentieth Century"/>
              </a:rPr>
              <a:t>What segment of the market are the business trying to target? Why have they chosen these segments? </a:t>
            </a:r>
            <a:endParaRPr/>
          </a:p>
          <a:p>
            <a:pPr indent="-228600" lvl="0" marL="342900" marR="0" rtl="0" algn="just">
              <a:spcBef>
                <a:spcPts val="0"/>
              </a:spcBef>
              <a:spcAft>
                <a:spcPts val="0"/>
              </a:spcAft>
              <a:buClr>
                <a:schemeClr val="dk1"/>
              </a:buClr>
              <a:buSzPts val="1800"/>
              <a:buFont typeface="Twentieth Century"/>
              <a:buNone/>
            </a:pPr>
            <a:r>
              <a:t/>
            </a:r>
            <a:endParaRPr b="0" i="0" sz="1800" u="none" cap="none" strike="noStrike">
              <a:solidFill>
                <a:srgbClr val="00B0F0"/>
              </a:solidFill>
              <a:latin typeface="Twentieth Century"/>
              <a:ea typeface="Twentieth Century"/>
              <a:cs typeface="Twentieth Century"/>
              <a:sym typeface="Twentieth Century"/>
            </a:endParaRPr>
          </a:p>
          <a:p>
            <a:pPr indent="-342900" lvl="0" marL="342900" marR="0" rtl="0" algn="just">
              <a:spcBef>
                <a:spcPts val="0"/>
              </a:spcBef>
              <a:spcAft>
                <a:spcPts val="0"/>
              </a:spcAft>
              <a:buClr>
                <a:srgbClr val="00B0F0"/>
              </a:buClr>
              <a:buSzPts val="1800"/>
              <a:buFont typeface="Twentieth Century"/>
              <a:buAutoNum type="arabicPeriod"/>
            </a:pPr>
            <a:r>
              <a:rPr b="0" i="0" lang="en-GB" sz="1800" u="none" cap="none" strike="noStrike">
                <a:solidFill>
                  <a:srgbClr val="00B0F0"/>
                </a:solidFill>
                <a:latin typeface="Twentieth Century"/>
                <a:ea typeface="Twentieth Century"/>
                <a:cs typeface="Twentieth Century"/>
                <a:sym typeface="Twentieth Century"/>
              </a:rPr>
              <a:t>Does the business use B2B or B2C or both? Explain using examples. </a:t>
            </a:r>
            <a:endParaRPr b="0" i="0" sz="1800" u="none" cap="none" strike="noStrike">
              <a:solidFill>
                <a:srgbClr val="00B0F0"/>
              </a:solidFill>
              <a:latin typeface="Twentieth Century"/>
              <a:ea typeface="Twentieth Century"/>
              <a:cs typeface="Twentieth Century"/>
              <a:sym typeface="Twentieth Century"/>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2" name="Shape 192"/>
        <p:cNvGrpSpPr/>
        <p:nvPr/>
      </p:nvGrpSpPr>
      <p:grpSpPr>
        <a:xfrm>
          <a:off x="0" y="0"/>
          <a:ext cx="0" cy="0"/>
          <a:chOff x="0" y="0"/>
          <a:chExt cx="0" cy="0"/>
        </a:xfrm>
      </p:grpSpPr>
      <p:sp>
        <p:nvSpPr>
          <p:cNvPr id="193" name="Google Shape;193;p27"/>
          <p:cNvSpPr txBox="1"/>
          <p:nvPr>
            <p:ph type="title"/>
          </p:nvPr>
        </p:nvSpPr>
        <p:spPr>
          <a:xfrm>
            <a:off x="1024128" y="585216"/>
            <a:ext cx="9720072" cy="1499616"/>
          </a:xfrm>
          <a:prstGeom prst="rect">
            <a:avLst/>
          </a:prstGeom>
          <a:noFill/>
          <a:ln cap="flat" cmpd="sng" w="9525">
            <a:solidFill>
              <a:schemeClr val="accent1"/>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MARKET SEGMENTATION </a:t>
            </a:r>
            <a:endParaRPr u="sng"/>
          </a:p>
        </p:txBody>
      </p:sp>
      <p:sp>
        <p:nvSpPr>
          <p:cNvPr id="194" name="Google Shape;194;p27"/>
          <p:cNvSpPr txBox="1"/>
          <p:nvPr>
            <p:ph idx="1" type="body"/>
          </p:nvPr>
        </p:nvSpPr>
        <p:spPr>
          <a:xfrm>
            <a:off x="1024128" y="2286000"/>
            <a:ext cx="9720073" cy="4023360"/>
          </a:xfrm>
          <a:prstGeom prst="rect">
            <a:avLst/>
          </a:prstGeom>
          <a:noFill/>
          <a:ln cap="flat" cmpd="sng" w="9525">
            <a:solidFill>
              <a:schemeClr val="accent1"/>
            </a:solidFill>
            <a:prstDash val="solid"/>
            <a:round/>
            <a:headEnd len="sm" w="sm" type="none"/>
            <a:tailEnd len="sm" w="sm" type="none"/>
          </a:ln>
        </p:spPr>
        <p:txBody>
          <a:bodyPr anchorCtr="0" anchor="t" bIns="45700" lIns="45700" spcFirstLastPara="1" rIns="45700" wrap="square" tIns="45700">
            <a:noAutofit/>
          </a:bodyPr>
          <a:lstStyle/>
          <a:p>
            <a:pPr indent="-228600" lvl="0" marL="91440" rtl="0" algn="just">
              <a:lnSpc>
                <a:spcPct val="90000"/>
              </a:lnSpc>
              <a:spcBef>
                <a:spcPts val="0"/>
              </a:spcBef>
              <a:spcAft>
                <a:spcPts val="0"/>
              </a:spcAft>
              <a:buSzPts val="3600"/>
              <a:buChar char=" "/>
            </a:pPr>
            <a:r>
              <a:rPr lang="en-GB" sz="3600"/>
              <a:t>Complete the Market Segmentation Worksheet by thinking of a new product or service you could offer. You then need to </a:t>
            </a:r>
            <a:r>
              <a:rPr lang="en-GB" sz="3600" u="sng">
                <a:solidFill>
                  <a:srgbClr val="00B0F0"/>
                </a:solidFill>
              </a:rPr>
              <a:t>decide</a:t>
            </a:r>
            <a:r>
              <a:rPr lang="en-GB" sz="3600"/>
              <a:t> which segments you will be targeting and </a:t>
            </a:r>
            <a:r>
              <a:rPr lang="en-GB" sz="3600" u="sng">
                <a:solidFill>
                  <a:srgbClr val="00B0F0"/>
                </a:solidFill>
              </a:rPr>
              <a:t>justify</a:t>
            </a:r>
            <a:r>
              <a:rPr lang="en-GB" sz="3600"/>
              <a:t> your choices. </a:t>
            </a:r>
            <a:endParaRPr sz="36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8" name="Shape 198"/>
        <p:cNvGrpSpPr/>
        <p:nvPr/>
      </p:nvGrpSpPr>
      <p:grpSpPr>
        <a:xfrm>
          <a:off x="0" y="0"/>
          <a:ext cx="0" cy="0"/>
          <a:chOff x="0" y="0"/>
          <a:chExt cx="0" cy="0"/>
        </a:xfrm>
      </p:grpSpPr>
      <p:sp>
        <p:nvSpPr>
          <p:cNvPr id="199" name="Google Shape;199;p28"/>
          <p:cNvSpPr txBox="1"/>
          <p:nvPr>
            <p:ph type="title"/>
          </p:nvPr>
        </p:nvSpPr>
        <p:spPr>
          <a:xfrm>
            <a:off x="220132" y="246549"/>
            <a:ext cx="11531601" cy="1499616"/>
          </a:xfrm>
          <a:prstGeom prst="rect">
            <a:avLst/>
          </a:prstGeom>
          <a:noFill/>
          <a:ln cap="flat" cmpd="sng" w="57150">
            <a:solidFill>
              <a:srgbClr val="00B0F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chemeClr val="dk1"/>
              </a:buClr>
              <a:buSzPts val="4500"/>
              <a:buFont typeface="Twentieth Century"/>
              <a:buNone/>
            </a:pPr>
            <a:r>
              <a:rPr lang="en-GB" sz="4500" u="sng">
                <a:solidFill>
                  <a:schemeClr val="dk1"/>
                </a:solidFill>
              </a:rPr>
              <a:t>A3- FACTORS INFLUENCING THE CHOICE OF PROMOTIONAL METHODS </a:t>
            </a:r>
            <a:endParaRPr sz="4500" u="sng">
              <a:solidFill>
                <a:schemeClr val="dk1"/>
              </a:solidFill>
            </a:endParaRPr>
          </a:p>
        </p:txBody>
      </p:sp>
      <p:sp>
        <p:nvSpPr>
          <p:cNvPr id="200" name="Google Shape;200;p28"/>
          <p:cNvSpPr txBox="1"/>
          <p:nvPr>
            <p:ph idx="1" type="body"/>
          </p:nvPr>
        </p:nvSpPr>
        <p:spPr>
          <a:xfrm>
            <a:off x="220132" y="2150533"/>
            <a:ext cx="11531601" cy="4402666"/>
          </a:xfrm>
          <a:prstGeom prst="rect">
            <a:avLst/>
          </a:prstGeom>
          <a:noFill/>
          <a:ln cap="flat" cmpd="sng" w="57150">
            <a:solidFill>
              <a:srgbClr val="00B0F0"/>
            </a:solidFill>
            <a:prstDash val="solid"/>
            <a:round/>
            <a:headEnd len="sm" w="sm" type="none"/>
            <a:tailEnd len="sm" w="sm" type="none"/>
          </a:ln>
        </p:spPr>
        <p:txBody>
          <a:bodyPr anchorCtr="0" anchor="t" bIns="45700" lIns="45700" spcFirstLastPara="1" rIns="45700" wrap="square" tIns="45700">
            <a:noAutofit/>
          </a:bodyPr>
          <a:lstStyle/>
          <a:p>
            <a:pPr indent="-177800" lvl="0" marL="91440" rtl="0" algn="l">
              <a:lnSpc>
                <a:spcPct val="90000"/>
              </a:lnSpc>
              <a:spcBef>
                <a:spcPts val="0"/>
              </a:spcBef>
              <a:spcAft>
                <a:spcPts val="0"/>
              </a:spcAft>
              <a:buSzPts val="2800"/>
              <a:buChar char=" "/>
            </a:pPr>
            <a:r>
              <a:rPr lang="en-GB" sz="2800">
                <a:solidFill>
                  <a:srgbClr val="7030A0"/>
                </a:solidFill>
              </a:rPr>
              <a:t>• Size of enterprise</a:t>
            </a:r>
            <a:endParaRPr/>
          </a:p>
          <a:p>
            <a:pPr indent="-177800" lvl="0" marL="91440" rtl="0" algn="l">
              <a:lnSpc>
                <a:spcPct val="90000"/>
              </a:lnSpc>
              <a:spcBef>
                <a:spcPts val="1400"/>
              </a:spcBef>
              <a:spcAft>
                <a:spcPts val="0"/>
              </a:spcAft>
              <a:buSzPts val="2800"/>
              <a:buChar char=" "/>
            </a:pPr>
            <a:r>
              <a:rPr lang="en-GB" sz="2800">
                <a:solidFill>
                  <a:srgbClr val="7030A0"/>
                </a:solidFill>
              </a:rPr>
              <a:t>• Budgetary constraints</a:t>
            </a:r>
            <a:endParaRPr/>
          </a:p>
          <a:p>
            <a:pPr indent="-177800" lvl="0" marL="91440" rtl="0" algn="l">
              <a:lnSpc>
                <a:spcPct val="90000"/>
              </a:lnSpc>
              <a:spcBef>
                <a:spcPts val="1400"/>
              </a:spcBef>
              <a:spcAft>
                <a:spcPts val="0"/>
              </a:spcAft>
              <a:buSzPts val="2800"/>
              <a:buChar char=" "/>
            </a:pPr>
            <a:r>
              <a:rPr lang="en-GB" sz="2800">
                <a:solidFill>
                  <a:srgbClr val="7030A0"/>
                </a:solidFill>
              </a:rPr>
              <a:t>• Appropriateness for product/service</a:t>
            </a:r>
            <a:endParaRPr/>
          </a:p>
          <a:p>
            <a:pPr indent="-177800" lvl="0" marL="91440" rtl="0" algn="l">
              <a:lnSpc>
                <a:spcPct val="90000"/>
              </a:lnSpc>
              <a:spcBef>
                <a:spcPts val="1400"/>
              </a:spcBef>
              <a:spcAft>
                <a:spcPts val="0"/>
              </a:spcAft>
              <a:buSzPts val="2800"/>
              <a:buChar char=" "/>
            </a:pPr>
            <a:r>
              <a:rPr lang="en-GB" sz="2800">
                <a:solidFill>
                  <a:srgbClr val="7030A0"/>
                </a:solidFill>
              </a:rPr>
              <a:t>• Target market</a:t>
            </a:r>
            <a:endParaRPr/>
          </a:p>
          <a:p>
            <a:pPr indent="0" lvl="0" marL="0" rtl="0" algn="l">
              <a:lnSpc>
                <a:spcPct val="90000"/>
              </a:lnSpc>
              <a:spcBef>
                <a:spcPts val="1400"/>
              </a:spcBef>
              <a:spcAft>
                <a:spcPts val="0"/>
              </a:spcAft>
              <a:buSzPts val="2800"/>
              <a:buNone/>
            </a:pPr>
            <a:r>
              <a:t/>
            </a:r>
            <a:endParaRPr sz="2800"/>
          </a:p>
          <a:p>
            <a:pPr indent="0" lvl="0" marL="0" rtl="0" algn="ctr">
              <a:lnSpc>
                <a:spcPct val="90000"/>
              </a:lnSpc>
              <a:spcBef>
                <a:spcPts val="1400"/>
              </a:spcBef>
              <a:spcAft>
                <a:spcPts val="0"/>
              </a:spcAft>
              <a:buSzPts val="2800"/>
              <a:buNone/>
            </a:pPr>
            <a:r>
              <a:rPr b="1" lang="en-GB" sz="2800" u="sng">
                <a:solidFill>
                  <a:srgbClr val="CC00FF"/>
                </a:solidFill>
              </a:rPr>
              <a:t>How might the following affect the promotional methods you choose?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4" name="Shape 204"/>
        <p:cNvGrpSpPr/>
        <p:nvPr/>
      </p:nvGrpSpPr>
      <p:grpSpPr>
        <a:xfrm>
          <a:off x="0" y="0"/>
          <a:ext cx="0" cy="0"/>
          <a:chOff x="0" y="0"/>
          <a:chExt cx="0" cy="0"/>
        </a:xfrm>
      </p:grpSpPr>
      <p:sp>
        <p:nvSpPr>
          <p:cNvPr id="205" name="Google Shape;205;p29"/>
          <p:cNvSpPr txBox="1"/>
          <p:nvPr>
            <p:ph type="title"/>
          </p:nvPr>
        </p:nvSpPr>
        <p:spPr>
          <a:xfrm>
            <a:off x="1024128" y="331216"/>
            <a:ext cx="9720072" cy="1192784"/>
          </a:xfrm>
          <a:prstGeom prst="rect">
            <a:avLst/>
          </a:prstGeom>
          <a:noFill/>
          <a:ln cap="flat" cmpd="sng" w="57150">
            <a:solidFill>
              <a:srgbClr val="CC00FF"/>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ACTIVITY</a:t>
            </a:r>
            <a:endParaRPr u="sng"/>
          </a:p>
        </p:txBody>
      </p:sp>
      <p:sp>
        <p:nvSpPr>
          <p:cNvPr id="206" name="Google Shape;206;p29"/>
          <p:cNvSpPr txBox="1"/>
          <p:nvPr>
            <p:ph idx="1" type="body"/>
          </p:nvPr>
        </p:nvSpPr>
        <p:spPr>
          <a:xfrm>
            <a:off x="363728" y="1964265"/>
            <a:ext cx="11354139" cy="4622801"/>
          </a:xfrm>
          <a:prstGeom prst="rect">
            <a:avLst/>
          </a:prstGeom>
          <a:noFill/>
          <a:ln cap="flat" cmpd="sng" w="57150">
            <a:solidFill>
              <a:srgbClr val="9ED47A"/>
            </a:solidFill>
            <a:prstDash val="solid"/>
            <a:round/>
            <a:headEnd len="sm" w="sm" type="none"/>
            <a:tailEnd len="sm" w="sm" type="none"/>
          </a:ln>
        </p:spPr>
        <p:txBody>
          <a:bodyPr anchorCtr="0" anchor="t" bIns="45700" lIns="45700" spcFirstLastPara="1" rIns="45700" wrap="square" tIns="45700">
            <a:noAutofit/>
          </a:bodyPr>
          <a:lstStyle/>
          <a:p>
            <a:pPr indent="-139700" lvl="0" marL="91440" rtl="0" algn="l">
              <a:lnSpc>
                <a:spcPct val="90000"/>
              </a:lnSpc>
              <a:spcBef>
                <a:spcPts val="0"/>
              </a:spcBef>
              <a:spcAft>
                <a:spcPts val="0"/>
              </a:spcAft>
              <a:buSzPts val="2200"/>
              <a:buChar char=" "/>
            </a:pPr>
            <a:r>
              <a:rPr lang="en-GB"/>
              <a:t>For the following businesses write down which of the factors they would be affected by and WHY. Each factor must be explained in depth and how it affects the business. </a:t>
            </a:r>
            <a:endParaRPr/>
          </a:p>
        </p:txBody>
      </p:sp>
      <p:sp>
        <p:nvSpPr>
          <p:cNvPr id="207" name="Google Shape;207;p29"/>
          <p:cNvSpPr/>
          <p:nvPr/>
        </p:nvSpPr>
        <p:spPr>
          <a:xfrm>
            <a:off x="5517468" y="2706891"/>
            <a:ext cx="5883377" cy="3831818"/>
          </a:xfrm>
          <a:prstGeom prst="rect">
            <a:avLst/>
          </a:prstGeom>
          <a:solidFill>
            <a:srgbClr val="FFCE47"/>
          </a:solidFill>
          <a:ln>
            <a:noFill/>
          </a:ln>
        </p:spPr>
        <p:txBody>
          <a:bodyPr anchorCtr="0" anchor="t" bIns="45700" lIns="91425" spcFirstLastPara="1" rIns="91425" wrap="square" tIns="45700">
            <a:noAutofit/>
          </a:bodyPr>
          <a:lstStyle/>
          <a:p>
            <a:pPr indent="0" lvl="0" marL="0" marR="0" rtl="0" algn="just">
              <a:lnSpc>
                <a:spcPct val="150000"/>
              </a:lnSpc>
              <a:spcBef>
                <a:spcPts val="0"/>
              </a:spcBef>
              <a:spcAft>
                <a:spcPts val="0"/>
              </a:spcAft>
              <a:buNone/>
            </a:pPr>
            <a:r>
              <a:rPr b="1" i="0" lang="en-GB" sz="1800" u="none" cap="none" strike="noStrike">
                <a:solidFill>
                  <a:schemeClr val="dk1"/>
                </a:solidFill>
                <a:latin typeface="Twentieth Century"/>
                <a:ea typeface="Twentieth Century"/>
                <a:cs typeface="Twentieth Century"/>
                <a:sym typeface="Twentieth Century"/>
              </a:rPr>
              <a:t>For each of the following explain: </a:t>
            </a:r>
            <a:endParaRPr/>
          </a:p>
          <a:p>
            <a:pPr indent="-342900" lvl="0" marL="342900" marR="0" rtl="0" algn="just">
              <a:lnSpc>
                <a:spcPct val="150000"/>
              </a:lnSpc>
              <a:spcBef>
                <a:spcPts val="0"/>
              </a:spcBef>
              <a:spcAft>
                <a:spcPts val="0"/>
              </a:spcAft>
              <a:buClr>
                <a:schemeClr val="dk1"/>
              </a:buClr>
              <a:buSzPts val="1800"/>
              <a:buFont typeface="Twentieth Century"/>
              <a:buAutoNum type="arabicPeriod"/>
            </a:pPr>
            <a:r>
              <a:rPr b="0" i="0" lang="en-GB" sz="1800" u="none" cap="none" strike="noStrike">
                <a:solidFill>
                  <a:schemeClr val="dk1"/>
                </a:solidFill>
                <a:latin typeface="Twentieth Century"/>
                <a:ea typeface="Twentieth Century"/>
                <a:cs typeface="Twentieth Century"/>
                <a:sym typeface="Twentieth Century"/>
              </a:rPr>
              <a:t>The size of the business (micro, small, large etc) </a:t>
            </a:r>
            <a:endParaRPr/>
          </a:p>
          <a:p>
            <a:pPr indent="-342900" lvl="0" marL="342900" marR="0" rtl="0" algn="just">
              <a:lnSpc>
                <a:spcPct val="150000"/>
              </a:lnSpc>
              <a:spcBef>
                <a:spcPts val="0"/>
              </a:spcBef>
              <a:spcAft>
                <a:spcPts val="0"/>
              </a:spcAft>
              <a:buClr>
                <a:schemeClr val="dk1"/>
              </a:buClr>
              <a:buSzPts val="1800"/>
              <a:buFont typeface="Twentieth Century"/>
              <a:buAutoNum type="arabicPeriod"/>
            </a:pPr>
            <a:r>
              <a:rPr b="0" i="0" lang="en-GB" sz="1800" u="none" cap="none" strike="noStrike">
                <a:solidFill>
                  <a:schemeClr val="dk1"/>
                </a:solidFill>
                <a:latin typeface="Twentieth Century"/>
                <a:ea typeface="Twentieth Century"/>
                <a:cs typeface="Twentieth Century"/>
                <a:sym typeface="Twentieth Century"/>
              </a:rPr>
              <a:t>The type of advertising and promotional budget they would have. Would they have any budgetary constraints? If so, why? How might this affect them in a negative/positive way?</a:t>
            </a:r>
            <a:endParaRPr/>
          </a:p>
          <a:p>
            <a:pPr indent="-342900" lvl="0" marL="342900" marR="0" rtl="0" algn="just">
              <a:lnSpc>
                <a:spcPct val="150000"/>
              </a:lnSpc>
              <a:spcBef>
                <a:spcPts val="0"/>
              </a:spcBef>
              <a:spcAft>
                <a:spcPts val="0"/>
              </a:spcAft>
              <a:buClr>
                <a:schemeClr val="dk1"/>
              </a:buClr>
              <a:buSzPts val="1800"/>
              <a:buFont typeface="Twentieth Century"/>
              <a:buAutoNum type="arabicPeriod"/>
            </a:pPr>
            <a:r>
              <a:rPr b="0" i="0" lang="en-GB" sz="1800" u="none" cap="none" strike="noStrike">
                <a:solidFill>
                  <a:schemeClr val="dk1"/>
                </a:solidFill>
                <a:latin typeface="Twentieth Century"/>
                <a:ea typeface="Twentieth Century"/>
                <a:cs typeface="Twentieth Century"/>
                <a:sym typeface="Twentieth Century"/>
              </a:rPr>
              <a:t>What would be the most appropriate methods of advertising/promotion for each business</a:t>
            </a:r>
            <a:endParaRPr/>
          </a:p>
          <a:p>
            <a:pPr indent="-342900" lvl="0" marL="342900" marR="0" rtl="0" algn="just">
              <a:lnSpc>
                <a:spcPct val="150000"/>
              </a:lnSpc>
              <a:spcBef>
                <a:spcPts val="0"/>
              </a:spcBef>
              <a:spcAft>
                <a:spcPts val="0"/>
              </a:spcAft>
              <a:buClr>
                <a:schemeClr val="dk1"/>
              </a:buClr>
              <a:buSzPts val="1800"/>
              <a:buFont typeface="Twentieth Century"/>
              <a:buAutoNum type="arabicPeriod"/>
            </a:pPr>
            <a:r>
              <a:rPr b="0" i="0" lang="en-GB" sz="1800" u="none" cap="none" strike="noStrike">
                <a:solidFill>
                  <a:schemeClr val="dk1"/>
                </a:solidFill>
                <a:latin typeface="Twentieth Century"/>
                <a:ea typeface="Twentieth Century"/>
                <a:cs typeface="Twentieth Century"/>
                <a:sym typeface="Twentieth Century"/>
              </a:rPr>
              <a:t>How would this meet the needs of their target market? </a:t>
            </a:r>
            <a:endParaRPr b="0" i="0" sz="1800" u="none" cap="none" strike="noStrike">
              <a:solidFill>
                <a:schemeClr val="dk1"/>
              </a:solidFill>
              <a:latin typeface="Twentieth Century"/>
              <a:ea typeface="Twentieth Century"/>
              <a:cs typeface="Twentieth Century"/>
              <a:sym typeface="Twentieth Century"/>
            </a:endParaRPr>
          </a:p>
        </p:txBody>
      </p:sp>
      <p:pic>
        <p:nvPicPr>
          <p:cNvPr descr="Screen Clipping" id="208" name="Google Shape;208;p29"/>
          <p:cNvPicPr preferRelativeResize="0"/>
          <p:nvPr/>
        </p:nvPicPr>
        <p:blipFill rotWithShape="1">
          <a:blip r:embed="rId3">
            <a:alphaModFix/>
          </a:blip>
          <a:srcRect b="0" l="0" r="0" t="0"/>
          <a:stretch/>
        </p:blipFill>
        <p:spPr>
          <a:xfrm>
            <a:off x="1520329" y="2708987"/>
            <a:ext cx="3505500" cy="1913813"/>
          </a:xfrm>
          <a:prstGeom prst="rect">
            <a:avLst/>
          </a:prstGeom>
          <a:noFill/>
          <a:ln>
            <a:noFill/>
          </a:ln>
        </p:spPr>
      </p:pic>
      <p:pic>
        <p:nvPicPr>
          <p:cNvPr descr="Screen Clipping" id="209" name="Google Shape;209;p29"/>
          <p:cNvPicPr preferRelativeResize="0"/>
          <p:nvPr/>
        </p:nvPicPr>
        <p:blipFill rotWithShape="1">
          <a:blip r:embed="rId4">
            <a:alphaModFix/>
          </a:blip>
          <a:srcRect b="0" l="0" r="0" t="0"/>
          <a:stretch/>
        </p:blipFill>
        <p:spPr>
          <a:xfrm>
            <a:off x="1345710" y="4567455"/>
            <a:ext cx="3854737" cy="140172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3" name="Shape 213"/>
        <p:cNvGrpSpPr/>
        <p:nvPr/>
      </p:nvGrpSpPr>
      <p:grpSpPr>
        <a:xfrm>
          <a:off x="0" y="0"/>
          <a:ext cx="0" cy="0"/>
          <a:chOff x="0" y="0"/>
          <a:chExt cx="0" cy="0"/>
        </a:xfrm>
      </p:grpSpPr>
      <p:sp>
        <p:nvSpPr>
          <p:cNvPr id="214" name="Google Shape;214;p30"/>
          <p:cNvSpPr txBox="1"/>
          <p:nvPr>
            <p:ph type="title"/>
          </p:nvPr>
        </p:nvSpPr>
        <p:spPr>
          <a:xfrm>
            <a:off x="1024128" y="585216"/>
            <a:ext cx="9720072" cy="1499616"/>
          </a:xfrm>
          <a:prstGeom prst="rect">
            <a:avLst/>
          </a:prstGeom>
          <a:noFill/>
          <a:ln cap="flat" cmpd="sng" w="57150">
            <a:solidFill>
              <a:srgbClr val="FFC000"/>
            </a:solidFill>
            <a:prstDash val="solid"/>
            <a:round/>
            <a:headEnd len="sm" w="sm" type="none"/>
            <a:tailEnd len="sm" w="sm" type="none"/>
          </a:ln>
        </p:spPr>
        <p:txBody>
          <a:bodyPr anchorCtr="0" anchor="ctr" bIns="45700" lIns="91425" spcFirstLastPara="1" rIns="91425" wrap="square" tIns="45700">
            <a:noAutofit/>
          </a:bodyPr>
          <a:lstStyle/>
          <a:p>
            <a:pPr indent="0" lvl="0" marL="0" rtl="0" algn="ctr">
              <a:lnSpc>
                <a:spcPct val="80000"/>
              </a:lnSpc>
              <a:spcBef>
                <a:spcPts val="0"/>
              </a:spcBef>
              <a:spcAft>
                <a:spcPts val="0"/>
              </a:spcAft>
              <a:buClr>
                <a:srgbClr val="0C0C0C"/>
              </a:buClr>
              <a:buSzPts val="5000"/>
              <a:buFont typeface="Twentieth Century"/>
              <a:buNone/>
            </a:pPr>
            <a:r>
              <a:rPr lang="en-GB" u="sng"/>
              <a:t>PLENARY</a:t>
            </a:r>
            <a:r>
              <a:rPr lang="en-GB"/>
              <a:t> </a:t>
            </a:r>
            <a:endParaRPr/>
          </a:p>
        </p:txBody>
      </p:sp>
      <p:sp>
        <p:nvSpPr>
          <p:cNvPr id="215" name="Google Shape;215;p30"/>
          <p:cNvSpPr txBox="1"/>
          <p:nvPr>
            <p:ph idx="1" type="body"/>
          </p:nvPr>
        </p:nvSpPr>
        <p:spPr>
          <a:xfrm>
            <a:off x="1024128" y="2286000"/>
            <a:ext cx="9720073" cy="4023360"/>
          </a:xfrm>
          <a:prstGeom prst="rect">
            <a:avLst/>
          </a:prstGeom>
          <a:noFill/>
          <a:ln cap="flat" cmpd="sng" w="57150">
            <a:solidFill>
              <a:srgbClr val="FFC000"/>
            </a:solidFill>
            <a:prstDash val="solid"/>
            <a:round/>
            <a:headEnd len="sm" w="sm" type="none"/>
            <a:tailEnd len="sm" w="sm" type="none"/>
          </a:ln>
        </p:spPr>
        <p:txBody>
          <a:bodyPr anchorCtr="0" anchor="t" bIns="45700" lIns="45700" spcFirstLastPara="1" rIns="45700" wrap="square" tIns="45700">
            <a:noAutofit/>
          </a:bodyPr>
          <a:lstStyle/>
          <a:p>
            <a:pPr indent="-190500" lvl="0" marL="91440" rtl="0" algn="ctr">
              <a:lnSpc>
                <a:spcPct val="90000"/>
              </a:lnSpc>
              <a:spcBef>
                <a:spcPts val="0"/>
              </a:spcBef>
              <a:spcAft>
                <a:spcPts val="0"/>
              </a:spcAft>
              <a:buSzPts val="3000"/>
              <a:buChar char=" "/>
            </a:pPr>
            <a:r>
              <a:rPr lang="en-GB" sz="3000">
                <a:solidFill>
                  <a:srgbClr val="7030A0"/>
                </a:solidFill>
              </a:rPr>
              <a:t>Summarise what you have learnt today in exactly 30 words. </a:t>
            </a:r>
            <a:endParaRPr/>
          </a:p>
          <a:p>
            <a:pPr indent="0" lvl="0" marL="91440" rtl="0" algn="ctr">
              <a:lnSpc>
                <a:spcPct val="90000"/>
              </a:lnSpc>
              <a:spcBef>
                <a:spcPts val="1400"/>
              </a:spcBef>
              <a:spcAft>
                <a:spcPts val="0"/>
              </a:spcAft>
              <a:buSzPts val="3000"/>
              <a:buNone/>
            </a:pPr>
            <a:r>
              <a:t/>
            </a:r>
            <a:endParaRPr sz="3000">
              <a:solidFill>
                <a:srgbClr val="7030A0"/>
              </a:solidFill>
            </a:endParaRPr>
          </a:p>
          <a:p>
            <a:pPr indent="-190500" lvl="0" marL="91440" rtl="0" algn="ctr">
              <a:lnSpc>
                <a:spcPct val="90000"/>
              </a:lnSpc>
              <a:spcBef>
                <a:spcPts val="1400"/>
              </a:spcBef>
              <a:spcAft>
                <a:spcPts val="0"/>
              </a:spcAft>
              <a:buSzPts val="3000"/>
              <a:buChar char=" "/>
            </a:pPr>
            <a:r>
              <a:rPr lang="en-GB" sz="3000">
                <a:solidFill>
                  <a:srgbClr val="7030A0"/>
                </a:solidFill>
              </a:rPr>
              <a:t>Share this with your shoulder partner. </a:t>
            </a:r>
            <a:endParaRPr/>
          </a:p>
          <a:p>
            <a:pPr indent="0" lvl="0" marL="91440" rtl="0" algn="ctr">
              <a:lnSpc>
                <a:spcPct val="90000"/>
              </a:lnSpc>
              <a:spcBef>
                <a:spcPts val="1400"/>
              </a:spcBef>
              <a:spcAft>
                <a:spcPts val="0"/>
              </a:spcAft>
              <a:buSzPts val="3000"/>
              <a:buNone/>
            </a:pPr>
            <a:r>
              <a:t/>
            </a:r>
            <a:endParaRPr sz="3000">
              <a:solidFill>
                <a:srgbClr val="7030A0"/>
              </a:solidFill>
            </a:endParaRPr>
          </a:p>
          <a:p>
            <a:pPr indent="0" lvl="0" marL="91440" rtl="0" algn="ctr">
              <a:lnSpc>
                <a:spcPct val="90000"/>
              </a:lnSpc>
              <a:spcBef>
                <a:spcPts val="1400"/>
              </a:spcBef>
              <a:spcAft>
                <a:spcPts val="0"/>
              </a:spcAft>
              <a:buSzPts val="3000"/>
              <a:buNone/>
            </a:pPr>
            <a:r>
              <a:t/>
            </a:r>
            <a:endParaRPr sz="3000">
              <a:solidFill>
                <a:srgbClr val="7030A0"/>
              </a:solidFill>
            </a:endParaRPr>
          </a:p>
        </p:txBody>
      </p:sp>
      <p:pic>
        <p:nvPicPr>
          <p:cNvPr descr="Screen Clipping" id="216" name="Google Shape;216;p30"/>
          <p:cNvPicPr preferRelativeResize="0"/>
          <p:nvPr/>
        </p:nvPicPr>
        <p:blipFill rotWithShape="1">
          <a:blip r:embed="rId3">
            <a:alphaModFix/>
          </a:blip>
          <a:srcRect b="0" l="0" r="0" t="0"/>
          <a:stretch/>
        </p:blipFill>
        <p:spPr>
          <a:xfrm>
            <a:off x="4646508" y="3875135"/>
            <a:ext cx="2160173" cy="2271666"/>
          </a:xfrm>
          <a:prstGeom prst="rect">
            <a:avLst/>
          </a:prstGeom>
          <a:noFill/>
          <a:ln cap="flat" cmpd="sng" w="9525">
            <a:solidFill>
              <a:srgbClr val="FFC000"/>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Integral">
  <a:themeElements>
    <a:clrScheme name="Integral">
      <a:dk1>
        <a:srgbClr val="000000"/>
      </a:dk1>
      <a:lt1>
        <a:srgbClr val="FFFFFF"/>
      </a:lt1>
      <a:dk2>
        <a:srgbClr val="455F51"/>
      </a:dk2>
      <a:lt2>
        <a:srgbClr val="E3DED1"/>
      </a:lt2>
      <a:accent1>
        <a:srgbClr val="99CB38"/>
      </a:accent1>
      <a:accent2>
        <a:srgbClr val="63A537"/>
      </a:accent2>
      <a:accent3>
        <a:srgbClr val="E6D024"/>
      </a:accent3>
      <a:accent4>
        <a:srgbClr val="CC9700"/>
      </a:accent4>
      <a:accent5>
        <a:srgbClr val="4EB3CF"/>
      </a:accent5>
      <a:accent6>
        <a:srgbClr val="378DA6"/>
      </a:accent6>
      <a:hlink>
        <a:srgbClr val="6B9F25"/>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