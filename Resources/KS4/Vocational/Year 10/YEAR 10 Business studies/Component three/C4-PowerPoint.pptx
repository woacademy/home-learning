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jpg"/><Relationship Id="rId4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9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8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7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