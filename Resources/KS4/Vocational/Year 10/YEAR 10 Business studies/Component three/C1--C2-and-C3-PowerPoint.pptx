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D870802-B0BC-440B-83A3-74F1D7E5758E}">
  <a:tblStyle styleId="{6D870802-B0BC-440B-83A3-74F1D7E575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{6D870802-B0BC-440B-83A3-74F1D7E5758E}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