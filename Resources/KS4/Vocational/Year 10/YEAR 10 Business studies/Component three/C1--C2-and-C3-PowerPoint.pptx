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C66B4B-517D-403B-B1AA-E566386CEAE3}">
  <a:tblStyle styleId="{2DC66B4B-517D-403B-B1AA-E566386CEA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{2DC66B4B-517D-403B-B1AA-E566386CEAE3}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