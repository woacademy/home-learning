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FF8A25-F53C-4038-96DC-39EED51623BF}">
  <a:tblStyle styleId="{F9FF8A25-F53C-4038-96DC-39EED51623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{F9FF8A25-F53C-4038-96DC-39EED51623BF}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