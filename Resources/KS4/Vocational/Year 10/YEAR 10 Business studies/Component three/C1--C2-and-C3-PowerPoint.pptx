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8E0EEA-1D23-48BA-9129-3A2CA021B4C0}">
  <a:tblStyle styleId="{6C8E0EEA-1D23-48BA-9129-3A2CA021B4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{6C8E0EEA-1D23-48BA-9129-3A2CA021B4C0}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