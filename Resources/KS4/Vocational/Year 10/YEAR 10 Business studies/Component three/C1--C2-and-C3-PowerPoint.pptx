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4F9962-471D-4BDC-B644-EC7478251573}">
  <a:tblStyle styleId="{4D4F9962-471D-4BDC-B644-EC74782515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{4D4F9962-471D-4BDC-B644-EC7478251573}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