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0A8538-DEAC-482D-9B57-61AE0559F7A3}">
  <a:tblStyle styleId="{C90A8538-DEAC-482D-9B57-61AE0559F7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{C90A8538-DEAC-482D-9B57-61AE0559F7A3}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