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C83872-B616-4A60-93F9-7400B3EE1C8D}">
  <a:tblStyle styleId="{BDC83872-B616-4A60-93F9-7400B3EE1C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{BDC83872-B616-4A60-93F9-7400B3EE1C8D}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