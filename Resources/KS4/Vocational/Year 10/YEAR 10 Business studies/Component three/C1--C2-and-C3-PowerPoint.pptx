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025E55-419D-4B80-B3F7-CB1230938A27}">
  <a:tblStyle styleId="{3C025E55-419D-4B80-B3F7-CB1230938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{3C025E55-419D-4B80-B3F7-CB1230938A27}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