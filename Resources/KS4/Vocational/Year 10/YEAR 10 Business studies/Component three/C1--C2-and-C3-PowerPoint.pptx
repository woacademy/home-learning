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A60353-8B85-46F7-8F2A-FC8C1CDA1F06}">
  <a:tblStyle styleId="{A1A60353-8B85-46F7-8F2A-FC8C1CDA1F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{A1A60353-8B85-46F7-8F2A-FC8C1CDA1F06}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