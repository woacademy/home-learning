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8BF73-5144-4190-A2C0-1AC24F2F5817}">
  <a:tblStyle styleId="{D748BF73-5144-4190-A2C0-1AC24F2F58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{D748BF73-5144-4190-A2C0-1AC24F2F5817}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