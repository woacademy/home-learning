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0B9ECD7-8F49-4889-9F9B-70925B701023}">
  <a:tblStyle styleId="{D0B9ECD7-8F49-4889-9F9B-70925B7010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{D0B9ECD7-8F49-4889-9F9B-70925B701023}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