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7998370-A208-4A12-9822-542BCB50786F}">
  <a:tblStyle styleId="{E7998370-A208-4A12-9822-542BCB5078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{E7998370-A208-4A12-9822-542BCB50786F}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