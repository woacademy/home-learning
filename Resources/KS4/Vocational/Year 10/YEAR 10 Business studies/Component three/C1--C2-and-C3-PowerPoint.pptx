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18DA044-7782-4B39-93D7-FE68AFEE1BD8}">
  <a:tblStyle styleId="{B18DA044-7782-4B39-93D7-FE68AFEE1BD8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2.png"/><Relationship Id="rId4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5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6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0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{B18DA044-7782-4B39-93D7-FE68AFEE1BD8}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