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0C5B4FA-0251-4721-BFBF-6F0D39A8E195}">
  <a:tblStyle styleId="{F0C5B4FA-0251-4721-BFBF-6F0D39A8E19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{F0C5B4FA-0251-4721-BFBF-6F0D39A8E195}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