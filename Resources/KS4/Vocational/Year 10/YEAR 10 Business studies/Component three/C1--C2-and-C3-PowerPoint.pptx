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9C691-1453-401D-A5FD-174815C882D0}">
  <a:tblStyle styleId="{7CE9C691-1453-401D-A5FD-174815C882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{7CE9C691-1453-401D-A5FD-174815C882D0}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