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8FFC6B-185B-4FD9-8F19-A91F3D9FB7B2}">
  <a:tblStyle styleId="{0E8FFC6B-185B-4FD9-8F19-A91F3D9FB7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{0E8FFC6B-185B-4FD9-8F19-A91F3D9FB7B2}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