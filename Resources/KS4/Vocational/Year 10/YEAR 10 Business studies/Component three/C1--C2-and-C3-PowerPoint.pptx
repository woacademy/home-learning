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9F0F2F-26B6-4AD6-8C90-5862BB22EBD2}">
  <a:tblStyle styleId="{309F0F2F-26B6-4AD6-8C90-5862BB22EB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{309F0F2F-26B6-4AD6-8C90-5862BB22EBD2}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