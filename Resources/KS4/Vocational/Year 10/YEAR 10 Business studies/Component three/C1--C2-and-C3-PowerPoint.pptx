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10C316-4510-4A40-9B38-7D423E34CBA6}">
  <a:tblStyle styleId="{5810C316-4510-4A40-9B38-7D423E34CB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{5810C316-4510-4A40-9B38-7D423E34CBA6}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