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2F3BAD3-04DB-41CA-A001-5C3E007C0F90}">
  <a:tblStyle styleId="{82F3BAD3-04DB-41CA-A001-5C3E007C0F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{82F3BAD3-04DB-41CA-A001-5C3E007C0F90}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