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3B2AA-59E9-457C-ADC1-8198522F74B1}">
  <a:tblStyle styleId="{1B53B2AA-59E9-457C-ADC1-8198522F7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{1B53B2AA-59E9-457C-ADC1-8198522F74B1}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