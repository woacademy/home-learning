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594C5B-9B0E-4175-8F6D-965F2B94F0FA}">
  <a:tblStyle styleId="{4D594C5B-9B0E-4175-8F6D-965F2B94F0F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{4D594C5B-9B0E-4175-8F6D-965F2B94F0FA}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