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60E8D9-90E8-443B-A639-3FE483DBB335}">
  <a:tblStyle styleId="{A760E8D9-90E8-443B-A639-3FE483DBB3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{A760E8D9-90E8-443B-A639-3FE483DBB335}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