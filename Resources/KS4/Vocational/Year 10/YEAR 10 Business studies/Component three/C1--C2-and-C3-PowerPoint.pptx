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0CFE9A-3E8C-4593-A3CA-34C79CD818EF}">
  <a:tblStyle styleId="{5F0CFE9A-3E8C-4593-A3CA-34C79CD818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{5F0CFE9A-3E8C-4593-A3CA-34C79CD818EF}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