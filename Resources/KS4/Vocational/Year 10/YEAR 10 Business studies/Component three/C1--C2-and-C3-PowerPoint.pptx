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F4EEAC-198E-4CC5-B5FD-B9C0FD5FA4BF}">
  <a:tblStyle styleId="{39F4EEAC-198E-4CC5-B5FD-B9C0FD5FA4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{39F4EEAC-198E-4CC5-B5FD-B9C0FD5FA4BF}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