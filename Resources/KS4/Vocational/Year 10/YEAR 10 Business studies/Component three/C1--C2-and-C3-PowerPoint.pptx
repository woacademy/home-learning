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6197CD-4A48-42B7-A052-729DC819D31E}">
  <a:tblStyle styleId="{846197CD-4A48-42B7-A052-729DC819D3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{846197CD-4A48-42B7-A052-729DC819D31E}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