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1403CC-8A5C-4238-BF70-B0D61C918480}">
  <a:tblStyle styleId="{A81403CC-8A5C-4238-BF70-B0D61C918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{A81403CC-8A5C-4238-BF70-B0D61C918480}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