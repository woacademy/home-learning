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CE838B-583B-4826-9B8B-6B22CE61993A}">
  <a:tblStyle styleId="{C0CE838B-583B-4826-9B8B-6B22CE6199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{C0CE838B-583B-4826-9B8B-6B22CE61993A}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