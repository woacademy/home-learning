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74792A-F00A-40F5-B4A6-4261D3669573}">
  <a:tblStyle styleId="{4774792A-F00A-40F5-B4A6-4261D36695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{4774792A-F00A-40F5-B4A6-4261D3669573}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