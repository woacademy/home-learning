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BF27E48-36BF-4E13-AA75-19448E1D3C7C}">
  <a:tblStyle styleId="{9BF27E48-36BF-4E13-AA75-19448E1D3C7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{9BF27E48-36BF-4E13-AA75-19448E1D3C7C}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