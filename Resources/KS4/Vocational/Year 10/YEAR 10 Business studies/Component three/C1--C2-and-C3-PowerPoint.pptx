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CB8E841-B514-483B-98CC-D3D541789432}">
  <a:tblStyle styleId="{6CB8E841-B514-483B-98CC-D3D5417894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{6CB8E841-B514-483B-98CC-D3D541789432}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