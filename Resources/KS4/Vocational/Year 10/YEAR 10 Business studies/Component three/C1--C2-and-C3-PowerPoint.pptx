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103398-7C68-406B-9299-F35263220D30}">
  <a:tblStyle styleId="{31103398-7C68-406B-9299-F35263220D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{31103398-7C68-406B-9299-F35263220D30}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