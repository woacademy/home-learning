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39BFC7-8502-495B-8800-4F614716A142}">
  <a:tblStyle styleId="{0F39BFC7-8502-495B-8800-4F614716A1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{0F39BFC7-8502-495B-8800-4F614716A142}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