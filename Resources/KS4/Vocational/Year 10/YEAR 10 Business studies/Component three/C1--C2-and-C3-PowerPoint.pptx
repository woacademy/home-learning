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015C0F-D75C-4D05-B9C4-B35945FBD624}">
  <a:tblStyle styleId="{28015C0F-D75C-4D05-B9C4-B35945FBD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{28015C0F-D75C-4D05-B9C4-B35945FBD624}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