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AA83FF-B70A-47E6-ACF5-51310FA988AC}">
  <a:tblStyle styleId="{C6AA83FF-B70A-47E6-ACF5-51310FA988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{C6AA83FF-B70A-47E6-ACF5-51310FA988AC}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