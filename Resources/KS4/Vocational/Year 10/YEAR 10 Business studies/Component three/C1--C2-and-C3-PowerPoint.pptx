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978BF9-3416-4442-9F79-88C72045F061}">
  <a:tblStyle styleId="{30978BF9-3416-4442-9F79-88C72045F0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{30978BF9-3416-4442-9F79-88C72045F061}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