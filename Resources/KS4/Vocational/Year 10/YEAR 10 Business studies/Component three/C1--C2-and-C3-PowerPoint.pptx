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6179F2-3671-4281-89BD-FF32FD8E0B29}">
  <a:tblStyle styleId="{136179F2-3671-4281-89BD-FF32FD8E0B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{136179F2-3671-4281-89BD-FF32FD8E0B29}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