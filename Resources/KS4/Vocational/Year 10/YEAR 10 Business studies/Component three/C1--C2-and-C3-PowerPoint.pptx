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A62FE-BF53-4C46-858E-829634BED08C}">
  <a:tblStyle styleId="{644A62FE-BF53-4C46-858E-829634BED0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{644A62FE-BF53-4C46-858E-829634BED08C}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