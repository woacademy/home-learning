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E9A24DC-9D2A-48E8-B072-560DF8A93F48}">
  <a:tblStyle styleId="{EE9A24DC-9D2A-48E8-B072-560DF8A93F4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{EE9A24DC-9D2A-48E8-B072-560DF8A93F48}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