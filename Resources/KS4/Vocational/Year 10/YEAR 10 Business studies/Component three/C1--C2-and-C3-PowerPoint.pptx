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37F3D2-AF22-4FC8-9114-866CFD202245}">
  <a:tblStyle styleId="{F937F3D2-AF22-4FC8-9114-866CFD2022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{F937F3D2-AF22-4FC8-9114-866CFD202245}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