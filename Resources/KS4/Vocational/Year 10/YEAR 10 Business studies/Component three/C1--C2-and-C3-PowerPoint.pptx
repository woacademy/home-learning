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D801DF-E056-47DF-BED2-E635F6580281}">
  <a:tblStyle styleId="{DFD801DF-E056-47DF-BED2-E635F65802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{DFD801DF-E056-47DF-BED2-E635F6580281}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