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C57A1C-285F-421A-A518-917E2CD01CF7}">
  <a:tblStyle styleId="{A7C57A1C-285F-421A-A518-917E2CD01C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{A7C57A1C-285F-421A-A518-917E2CD01CF7}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