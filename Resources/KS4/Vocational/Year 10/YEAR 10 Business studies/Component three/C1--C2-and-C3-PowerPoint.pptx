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2A024B-F5BC-4ABA-9127-F513EC3CBB80}">
  <a:tblStyle styleId="{9E2A024B-F5BC-4ABA-9127-F513EC3CBB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{9E2A024B-F5BC-4ABA-9127-F513EC3CBB80}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