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9B704-B068-4FC8-B791-AE43DC4021D7}">
  <a:tblStyle styleId="{42A9B704-B068-4FC8-B791-AE43DC4021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{42A9B704-B068-4FC8-B791-AE43DC4021D7}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