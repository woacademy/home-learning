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376CCF-F4EB-49D2-9ECE-3CD5E177170A}">
  <a:tblStyle styleId="{C2376CCF-F4EB-49D2-9ECE-3CD5E17717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{C2376CCF-F4EB-49D2-9ECE-3CD5E177170A}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