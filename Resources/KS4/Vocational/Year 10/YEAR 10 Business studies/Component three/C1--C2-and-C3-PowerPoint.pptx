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0C2E8C-9B73-44BF-BE2B-D3CA19077E54}">
  <a:tblStyle styleId="{5F0C2E8C-9B73-44BF-BE2B-D3CA19077E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{5F0C2E8C-9B73-44BF-BE2B-D3CA19077E54}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