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A1BBEB-E5AF-4EBC-98B6-76FC43C712BD}">
  <a:tblStyle styleId="{9EA1BBEB-E5AF-4EBC-98B6-76FC43C712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{9EA1BBEB-E5AF-4EBC-98B6-76FC43C712BD}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