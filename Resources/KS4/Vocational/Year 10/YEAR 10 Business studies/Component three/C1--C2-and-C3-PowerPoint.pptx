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66A9D4-C4DE-4556-9AF1-9EA4972DC7AF}">
  <a:tblStyle styleId="{2D66A9D4-C4DE-4556-9AF1-9EA4972DC7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{2D66A9D4-C4DE-4556-9AF1-9EA4972DC7AF}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