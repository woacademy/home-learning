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B326F2-A911-421D-A03B-7FE7A288E3B2}">
  <a:tblStyle styleId="{C9B326F2-A911-421D-A03B-7FE7A288E3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{C9B326F2-A911-421D-A03B-7FE7A288E3B2}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