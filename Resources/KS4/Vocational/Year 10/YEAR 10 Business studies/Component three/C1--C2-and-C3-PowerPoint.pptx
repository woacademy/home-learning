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B6E0DD-B94C-425A-A5A7-A512255A219E}">
  <a:tblStyle styleId="{51B6E0DD-B94C-425A-A5A7-A512255A21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{51B6E0DD-B94C-425A-A5A7-A512255A219E}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