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3422A0-E9FE-48A6-A5DF-D5A2CEBD3627}">
  <a:tblStyle styleId="{383422A0-E9FE-48A6-A5DF-D5A2CEBD36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{383422A0-E9FE-48A6-A5DF-D5A2CEBD3627}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