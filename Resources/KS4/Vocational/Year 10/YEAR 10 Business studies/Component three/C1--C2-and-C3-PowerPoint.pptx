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94F98-665F-4150-8CE9-C544531A05DF}">
  <a:tblStyle styleId="{78B94F98-665F-4150-8CE9-C544531A05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{78B94F98-665F-4150-8CE9-C544531A05DF}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