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408776-FB3C-4915-8288-9ADB29E59177}">
  <a:tblStyle styleId="{0D408776-FB3C-4915-8288-9ADB29E591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{0D408776-FB3C-4915-8288-9ADB29E59177}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