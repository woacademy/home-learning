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8BC21A-17FA-4E1D-97C0-FBDBF451427A}">
  <a:tblStyle styleId="{5C8BC21A-17FA-4E1D-97C0-FBDBF45142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{5C8BC21A-17FA-4E1D-97C0-FBDBF451427A}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