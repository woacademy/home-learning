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E72445-C7EE-4469-9DA0-3EB901B6F2A7}">
  <a:tblStyle styleId="{5AE72445-C7EE-4469-9DA0-3EB901B6F2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{5AE72445-C7EE-4469-9DA0-3EB901B6F2A7}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