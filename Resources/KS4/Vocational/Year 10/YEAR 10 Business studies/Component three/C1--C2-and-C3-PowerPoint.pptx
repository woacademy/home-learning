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5B77FE-D8F1-421F-8EE7-0180881416BA}">
  <a:tblStyle styleId="{055B77FE-D8F1-421F-8EE7-0180881416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{055B77FE-D8F1-421F-8EE7-0180881416BA}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