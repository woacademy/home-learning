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91FF05-4EE6-4607-BFE7-68C5E6D26BD8}">
  <a:tblStyle styleId="{D291FF05-4EE6-4607-BFE7-68C5E6D26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{D291FF05-4EE6-4607-BFE7-68C5E6D26BD8}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