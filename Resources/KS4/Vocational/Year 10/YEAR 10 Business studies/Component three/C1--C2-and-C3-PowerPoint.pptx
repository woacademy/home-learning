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63032-9014-4C15-AB7E-B1B76AF4B360}">
  <a:tblStyle styleId="{2F563032-9014-4C15-AB7E-B1B76AF4B3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{2F563032-9014-4C15-AB7E-B1B76AF4B360}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