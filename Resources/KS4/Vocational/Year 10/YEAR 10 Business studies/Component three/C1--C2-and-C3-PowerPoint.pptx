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840378-7B8B-4B8B-A061-97071BCC7E42}">
  <a:tblStyle styleId="{B7840378-7B8B-4B8B-A061-97071BCC7E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{B7840378-7B8B-4B8B-A061-97071BCC7E42}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