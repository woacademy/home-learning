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C4032C-B8DB-4C3A-84F5-9D3C6EDABE64}">
  <a:tblStyle styleId="{00C4032C-B8DB-4C3A-84F5-9D3C6EDABE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{00C4032C-B8DB-4C3A-84F5-9D3C6EDABE64}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