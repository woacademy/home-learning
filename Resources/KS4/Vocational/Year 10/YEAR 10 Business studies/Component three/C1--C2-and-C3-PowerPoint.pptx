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26F467-AF99-4894-925D-58B6F2777EFD}">
  <a:tblStyle styleId="{FA26F467-AF99-4894-925D-58B6F2777E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{FA26F467-AF99-4894-925D-58B6F2777EFD}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