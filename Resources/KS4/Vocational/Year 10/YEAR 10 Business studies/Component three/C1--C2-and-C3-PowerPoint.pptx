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F41063-0E2C-4AE4-AB9F-551F9B3D878D}">
  <a:tblStyle styleId="{C5F41063-0E2C-4AE4-AB9F-551F9B3D87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{C5F41063-0E2C-4AE4-AB9F-551F9B3D878D}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