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BCA7AF-93CE-4E71-B3BE-875561D4FDC6}">
  <a:tblStyle styleId="{24BCA7AF-93CE-4E71-B3BE-875561D4FDC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{24BCA7AF-93CE-4E71-B3BE-875561D4FDC6}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