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EFEF06-03EF-467A-8E4E-80C9DAABD314}">
  <a:tblStyle styleId="{5FEFEF06-03EF-467A-8E4E-80C9DAABD3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{5FEFEF06-03EF-467A-8E4E-80C9DAABD314}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