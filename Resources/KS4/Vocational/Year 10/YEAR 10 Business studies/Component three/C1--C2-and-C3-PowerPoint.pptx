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B7A713-B4B7-4533-AB34-B21B6F750516}">
  <a:tblStyle styleId="{15B7A713-B4B7-4533-AB34-B21B6F7505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{15B7A713-B4B7-4533-AB34-B21B6F750516}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