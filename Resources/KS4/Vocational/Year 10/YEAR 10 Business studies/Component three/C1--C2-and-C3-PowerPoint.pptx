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448DB-1B18-4745-B733-ED86B5BAD903}">
  <a:tblStyle styleId="{AE0448DB-1B18-4745-B733-ED86B5BAD9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{AE0448DB-1B18-4745-B733-ED86B5BAD903}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