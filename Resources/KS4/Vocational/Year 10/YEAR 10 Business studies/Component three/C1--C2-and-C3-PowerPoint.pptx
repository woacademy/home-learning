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9BC933-081C-431D-96A2-30430883F0AD}">
  <a:tblStyle styleId="{A29BC933-081C-431D-96A2-30430883F0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{A29BC933-081C-431D-96A2-30430883F0AD}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