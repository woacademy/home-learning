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E1B7B-D359-487E-845F-E45A7AC84425}">
  <a:tblStyle styleId="{C4FE1B7B-D359-487E-845F-E45A7AC844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{C4FE1B7B-D359-487E-845F-E45A7AC84425}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