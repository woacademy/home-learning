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E20F69-3A63-413F-BDCE-B7B7DD66901A}">
  <a:tblStyle styleId="{2FE20F69-3A63-413F-BDCE-B7B7DD6690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{2FE20F69-3A63-413F-BDCE-B7B7DD66901A}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