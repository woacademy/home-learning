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31C06B-72FE-4C04-B92D-0C1DCE9EF30C}">
  <a:tblStyle styleId="{1D31C06B-72FE-4C04-B92D-0C1DCE9EF30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{1D31C06B-72FE-4C04-B92D-0C1DCE9EF30C}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