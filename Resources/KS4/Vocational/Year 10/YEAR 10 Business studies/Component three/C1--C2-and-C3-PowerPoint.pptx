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D0D48D-8335-49AE-9750-035AA8B4125C}">
  <a:tblStyle styleId="{70D0D48D-8335-49AE-9750-035AA8B412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{70D0D48D-8335-49AE-9750-035AA8B4125C}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