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177CB4-AF6C-461D-B295-C07ECAF9CF51}">
  <a:tblStyle styleId="{CA177CB4-AF6C-461D-B295-C07ECAF9CF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{CA177CB4-AF6C-461D-B295-C07ECAF9CF51}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