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4B52C5-23DD-4092-AAAB-FB3C5A87FFFC}">
  <a:tblStyle styleId="{FB4B52C5-23DD-4092-AAAB-FB3C5A87FF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{FB4B52C5-23DD-4092-AAAB-FB3C5A87FFFC}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