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64E367-9147-4850-BD15-AFA9609E050F}">
  <a:tblStyle styleId="{D464E367-9147-4850-BD15-AFA9609E05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{D464E367-9147-4850-BD15-AFA9609E050F}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