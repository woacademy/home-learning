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91E0D9-8BD7-4B18-8CB6-2F10ADB4C9EF}">
  <a:tblStyle styleId="{BA91E0D9-8BD7-4B18-8CB6-2F10ADB4C9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{BA91E0D9-8BD7-4B18-8CB6-2F10ADB4C9EF}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