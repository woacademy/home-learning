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50F852-E5EB-457B-B9DB-91D2BB3F5B42}">
  <a:tblStyle styleId="{F550F852-E5EB-457B-B9DB-91D2BB3F5B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{F550F852-E5EB-457B-B9DB-91D2BB3F5B42}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