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01717-3778-4747-9BB5-3AF1EC22D60B}">
  <a:tblStyle styleId="{ACF01717-3778-4747-9BB5-3AF1EC22D6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{ACF01717-3778-4747-9BB5-3AF1EC22D60B}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