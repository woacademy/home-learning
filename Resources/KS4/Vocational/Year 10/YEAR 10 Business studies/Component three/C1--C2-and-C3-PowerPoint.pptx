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B73454-497C-45BA-AF01-F7DAA9028781}">
  <a:tblStyle styleId="{D5B73454-497C-45BA-AF01-F7DAA90287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{D5B73454-497C-45BA-AF01-F7DAA9028781}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