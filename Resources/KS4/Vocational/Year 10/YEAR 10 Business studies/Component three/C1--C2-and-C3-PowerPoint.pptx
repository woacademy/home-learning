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821704-DA76-469F-AD87-1CFE45AF7163}">
  <a:tblStyle styleId="{4B821704-DA76-469F-AD87-1CFE45AF71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{4B821704-DA76-469F-AD87-1CFE45AF7163}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