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2CDE50-73C3-4405-BFC5-C3BE210F9A24}">
  <a:tblStyle styleId="{142CDE50-73C3-4405-BFC5-C3BE210F9A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{142CDE50-73C3-4405-BFC5-C3BE210F9A24}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