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E62548-A96A-459D-8037-491283DC17D1}">
  <a:tblStyle styleId="{24E62548-A96A-459D-8037-491283DC17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{24E62548-A96A-459D-8037-491283DC17D1}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