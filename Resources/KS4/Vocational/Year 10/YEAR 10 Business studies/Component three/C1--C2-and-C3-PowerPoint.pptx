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75051B-FCBC-4E49-B99C-277AD3B08304}">
  <a:tblStyle styleId="{4575051B-FCBC-4E49-B99C-277AD3B083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{4575051B-FCBC-4E49-B99C-277AD3B08304}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