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1CB6B-3441-4517-8D56-DA4AFEB96D24}">
  <a:tblStyle styleId="{42B1CB6B-3441-4517-8D56-DA4AFEB96D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{42B1CB6B-3441-4517-8D56-DA4AFEB96D24}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