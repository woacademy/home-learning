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BB3C41-991E-4353-936F-AD0F3B55966F}">
  <a:tblStyle styleId="{B1BB3C41-991E-4353-936F-AD0F3B5596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{B1BB3C41-991E-4353-936F-AD0F3B55966F}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