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771BDA-1672-47F2-AE3A-AD1E3F4F9012}">
  <a:tblStyle styleId="{32771BDA-1672-47F2-AE3A-AD1E3F4F90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{32771BDA-1672-47F2-AE3A-AD1E3F4F9012}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