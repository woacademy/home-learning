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18F6DD3-299D-4EDD-861B-48C82F0C95C1}">
  <a:tblStyle styleId="{B18F6DD3-299D-4EDD-861B-48C82F0C95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{B18F6DD3-299D-4EDD-861B-48C82F0C95C1}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