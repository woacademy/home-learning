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CBE5D27-2C39-4779-9067-7C67C544B6AE}">
  <a:tblStyle styleId="{FCBE5D27-2C39-4779-9067-7C67C544B6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{FCBE5D27-2C39-4779-9067-7C67C544B6AE}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