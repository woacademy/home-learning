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40BF27-88E0-47A8-95E7-C5B9415C55C1}">
  <a:tblStyle styleId="{3640BF27-88E0-47A8-95E7-C5B9415C55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{3640BF27-88E0-47A8-95E7-C5B9415C55C1}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