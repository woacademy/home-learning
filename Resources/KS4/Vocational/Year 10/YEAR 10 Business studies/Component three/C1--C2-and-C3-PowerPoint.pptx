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E8EDDF9-8281-4D27-B132-D417A81ECCA9}">
  <a:tblStyle styleId="{6E8EDDF9-8281-4D27-B132-D417A81ECCA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8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{6E8EDDF9-8281-4D27-B132-D417A81ECCA9}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