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0092B-B7E1-4817-A4C6-FC57F66DCD48}">
  <a:tblStyle styleId="{4360092B-B7E1-4817-A4C6-FC57F66DCD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{4360092B-B7E1-4817-A4C6-FC57F66DCD48}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