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C1613D-6289-4B19-9BFE-5D53E95154F1}">
  <a:tblStyle styleId="{E9C1613D-6289-4B19-9BFE-5D53E95154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{E9C1613D-6289-4B19-9BFE-5D53E95154F1}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