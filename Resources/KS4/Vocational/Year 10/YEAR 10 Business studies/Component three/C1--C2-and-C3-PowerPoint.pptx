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49BFCE-48FF-4AD8-BF38-CB08114E8DF5}">
  <a:tblStyle styleId="{A649BFCE-48FF-4AD8-BF38-CB08114E8D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{A649BFCE-48FF-4AD8-BF38-CB08114E8DF5}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