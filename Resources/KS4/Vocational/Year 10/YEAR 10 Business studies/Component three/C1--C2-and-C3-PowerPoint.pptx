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D7E194-AC7B-440C-B2F2-2590B5D23837}">
  <a:tblStyle styleId="{62D7E194-AC7B-440C-B2F2-2590B5D238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{62D7E194-AC7B-440C-B2F2-2590B5D23837}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