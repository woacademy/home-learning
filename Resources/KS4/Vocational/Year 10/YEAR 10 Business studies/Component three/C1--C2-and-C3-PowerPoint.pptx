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384422-E73B-433A-AF59-FB0D7B21ECC8}">
  <a:tblStyle styleId="{47384422-E73B-433A-AF59-FB0D7B21ECC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{47384422-E73B-433A-AF59-FB0D7B21ECC8}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