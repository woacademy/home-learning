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818280-9998-4412-AE9C-DBB4CF1B3EC6}">
  <a:tblStyle styleId="{86818280-9998-4412-AE9C-DBB4CF1B3E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{86818280-9998-4412-AE9C-DBB4CF1B3EC6}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