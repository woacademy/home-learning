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9AF316-4EE0-4A6E-8AB5-DFE08A499CA6}">
  <a:tblStyle styleId="{849AF316-4EE0-4A6E-8AB5-DFE08A499C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{849AF316-4EE0-4A6E-8AB5-DFE08A499CA6}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