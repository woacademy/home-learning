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125252-F4DD-4113-8AF8-3340839195CC}">
  <a:tblStyle styleId="{B7125252-F4DD-4113-8AF8-3340839195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{B7125252-F4DD-4113-8AF8-3340839195CC}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