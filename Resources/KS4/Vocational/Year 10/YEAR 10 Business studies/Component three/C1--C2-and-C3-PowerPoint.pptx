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11A59A-C442-446A-A4F4-4901DBE2548A}">
  <a:tblStyle styleId="{1311A59A-C442-446A-A4F4-4901DBE254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{1311A59A-C442-446A-A4F4-4901DBE2548A}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