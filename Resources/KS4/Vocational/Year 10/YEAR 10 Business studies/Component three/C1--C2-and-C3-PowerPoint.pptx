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4CD5DC-AE7F-4E1A-99F0-A34D624E8F7F}">
  <a:tblStyle styleId="{324CD5DC-AE7F-4E1A-99F0-A34D624E8F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{324CD5DC-AE7F-4E1A-99F0-A34D624E8F7F}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