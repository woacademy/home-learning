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26877B4-A38F-4765-955E-95974064C91C}">
  <a:tblStyle styleId="{426877B4-A38F-4765-955E-95974064C91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{426877B4-A38F-4765-955E-95974064C91C}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