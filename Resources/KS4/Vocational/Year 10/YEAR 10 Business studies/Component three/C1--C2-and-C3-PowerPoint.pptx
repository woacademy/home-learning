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C09927-CC7F-4D9D-ABEA-46502C09CA7D}">
  <a:tblStyle styleId="{BAC09927-CC7F-4D9D-ABEA-46502C09CA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{BAC09927-CC7F-4D9D-ABEA-46502C09CA7D}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