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283368-1721-40BE-BF61-41A15253781D}">
  <a:tblStyle styleId="{F8283368-1721-40BE-BF61-41A1525378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{F8283368-1721-40BE-BF61-41A15253781D}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