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23455F-21CE-4363-974D-80D80FA8CF61}">
  <a:tblStyle styleId="{B523455F-21CE-4363-974D-80D80FA8CF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{B523455F-21CE-4363-974D-80D80FA8CF61}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