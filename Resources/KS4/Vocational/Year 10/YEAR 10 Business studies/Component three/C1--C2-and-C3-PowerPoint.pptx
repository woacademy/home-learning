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C8FE8F-8E8B-47D5-B24C-B0E77EDCD199}">
  <a:tblStyle styleId="{03C8FE8F-8E8B-47D5-B24C-B0E77EDCD1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{03C8FE8F-8E8B-47D5-B24C-B0E77EDCD199}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