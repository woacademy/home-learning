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91613C-A53A-421E-8632-AD15525866EA}">
  <a:tblStyle styleId="{8091613C-A53A-421E-8632-AD15525866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{8091613C-A53A-421E-8632-AD15525866EA}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