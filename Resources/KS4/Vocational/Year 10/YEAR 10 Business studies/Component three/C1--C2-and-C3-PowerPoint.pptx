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2CB89A-10BF-4A74-B218-BB490403FCE3}">
  <a:tblStyle styleId="{852CB89A-10BF-4A74-B218-BB490403FC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{852CB89A-10BF-4A74-B218-BB490403FCE3}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