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1DFB79-BFD0-4708-938C-F32A6CB7C984}">
  <a:tblStyle styleId="{B61DFB79-BFD0-4708-938C-F32A6CB7C9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{B61DFB79-BFD0-4708-938C-F32A6CB7C984}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