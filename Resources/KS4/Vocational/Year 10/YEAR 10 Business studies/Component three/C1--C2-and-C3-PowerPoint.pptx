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A9CD0D-BCA5-46FE-A2D6-A4074BC69968}">
  <a:tblStyle styleId="{C6A9CD0D-BCA5-46FE-A2D6-A4074BC699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{C6A9CD0D-BCA5-46FE-A2D6-A4074BC69968}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