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1792B9-975D-46F0-9533-60CD0A143F86}">
  <a:tblStyle styleId="{581792B9-975D-46F0-9533-60CD0A143F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{581792B9-975D-46F0-9533-60CD0A143F86}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