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E44CF0-9250-4AC7-8889-AE63A6161A4B}">
  <a:tblStyle styleId="{CBE44CF0-9250-4AC7-8889-AE63A6161A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{CBE44CF0-9250-4AC7-8889-AE63A6161A4B}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