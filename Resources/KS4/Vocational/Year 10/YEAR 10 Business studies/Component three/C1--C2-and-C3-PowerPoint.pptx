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3432A-B145-430C-BA6F-B50B8004F5D4}">
  <a:tblStyle styleId="{9FF3432A-B145-430C-BA6F-B50B8004F5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{9FF3432A-B145-430C-BA6F-B50B8004F5D4}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