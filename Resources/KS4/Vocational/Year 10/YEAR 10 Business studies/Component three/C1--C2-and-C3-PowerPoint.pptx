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E619DA-9D75-4AAC-ACF4-FA40D2763605}">
  <a:tblStyle styleId="{35E619DA-9D75-4AAC-ACF4-FA40D27636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{35E619DA-9D75-4AAC-ACF4-FA40D2763605}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