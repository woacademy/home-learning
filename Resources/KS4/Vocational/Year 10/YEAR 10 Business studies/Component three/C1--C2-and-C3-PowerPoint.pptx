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99A0D9AF-A326-4440-A256-7AB2916998D1}">
  <a:tblStyle styleId="{99A0D9AF-A326-4440-A256-7AB2916998D1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7.png"/><Relationship Id="rId4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1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5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10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2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6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{99A0D9AF-A326-4440-A256-7AB2916998D1}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