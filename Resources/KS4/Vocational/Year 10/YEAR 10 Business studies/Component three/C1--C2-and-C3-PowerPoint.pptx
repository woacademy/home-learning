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4F4856-88D6-450A-91D8-29F7FD0D3CF4}">
  <a:tblStyle styleId="{404F4856-88D6-450A-91D8-29F7FD0D3C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{404F4856-88D6-450A-91D8-29F7FD0D3CF4}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