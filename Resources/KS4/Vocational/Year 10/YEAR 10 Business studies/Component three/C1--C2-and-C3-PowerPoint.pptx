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9CF90-1816-4A2B-BEC7-FF8A1CDED243}">
  <a:tblStyle styleId="{2429CF90-1816-4A2B-BEC7-FF8A1CDED2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{2429CF90-1816-4A2B-BEC7-FF8A1CDED243}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