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28D1D3-A958-43F0-8A68-EDEC3AAA4E7E}">
  <a:tblStyle styleId="{C928D1D3-A958-43F0-8A68-EDEC3AAA4E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{C928D1D3-A958-43F0-8A68-EDEC3AAA4E7E}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