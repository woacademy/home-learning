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53F6008-7C91-41F1-B57A-9E2306D5BF75}">
  <a:tblStyle styleId="{C53F6008-7C91-41F1-B57A-9E2306D5BF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{C53F6008-7C91-41F1-B57A-9E2306D5BF75}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