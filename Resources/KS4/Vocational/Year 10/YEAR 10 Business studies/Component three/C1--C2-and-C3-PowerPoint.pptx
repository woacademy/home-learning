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BB7E72-EC64-4648-83E4-D62E704B8A83}">
  <a:tblStyle styleId="{19BB7E72-EC64-4648-83E4-D62E704B8A8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{19BB7E72-EC64-4648-83E4-D62E704B8A83}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