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C3DFE6-7937-4AFC-A5BC-853D30F6562C}">
  <a:tblStyle styleId="{2FC3DFE6-7937-4AFC-A5BC-853D30F656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{2FC3DFE6-7937-4AFC-A5BC-853D30F6562C}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