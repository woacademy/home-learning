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601AC3-98D4-4AE8-B627-C76E69E91BC0}">
  <a:tblStyle styleId="{DF601AC3-98D4-4AE8-B627-C76E69E91B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{DF601AC3-98D4-4AE8-B627-C76E69E91BC0}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