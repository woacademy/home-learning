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AF529E-5070-41CC-A71A-2CBABBBB45A3}">
  <a:tblStyle styleId="{E9AF529E-5070-41CC-A71A-2CBABBBB45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{E9AF529E-5070-41CC-A71A-2CBABBBB45A3}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