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B6BF5-97D0-4393-A167-DFB3D5BAB8F0}">
  <a:tblStyle styleId="{1E9B6BF5-97D0-4393-A167-DFB3D5BAB8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{1E9B6BF5-97D0-4393-A167-DFB3D5BAB8F0}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