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5CDC3B-FBFB-4B1F-AFCF-44ECA6BF2543}">
  <a:tblStyle styleId="{835CDC3B-FBFB-4B1F-AFCF-44ECA6BF25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{835CDC3B-FBFB-4B1F-AFCF-44ECA6BF2543}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