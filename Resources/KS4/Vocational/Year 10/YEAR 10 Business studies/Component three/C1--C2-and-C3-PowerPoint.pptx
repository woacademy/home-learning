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AA1766-0B25-4598-A462-214D2438081D}">
  <a:tblStyle styleId="{4DAA1766-0B25-4598-A462-214D243808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{4DAA1766-0B25-4598-A462-214D2438081D}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