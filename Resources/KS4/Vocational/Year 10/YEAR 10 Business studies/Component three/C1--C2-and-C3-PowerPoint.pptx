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03008B-F814-4DE0-85BC-35B5E1BAD221}">
  <a:tblStyle styleId="{3003008B-F814-4DE0-85BC-35B5E1BAD2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{3003008B-F814-4DE0-85BC-35B5E1BAD221}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