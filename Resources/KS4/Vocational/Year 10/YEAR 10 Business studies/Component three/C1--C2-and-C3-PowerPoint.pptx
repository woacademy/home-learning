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3EA4850-AE41-4713-9785-32B24C9B1F4B}">
  <a:tblStyle styleId="{93EA4850-AE41-4713-9785-32B24C9B1F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{93EA4850-AE41-4713-9785-32B24C9B1F4B}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