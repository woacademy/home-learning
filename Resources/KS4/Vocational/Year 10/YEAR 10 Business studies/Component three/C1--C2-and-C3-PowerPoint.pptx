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00EFA3-049C-4C04-AEC1-1BAD43014F3C}">
  <a:tblStyle styleId="{7F00EFA3-049C-4C04-AEC1-1BAD43014F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{7F00EFA3-049C-4C04-AEC1-1BAD43014F3C}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