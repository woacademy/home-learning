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0624BB-B6D8-4236-93B9-C4E5E58420EE}">
  <a:tblStyle styleId="{890624BB-B6D8-4236-93B9-C4E5E58420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{890624BB-B6D8-4236-93B9-C4E5E58420EE}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