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139FA2-1618-4821-A027-B4FF392B3FEA}">
  <a:tblStyle styleId="{91139FA2-1618-4821-A027-B4FF392B3F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{91139FA2-1618-4821-A027-B4FF392B3FEA}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