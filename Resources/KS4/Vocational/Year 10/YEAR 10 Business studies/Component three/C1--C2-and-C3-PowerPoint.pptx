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0A30115-118A-4894-8D2A-4887CF2FD4C5}">
  <a:tblStyle styleId="{40A30115-118A-4894-8D2A-4887CF2FD4C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{40A30115-118A-4894-8D2A-4887CF2FD4C5}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