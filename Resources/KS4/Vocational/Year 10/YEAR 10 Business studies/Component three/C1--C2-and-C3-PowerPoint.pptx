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FE3B3C9-AFCA-42E8-A0D8-28F221807D4D}">
  <a:tblStyle styleId="{DFE3B3C9-AFCA-42E8-A0D8-28F221807D4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{DFE3B3C9-AFCA-42E8-A0D8-28F221807D4D}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