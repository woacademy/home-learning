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463ED63-CD1B-4A70-9894-B8F8A0EB7935}">
  <a:tblStyle styleId="{A463ED63-CD1B-4A70-9894-B8F8A0EB793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0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2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{A463ED63-CD1B-4A70-9894-B8F8A0EB7935}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