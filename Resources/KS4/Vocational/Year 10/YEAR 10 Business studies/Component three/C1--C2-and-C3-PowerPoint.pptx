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D778D9-8FE1-48CE-B877-3265CBE1C7CD}">
  <a:tblStyle styleId="{CCD778D9-8FE1-48CE-B877-3265CBE1C7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{CCD778D9-8FE1-48CE-B877-3265CBE1C7CD}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