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115178-FBCC-4242-AAB2-316C2B11F0F7}">
  <a:tblStyle styleId="{2A115178-FBCC-4242-AAB2-316C2B11F0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{2A115178-FBCC-4242-AAB2-316C2B11F0F7}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