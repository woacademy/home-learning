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0B960B-8E93-4ED7-8AF8-A0920427C753}">
  <a:tblStyle styleId="{690B960B-8E93-4ED7-8AF8-A0920427C7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{690B960B-8E93-4ED7-8AF8-A0920427C753}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