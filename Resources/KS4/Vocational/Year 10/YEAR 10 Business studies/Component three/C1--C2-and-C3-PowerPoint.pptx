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F122CE0-6187-47A9-8485-3D6AAE0E82E8}">
  <a:tblStyle styleId="{3F122CE0-6187-47A9-8485-3D6AAE0E82E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{3F122CE0-6187-47A9-8485-3D6AAE0E82E8}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