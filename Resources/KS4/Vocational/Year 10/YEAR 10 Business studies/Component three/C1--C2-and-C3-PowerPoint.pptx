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8B0B4F-B55C-435F-8A9B-19EFF32ABB29}">
  <a:tblStyle styleId="{688B0B4F-B55C-435F-8A9B-19EFF32ABB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{688B0B4F-B55C-435F-8A9B-19EFF32ABB29}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