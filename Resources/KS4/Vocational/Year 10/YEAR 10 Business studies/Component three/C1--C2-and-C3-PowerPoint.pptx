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643987-132E-47F6-A9DD-8DA368C0BECA}">
  <a:tblStyle styleId="{C2643987-132E-47F6-A9DD-8DA368C0BE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{C2643987-132E-47F6-A9DD-8DA368C0BECA}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