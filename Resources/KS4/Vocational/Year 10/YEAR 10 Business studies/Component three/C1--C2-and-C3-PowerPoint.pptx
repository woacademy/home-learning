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AB480A-1A55-4573-888D-B4A83DA8B66B}">
  <a:tblStyle styleId="{38AB480A-1A55-4573-888D-B4A83DA8B6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{38AB480A-1A55-4573-888D-B4A83DA8B66B}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