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243EF5A-217B-4A9D-8FB1-4D3BF58774FC}">
  <a:tblStyle styleId="{0243EF5A-217B-4A9D-8FB1-4D3BF58774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{0243EF5A-217B-4A9D-8FB1-4D3BF58774FC}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