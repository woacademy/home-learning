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06E0754-CBBD-41A4-AB3C-C8D690290464}">
  <a:tblStyle styleId="{106E0754-CBBD-41A4-AB3C-C8D6902904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{106E0754-CBBD-41A4-AB3C-C8D690290464}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