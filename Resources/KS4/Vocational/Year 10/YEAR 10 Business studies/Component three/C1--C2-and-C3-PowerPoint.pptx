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60CBB0-318C-4DA9-9420-F1A313108FF5}">
  <a:tblStyle styleId="{B460CBB0-318C-4DA9-9420-F1A313108F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{B460CBB0-318C-4DA9-9420-F1A313108FF5}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