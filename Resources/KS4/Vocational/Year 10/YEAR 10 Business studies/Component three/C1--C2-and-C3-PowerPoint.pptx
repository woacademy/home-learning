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A3C15-8846-4EFF-B5A8-996E73AEE173}">
  <a:tblStyle styleId="{B63A3C15-8846-4EFF-B5A8-996E73AEE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{B63A3C15-8846-4EFF-B5A8-996E73AEE173}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