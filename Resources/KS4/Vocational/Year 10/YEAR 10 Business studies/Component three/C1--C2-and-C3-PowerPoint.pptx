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F82AD-C8F0-4D6D-8F6E-2F1C23A95F05}">
  <a:tblStyle styleId="{289F82AD-C8F0-4D6D-8F6E-2F1C23A95F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{289F82AD-C8F0-4D6D-8F6E-2F1C23A95F05}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