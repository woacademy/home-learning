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0765CD-35CA-4169-9F98-CFF7A674F4A2}">
  <a:tblStyle styleId="{740765CD-35CA-4169-9F98-CFF7A674F4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{740765CD-35CA-4169-9F98-CFF7A674F4A2}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