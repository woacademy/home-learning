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6826F-9D0B-4ED8-BEB7-37984F8DCA44}">
  <a:tblStyle styleId="{2796826F-9D0B-4ED8-BEB7-37984F8DCA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{2796826F-9D0B-4ED8-BEB7-37984F8DCA44}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