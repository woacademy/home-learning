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B77CEC-8900-4C17-80F9-BB14AB3A2287}">
  <a:tblStyle styleId="{63B77CEC-8900-4C17-80F9-BB14AB3A22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{63B77CEC-8900-4C17-80F9-BB14AB3A2287}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