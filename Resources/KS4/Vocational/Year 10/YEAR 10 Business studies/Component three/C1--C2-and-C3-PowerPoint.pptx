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31B66C-FF80-4D3E-A5C5-76DB6C6121F5}">
  <a:tblStyle styleId="{B331B66C-FF80-4D3E-A5C5-76DB6C6121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{B331B66C-FF80-4D3E-A5C5-76DB6C6121F5}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