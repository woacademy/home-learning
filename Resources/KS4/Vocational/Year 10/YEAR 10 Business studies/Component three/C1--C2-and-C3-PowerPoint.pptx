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B0341C4-9880-4A3D-9E53-E46A61D116C9}">
  <a:tblStyle styleId="{DB0341C4-9880-4A3D-9E53-E46A61D116C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2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0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1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5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{DB0341C4-9880-4A3D-9E53-E46A61D116C9}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