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374907-8D02-487E-92D4-B75AC4097C31}">
  <a:tblStyle styleId="{DB374907-8D02-487E-92D4-B75AC4097C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{DB374907-8D02-487E-92D4-B75AC4097C31}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