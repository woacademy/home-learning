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39DD2A-D492-42CB-B461-822E0EFDF71F}">
  <a:tblStyle styleId="{1B39DD2A-D492-42CB-B461-822E0EFDF71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{1B39DD2A-D492-42CB-B461-822E0EFDF71F}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