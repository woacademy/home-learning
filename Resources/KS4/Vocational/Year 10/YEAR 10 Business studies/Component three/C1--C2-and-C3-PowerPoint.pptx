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D32AC4-1FAD-4750-8AD5-21FFA77B81CB}">
  <a:tblStyle styleId="{2CD32AC4-1FAD-4750-8AD5-21FFA77B81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{2CD32AC4-1FAD-4750-8AD5-21FFA77B81CB}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