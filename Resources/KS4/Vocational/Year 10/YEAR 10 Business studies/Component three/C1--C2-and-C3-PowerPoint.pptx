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7A96D5-1B64-4776-88F0-79E0CF51220C}">
  <a:tblStyle styleId="{687A96D5-1B64-4776-88F0-79E0CF51220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{687A96D5-1B64-4776-88F0-79E0CF51220C}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