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AAEA63-9705-4CB6-8248-6E1E1F080D85}">
  <a:tblStyle styleId="{17AAEA63-9705-4CB6-8248-6E1E1F080D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{17AAEA63-9705-4CB6-8248-6E1E1F080D85}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