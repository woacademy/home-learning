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6654FB-D8F3-4918-9975-FCAB04758F5C}">
  <a:tblStyle styleId="{986654FB-D8F3-4918-9975-FCAB04758F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{986654FB-D8F3-4918-9975-FCAB04758F5C}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