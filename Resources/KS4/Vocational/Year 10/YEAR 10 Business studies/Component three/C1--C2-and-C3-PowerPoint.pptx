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6D5137-6E56-4338-BB87-2E45C5FDDBE6}">
  <a:tblStyle styleId="{496D5137-6E56-4338-BB87-2E45C5FDDB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{496D5137-6E56-4338-BB87-2E45C5FDDBE6}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