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882772-D36F-4E6C-ACC2-83787E07A3FA}">
  <a:tblStyle styleId="{E6882772-D36F-4E6C-ACC2-83787E07A3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{E6882772-D36F-4E6C-ACC2-83787E07A3FA}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