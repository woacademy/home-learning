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1F4B79-2400-4C09-A158-004A882A131A}">
  <a:tblStyle styleId="{641F4B79-2400-4C09-A158-004A882A13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{641F4B79-2400-4C09-A158-004A882A131A}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