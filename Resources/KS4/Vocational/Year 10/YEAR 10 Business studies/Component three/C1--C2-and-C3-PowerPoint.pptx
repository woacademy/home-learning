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C13479-82B7-4D7B-9DF2-336DD4B2FEAB}">
  <a:tblStyle styleId="{B2C13479-82B7-4D7B-9DF2-336DD4B2FE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{B2C13479-82B7-4D7B-9DF2-336DD4B2FEAB}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