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F1D2AE-BB90-476C-995D-EC39F5EA30B1}">
  <a:tblStyle styleId="{05F1D2AE-BB90-476C-995D-EC39F5EA30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{05F1D2AE-BB90-476C-995D-EC39F5EA30B1}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