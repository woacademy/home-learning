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0062A5-7C48-4CAC-9F36-0A7406A7D26E}">
  <a:tblStyle styleId="{340062A5-7C48-4CAC-9F36-0A7406A7D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{340062A5-7C48-4CAC-9F36-0A7406A7D26E}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