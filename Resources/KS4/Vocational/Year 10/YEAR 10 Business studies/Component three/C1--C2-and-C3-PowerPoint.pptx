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09E40-2393-4AD4-9F9F-67EF06CEA0A7}">
  <a:tblStyle styleId="{DB109E40-2393-4AD4-9F9F-67EF06CEA0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{DB109E40-2393-4AD4-9F9F-67EF06CEA0A7}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