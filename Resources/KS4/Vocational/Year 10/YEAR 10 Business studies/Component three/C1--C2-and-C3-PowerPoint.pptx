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A8255D-5403-4302-A57C-C5B35FE84781}">
  <a:tblStyle styleId="{0CA8255D-5403-4302-A57C-C5B35FE847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{0CA8255D-5403-4302-A57C-C5B35FE84781}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