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DB83D-400C-4D38-8B2C-3711231AC435}">
  <a:tblStyle styleId="{2BFDB83D-400C-4D38-8B2C-3711231AC4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{2BFDB83D-400C-4D38-8B2C-3711231AC435}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