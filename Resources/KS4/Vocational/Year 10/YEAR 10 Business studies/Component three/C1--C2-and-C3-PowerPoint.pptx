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32B8E6-310E-416D-9816-A3D88087D01B}">
  <a:tblStyle styleId="{1532B8E6-310E-416D-9816-A3D88087D01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{1532B8E6-310E-416D-9816-A3D88087D01B}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