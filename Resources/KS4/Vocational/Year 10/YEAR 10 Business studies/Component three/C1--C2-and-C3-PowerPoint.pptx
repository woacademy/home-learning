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B48386-F812-4507-B51E-2EF9BC7333C9}">
  <a:tblStyle styleId="{3BB48386-F812-4507-B51E-2EF9BC7333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{3BB48386-F812-4507-B51E-2EF9BC7333C9}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