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463993-C4B0-4C26-933D-FE83D4F84609}">
  <a:tblStyle styleId="{1E463993-C4B0-4C26-933D-FE83D4F846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{1E463993-C4B0-4C26-933D-FE83D4F84609}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