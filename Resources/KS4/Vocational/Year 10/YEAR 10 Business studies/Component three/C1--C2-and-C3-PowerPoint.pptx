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2F8D19C-E64A-4821-B734-9BDFE3E47BA3}">
  <a:tblStyle styleId="{A2F8D19C-E64A-4821-B734-9BDFE3E47B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{A2F8D19C-E64A-4821-B734-9BDFE3E47BA3}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