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45D7B9-380B-4FC0-9483-1BB6642C45F2}">
  <a:tblStyle styleId="{6445D7B9-380B-4FC0-9483-1BB6642C45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{6445D7B9-380B-4FC0-9483-1BB6642C45F2}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