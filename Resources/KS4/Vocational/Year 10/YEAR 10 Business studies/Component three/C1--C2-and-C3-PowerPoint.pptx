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29D33F-91C4-42C1-956F-523957C7C250}">
  <a:tblStyle styleId="{A629D33F-91C4-42C1-956F-523957C7C2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{A629D33F-91C4-42C1-956F-523957C7C250}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