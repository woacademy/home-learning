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C32C266-2534-4F5A-AD71-23B991F984FD}">
  <a:tblStyle styleId="{AC32C266-2534-4F5A-AD71-23B991F984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{AC32C266-2534-4F5A-AD71-23B991F984FD}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