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5614F9-BBBE-4B75-A5B7-D6A61CB94F16}">
  <a:tblStyle styleId="{ED5614F9-BBBE-4B75-A5B7-D6A61CB94F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{ED5614F9-BBBE-4B75-A5B7-D6A61CB94F16}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