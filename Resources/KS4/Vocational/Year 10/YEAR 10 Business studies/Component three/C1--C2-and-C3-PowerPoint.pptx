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BFB456-F88B-4B61-9774-B05E71D616C7}">
  <a:tblStyle styleId="{DCBFB456-F88B-4B61-9774-B05E71D616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{DCBFB456-F88B-4B61-9774-B05E71D616C7}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