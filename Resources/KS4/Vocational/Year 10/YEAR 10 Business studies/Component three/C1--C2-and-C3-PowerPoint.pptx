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5F0CC4-8049-47CA-A068-B4F7D7750D97}">
  <a:tblStyle styleId="{2F5F0CC4-8049-47CA-A068-B4F7D7750D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{2F5F0CC4-8049-47CA-A068-B4F7D7750D97}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