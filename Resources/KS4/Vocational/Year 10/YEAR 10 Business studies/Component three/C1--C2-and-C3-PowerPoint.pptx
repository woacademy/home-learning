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F70AF1-4E76-4792-AC63-F1B8949149BB}">
  <a:tblStyle styleId="{50F70AF1-4E76-4792-AC63-F1B8949149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{50F70AF1-4E76-4792-AC63-F1B8949149BB}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