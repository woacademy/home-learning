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BF4921-D7C6-47CD-97F5-8A733E19F9D0}">
  <a:tblStyle styleId="{B5BF4921-D7C6-47CD-97F5-8A733E19F9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{B5BF4921-D7C6-47CD-97F5-8A733E19F9D0}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