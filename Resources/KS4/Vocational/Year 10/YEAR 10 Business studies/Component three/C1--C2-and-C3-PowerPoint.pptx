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63A057-BB34-47FC-9B72-E6677DF5ADD7}">
  <a:tblStyle styleId="{2E63A057-BB34-47FC-9B72-E6677DF5AD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{2E63A057-BB34-47FC-9B72-E6677DF5ADD7}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