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1E5AA9-0B58-4F5F-8A23-1C5BADB31E54}">
  <a:tblStyle styleId="{111E5AA9-0B58-4F5F-8A23-1C5BADB31E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{111E5AA9-0B58-4F5F-8A23-1C5BADB31E54}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