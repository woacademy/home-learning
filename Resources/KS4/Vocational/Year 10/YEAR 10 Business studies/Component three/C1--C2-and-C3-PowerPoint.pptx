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39E5AA-4B20-4E4C-8C43-92C74EFC55E0}">
  <a:tblStyle styleId="{5639E5AA-4B20-4E4C-8C43-92C74EFC55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{5639E5AA-4B20-4E4C-8C43-92C74EFC55E0}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