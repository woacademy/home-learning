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3454A8-AF59-4AE8-8964-A9E84E8C0231}">
  <a:tblStyle styleId="{A03454A8-AF59-4AE8-8964-A9E84E8C02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{A03454A8-AF59-4AE8-8964-A9E84E8C0231}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