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779CCB-C255-46D0-93F1-992DF3FA688F}">
  <a:tblStyle styleId="{D5779CCB-C255-46D0-93F1-992DF3FA68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{D5779CCB-C255-46D0-93F1-992DF3FA688F}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