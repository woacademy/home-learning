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ECE1D1-A67D-4D6B-ACD4-208B49EE085B}">
  <a:tblStyle styleId="{4FECE1D1-A67D-4D6B-ACD4-208B49EE08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{4FECE1D1-A67D-4D6B-ACD4-208B49EE085B}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