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0CAB41-D65C-413C-993E-92B144BA978E}">
  <a:tblStyle styleId="{1E0CAB41-D65C-413C-993E-92B144BA97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{1E0CAB41-D65C-413C-993E-92B144BA978E}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