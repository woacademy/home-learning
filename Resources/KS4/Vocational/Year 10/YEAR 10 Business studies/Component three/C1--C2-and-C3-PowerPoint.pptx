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4670E2-4853-437D-BE47-D9843A0D4647}">
  <a:tblStyle styleId="{D94670E2-4853-437D-BE47-D9843A0D46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{D94670E2-4853-437D-BE47-D9843A0D4647}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