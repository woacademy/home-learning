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C065DA-8508-4C56-9962-9BA353638EEE}">
  <a:tblStyle styleId="{22C065DA-8508-4C56-9962-9BA353638E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{22C065DA-8508-4C56-9962-9BA353638EEE}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