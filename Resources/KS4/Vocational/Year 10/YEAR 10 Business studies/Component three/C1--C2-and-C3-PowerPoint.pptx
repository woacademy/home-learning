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39049B-3D10-4F15-9FD1-25A21C5882A8}">
  <a:tblStyle styleId="{9639049B-3D10-4F15-9FD1-25A21C5882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{9639049B-3D10-4F15-9FD1-25A21C5882A8}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