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3E4C15-E679-4AC8-BFE2-92A3BBBA3E7C}">
  <a:tblStyle styleId="{873E4C15-E679-4AC8-BFE2-92A3BBBA3E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{873E4C15-E679-4AC8-BFE2-92A3BBBA3E7C}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