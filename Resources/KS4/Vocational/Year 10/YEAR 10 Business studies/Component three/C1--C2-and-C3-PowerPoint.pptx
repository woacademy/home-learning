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CD5C336-3FB2-4C2A-A095-4E1BB6C568E0}">
  <a:tblStyle styleId="{2CD5C336-3FB2-4C2A-A095-4E1BB6C568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{2CD5C336-3FB2-4C2A-A095-4E1BB6C568E0}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