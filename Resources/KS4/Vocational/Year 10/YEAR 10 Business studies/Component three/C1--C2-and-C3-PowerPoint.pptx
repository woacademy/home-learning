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DC6289-97FB-4BDF-B1E2-A3BCAF3785CB}">
  <a:tblStyle styleId="{3EDC6289-97FB-4BDF-B1E2-A3BCAF3785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{3EDC6289-97FB-4BDF-B1E2-A3BCAF3785CB}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