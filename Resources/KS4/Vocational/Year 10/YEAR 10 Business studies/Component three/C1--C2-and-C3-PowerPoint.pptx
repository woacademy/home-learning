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4AEC19-BABF-45D4-BC00-5B9762A25CE8}">
  <a:tblStyle styleId="{C44AEC19-BABF-45D4-BC00-5B9762A25C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{C44AEC19-BABF-45D4-BC00-5B9762A25CE8}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