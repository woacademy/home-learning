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8C62C-EA4C-4024-A846-8CF62AFC9379}">
  <a:tblStyle styleId="{1BF8C62C-EA4C-4024-A846-8CF62AFC93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{1BF8C62C-EA4C-4024-A846-8CF62AFC9379}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