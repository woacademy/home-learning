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8371F5-758B-45C9-8DFA-181CBE5B6B5F}">
  <a:tblStyle styleId="{708371F5-758B-45C9-8DFA-181CBE5B6B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{708371F5-758B-45C9-8DFA-181CBE5B6B5F}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