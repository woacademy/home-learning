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7E20AD-3B8D-4FDA-B002-E014FF2973ED}">
  <a:tblStyle styleId="{CE7E20AD-3B8D-4FDA-B002-E014FF2973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{CE7E20AD-3B8D-4FDA-B002-E014FF2973ED}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