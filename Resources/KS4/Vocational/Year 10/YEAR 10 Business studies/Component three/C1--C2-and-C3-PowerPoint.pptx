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5A00C6-6F52-4FBC-A872-D7FC763DCB0E}">
  <a:tblStyle styleId="{7F5A00C6-6F52-4FBC-A872-D7FC763DCB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{7F5A00C6-6F52-4FBC-A872-D7FC763DCB0E}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