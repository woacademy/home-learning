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27F731-EBF2-4D31-8853-4A651EF45625}">
  <a:tblStyle styleId="{2327F731-EBF2-4D31-8853-4A651EF456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{2327F731-EBF2-4D31-8853-4A651EF45625}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