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7D5CB7-8122-4DE4-8CDF-593106BADAA2}">
  <a:tblStyle styleId="{B97D5CB7-8122-4DE4-8CDF-593106BADA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{B97D5CB7-8122-4DE4-8CDF-593106BADAA2}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