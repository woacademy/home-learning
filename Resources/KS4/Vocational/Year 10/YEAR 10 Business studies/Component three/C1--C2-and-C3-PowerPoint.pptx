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D340A-3B77-49BD-8BA9-A60B20845CB0}">
  <a:tblStyle styleId="{196D340A-3B77-49BD-8BA9-A60B20845C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{196D340A-3B77-49BD-8BA9-A60B20845CB0}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