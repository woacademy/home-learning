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26D3D2-5D78-4AA6-AA04-4B2EE8F6AC2F}">
  <a:tblStyle styleId="{3E26D3D2-5D78-4AA6-AA04-4B2EE8F6AC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{3E26D3D2-5D78-4AA6-AA04-4B2EE8F6AC2F}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