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61A0B1-2639-4561-A379-89C9F87AAF6B}">
  <a:tblStyle styleId="{AC61A0B1-2639-4561-A379-89C9F87AAF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{AC61A0B1-2639-4561-A379-89C9F87AAF6B}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