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BEA810-049D-4FF1-A4BA-236DC38A452E}">
  <a:tblStyle styleId="{D3BEA810-049D-4FF1-A4BA-236DC38A45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{D3BEA810-049D-4FF1-A4BA-236DC38A452E}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