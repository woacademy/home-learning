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A9B67DE-5976-435D-8C77-02CAFF4C3168}">
  <a:tblStyle styleId="{9A9B67DE-5976-435D-8C77-02CAFF4C316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{9A9B67DE-5976-435D-8C77-02CAFF4C3168}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