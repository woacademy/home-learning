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237042-320B-40C1-947F-35EFD2679B8D}">
  <a:tblStyle styleId="{32237042-320B-40C1-947F-35EFD2679B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{32237042-320B-40C1-947F-35EFD2679B8D}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