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A513D1-B050-4BAA-BE7D-22D134BA1BD8}">
  <a:tblStyle styleId="{93A513D1-B050-4BAA-BE7D-22D134BA1B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{93A513D1-B050-4BAA-BE7D-22D134BA1BD8}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