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9404ED9-56ED-47D4-BEBA-F1D5CCE03B43}">
  <a:tblStyle styleId="{A9404ED9-56ED-47D4-BEBA-F1D5CCE03B4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{A9404ED9-56ED-47D4-BEBA-F1D5CCE03B43}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