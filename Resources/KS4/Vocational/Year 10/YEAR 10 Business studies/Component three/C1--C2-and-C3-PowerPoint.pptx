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A7DF633-7807-4E9B-8D00-D4FB172FB940}">
  <a:tblStyle styleId="{EA7DF633-7807-4E9B-8D00-D4FB172FB9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{EA7DF633-7807-4E9B-8D00-D4FB172FB940}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