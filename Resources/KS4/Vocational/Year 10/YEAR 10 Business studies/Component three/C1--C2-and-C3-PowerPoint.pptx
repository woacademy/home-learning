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A0FD87-8B23-4900-8EF9-7285B74C2813}">
  <a:tblStyle styleId="{91A0FD87-8B23-4900-8EF9-7285B74C28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{91A0FD87-8B23-4900-8EF9-7285B74C2813}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