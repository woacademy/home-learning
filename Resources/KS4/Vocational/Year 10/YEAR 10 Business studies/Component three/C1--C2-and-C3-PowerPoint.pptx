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FB2FE5-2CF5-4CB3-B049-E5CAC82050E7}">
  <a:tblStyle styleId="{4CFB2FE5-2CF5-4CB3-B049-E5CAC82050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{4CFB2FE5-2CF5-4CB3-B049-E5CAC82050E7}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