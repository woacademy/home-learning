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5C2517-19C1-4BA5-8FC7-2AF5D691195B}">
  <a:tblStyle styleId="{E25C2517-19C1-4BA5-8FC7-2AF5D69119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{E25C2517-19C1-4BA5-8FC7-2AF5D691195B}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