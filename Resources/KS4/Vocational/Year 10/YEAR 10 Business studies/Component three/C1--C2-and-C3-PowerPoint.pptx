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556C7A-8A59-4EBE-A7AB-7B3E8B2223D8}">
  <a:tblStyle styleId="{A1556C7A-8A59-4EBE-A7AB-7B3E8B2223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{A1556C7A-8A59-4EBE-A7AB-7B3E8B2223D8}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