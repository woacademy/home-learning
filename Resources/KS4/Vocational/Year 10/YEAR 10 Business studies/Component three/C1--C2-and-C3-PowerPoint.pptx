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83BB65-EB9A-42FD-8DC5-B82A23D57D60}">
  <a:tblStyle styleId="{0083BB65-EB9A-42FD-8DC5-B82A23D57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{0083BB65-EB9A-42FD-8DC5-B82A23D57D60}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