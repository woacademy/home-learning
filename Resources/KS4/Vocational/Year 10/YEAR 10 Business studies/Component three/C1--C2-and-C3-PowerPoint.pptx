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4BE313-FCE1-49FB-A482-19AA50A10E61}">
  <a:tblStyle styleId="{BC4BE313-FCE1-49FB-A482-19AA50A10E6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{BC4BE313-FCE1-49FB-A482-19AA50A10E61}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