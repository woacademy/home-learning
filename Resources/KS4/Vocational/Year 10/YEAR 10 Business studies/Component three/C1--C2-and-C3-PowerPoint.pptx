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EF3A1C-8E6F-4632-912F-649A9FD93565}">
  <a:tblStyle styleId="{BDEF3A1C-8E6F-4632-912F-649A9FD935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{BDEF3A1C-8E6F-4632-912F-649A9FD93565}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