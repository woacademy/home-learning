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EC7171-6C8A-4236-A337-5D803C7B581D}">
  <a:tblStyle styleId="{55EC7171-6C8A-4236-A337-5D803C7B58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{55EC7171-6C8A-4236-A337-5D803C7B581D}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