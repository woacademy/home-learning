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D0C0E1-FDA7-47AD-9CF5-0C6369979A1B}">
  <a:tblStyle styleId="{0ED0C0E1-FDA7-47AD-9CF5-0C6369979A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{0ED0C0E1-FDA7-47AD-9CF5-0C6369979A1B}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