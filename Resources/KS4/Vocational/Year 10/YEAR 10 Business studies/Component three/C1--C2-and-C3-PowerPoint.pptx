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FD7D5-D36B-462B-A5FD-6CA8F256EB15}">
  <a:tblStyle styleId="{0B5FD7D5-D36B-462B-A5FD-6CA8F256EB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{0B5FD7D5-D36B-462B-A5FD-6CA8F256EB15}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