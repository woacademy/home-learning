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47CB14-C904-4DEC-A4E5-9BD17D96CBDC}">
  <a:tblStyle styleId="{0447CB14-C904-4DEC-A4E5-9BD17D96CB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{0447CB14-C904-4DEC-A4E5-9BD17D96CBDC}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