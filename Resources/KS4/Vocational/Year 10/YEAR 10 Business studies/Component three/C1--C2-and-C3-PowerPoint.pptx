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B4D783-D889-47B9-A87C-0FAD30FBF0F5}">
  <a:tblStyle styleId="{2BB4D783-D889-47B9-A87C-0FAD30FBF0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{2BB4D783-D889-47B9-A87C-0FAD30FBF0F5}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