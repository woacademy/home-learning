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F104A1-A072-493E-B04C-0C7B12A19CB2}">
  <a:tblStyle styleId="{7AF104A1-A072-493E-B04C-0C7B12A19C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{7AF104A1-A072-493E-B04C-0C7B12A19CB2}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