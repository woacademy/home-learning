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B65B02-4511-419C-80CB-4E115E42D012}">
  <a:tblStyle styleId="{BCB65B02-4511-419C-80CB-4E115E42D0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{BCB65B02-4511-419C-80CB-4E115E42D012}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