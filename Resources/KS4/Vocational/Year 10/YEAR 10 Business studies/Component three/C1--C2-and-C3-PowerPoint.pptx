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B316E9-44B9-4B5E-8064-CBC15EDB0F17}">
  <a:tblStyle styleId="{2FB316E9-44B9-4B5E-8064-CBC15EDB0F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{2FB316E9-44B9-4B5E-8064-CBC15EDB0F17}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