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2872F7-9F8D-4F52-AEBB-FA7FD935A1EA}">
  <a:tblStyle styleId="{922872F7-9F8D-4F52-AEBB-FA7FD935A1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{922872F7-9F8D-4F52-AEBB-FA7FD935A1EA}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