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CE8BDB-BF45-4437-AD3A-78CADD4EF138}">
  <a:tblStyle styleId="{75CE8BDB-BF45-4437-AD3A-78CADD4EF1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{75CE8BDB-BF45-4437-AD3A-78CADD4EF138}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