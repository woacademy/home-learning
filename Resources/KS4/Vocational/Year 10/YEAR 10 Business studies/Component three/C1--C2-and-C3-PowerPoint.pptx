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7483A6-08DC-4D77-89F5-5512EB2E2B16}">
  <a:tblStyle styleId="{A57483A6-08DC-4D77-89F5-5512EB2E2B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{A57483A6-08DC-4D77-89F5-5512EB2E2B16}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