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DBEDF-C4AA-41EE-83D3-41D3A385CE6D}">
  <a:tblStyle styleId="{A39DBEDF-C4AA-41EE-83D3-41D3A385CE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{A39DBEDF-C4AA-41EE-83D3-41D3A385CE6D}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