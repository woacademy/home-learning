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8EE9AA-A3FE-453E-8E12-C2D1495227D4}">
  <a:tblStyle styleId="{FA8EE9AA-A3FE-453E-8E12-C2D1495227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{FA8EE9AA-A3FE-453E-8E12-C2D1495227D4}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