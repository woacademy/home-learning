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5F6B4A-C658-4C58-AD7D-5C31D4992EEA}">
  <a:tblStyle styleId="{965F6B4A-C658-4C58-AD7D-5C31D4992E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{965F6B4A-C658-4C58-AD7D-5C31D4992EEA}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