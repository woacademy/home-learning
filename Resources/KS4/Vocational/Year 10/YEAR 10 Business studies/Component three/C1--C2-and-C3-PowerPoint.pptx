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61EA05-D88A-49E8-BC5A-0B53E1CAA387}">
  <a:tblStyle styleId="{F461EA05-D88A-49E8-BC5A-0B53E1CAA3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{F461EA05-D88A-49E8-BC5A-0B53E1CAA387}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