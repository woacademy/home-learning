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28D527-6A76-4F2C-89E7-7EE7A0985117}">
  <a:tblStyle styleId="{5928D527-6A76-4F2C-89E7-7EE7A09851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{5928D527-6A76-4F2C-89E7-7EE7A0985117}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