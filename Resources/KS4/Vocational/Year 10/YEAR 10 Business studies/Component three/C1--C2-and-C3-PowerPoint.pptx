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F832F-28F1-468B-B39F-55CBF31914B0}">
  <a:tblStyle styleId="{3E6F832F-28F1-468B-B39F-55CBF31914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{3E6F832F-28F1-468B-B39F-55CBF31914B0}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