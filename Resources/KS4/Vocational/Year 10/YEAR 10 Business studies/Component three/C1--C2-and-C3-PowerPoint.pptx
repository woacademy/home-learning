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7D8951-4B74-44D5-BC3B-ABFF8238CDA4}">
  <a:tblStyle styleId="{727D8951-4B74-44D5-BC3B-ABFF8238CD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{727D8951-4B74-44D5-BC3B-ABFF8238CDA4}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