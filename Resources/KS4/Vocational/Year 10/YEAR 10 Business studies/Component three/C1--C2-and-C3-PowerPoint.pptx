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B479CE-6579-4062-9CF6-16B413A908E5}">
  <a:tblStyle styleId="{AEB479CE-6579-4062-9CF6-16B413A908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{AEB479CE-6579-4062-9CF6-16B413A908E5}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