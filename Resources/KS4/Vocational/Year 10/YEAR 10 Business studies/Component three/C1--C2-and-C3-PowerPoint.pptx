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4A065B-5C1E-46DB-ADEF-C91E6C37398D}">
  <a:tblStyle styleId="{A24A065B-5C1E-46DB-ADEF-C91E6C3739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{A24A065B-5C1E-46DB-ADEF-C91E6C37398D}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