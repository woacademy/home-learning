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3BB22F-7E7F-445B-B545-19039EF7994E}">
  <a:tblStyle styleId="{8F3BB22F-7E7F-445B-B545-19039EF79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{8F3BB22F-7E7F-445B-B545-19039EF7994E}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