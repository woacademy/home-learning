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115F55-8F1B-4215-8DC1-415879FDD8CD}">
  <a:tblStyle styleId="{EA115F55-8F1B-4215-8DC1-415879FDD8C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{EA115F55-8F1B-4215-8DC1-415879FDD8CD}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