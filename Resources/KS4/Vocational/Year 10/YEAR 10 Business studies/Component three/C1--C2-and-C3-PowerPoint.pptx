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568FF6-31C9-4CBF-8DF7-644B66F491DC}">
  <a:tblStyle styleId="{7A568FF6-31C9-4CBF-8DF7-644B66F491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{7A568FF6-31C9-4CBF-8DF7-644B66F491DC}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