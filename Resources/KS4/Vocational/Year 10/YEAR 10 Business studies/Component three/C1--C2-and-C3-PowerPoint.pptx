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FE0296-2322-430C-A2EB-201285DB7B2D}">
  <a:tblStyle styleId="{AFFE0296-2322-430C-A2EB-201285DB7B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{AFFE0296-2322-430C-A2EB-201285DB7B2D}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