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D5F6E3-BF77-4771-A1A2-34E32AC8822A}">
  <a:tblStyle styleId="{BED5F6E3-BF77-4771-A1A2-34E32AC882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{BED5F6E3-BF77-4771-A1A2-34E32AC8822A}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