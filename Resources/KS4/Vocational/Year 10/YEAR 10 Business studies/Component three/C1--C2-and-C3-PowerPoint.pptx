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3AF2A4-698A-4A05-AFC8-0E8C8E835C68}">
  <a:tblStyle styleId="{373AF2A4-698A-4A05-AFC8-0E8C8E835C6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{373AF2A4-698A-4A05-AFC8-0E8C8E835C68}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