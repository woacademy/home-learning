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3010A0-7E46-483C-83E2-8CA2C5D71BE2}">
  <a:tblStyle styleId="{443010A0-7E46-483C-83E2-8CA2C5D71B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{443010A0-7E46-483C-83E2-8CA2C5D71BE2}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