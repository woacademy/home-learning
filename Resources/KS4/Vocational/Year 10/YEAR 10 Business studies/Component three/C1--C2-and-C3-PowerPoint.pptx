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96DBC3-1738-4E95-9A94-A3850FDACD7E}">
  <a:tblStyle styleId="{6C96DBC3-1738-4E95-9A94-A3850FDACD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{6C96DBC3-1738-4E95-9A94-A3850FDACD7E}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