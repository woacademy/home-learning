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9552FE-3BD7-428C-9A87-0C64DD1AE78B}">
  <a:tblStyle styleId="{369552FE-3BD7-428C-9A87-0C64DD1AE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{369552FE-3BD7-428C-9A87-0C64DD1AE78B}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