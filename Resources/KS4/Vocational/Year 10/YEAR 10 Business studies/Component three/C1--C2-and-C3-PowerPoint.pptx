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16CF4F-2A5B-4F49-8658-B46C7D23AAFF}">
  <a:tblStyle styleId="{1C16CF4F-2A5B-4F49-8658-B46C7D23AA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{1C16CF4F-2A5B-4F49-8658-B46C7D23AAFF}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