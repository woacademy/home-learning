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13753F-4CB7-482E-BB12-FBA042F9D592}">
  <a:tblStyle styleId="{E413753F-4CB7-482E-BB12-FBA042F9D5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{E413753F-4CB7-482E-BB12-FBA042F9D592}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