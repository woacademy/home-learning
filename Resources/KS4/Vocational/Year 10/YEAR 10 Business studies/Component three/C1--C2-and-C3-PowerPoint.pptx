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2F6681-F6C0-4295-8040-BABB850C433C}">
  <a:tblStyle styleId="{372F6681-F6C0-4295-8040-BABB850C43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{372F6681-F6C0-4295-8040-BABB850C433C}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