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242612-F095-4331-A409-EA7964C18518}">
  <a:tblStyle styleId="{CA242612-F095-4331-A409-EA7964C185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{CA242612-F095-4331-A409-EA7964C18518}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