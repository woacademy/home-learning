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57F899-4CE8-48EC-9849-F691F7755CB5}">
  <a:tblStyle styleId="{1C57F899-4CE8-48EC-9849-F691F7755C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{1C57F899-4CE8-48EC-9849-F691F7755CB5}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