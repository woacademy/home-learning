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78AC44-0ED8-42C9-B8B6-CC6E65E16197}">
  <a:tblStyle styleId="{BD78AC44-0ED8-42C9-B8B6-CC6E65E161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{BD78AC44-0ED8-42C9-B8B6-CC6E65E16197}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