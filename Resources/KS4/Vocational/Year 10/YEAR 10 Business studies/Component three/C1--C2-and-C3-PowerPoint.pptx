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5EF22F-C42F-42D7-AE0D-64391D9BF1E3}">
  <a:tblStyle styleId="{4D5EF22F-C42F-42D7-AE0D-64391D9BF1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{4D5EF22F-C42F-42D7-AE0D-64391D9BF1E3}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