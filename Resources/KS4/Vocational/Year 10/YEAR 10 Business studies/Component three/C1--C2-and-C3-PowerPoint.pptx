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CA414-6D33-4445-A81E-44A27440F46F}">
  <a:tblStyle styleId="{FD6CA414-6D33-4445-A81E-44A27440F4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{FD6CA414-6D33-4445-A81E-44A27440F46F}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