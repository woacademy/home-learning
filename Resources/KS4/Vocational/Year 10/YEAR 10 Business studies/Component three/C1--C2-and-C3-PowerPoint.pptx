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0F5928-0615-4EDB-A427-199EC96E0A85}">
  <a:tblStyle styleId="{A10F5928-0615-4EDB-A427-199EC96E0A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{A10F5928-0615-4EDB-A427-199EC96E0A85}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