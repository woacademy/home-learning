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D6263F-DB46-4C0E-A611-E6F1091934A8}">
  <a:tblStyle styleId="{10D6263F-DB46-4C0E-A611-E6F1091934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{10D6263F-DB46-4C0E-A611-E6F1091934A8}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