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9121A-B802-4AAD-B4AA-24D4AC6AE2C1}">
  <a:tblStyle styleId="{C529121A-B802-4AAD-B4AA-24D4AC6AE2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{C529121A-B802-4AAD-B4AA-24D4AC6AE2C1}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