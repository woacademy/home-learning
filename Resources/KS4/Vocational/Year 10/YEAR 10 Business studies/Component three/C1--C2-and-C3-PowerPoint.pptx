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AFBE1-038D-4827-876D-ABADFD70758C}">
  <a:tblStyle styleId="{E6DAFBE1-038D-4827-876D-ABADFD7075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{E6DAFBE1-038D-4827-876D-ABADFD70758C}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