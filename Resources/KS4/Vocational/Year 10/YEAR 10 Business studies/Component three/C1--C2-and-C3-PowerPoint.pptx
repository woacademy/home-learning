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32183-C3F7-4091-BB98-675B341B9C32}">
  <a:tblStyle styleId="{40532183-C3F7-4091-BB98-675B341B9C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{40532183-C3F7-4091-BB98-675B341B9C32}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