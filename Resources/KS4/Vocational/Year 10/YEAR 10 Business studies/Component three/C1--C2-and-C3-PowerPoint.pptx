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97DCAA-65A9-4C9B-BB96-9A124A24B4AA}">
  <a:tblStyle styleId="{3C97DCAA-65A9-4C9B-BB96-9A124A24B4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{3C97DCAA-65A9-4C9B-BB96-9A124A24B4AA}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