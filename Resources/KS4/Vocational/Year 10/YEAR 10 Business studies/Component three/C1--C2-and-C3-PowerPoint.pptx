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E04E57-3460-4EE8-89E6-711083C9B3EB}">
  <a:tblStyle styleId="{33E04E57-3460-4EE8-89E6-711083C9B3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{33E04E57-3460-4EE8-89E6-711083C9B3EB}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