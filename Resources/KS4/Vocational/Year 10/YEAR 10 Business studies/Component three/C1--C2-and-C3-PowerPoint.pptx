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12A995-B867-4A20-9566-717391F9BC63}">
  <a:tblStyle styleId="{0C12A995-B867-4A20-9566-717391F9BC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{0C12A995-B867-4A20-9566-717391F9BC63}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