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ECD1ECC-5FE9-4A5E-B860-51D99275CB63}">
  <a:tblStyle styleId="{EECD1ECC-5FE9-4A5E-B860-51D99275CB6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{EECD1ECC-5FE9-4A5E-B860-51D99275CB63}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