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73C45F-DE69-4279-94D6-7F2B32F984FA}">
  <a:tblStyle styleId="{A373C45F-DE69-4279-94D6-7F2B32F984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{A373C45F-DE69-4279-94D6-7F2B32F984FA}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