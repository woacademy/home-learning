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8DD627C-FADE-473A-83AB-258E707675FB}">
  <a:tblStyle styleId="{B8DD627C-FADE-473A-83AB-258E707675F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{B8DD627C-FADE-473A-83AB-258E707675FB}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