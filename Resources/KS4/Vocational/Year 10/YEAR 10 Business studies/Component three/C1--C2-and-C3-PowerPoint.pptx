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DB4FEC-B836-4975-9A6B-DE46FC4A9296}">
  <a:tblStyle styleId="{4FDB4FEC-B836-4975-9A6B-DE46FC4A92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{4FDB4FEC-B836-4975-9A6B-DE46FC4A9296}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