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89A1D5-D070-40CD-B844-FFFD2388014C}">
  <a:tblStyle styleId="{8A89A1D5-D070-40CD-B844-FFFD238801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{8A89A1D5-D070-40CD-B844-FFFD2388014C}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