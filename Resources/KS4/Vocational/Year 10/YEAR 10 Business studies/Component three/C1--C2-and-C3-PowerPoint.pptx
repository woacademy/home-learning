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C70BF3-1E77-4F29-94DC-D15BB97A9F88}">
  <a:tblStyle styleId="{DCC70BF3-1E77-4F29-94DC-D15BB97A9F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{DCC70BF3-1E77-4F29-94DC-D15BB97A9F88}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