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FF3085-C4E0-400B-85D3-82A9AE52B33D}">
  <a:tblStyle styleId="{1AFF3085-C4E0-400B-85D3-82A9AE52B33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{1AFF3085-C4E0-400B-85D3-82A9AE52B33D}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