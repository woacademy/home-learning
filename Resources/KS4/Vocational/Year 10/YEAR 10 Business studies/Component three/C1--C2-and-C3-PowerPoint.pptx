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971E929-E68D-482C-BFB8-94B977A65A7F}">
  <a:tblStyle styleId="{7971E929-E68D-482C-BFB8-94B977A65A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{7971E929-E68D-482C-BFB8-94B977A65A7F}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