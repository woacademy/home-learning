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22A5B7-1D59-4BA6-BC0E-339C2B53AE85}">
  <a:tblStyle styleId="{E622A5B7-1D59-4BA6-BC0E-339C2B53AE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{E622A5B7-1D59-4BA6-BC0E-339C2B53AE85}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