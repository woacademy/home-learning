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772B6C-2722-4491-9E99-A7BB9DE4CB2C}">
  <a:tblStyle styleId="{01772B6C-2722-4491-9E99-A7BB9DE4CB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{01772B6C-2722-4491-9E99-A7BB9DE4CB2C}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