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D3B7AF0-942C-496C-9600-4EC4B2430813}">
  <a:tblStyle styleId="{8D3B7AF0-942C-496C-9600-4EC4B24308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{8D3B7AF0-942C-496C-9600-4EC4B2430813}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