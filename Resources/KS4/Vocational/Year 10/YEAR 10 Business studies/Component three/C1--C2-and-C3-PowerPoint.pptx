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755868-D18F-4D6A-BD16-D2DA2E372BD3}">
  <a:tblStyle styleId="{BB755868-D18F-4D6A-BD16-D2DA2E372B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{BB755868-D18F-4D6A-BD16-D2DA2E372BD3}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