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994F9E-605F-47A0-A1A8-E5B13BAD2C29}">
  <a:tblStyle styleId="{C8994F9E-605F-47A0-A1A8-E5B13BAD2C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{C8994F9E-605F-47A0-A1A8-E5B13BAD2C29}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