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03065D-3F7F-433B-9456-808A2C0E34BC}">
  <a:tblStyle styleId="{9103065D-3F7F-433B-9456-808A2C0E34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{9103065D-3F7F-433B-9456-808A2C0E34BC}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