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05E06F-7634-4229-95C3-55709A9C6CBA}">
  <a:tblStyle styleId="{5405E06F-7634-4229-95C3-55709A9C6C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{5405E06F-7634-4229-95C3-55709A9C6CBA}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