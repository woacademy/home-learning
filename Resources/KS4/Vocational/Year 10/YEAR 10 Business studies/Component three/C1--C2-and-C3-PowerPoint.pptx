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5DDCF-E623-49BE-A444-5BF27F646FD5}">
  <a:tblStyle styleId="{4AA5DDCF-E623-49BE-A444-5BF27F646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{4AA5DDCF-E623-49BE-A444-5BF27F646FD5}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