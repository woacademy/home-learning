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452CC3-1335-4F7E-BEF3-3E1CC42D6ACC}">
  <a:tblStyle styleId="{99452CC3-1335-4F7E-BEF3-3E1CC42D6A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{99452CC3-1335-4F7E-BEF3-3E1CC42D6ACC}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