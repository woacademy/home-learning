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6FC89B-1981-4E9D-BC2E-13D0F3675F61}">
  <a:tblStyle styleId="{5D6FC89B-1981-4E9D-BC2E-13D0F3675F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{5D6FC89B-1981-4E9D-BC2E-13D0F3675F61}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