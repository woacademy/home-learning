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ADF0B3-326E-4CFB-8B67-E909E6A40FA8}">
  <a:tblStyle styleId="{09ADF0B3-326E-4CFB-8B67-E909E6A40F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{09ADF0B3-326E-4CFB-8B67-E909E6A40FA8}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