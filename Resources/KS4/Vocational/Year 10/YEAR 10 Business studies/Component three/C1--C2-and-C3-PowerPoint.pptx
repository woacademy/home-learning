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58BEF4-563C-40CD-9898-CCFB3343E13A}">
  <a:tblStyle styleId="{A958BEF4-563C-40CD-9898-CCFB3343E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{A958BEF4-563C-40CD-9898-CCFB3343E13A}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