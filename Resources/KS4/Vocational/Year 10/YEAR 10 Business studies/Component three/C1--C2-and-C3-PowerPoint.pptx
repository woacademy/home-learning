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445FD1-CD13-48A7-AA58-0C435A3A9EF7}">
  <a:tblStyle styleId="{6E445FD1-CD13-48A7-AA58-0C435A3A9E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{6E445FD1-CD13-48A7-AA58-0C435A3A9EF7}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