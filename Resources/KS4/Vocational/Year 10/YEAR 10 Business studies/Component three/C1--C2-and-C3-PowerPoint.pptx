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3C1386-AE84-4566-B362-364BBD18E087}">
  <a:tblStyle styleId="{6F3C1386-AE84-4566-B362-364BBD18E0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{6F3C1386-AE84-4566-B362-364BBD18E087}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