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899893-EE5D-4401-8676-A6BDC9416AC4}">
  <a:tblStyle styleId="{9B899893-EE5D-4401-8676-A6BDC9416A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{9B899893-EE5D-4401-8676-A6BDC9416AC4}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