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BB25D5-56B9-46CA-88CC-85C77690CDB0}">
  <a:tblStyle styleId="{B4BB25D5-56B9-46CA-88CC-85C77690CD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{B4BB25D5-56B9-46CA-88CC-85C77690CDB0}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