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E67144-4486-4918-9FE5-030BB7D35592}">
  <a:tblStyle styleId="{6FE67144-4486-4918-9FE5-030BB7D355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{6FE67144-4486-4918-9FE5-030BB7D35592}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