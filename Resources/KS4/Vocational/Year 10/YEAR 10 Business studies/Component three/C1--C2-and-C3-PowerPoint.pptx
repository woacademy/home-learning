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D047D-3A53-4369-BB0B-8FBE34FD34A1}">
  <a:tblStyle styleId="{190D047D-3A53-4369-BB0B-8FBE34FD34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{190D047D-3A53-4369-BB0B-8FBE34FD34A1}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