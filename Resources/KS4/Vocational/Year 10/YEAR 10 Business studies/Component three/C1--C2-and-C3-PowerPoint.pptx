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6036D6-26CE-48CD-9F42-84C651CB0E02}">
  <a:tblStyle styleId="{D76036D6-26CE-48CD-9F42-84C651CB0E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{D76036D6-26CE-48CD-9F42-84C651CB0E02}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