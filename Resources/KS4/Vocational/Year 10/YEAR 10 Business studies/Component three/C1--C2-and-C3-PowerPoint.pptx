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844B07-8FAF-4988-AC16-B0A37CD3118E}">
  <a:tblStyle styleId="{BE844B07-8FAF-4988-AC16-B0A37CD311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{BE844B07-8FAF-4988-AC16-B0A37CD3118E}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