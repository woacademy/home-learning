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E6565C-BFAB-4966-BBAF-EEB1A2833DF9}">
  <a:tblStyle styleId="{E4E6565C-BFAB-4966-BBAF-EEB1A2833D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{E4E6565C-BFAB-4966-BBAF-EEB1A2833DF9}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