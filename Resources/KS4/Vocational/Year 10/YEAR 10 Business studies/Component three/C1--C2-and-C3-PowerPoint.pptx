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BABB4E-ABE7-48C7-9E82-5EB365E203C0}">
  <a:tblStyle styleId="{19BABB4E-ABE7-48C7-9E82-5EB365E203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{19BABB4E-ABE7-48C7-9E82-5EB365E203C0}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