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CE69B1-C82E-4DA5-BB9B-19ED19F8B633}">
  <a:tblStyle styleId="{B0CE69B1-C82E-4DA5-BB9B-19ED19F8B6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{B0CE69B1-C82E-4DA5-BB9B-19ED19F8B633}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