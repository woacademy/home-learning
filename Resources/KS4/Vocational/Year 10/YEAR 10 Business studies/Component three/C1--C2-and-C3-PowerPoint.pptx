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56F21C-64DA-49F3-9836-C80547BDA7F0}">
  <a:tblStyle styleId="{6F56F21C-64DA-49F3-9836-C80547BDA7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{6F56F21C-64DA-49F3-9836-C80547BDA7F0}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