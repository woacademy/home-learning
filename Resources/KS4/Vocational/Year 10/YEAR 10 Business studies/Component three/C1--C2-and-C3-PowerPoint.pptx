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5B244C-FE35-4E0E-BE8E-BD10FDFF5891}">
  <a:tblStyle styleId="{995B244C-FE35-4E0E-BE8E-BD10FDFF58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{995B244C-FE35-4E0E-BE8E-BD10FDFF5891}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