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74CA05-EAB1-4CCD-933C-9F239ADE6B76}">
  <a:tblStyle styleId="{AB74CA05-EAB1-4CCD-933C-9F239ADE6B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{AB74CA05-EAB1-4CCD-933C-9F239ADE6B76}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