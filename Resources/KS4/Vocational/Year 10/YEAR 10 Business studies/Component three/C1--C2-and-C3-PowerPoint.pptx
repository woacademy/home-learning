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C9D07D-8FB6-4CCB-84D8-C2653A7EE129}">
  <a:tblStyle styleId="{ADC9D07D-8FB6-4CCB-84D8-C2653A7EE1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{ADC9D07D-8FB6-4CCB-84D8-C2653A7EE129}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