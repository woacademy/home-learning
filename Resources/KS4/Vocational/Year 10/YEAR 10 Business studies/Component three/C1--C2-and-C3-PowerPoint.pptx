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07D382-39AE-41A9-8F1A-F297BEBD24DF}">
  <a:tblStyle styleId="{2807D382-39AE-41A9-8F1A-F297BEBD24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{2807D382-39AE-41A9-8F1A-F297BEBD24DF}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