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1AF250-6720-4427-AA3D-5C0294D188D1}">
  <a:tblStyle styleId="{111AF250-6720-4427-AA3D-5C0294D188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{111AF250-6720-4427-AA3D-5C0294D188D1}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