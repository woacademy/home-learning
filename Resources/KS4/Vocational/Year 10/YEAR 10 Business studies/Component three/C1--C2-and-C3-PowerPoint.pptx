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49B765-E121-40A2-9B3B-5139990CCB4D}">
  <a:tblStyle styleId="{3549B765-E121-40A2-9B3B-5139990CCB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{3549B765-E121-40A2-9B3B-5139990CCB4D}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