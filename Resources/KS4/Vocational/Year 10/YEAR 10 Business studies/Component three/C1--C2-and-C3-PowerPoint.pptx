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F567A3-73DD-400A-A9BD-85818DBAB113}">
  <a:tblStyle styleId="{26F567A3-73DD-400A-A9BD-85818DBAB1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{26F567A3-73DD-400A-A9BD-85818DBAB113}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