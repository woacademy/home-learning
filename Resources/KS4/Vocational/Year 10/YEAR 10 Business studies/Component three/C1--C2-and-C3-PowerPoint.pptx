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A2500-E598-45C9-998C-5F7CCFA9450C}">
  <a:tblStyle styleId="{378A2500-E598-45C9-998C-5F7CCFA945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{378A2500-E598-45C9-998C-5F7CCFA9450C}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