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A8B80F-6217-4B63-8183-CE939364E732}">
  <a:tblStyle styleId="{82A8B80F-6217-4B63-8183-CE939364E7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{82A8B80F-6217-4B63-8183-CE939364E732}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