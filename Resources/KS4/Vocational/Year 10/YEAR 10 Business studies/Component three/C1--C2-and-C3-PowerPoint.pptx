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EC7C31E-747B-4062-B732-609CB3BCFE74}">
  <a:tblStyle styleId="{3EC7C31E-747B-4062-B732-609CB3BCFE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{3EC7C31E-747B-4062-B732-609CB3BCFE74}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