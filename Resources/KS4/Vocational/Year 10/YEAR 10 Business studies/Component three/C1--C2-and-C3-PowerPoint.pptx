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EC0C43-9A5F-4697-9F9B-1D002BA9EAD4}">
  <a:tblStyle styleId="{D8EC0C43-9A5F-4697-9F9B-1D002BA9EA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{D8EC0C43-9A5F-4697-9F9B-1D002BA9EAD4}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