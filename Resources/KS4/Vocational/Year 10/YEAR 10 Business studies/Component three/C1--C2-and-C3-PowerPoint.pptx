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7DDDFD-51E2-4CA6-8733-BA5D15496B15}">
  <a:tblStyle styleId="{757DDDFD-51E2-4CA6-8733-BA5D15496B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{757DDDFD-51E2-4CA6-8733-BA5D15496B15}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