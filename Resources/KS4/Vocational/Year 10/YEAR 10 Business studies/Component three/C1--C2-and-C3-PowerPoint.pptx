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F887C5-61CC-4B47-9062-A985E2575D01}">
  <a:tblStyle styleId="{DFF887C5-61CC-4B47-9062-A985E2575D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{DFF887C5-61CC-4B47-9062-A985E2575D01}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