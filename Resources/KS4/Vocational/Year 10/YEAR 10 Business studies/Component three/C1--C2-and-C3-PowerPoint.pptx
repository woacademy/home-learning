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9EFBB-40F6-4A58-AD8D-5C72B4E6F6A4}">
  <a:tblStyle styleId="{F119EFBB-40F6-4A58-AD8D-5C72B4E6F6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{F119EFBB-40F6-4A58-AD8D-5C72B4E6F6A4}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