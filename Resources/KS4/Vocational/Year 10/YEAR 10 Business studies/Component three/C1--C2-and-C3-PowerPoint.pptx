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31E4ED0B-4293-4790-A00F-B9105925763E}">
  <a:tblStyle styleId="{31E4ED0B-4293-4790-A00F-B9105925763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0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6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5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{31E4ED0B-4293-4790-A00F-B9105925763E}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