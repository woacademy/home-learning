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2BC4E7-F336-4D12-A3D6-C46BCE1C2DE3}">
  <a:tblStyle styleId="{602BC4E7-F336-4D12-A3D6-C46BCE1C2D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{602BC4E7-F336-4D12-A3D6-C46BCE1C2DE3}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