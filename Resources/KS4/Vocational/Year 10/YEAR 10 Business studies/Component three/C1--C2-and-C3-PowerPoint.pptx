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90DC89-F9B3-4F0A-98ED-FF9F574333B8}">
  <a:tblStyle styleId="{BC90DC89-F9B3-4F0A-98ED-FF9F574333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{BC90DC89-F9B3-4F0A-98ED-FF9F574333B8}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