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8A594E-00FA-408A-940F-7F1D9178EEEA}">
  <a:tblStyle styleId="{818A594E-00FA-408A-940F-7F1D9178EE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{818A594E-00FA-408A-940F-7F1D9178EEEA}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