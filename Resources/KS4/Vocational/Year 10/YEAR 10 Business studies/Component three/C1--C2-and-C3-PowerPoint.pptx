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FB3290-B625-4590-9D8B-BBC27ED10907}">
  <a:tblStyle styleId="{66FB3290-B625-4590-9D8B-BBC27ED109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{66FB3290-B625-4590-9D8B-BBC27ED10907}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