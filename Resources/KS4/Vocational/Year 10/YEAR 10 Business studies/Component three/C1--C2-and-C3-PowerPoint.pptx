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5C488B-E3B6-4871-87AA-DA7FA5897029}">
  <a:tblStyle styleId="{F85C488B-E3B6-4871-87AA-DA7FA58970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{F85C488B-E3B6-4871-87AA-DA7FA5897029}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