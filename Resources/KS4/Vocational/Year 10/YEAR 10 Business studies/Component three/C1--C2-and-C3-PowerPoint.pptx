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01C416-080A-4A43-977D-19802B8B4AFB}">
  <a:tblStyle styleId="{3701C416-080A-4A43-977D-19802B8B4A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{3701C416-080A-4A43-977D-19802B8B4AFB}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