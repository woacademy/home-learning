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263A2-9D47-4660-A840-400DBE8016DB}">
  <a:tblStyle styleId="{AFA263A2-9D47-4660-A840-400DBE8016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{AFA263A2-9D47-4660-A840-400DBE8016DB}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