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BCC4F93-EB98-4F45-B265-A71D76B3B7F4}">
  <a:tblStyle styleId="{ABCC4F93-EB98-4F45-B265-A71D76B3B7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{ABCC4F93-EB98-4F45-B265-A71D76B3B7F4}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