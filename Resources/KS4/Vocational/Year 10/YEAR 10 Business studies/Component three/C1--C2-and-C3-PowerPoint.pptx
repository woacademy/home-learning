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B32D4F-6C6F-44C8-854B-D3C9E13AB54F}">
  <a:tblStyle styleId="{B4B32D4F-6C6F-44C8-854B-D3C9E13AB5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{B4B32D4F-6C6F-44C8-854B-D3C9E13AB54F}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