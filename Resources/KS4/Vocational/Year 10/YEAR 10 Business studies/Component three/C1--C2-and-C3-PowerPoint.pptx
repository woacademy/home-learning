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A97F0C-7B3F-4322-9AB7-E84EFCC6AA35}">
  <a:tblStyle styleId="{45A97F0C-7B3F-4322-9AB7-E84EFCC6AA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{45A97F0C-7B3F-4322-9AB7-E84EFCC6AA35}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