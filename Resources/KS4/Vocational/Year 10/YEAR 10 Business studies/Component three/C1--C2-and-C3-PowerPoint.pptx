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3FDE61-9C01-454D-B912-2A6739EAE30E}">
  <a:tblStyle styleId="{953FDE61-9C01-454D-B912-2A6739EAE3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{953FDE61-9C01-454D-B912-2A6739EAE30E}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