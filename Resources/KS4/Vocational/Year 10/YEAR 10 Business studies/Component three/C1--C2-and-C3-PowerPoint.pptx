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B8C901-73DD-4064-872A-B9E6D548262B}">
  <a:tblStyle styleId="{DCB8C901-73DD-4064-872A-B9E6D5482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{DCB8C901-73DD-4064-872A-B9E6D548262B}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