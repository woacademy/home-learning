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B79603-8A85-4E2B-AC41-3FA306321A2B}">
  <a:tblStyle styleId="{F4B79603-8A85-4E2B-AC41-3FA306321A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{F4B79603-8A85-4E2B-AC41-3FA306321A2B}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