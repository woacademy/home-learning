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BE15E0-DFDF-48B4-A359-440FCB422C61}">
  <a:tblStyle styleId="{8EBE15E0-DFDF-48B4-A359-440FCB422C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{8EBE15E0-DFDF-48B4-A359-440FCB422C61}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