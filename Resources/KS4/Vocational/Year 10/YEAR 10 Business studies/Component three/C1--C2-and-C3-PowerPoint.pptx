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BF5EA7F-6BBD-4E96-9880-07443EB89EA1}">
  <a:tblStyle styleId="{8BF5EA7F-6BBD-4E96-9880-07443EB89EA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{8BF5EA7F-6BBD-4E96-9880-07443EB89EA1}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