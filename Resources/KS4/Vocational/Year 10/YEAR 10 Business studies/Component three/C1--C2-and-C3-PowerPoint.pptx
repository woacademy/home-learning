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94CA2F-B71C-4A6B-9D4E-ACE3CCE5A6E2}">
  <a:tblStyle styleId="{8B94CA2F-B71C-4A6B-9D4E-ACE3CCE5A6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{8B94CA2F-B71C-4A6B-9D4E-ACE3CCE5A6E2}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