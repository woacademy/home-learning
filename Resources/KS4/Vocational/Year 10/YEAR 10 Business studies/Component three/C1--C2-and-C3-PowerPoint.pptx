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9FD7D62-7A98-4652-9D12-4337AD21BDBE}">
  <a:tblStyle styleId="{79FD7D62-7A98-4652-9D12-4337AD21BD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{79FD7D62-7A98-4652-9D12-4337AD21BDBE}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