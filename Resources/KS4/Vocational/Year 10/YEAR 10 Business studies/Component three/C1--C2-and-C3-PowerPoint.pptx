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A62E42-F04B-4057-BB5D-168CFD25061C}">
  <a:tblStyle styleId="{56A62E42-F04B-4057-BB5D-168CFD2506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{56A62E42-F04B-4057-BB5D-168CFD25061C}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