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1AEFC66-0232-482B-A341-5A429991F07B}">
  <a:tblStyle styleId="{11AEFC66-0232-482B-A341-5A429991F07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{11AEFC66-0232-482B-A341-5A429991F07B}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