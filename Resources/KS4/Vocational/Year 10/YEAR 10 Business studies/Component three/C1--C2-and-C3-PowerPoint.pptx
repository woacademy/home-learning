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1F1CE9-3700-4334-A929-A82C95A0E032}">
  <a:tblStyle styleId="{591F1CE9-3700-4334-A929-A82C95A0E0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{591F1CE9-3700-4334-A929-A82C95A0E032}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