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C69967-DCD0-4D21-B59A-BE9F363695EF}">
  <a:tblStyle styleId="{F0C69967-DCD0-4D21-B59A-BE9F363695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{F0C69967-DCD0-4D21-B59A-BE9F363695EF}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