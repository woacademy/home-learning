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FD34CD-D02C-4A0F-8ADD-C15B279A6349}">
  <a:tblStyle styleId="{4EFD34CD-D02C-4A0F-8ADD-C15B279A63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{4EFD34CD-D02C-4A0F-8ADD-C15B279A6349}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