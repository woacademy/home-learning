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2FBF36-2037-4C1A-B9CA-98E2D3E22B1F}">
  <a:tblStyle styleId="{7D2FBF36-2037-4C1A-B9CA-98E2D3E22B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{7D2FBF36-2037-4C1A-B9CA-98E2D3E22B1F}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