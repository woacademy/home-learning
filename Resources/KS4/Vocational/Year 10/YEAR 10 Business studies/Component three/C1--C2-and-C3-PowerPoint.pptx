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D2BA4D-951E-4ACF-BA35-2558DD0DAF03}">
  <a:tblStyle styleId="{76D2BA4D-951E-4ACF-BA35-2558DD0DAF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{76D2BA4D-951E-4ACF-BA35-2558DD0DAF03}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