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C060FF-7A1D-4F20-A3CC-F6D0A5215C35}">
  <a:tblStyle styleId="{6BC060FF-7A1D-4F20-A3CC-F6D0A5215C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{6BC060FF-7A1D-4F20-A3CC-F6D0A5215C35}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