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5CF88B-547A-4E74-9CFB-E6D6E2DF899D}">
  <a:tblStyle styleId="{E65CF88B-547A-4E74-9CFB-E6D6E2DF8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{E65CF88B-547A-4E74-9CFB-E6D6E2DF899D}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