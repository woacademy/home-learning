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031DB2-4B71-4B84-9155-543FA405402C}">
  <a:tblStyle styleId="{AC031DB2-4B71-4B84-9155-543FA405402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{AC031DB2-4B71-4B84-9155-543FA405402C}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