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E3743B-7905-4551-ACA7-D8918D47C3CB}">
  <a:tblStyle styleId="{54E3743B-7905-4551-ACA7-D8918D47C3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{54E3743B-7905-4551-ACA7-D8918D47C3CB}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