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4CD280-3B5C-4E17-A331-B9203C3A8C72}">
  <a:tblStyle styleId="{1D4CD280-3B5C-4E17-A331-B9203C3A8C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{1D4CD280-3B5C-4E17-A331-B9203C3A8C72}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