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977D42-0EBC-4A63-9D57-F82EA10E0B12}">
  <a:tblStyle styleId="{9F977D42-0EBC-4A63-9D57-F82EA10E0B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{9F977D42-0EBC-4A63-9D57-F82EA10E0B12}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