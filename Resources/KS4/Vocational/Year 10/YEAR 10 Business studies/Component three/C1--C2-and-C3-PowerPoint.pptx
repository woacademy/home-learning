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BBD7C0A-49F7-484C-B2AF-3CF0F1B814A3}">
  <a:tblStyle styleId="{FBBD7C0A-49F7-484C-B2AF-3CF0F1B814A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{FBBD7C0A-49F7-484C-B2AF-3CF0F1B814A3}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