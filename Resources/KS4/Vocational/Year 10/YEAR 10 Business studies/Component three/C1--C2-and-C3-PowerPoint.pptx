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E2DE5A-336A-467A-A071-7DC4C8205F68}">
  <a:tblStyle styleId="{56E2DE5A-336A-467A-A071-7DC4C8205F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{56E2DE5A-336A-467A-A071-7DC4C8205F68}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