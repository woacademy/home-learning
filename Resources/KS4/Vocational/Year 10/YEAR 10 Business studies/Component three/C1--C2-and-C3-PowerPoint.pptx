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5B2F5C-4807-4C28-9413-49B2E79B6EF1}">
  <a:tblStyle styleId="{775B2F5C-4807-4C28-9413-49B2E79B6E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{775B2F5C-4807-4C28-9413-49B2E79B6EF1}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