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543B77-4B8D-49DD-962E-428936D1D6CD}">
  <a:tblStyle styleId="{A3543B77-4B8D-49DD-962E-428936D1D6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{A3543B77-4B8D-49DD-962E-428936D1D6CD}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