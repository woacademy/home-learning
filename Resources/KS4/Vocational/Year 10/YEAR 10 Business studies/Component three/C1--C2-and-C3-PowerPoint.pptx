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5385E3-97C3-48F0-879A-C250CEE79684}">
  <a:tblStyle styleId="{415385E3-97C3-48F0-879A-C250CEE796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{415385E3-97C3-48F0-879A-C250CEE79684}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