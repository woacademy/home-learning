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EC9E53-25DA-42AF-95BB-10936125234A}">
  <a:tblStyle styleId="{EEEC9E53-25DA-42AF-95BB-1093612523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{EEEC9E53-25DA-42AF-95BB-10936125234A}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