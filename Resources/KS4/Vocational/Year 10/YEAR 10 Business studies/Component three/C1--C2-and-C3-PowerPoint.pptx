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586163-1BE2-4DDD-B805-5BE81EE3538E}">
  <a:tblStyle styleId="{01586163-1BE2-4DDD-B805-5BE81EE35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{01586163-1BE2-4DDD-B805-5BE81EE3538E}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