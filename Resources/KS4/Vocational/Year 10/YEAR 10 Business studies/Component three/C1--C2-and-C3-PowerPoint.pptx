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57824F-5A07-4E4D-95DD-6D9A5069E160}">
  <a:tblStyle styleId="{FB57824F-5A07-4E4D-95DD-6D9A5069E1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{FB57824F-5A07-4E4D-95DD-6D9A5069E160}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