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D7776-9037-4874-8D1C-91ACDDA02095}">
  <a:tblStyle styleId="{6D7D7776-9037-4874-8D1C-91ACDDA020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{6D7D7776-9037-4874-8D1C-91ACDDA02095}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