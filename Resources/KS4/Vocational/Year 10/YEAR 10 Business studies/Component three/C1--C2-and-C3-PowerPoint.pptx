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E92AEE-DFD2-44DE-B555-94C9CFD19B2D}">
  <a:tblStyle styleId="{D9E92AEE-DFD2-44DE-B555-94C9CFD19B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{D9E92AEE-DFD2-44DE-B555-94C9CFD19B2D}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