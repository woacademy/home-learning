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D77E53-FC0F-49CD-BB91-B5D91BCB518F}">
  <a:tblStyle styleId="{E2D77E53-FC0F-49CD-BB91-B5D91BCB51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{E2D77E53-FC0F-49CD-BB91-B5D91BCB518F}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