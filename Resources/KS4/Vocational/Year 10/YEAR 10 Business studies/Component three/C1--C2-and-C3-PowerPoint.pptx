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4AF89A-5917-4D53-87E5-69593B64C430}">
  <a:tblStyle styleId="{E04AF89A-5917-4D53-87E5-69593B64C4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{E04AF89A-5917-4D53-87E5-69593B64C430}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