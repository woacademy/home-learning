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BFF4D2-DBA9-4DD0-817E-9CD438D35347}">
  <a:tblStyle styleId="{5BBFF4D2-DBA9-4DD0-817E-9CD438D353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{5BBFF4D2-DBA9-4DD0-817E-9CD438D35347}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