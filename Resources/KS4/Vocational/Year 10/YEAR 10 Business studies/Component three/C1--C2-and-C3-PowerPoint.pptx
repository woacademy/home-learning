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3F27DC-295C-4AB0-B509-B25028301AD6}">
  <a:tblStyle styleId="{AD3F27DC-295C-4AB0-B509-B25028301A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{AD3F27DC-295C-4AB0-B509-B25028301AD6}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