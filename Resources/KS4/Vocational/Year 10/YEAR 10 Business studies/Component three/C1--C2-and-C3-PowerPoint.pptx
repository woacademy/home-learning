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B2F483-1453-4360-9266-068F663A11B1}">
  <a:tblStyle styleId="{CAB2F483-1453-4360-9266-068F663A11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{CAB2F483-1453-4360-9266-068F663A11B1}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