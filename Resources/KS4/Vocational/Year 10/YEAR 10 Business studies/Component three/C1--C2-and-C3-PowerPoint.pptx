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12320A-E0D1-4890-9E3C-41563FA95516}">
  <a:tblStyle styleId="{8212320A-E0D1-4890-9E3C-41563FA955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{8212320A-E0D1-4890-9E3C-41563FA95516}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