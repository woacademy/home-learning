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4795B-69AA-488D-A3A7-B3BB3EE39E61}">
  <a:tblStyle styleId="{8E34795B-69AA-488D-A3A7-B3BB3EE39E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{8E34795B-69AA-488D-A3A7-B3BB3EE39E61}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