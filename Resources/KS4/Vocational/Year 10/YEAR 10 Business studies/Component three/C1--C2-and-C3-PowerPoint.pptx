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6C5F58-99CE-4772-BA01-0ECD5C4731FA}">
  <a:tblStyle styleId="{156C5F58-99CE-4772-BA01-0ECD5C4731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{156C5F58-99CE-4772-BA01-0ECD5C4731FA}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