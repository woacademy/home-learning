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1A6DE6-D4A0-4ACA-8192-D79A341A07E4}">
  <a:tblStyle styleId="{381A6DE6-D4A0-4ACA-8192-D79A341A0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{381A6DE6-D4A0-4ACA-8192-D79A341A07E4}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