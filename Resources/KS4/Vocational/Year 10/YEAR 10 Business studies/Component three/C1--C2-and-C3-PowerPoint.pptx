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5D6D38-A07C-48AC-AC77-5564683CDE9B}">
  <a:tblStyle styleId="{425D6D38-A07C-48AC-AC77-5564683CDE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{425D6D38-A07C-48AC-AC77-5564683CDE9B}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