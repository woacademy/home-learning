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590D1E-311E-4FD1-84DB-B8ED4EB3A9D0}">
  <a:tblStyle styleId="{4E590D1E-311E-4FD1-84DB-B8ED4EB3A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{4E590D1E-311E-4FD1-84DB-B8ED4EB3A9D0}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