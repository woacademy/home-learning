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694676-0778-43A3-B0CB-69C757AC7059}">
  <a:tblStyle styleId="{2E694676-0778-43A3-B0CB-69C757AC70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{2E694676-0778-43A3-B0CB-69C757AC7059}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