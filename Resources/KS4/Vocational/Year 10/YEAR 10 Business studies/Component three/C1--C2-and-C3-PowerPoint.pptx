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10768A-2F1F-49BC-945D-BA8DDA505B25}">
  <a:tblStyle styleId="{9210768A-2F1F-49BC-945D-BA8DDA505B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{9210768A-2F1F-49BC-945D-BA8DDA505B25}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