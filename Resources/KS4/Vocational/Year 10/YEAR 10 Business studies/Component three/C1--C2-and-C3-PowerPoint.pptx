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EEE5B7-4256-4C72-8A22-CC0C2151A923}">
  <a:tblStyle styleId="{E3EEE5B7-4256-4C72-8A22-CC0C2151A9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{E3EEE5B7-4256-4C72-8A22-CC0C2151A923}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