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3C4ED7-FD1E-44F6-8D42-AC8F6FF80FE3}">
  <a:tblStyle styleId="{5B3C4ED7-FD1E-44F6-8D42-AC8F6FF80F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{5B3C4ED7-FD1E-44F6-8D42-AC8F6FF80FE3}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