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22BBAD-5668-47DB-914D-B70DB34A6BA9}">
  <a:tblStyle styleId="{4F22BBAD-5668-47DB-914D-B70DB34A6B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{4F22BBAD-5668-47DB-914D-B70DB34A6BA9}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