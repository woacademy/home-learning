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FFAAF6-8253-4852-8ECF-46DF730159FD}">
  <a:tblStyle styleId="{8FFFAAF6-8253-4852-8ECF-46DF730159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{8FFFAAF6-8253-4852-8ECF-46DF730159FD}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