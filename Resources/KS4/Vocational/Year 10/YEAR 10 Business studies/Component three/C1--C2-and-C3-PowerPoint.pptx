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F40F7A-9ABF-41E4-880C-369187B3038F}">
  <a:tblStyle styleId="{16F40F7A-9ABF-41E4-880C-369187B303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{16F40F7A-9ABF-41E4-880C-369187B3038F}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