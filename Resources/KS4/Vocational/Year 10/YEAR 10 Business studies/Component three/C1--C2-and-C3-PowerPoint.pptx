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3DD694-1A94-493D-BF3E-2787B6B46CBB}">
  <a:tblStyle styleId="{113DD694-1A94-493D-BF3E-2787B6B46CB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{113DD694-1A94-493D-BF3E-2787B6B46CBB}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