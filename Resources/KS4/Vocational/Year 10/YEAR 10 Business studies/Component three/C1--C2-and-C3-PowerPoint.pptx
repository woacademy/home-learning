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427E2F-1BC8-46DA-A1A9-34C9E2D1D5EA}">
  <a:tblStyle styleId="{EE427E2F-1BC8-46DA-A1A9-34C9E2D1D5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{EE427E2F-1BC8-46DA-A1A9-34C9E2D1D5EA}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