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45F98-ED17-4964-93EA-C8C16287FD5F}">
  <a:tblStyle styleId="{34945F98-ED17-4964-93EA-C8C16287FD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{34945F98-ED17-4964-93EA-C8C16287FD5F}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