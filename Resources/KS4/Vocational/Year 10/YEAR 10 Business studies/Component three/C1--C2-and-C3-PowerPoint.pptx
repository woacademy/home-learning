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EF5F5C-7A3A-4BB8-A93A-25D9DFEBFF3D}">
  <a:tblStyle styleId="{85EF5F5C-7A3A-4BB8-A93A-25D9DFEBFF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{85EF5F5C-7A3A-4BB8-A93A-25D9DFEBFF3D}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