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C7FDF3-2AC7-4BB9-96BC-DB7F14E94FC5}">
  <a:tblStyle styleId="{78C7FDF3-2AC7-4BB9-96BC-DB7F14E94F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{78C7FDF3-2AC7-4BB9-96BC-DB7F14E94FC5}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