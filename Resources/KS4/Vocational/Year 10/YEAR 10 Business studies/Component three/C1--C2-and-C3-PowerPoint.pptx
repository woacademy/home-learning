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B02627-4807-4D8A-9517-A91F483A732D}">
  <a:tblStyle styleId="{8BB02627-4807-4D8A-9517-A91F483A73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{8BB02627-4807-4D8A-9517-A91F483A732D}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