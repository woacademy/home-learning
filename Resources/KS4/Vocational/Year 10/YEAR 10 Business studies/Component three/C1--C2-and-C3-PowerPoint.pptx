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30D412-152F-485F-B1C7-1584AB903E71}">
  <a:tblStyle styleId="{3530D412-152F-485F-B1C7-1584AB903E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{3530D412-152F-485F-B1C7-1584AB903E71}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