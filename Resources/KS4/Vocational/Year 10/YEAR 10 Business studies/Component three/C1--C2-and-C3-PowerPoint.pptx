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C10D92-D350-46F2-A85C-4542EEC3752A}">
  <a:tblStyle styleId="{E0C10D92-D350-46F2-A85C-4542EEC375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{E0C10D92-D350-46F2-A85C-4542EEC3752A}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