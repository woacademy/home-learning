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E893B4B-5332-456C-9769-D45D184BD5CA}">
  <a:tblStyle styleId="{FE893B4B-5332-456C-9769-D45D184BD5C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Relationship Id="rId4" Type="http://schemas.openxmlformats.org/officeDocument/2006/relationships/image" Target="../media/image10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{FE893B4B-5332-456C-9769-D45D184BD5CA}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