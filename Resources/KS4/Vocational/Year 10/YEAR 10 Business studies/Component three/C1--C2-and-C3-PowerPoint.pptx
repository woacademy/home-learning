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774F01B-B663-4134-8224-6DC35AA41125}">
  <a:tblStyle styleId="{7774F01B-B663-4134-8224-6DC35AA411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{7774F01B-B663-4134-8224-6DC35AA41125}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