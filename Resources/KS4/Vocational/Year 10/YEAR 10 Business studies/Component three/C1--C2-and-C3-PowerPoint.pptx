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DC0D5C-44DE-4B4E-A627-AF26EBC8B8F9}">
  <a:tblStyle styleId="{0CDC0D5C-44DE-4B4E-A627-AF26EBC8B8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{0CDC0D5C-44DE-4B4E-A627-AF26EBC8B8F9}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