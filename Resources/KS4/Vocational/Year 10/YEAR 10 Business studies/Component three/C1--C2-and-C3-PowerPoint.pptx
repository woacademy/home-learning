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FA65E4A-0B2D-4707-B5B7-DE36FAA73242}">
  <a:tblStyle styleId="{9FA65E4A-0B2D-4707-B5B7-DE36FAA732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{9FA65E4A-0B2D-4707-B5B7-DE36FAA73242}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