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63D14D-A81D-4CB8-A6EE-C54A03DCC967}">
  <a:tblStyle styleId="{3863D14D-A81D-4CB8-A6EE-C54A03DCC9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{3863D14D-A81D-4CB8-A6EE-C54A03DCC967}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