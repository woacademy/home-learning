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980DB61-1D86-4EA4-A4AA-F4F254D204D9}">
  <a:tblStyle styleId="{E980DB61-1D86-4EA4-A4AA-F4F254D204D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{E980DB61-1D86-4EA4-A4AA-F4F254D204D9}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