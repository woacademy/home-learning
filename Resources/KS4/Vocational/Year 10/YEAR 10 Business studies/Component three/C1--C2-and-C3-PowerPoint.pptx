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4BD9DA8-B26A-428E-A680-E548D2600D03}">
  <a:tblStyle styleId="{24BD9DA8-B26A-428E-A680-E548D2600D0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4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{24BD9DA8-B26A-428E-A680-E548D2600D03}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