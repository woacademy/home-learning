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B425CD-36EE-4A8E-A92C-2FA8A07E1397}">
  <a:tblStyle styleId="{C7B425CD-36EE-4A8E-A92C-2FA8A07E13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{C7B425CD-36EE-4A8E-A92C-2FA8A07E1397}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