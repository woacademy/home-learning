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C86746E-C20C-45AA-8946-1B3ABE58F2AF}">
  <a:tblStyle styleId="{9C86746E-C20C-45AA-8946-1B3ABE58F2A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{9C86746E-C20C-45AA-8946-1B3ABE58F2AF}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