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D42C0-42E0-4A99-8AC4-FA75FB82C9FF}">
  <a:tblStyle styleId="{48FD42C0-42E0-4A99-8AC4-FA75FB82C9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{48FD42C0-42E0-4A99-8AC4-FA75FB82C9FF}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