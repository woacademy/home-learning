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4D1D18-0C00-411C-9B38-BFF8AB9C3722}">
  <a:tblStyle styleId="{C74D1D18-0C00-411C-9B38-BFF8AB9C37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{C74D1D18-0C00-411C-9B38-BFF8AB9C3722}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