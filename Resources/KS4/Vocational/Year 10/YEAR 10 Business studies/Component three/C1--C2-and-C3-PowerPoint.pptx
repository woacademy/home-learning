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EA31E5-EFA8-465B-BCA5-728718BB73F3}">
  <a:tblStyle styleId="{F8EA31E5-EFA8-465B-BCA5-728718BB73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{F8EA31E5-EFA8-465B-BCA5-728718BB73F3}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