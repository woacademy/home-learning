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AC21EF-54CE-4D09-A18C-357CF587D852}">
  <a:tblStyle styleId="{18AC21EF-54CE-4D09-A18C-357CF587D8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{18AC21EF-54CE-4D09-A18C-357CF587D852}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