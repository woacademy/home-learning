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A6159-9F77-4799-BD50-BB2EEF526F52}">
  <a:tblStyle styleId="{48DA6159-9F77-4799-BD50-BB2EEF526F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{48DA6159-9F77-4799-BD50-BB2EEF526F52}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