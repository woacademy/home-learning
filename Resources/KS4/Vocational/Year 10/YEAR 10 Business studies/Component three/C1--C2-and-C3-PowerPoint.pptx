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06ACC11-A071-4785-9933-6A97A0E5535A}">
  <a:tblStyle styleId="{506ACC11-A071-4785-9933-6A97A0E5535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{506ACC11-A071-4785-9933-6A97A0E5535A}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