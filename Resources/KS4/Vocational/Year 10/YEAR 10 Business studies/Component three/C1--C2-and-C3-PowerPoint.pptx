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98D6CD7-082D-4E50-8809-786306F2E436}">
  <a:tblStyle styleId="{C98D6CD7-082D-4E50-8809-786306F2E43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{C98D6CD7-082D-4E50-8809-786306F2E436}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