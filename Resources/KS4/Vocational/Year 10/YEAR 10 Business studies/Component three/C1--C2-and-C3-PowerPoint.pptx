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7AE3BD-986D-4C4C-9C80-3E5B3ADB92EF}">
  <a:tblStyle styleId="{C87AE3BD-986D-4C4C-9C80-3E5B3ADB92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{C87AE3BD-986D-4C4C-9C80-3E5B3ADB92EF}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