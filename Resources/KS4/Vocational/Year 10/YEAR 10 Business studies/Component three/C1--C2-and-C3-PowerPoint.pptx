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10D1E5-B7B1-4778-B429-504F83FC74EE}">
  <a:tblStyle styleId="{0810D1E5-B7B1-4778-B429-504F83FC74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{0810D1E5-B7B1-4778-B429-504F83FC74EE}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