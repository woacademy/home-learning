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E13DBF8-9275-4A85-9FA2-BA476E87F8CA}">
  <a:tblStyle styleId="{3E13DBF8-9275-4A85-9FA2-BA476E87F8C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{3E13DBF8-9275-4A85-9FA2-BA476E87F8CA}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