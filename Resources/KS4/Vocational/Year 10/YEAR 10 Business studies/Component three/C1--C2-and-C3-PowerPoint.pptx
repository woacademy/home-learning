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0DB000-548A-4880-9E5B-79DFE9D60E7B}">
  <a:tblStyle styleId="{230DB000-548A-4880-9E5B-79DFE9D60E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{230DB000-548A-4880-9E5B-79DFE9D60E7B}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