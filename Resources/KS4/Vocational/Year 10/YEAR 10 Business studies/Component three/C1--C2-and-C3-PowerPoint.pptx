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D51BDF-F0A0-4583-92B9-56416929CC21}">
  <a:tblStyle styleId="{FBD51BDF-F0A0-4583-92B9-56416929CC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{FBD51BDF-F0A0-4583-92B9-56416929CC21}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