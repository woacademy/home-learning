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720B07-0207-4359-863F-010E1052BFB8}">
  <a:tblStyle styleId="{F3720B07-0207-4359-863F-010E1052BF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{F3720B07-0207-4359-863F-010E1052BFB8}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