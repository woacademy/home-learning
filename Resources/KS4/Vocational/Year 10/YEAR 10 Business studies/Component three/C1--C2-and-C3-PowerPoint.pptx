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2F8CBD-5FFD-45D1-A611-513FA57AE60E}">
  <a:tblStyle styleId="{942F8CBD-5FFD-45D1-A611-513FA57AE6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{942F8CBD-5FFD-45D1-A611-513FA57AE60E}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