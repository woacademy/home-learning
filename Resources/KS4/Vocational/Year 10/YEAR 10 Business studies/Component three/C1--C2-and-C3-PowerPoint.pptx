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AEE27E-FFB0-404D-BEFE-B42B557CA445}">
  <a:tblStyle styleId="{38AEE27E-FFB0-404D-BEFE-B42B557CA4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{38AEE27E-FFB0-404D-BEFE-B42B557CA445}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