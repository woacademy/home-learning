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7B23BA-46E6-4A64-9821-F76F90683393}">
  <a:tblStyle styleId="{197B23BA-46E6-4A64-9821-F76F9068339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{197B23BA-46E6-4A64-9821-F76F90683393}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