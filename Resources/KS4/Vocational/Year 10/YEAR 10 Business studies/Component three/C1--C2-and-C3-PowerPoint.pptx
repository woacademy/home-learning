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87843D-F873-4D0F-AEE8-B0B840D3827B}">
  <a:tblStyle styleId="{A087843D-F873-4D0F-AEE8-B0B840D382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{A087843D-F873-4D0F-AEE8-B0B840D3827B}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