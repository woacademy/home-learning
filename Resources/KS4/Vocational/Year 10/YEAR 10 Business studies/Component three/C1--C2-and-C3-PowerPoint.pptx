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F666E1-7C6D-4244-AEBB-D6FB2D1E54CD}">
  <a:tblStyle styleId="{94F666E1-7C6D-4244-AEBB-D6FB2D1E54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{94F666E1-7C6D-4244-AEBB-D6FB2D1E54CD}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