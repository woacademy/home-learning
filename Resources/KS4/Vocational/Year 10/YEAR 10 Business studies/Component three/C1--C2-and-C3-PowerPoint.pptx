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38BE5-C39B-4597-872D-A7F412DC41A4}">
  <a:tblStyle styleId="{05538BE5-C39B-4597-872D-A7F412DC4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{05538BE5-C39B-4597-872D-A7F412DC41A4}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