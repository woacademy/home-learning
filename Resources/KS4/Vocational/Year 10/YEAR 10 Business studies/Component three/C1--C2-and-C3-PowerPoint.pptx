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E5F4C3-B9BE-40E4-8672-918D6A538126}">
  <a:tblStyle styleId="{74E5F4C3-B9BE-40E4-8672-918D6A5381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{74E5F4C3-B9BE-40E4-8672-918D6A538126}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