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14F7D5-9C8E-4903-A98F-0981751AF125}">
  <a:tblStyle styleId="{CD14F7D5-9C8E-4903-A98F-0981751AF1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{CD14F7D5-9C8E-4903-A98F-0981751AF125}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