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A95F76-ED49-424A-B572-702E6B0CE6BA}">
  <a:tblStyle styleId="{F0A95F76-ED49-424A-B572-702E6B0CE6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{F0A95F76-ED49-424A-B572-702E6B0CE6BA}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