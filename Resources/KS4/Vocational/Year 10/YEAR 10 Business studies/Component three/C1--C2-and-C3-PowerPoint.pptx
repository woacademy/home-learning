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FFC83-08CC-4B69-BF2F-29E226CA73CE}">
  <a:tblStyle styleId="{2FEFFC83-08CC-4B69-BF2F-29E226CA73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{2FEFFC83-08CC-4B69-BF2F-29E226CA73CE}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