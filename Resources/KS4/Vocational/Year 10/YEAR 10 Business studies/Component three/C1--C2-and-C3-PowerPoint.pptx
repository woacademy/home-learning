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4A4577-F3D6-41C5-96EA-1CCB608B226D}">
  <a:tblStyle styleId="{B04A4577-F3D6-41C5-96EA-1CCB608B22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{B04A4577-F3D6-41C5-96EA-1CCB608B226D}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