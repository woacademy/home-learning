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29643BF-B3CA-4BE5-BB3F-FB0A7496F554}">
  <a:tblStyle styleId="{729643BF-B3CA-4BE5-BB3F-FB0A7496F5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{729643BF-B3CA-4BE5-BB3F-FB0A7496F554}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