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F7496C-FBD9-4FBA-A854-750A049A4869}">
  <a:tblStyle styleId="{ECF7496C-FBD9-4FBA-A854-750A049A48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{ECF7496C-FBD9-4FBA-A854-750A049A4869}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