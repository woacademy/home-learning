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314B38-23C2-4CBF-84D9-8C6D4F472421}">
  <a:tblStyle styleId="{03314B38-23C2-4CBF-84D9-8C6D4F4724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{03314B38-23C2-4CBF-84D9-8C6D4F472421}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