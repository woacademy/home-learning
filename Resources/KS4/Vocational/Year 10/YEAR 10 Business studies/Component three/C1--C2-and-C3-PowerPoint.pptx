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47955B-F625-4FE4-A3CC-A100D72CBD14}">
  <a:tblStyle styleId="{EF47955B-F625-4FE4-A3CC-A100D72CBD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{EF47955B-F625-4FE4-A3CC-A100D72CBD14}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