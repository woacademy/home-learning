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48836E-6285-4B6D-B24B-B31E2C39B1BA}">
  <a:tblStyle styleId="{2548836E-6285-4B6D-B24B-B31E2C39B1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{2548836E-6285-4B6D-B24B-B31E2C39B1BA}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