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CF9C16-74FD-43DE-A3E3-D4783C2B2217}">
  <a:tblStyle styleId="{1ACF9C16-74FD-43DE-A3E3-D4783C2B22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{1ACF9C16-74FD-43DE-A3E3-D4783C2B2217}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