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69425-43F4-4A6F-9F1E-F6623F676065}">
  <a:tblStyle styleId="{CE369425-43F4-4A6F-9F1E-F6623F676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{CE369425-43F4-4A6F-9F1E-F6623F676065}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