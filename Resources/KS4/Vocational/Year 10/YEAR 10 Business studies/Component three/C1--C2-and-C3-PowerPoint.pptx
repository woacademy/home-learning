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231C7D-59E2-47EB-8940-E7DF65C6FE2A}">
  <a:tblStyle styleId="{D3231C7D-59E2-47EB-8940-E7DF65C6FE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{D3231C7D-59E2-47EB-8940-E7DF65C6FE2A}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