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4936AA-1E8B-4E25-8FCE-7F8EB0223787}">
  <a:tblStyle styleId="{034936AA-1E8B-4E25-8FCE-7F8EB02237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{034936AA-1E8B-4E25-8FCE-7F8EB0223787}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