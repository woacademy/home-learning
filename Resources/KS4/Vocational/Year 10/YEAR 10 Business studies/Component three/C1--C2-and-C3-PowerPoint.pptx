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6E7E2-E2AB-430A-BBD0-310A4AFAA59B}">
  <a:tblStyle styleId="{2BF6E7E2-E2AB-430A-BBD0-310A4AFAA5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{2BF6E7E2-E2AB-430A-BBD0-310A4AFAA59B}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