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62A455-7DE7-4463-9AC6-6E2E00EF47F7}">
  <a:tblStyle styleId="{6F62A455-7DE7-4463-9AC6-6E2E00EF4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{6F62A455-7DE7-4463-9AC6-6E2E00EF47F7}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