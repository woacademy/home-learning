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76317D-7368-44DE-A798-5058CBBAB25E}">
  <a:tblStyle styleId="{B476317D-7368-44DE-A798-5058CBBAB2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{B476317D-7368-44DE-A798-5058CBBAB25E}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