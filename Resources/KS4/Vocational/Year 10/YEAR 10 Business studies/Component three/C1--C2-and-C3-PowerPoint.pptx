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4F0389-BD41-4BAD-BC2B-29C8E85E23BF}">
  <a:tblStyle styleId="{B74F0389-BD41-4BAD-BC2B-29C8E85E23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{B74F0389-BD41-4BAD-BC2B-29C8E85E23BF}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