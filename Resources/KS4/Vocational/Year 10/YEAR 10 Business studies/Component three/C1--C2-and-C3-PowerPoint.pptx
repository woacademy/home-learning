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8FF58C-A8A1-47CE-BE66-B55B5EAAA49E}">
  <a:tblStyle styleId="{A38FF58C-A8A1-47CE-BE66-B55B5EAAA4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{A38FF58C-A8A1-47CE-BE66-B55B5EAAA49E}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