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F94A35-1368-4C70-A22B-DF403873E76B}">
  <a:tblStyle styleId="{5EF94A35-1368-4C70-A22B-DF403873E7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{5EF94A35-1368-4C70-A22B-DF403873E76B}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