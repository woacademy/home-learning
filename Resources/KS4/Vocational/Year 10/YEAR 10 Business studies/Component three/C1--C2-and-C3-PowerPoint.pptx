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21C67A-DF3F-4F07-864F-4DFF34DFD3AB}">
  <a:tblStyle styleId="{9221C67A-DF3F-4F07-864F-4DFF34DFD3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{9221C67A-DF3F-4F07-864F-4DFF34DFD3AB}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