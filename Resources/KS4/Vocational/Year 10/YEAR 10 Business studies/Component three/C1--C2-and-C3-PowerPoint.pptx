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4AE0CB-CBBF-4BD0-8DDB-4D1EBCB9B4A5}">
  <a:tblStyle styleId="{C24AE0CB-CBBF-4BD0-8DDB-4D1EBCB9B4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{C24AE0CB-CBBF-4BD0-8DDB-4D1EBCB9B4A5}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