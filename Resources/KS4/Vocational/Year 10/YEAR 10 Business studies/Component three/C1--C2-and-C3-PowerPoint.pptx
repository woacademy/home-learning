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266D69-EACA-4541-8FD0-82F3E775C646}">
  <a:tblStyle styleId="{B8266D69-EACA-4541-8FD0-82F3E775C6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{B8266D69-EACA-4541-8FD0-82F3E775C646}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