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78B296-3E4F-4471-9C78-9F38A984DDD6}">
  <a:tblStyle styleId="{4278B296-3E4F-4471-9C78-9F38A984DD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{4278B296-3E4F-4471-9C78-9F38A984DDD6}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