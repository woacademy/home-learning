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685324F-623B-4363-B635-1D227034DD00}">
  <a:tblStyle styleId="{9685324F-623B-4363-B635-1D227034DD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{9685324F-623B-4363-B635-1D227034DD00}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