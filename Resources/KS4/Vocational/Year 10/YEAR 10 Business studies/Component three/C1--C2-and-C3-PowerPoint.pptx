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36C450-048A-4C16-A4E4-12DA573353A3}">
  <a:tblStyle styleId="{1E36C450-048A-4C16-A4E4-12DA573353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{1E36C450-048A-4C16-A4E4-12DA573353A3}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