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E6CD99-D94F-483D-B5E5-7DE147158AF6}">
  <a:tblStyle styleId="{41E6CD99-D94F-483D-B5E5-7DE147158A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{41E6CD99-D94F-483D-B5E5-7DE147158AF6}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