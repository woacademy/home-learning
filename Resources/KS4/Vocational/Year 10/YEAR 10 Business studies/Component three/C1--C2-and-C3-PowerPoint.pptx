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E60E9C-FE09-456A-B959-BDAB63F6EBDE}">
  <a:tblStyle styleId="{C6E60E9C-FE09-456A-B959-BDAB63F6EB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{C6E60E9C-FE09-456A-B959-BDAB63F6EBDE}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