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3B6D13-67D2-48CC-A4E8-845858621F14}">
  <a:tblStyle styleId="{FB3B6D13-67D2-48CC-A4E8-845858621F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{FB3B6D13-67D2-48CC-A4E8-845858621F14}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