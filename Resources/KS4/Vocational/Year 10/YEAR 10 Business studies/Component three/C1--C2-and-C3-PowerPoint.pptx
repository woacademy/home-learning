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DAF04F-2723-4B6F-A8AC-B2B96FA26BC7}">
  <a:tblStyle styleId="{DADAF04F-2723-4B6F-A8AC-B2B96FA26B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{DADAF04F-2723-4B6F-A8AC-B2B96FA26BC7}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