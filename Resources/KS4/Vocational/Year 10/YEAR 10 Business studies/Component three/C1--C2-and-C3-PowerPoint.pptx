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63622E-961C-4AE4-B7B9-3E8DBE3166DD}">
  <a:tblStyle styleId="{4063622E-961C-4AE4-B7B9-3E8DBE3166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{4063622E-961C-4AE4-B7B9-3E8DBE3166DD}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