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1BBE6E-8BF2-4256-983B-8C977B7680A7}">
  <a:tblStyle styleId="{DE1BBE6E-8BF2-4256-983B-8C977B7680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{DE1BBE6E-8BF2-4256-983B-8C977B7680A7}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