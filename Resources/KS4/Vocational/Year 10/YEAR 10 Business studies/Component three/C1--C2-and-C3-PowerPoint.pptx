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20304E-6D5A-4F3F-B053-F1CA5040334F}">
  <a:tblStyle styleId="{B120304E-6D5A-4F3F-B053-F1CA504033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{B120304E-6D5A-4F3F-B053-F1CA5040334F}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