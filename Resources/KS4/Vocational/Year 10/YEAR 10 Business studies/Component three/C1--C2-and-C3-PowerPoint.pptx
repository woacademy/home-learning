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5E3DEEC-3725-4204-8E88-2E65AADA4BD6}">
  <a:tblStyle styleId="{75E3DEEC-3725-4204-8E88-2E65AADA4B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{75E3DEEC-3725-4204-8E88-2E65AADA4BD6}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