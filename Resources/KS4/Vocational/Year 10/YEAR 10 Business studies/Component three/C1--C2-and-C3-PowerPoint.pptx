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4F9783-C0AD-4B54-ADCC-D85179CD90B2}">
  <a:tblStyle styleId="{544F9783-C0AD-4B54-ADCC-D85179CD90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{544F9783-C0AD-4B54-ADCC-D85179CD90B2}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