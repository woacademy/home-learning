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343FC9-45FF-4D14-B888-075A53CC54CD}">
  <a:tblStyle styleId="{B0343FC9-45FF-4D14-B888-075A53CC54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{B0343FC9-45FF-4D14-B888-075A53CC54CD}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