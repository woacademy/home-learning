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78E4B-7155-4C3E-9604-FEE558569F09}">
  <a:tblStyle styleId="{DE278E4B-7155-4C3E-9604-FEE558569F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{DE278E4B-7155-4C3E-9604-FEE558569F09}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