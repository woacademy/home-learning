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D0311-E182-48B6-B37C-511BFFA2FF2A}">
  <a:tblStyle styleId="{C4FD0311-E182-48B6-B37C-511BFFA2F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{C4FD0311-E182-48B6-B37C-511BFFA2FF2A}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