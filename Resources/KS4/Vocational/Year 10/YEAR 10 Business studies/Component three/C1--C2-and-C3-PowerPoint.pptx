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0BEAAD-DF4D-4E53-91AA-01E03F06AAB2}">
  <a:tblStyle styleId="{C90BEAAD-DF4D-4E53-91AA-01E03F06AA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{C90BEAAD-DF4D-4E53-91AA-01E03F06AAB2}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