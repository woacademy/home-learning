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8F0488-37C2-471B-B098-3BE98A4CAD9C}">
  <a:tblStyle styleId="{848F0488-37C2-471B-B098-3BE98A4CAD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{848F0488-37C2-471B-B098-3BE98A4CAD9C}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