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56528F-7A7D-49B5-981C-5C8C19C0769D}">
  <a:tblStyle styleId="{BD56528F-7A7D-49B5-981C-5C8C19C076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{BD56528F-7A7D-49B5-981C-5C8C19C0769D}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