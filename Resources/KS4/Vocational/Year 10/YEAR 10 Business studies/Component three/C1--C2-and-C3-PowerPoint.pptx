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50FE4B-F495-4F04-B143-4F96FE544FFB}">
  <a:tblStyle styleId="{8F50FE4B-F495-4F04-B143-4F96FE544F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{8F50FE4B-F495-4F04-B143-4F96FE544FFB}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