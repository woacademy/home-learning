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0A9614-0DF8-4B05-892F-320BABC6B13B}">
  <a:tblStyle styleId="{5C0A9614-0DF8-4B05-892F-320BABC6B1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{5C0A9614-0DF8-4B05-892F-320BABC6B13B}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