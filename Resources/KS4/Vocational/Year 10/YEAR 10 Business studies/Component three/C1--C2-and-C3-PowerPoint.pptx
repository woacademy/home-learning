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1C10F7-C305-449F-B6EF-9EB17FB89DE0}">
  <a:tblStyle styleId="{571C10F7-C305-449F-B6EF-9EB17FB89D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{571C10F7-C305-449F-B6EF-9EB17FB89DE0}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