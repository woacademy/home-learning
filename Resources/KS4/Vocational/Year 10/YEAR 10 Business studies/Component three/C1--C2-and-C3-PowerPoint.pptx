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62DF57-B7D4-43E8-8FBC-61AD196C9C7D}">
  <a:tblStyle styleId="{E162DF57-B7D4-43E8-8FBC-61AD196C9C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{E162DF57-B7D4-43E8-8FBC-61AD196C9C7D}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