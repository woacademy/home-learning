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37004-B05B-41D2-A8D0-1E83B64DD3F6}">
  <a:tblStyle styleId="{B9F37004-B05B-41D2-A8D0-1E83B64DD3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{B9F37004-B05B-41D2-A8D0-1E83B64DD3F6}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