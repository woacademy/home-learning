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FB7136-72AB-487E-BCCF-67178BC0BBB0}">
  <a:tblStyle styleId="{ABFB7136-72AB-487E-BCCF-67178BC0BB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{ABFB7136-72AB-487E-BCCF-67178BC0BBB0}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