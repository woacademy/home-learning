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C99886-4F92-41F6-A19A-D296A230DD20}">
  <a:tblStyle styleId="{B8C99886-4F92-41F6-A19A-D296A230DD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{B8C99886-4F92-41F6-A19A-D296A230DD20}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