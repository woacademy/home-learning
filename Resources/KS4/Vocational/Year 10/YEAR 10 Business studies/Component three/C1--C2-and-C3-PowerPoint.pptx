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30FEB1-9CAC-422E-A8AA-21F569780D3B}">
  <a:tblStyle styleId="{6930FEB1-9CAC-422E-A8AA-21F569780D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{6930FEB1-9CAC-422E-A8AA-21F569780D3B}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