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C72DB7-A1CA-45A0-81D6-EE67EA01C13E}">
  <a:tblStyle styleId="{9AC72DB7-A1CA-45A0-81D6-EE67EA01C1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{9AC72DB7-A1CA-45A0-81D6-EE67EA01C13E}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