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4728113-84F1-40B1-8162-9586005C5351}">
  <a:tblStyle styleId="{14728113-84F1-40B1-8162-9586005C535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0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7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{14728113-84F1-40B1-8162-9586005C5351}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