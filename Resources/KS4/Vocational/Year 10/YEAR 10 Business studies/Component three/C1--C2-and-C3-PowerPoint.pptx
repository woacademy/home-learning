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A6B6E1-99A1-4310-BA44-7C3B1117AC01}">
  <a:tblStyle styleId="{ABA6B6E1-99A1-4310-BA44-7C3B1117AC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{ABA6B6E1-99A1-4310-BA44-7C3B1117AC01}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