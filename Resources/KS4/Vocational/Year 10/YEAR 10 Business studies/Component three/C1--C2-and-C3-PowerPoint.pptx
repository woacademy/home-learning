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16EDF1-32D4-4795-B1FD-A5E1F3AE1019}">
  <a:tblStyle styleId="{A316EDF1-32D4-4795-B1FD-A5E1F3AE1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{A316EDF1-32D4-4795-B1FD-A5E1F3AE1019}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