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2CE94B-A2E3-467B-8B71-6BE2D1F9EE72}">
  <a:tblStyle styleId="{212CE94B-A2E3-467B-8B71-6BE2D1F9EE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{212CE94B-A2E3-467B-8B71-6BE2D1F9EE72}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