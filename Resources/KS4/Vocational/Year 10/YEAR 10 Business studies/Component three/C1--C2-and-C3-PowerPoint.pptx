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9AEABB-346B-47A9-B1C8-7ACBADB21AE1}">
  <a:tblStyle styleId="{889AEABB-346B-47A9-B1C8-7ACBADB21A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{889AEABB-346B-47A9-B1C8-7ACBADB21AE1}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