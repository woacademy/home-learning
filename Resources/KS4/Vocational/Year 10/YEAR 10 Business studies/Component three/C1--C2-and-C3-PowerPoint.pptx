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0725B-4165-4B03-9FE0-D191F8CF2E8A}">
  <a:tblStyle styleId="{BE80725B-4165-4B03-9FE0-D191F8CF2E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{BE80725B-4165-4B03-9FE0-D191F8CF2E8A}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