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65F754-B564-4037-8E7B-6B17DF8D3FAE}">
  <a:tblStyle styleId="{7765F754-B564-4037-8E7B-6B17DF8D3F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{7765F754-B564-4037-8E7B-6B17DF8D3FAE}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