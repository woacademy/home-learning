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7AD82F-03E4-4194-A0E6-4D24CB1A2A04}">
  <a:tblStyle styleId="{C27AD82F-03E4-4194-A0E6-4D24CB1A2A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{C27AD82F-03E4-4194-A0E6-4D24CB1A2A04}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