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9BE60A3-6E23-4B95-99D2-02B30967D781}">
  <a:tblStyle styleId="{29BE60A3-6E23-4B95-99D2-02B30967D78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{29BE60A3-6E23-4B95-99D2-02B30967D781}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