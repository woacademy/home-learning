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B89893-2E34-4264-9D55-C0330DEF0552}">
  <a:tblStyle styleId="{29B89893-2E34-4264-9D55-C0330DEF05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{29B89893-2E34-4264-9D55-C0330DEF0552}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