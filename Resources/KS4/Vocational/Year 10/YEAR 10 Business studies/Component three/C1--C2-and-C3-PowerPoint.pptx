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F8F385-6A85-4CBF-ADB8-63A74CC30926}">
  <a:tblStyle styleId="{63F8F385-6A85-4CBF-ADB8-63A74CC309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{63F8F385-6A85-4CBF-ADB8-63A74CC30926}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