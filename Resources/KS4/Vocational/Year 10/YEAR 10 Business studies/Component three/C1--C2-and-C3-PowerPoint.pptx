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0246EC-BAC4-43F6-BE07-18DC573A10BD}">
  <a:tblStyle styleId="{F80246EC-BAC4-43F6-BE07-18DC573A10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{F80246EC-BAC4-43F6-BE07-18DC573A10BD}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