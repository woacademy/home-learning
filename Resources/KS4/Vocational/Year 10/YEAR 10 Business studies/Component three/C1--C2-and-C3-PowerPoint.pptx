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B591FB-05F0-4EE1-8D75-05CA3028924B}">
  <a:tblStyle styleId="{85B591FB-05F0-4EE1-8D75-05CA302892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{85B591FB-05F0-4EE1-8D75-05CA3028924B}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