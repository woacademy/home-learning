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DBFD80-8EBB-463D-B722-3BEDE5F5AAF8}">
  <a:tblStyle styleId="{C7DBFD80-8EBB-463D-B722-3BEDE5F5AA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{C7DBFD80-8EBB-463D-B722-3BEDE5F5AAF8}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