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FCE545-48CD-49F0-A0FB-4D259D3FA95D}">
  <a:tblStyle styleId="{B5FCE545-48CD-49F0-A0FB-4D259D3FA9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{B5FCE545-48CD-49F0-A0FB-4D259D3FA95D}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