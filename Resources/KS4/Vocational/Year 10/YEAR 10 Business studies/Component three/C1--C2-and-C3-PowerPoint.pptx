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5B5C7F-BF01-4EF0-8DA1-F3FD0A229FCB}">
  <a:tblStyle styleId="{935B5C7F-BF01-4EF0-8DA1-F3FD0A229F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{935B5C7F-BF01-4EF0-8DA1-F3FD0A229FCB}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