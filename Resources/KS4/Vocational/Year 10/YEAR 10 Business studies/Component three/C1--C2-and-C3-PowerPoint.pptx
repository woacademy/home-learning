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DB56A7-4EA2-4889-A703-DB4EE8D07AB2}">
  <a:tblStyle styleId="{3FDB56A7-4EA2-4889-A703-DB4EE8D07A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{3FDB56A7-4EA2-4889-A703-DB4EE8D07AB2}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