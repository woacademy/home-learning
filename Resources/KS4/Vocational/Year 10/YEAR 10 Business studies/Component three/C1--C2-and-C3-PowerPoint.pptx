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B2E335-91F8-4A42-9E66-3256B5D561BD}">
  <a:tblStyle styleId="{E9B2E335-91F8-4A42-9E66-3256B5D561B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{E9B2E335-91F8-4A42-9E66-3256B5D561BD}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