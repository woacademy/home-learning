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E666BD-A3DC-4550-9DFA-F0FA6B91CAA6}">
  <a:tblStyle styleId="{A2E666BD-A3DC-4550-9DFA-F0FA6B91CA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{A2E666BD-A3DC-4550-9DFA-F0FA6B91CAA6}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