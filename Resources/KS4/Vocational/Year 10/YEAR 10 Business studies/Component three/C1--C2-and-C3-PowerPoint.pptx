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7B4C27-2B40-4A46-9E84-990B2F921E82}">
  <a:tblStyle styleId="{3D7B4C27-2B40-4A46-9E84-990B2F921E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{3D7B4C27-2B40-4A46-9E84-990B2F921E82}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