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B60222-AD3C-4E22-A05D-0754A5183D2A}">
  <a:tblStyle styleId="{C8B60222-AD3C-4E22-A05D-0754A5183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{C8B60222-AD3C-4E22-A05D-0754A5183D2A}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