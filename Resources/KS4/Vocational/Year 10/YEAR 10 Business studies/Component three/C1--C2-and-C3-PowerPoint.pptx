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07B12E-56A3-47DB-801B-63BB2DD075E6}">
  <a:tblStyle styleId="{8607B12E-56A3-47DB-801B-63BB2DD075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{8607B12E-56A3-47DB-801B-63BB2DD075E6}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