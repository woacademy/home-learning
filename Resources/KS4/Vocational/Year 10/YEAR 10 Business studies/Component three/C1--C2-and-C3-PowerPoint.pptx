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55EC158-E0D2-4A56-AA06-4C80E88E5AEA}">
  <a:tblStyle styleId="{E55EC158-E0D2-4A56-AA06-4C80E88E5AE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{E55EC158-E0D2-4A56-AA06-4C80E88E5AEA}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