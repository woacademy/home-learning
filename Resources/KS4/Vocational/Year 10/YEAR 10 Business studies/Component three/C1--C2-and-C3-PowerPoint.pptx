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CD800E-725A-4468-BC40-56CA00C10111}">
  <a:tblStyle styleId="{1CCD800E-725A-4468-BC40-56CA00C101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{1CCD800E-725A-4468-BC40-56CA00C10111}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