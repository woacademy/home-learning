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1EF8CD-2D19-4AE3-8A71-F8BB90CCB34C}">
  <a:tblStyle styleId="{BE1EF8CD-2D19-4AE3-8A71-F8BB90CCB3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{BE1EF8CD-2D19-4AE3-8A71-F8BB90CCB34C}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