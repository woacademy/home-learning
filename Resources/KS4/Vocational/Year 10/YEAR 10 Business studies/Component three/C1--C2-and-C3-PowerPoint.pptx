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C6F883-1AF3-4D91-9932-C57BA4ADF671}">
  <a:tblStyle styleId="{24C6F883-1AF3-4D91-9932-C57BA4ADF6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{24C6F883-1AF3-4D91-9932-C57BA4ADF671}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