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3FD201-F5F4-414C-8F30-290557C0FAFB}">
  <a:tblStyle styleId="{D53FD201-F5F4-414C-8F30-290557C0FA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{D53FD201-F5F4-414C-8F30-290557C0FAFB}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