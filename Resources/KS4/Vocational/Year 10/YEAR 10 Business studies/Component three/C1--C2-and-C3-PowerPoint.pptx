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4B8002-75E5-46DD-82C1-3E0BB2F7F7DF}">
  <a:tblStyle styleId="{704B8002-75E5-46DD-82C1-3E0BB2F7F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{704B8002-75E5-46DD-82C1-3E0BB2F7F7DF}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