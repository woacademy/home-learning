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A88005-5D59-4A64-BADF-D830EDD0A735}">
  <a:tblStyle styleId="{E1A88005-5D59-4A64-BADF-D830EDD0A7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{E1A88005-5D59-4A64-BADF-D830EDD0A735}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