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F692F-089D-4647-87EE-C63421E9272B}">
  <a:tblStyle styleId="{8C2F692F-089D-4647-87EE-C63421E92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{8C2F692F-089D-4647-87EE-C63421E9272B}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