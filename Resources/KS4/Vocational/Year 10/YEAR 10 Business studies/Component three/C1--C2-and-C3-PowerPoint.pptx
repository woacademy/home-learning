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19382-3440-494F-A6DB-60AD01294F53}">
  <a:tblStyle styleId="{BB519382-3440-494F-A6DB-60AD01294F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{BB519382-3440-494F-A6DB-60AD01294F53}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