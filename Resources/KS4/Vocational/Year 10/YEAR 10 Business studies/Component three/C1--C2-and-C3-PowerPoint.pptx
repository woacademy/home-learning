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B51EB8-4222-4C30-A20E-2DF2C2EA17AA}">
  <a:tblStyle styleId="{E0B51EB8-4222-4C30-A20E-2DF2C2EA17A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{E0B51EB8-4222-4C30-A20E-2DF2C2EA17AA}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