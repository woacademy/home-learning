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7DE5A-02AE-4583-A364-6B78E8F5EADF}">
  <a:tblStyle styleId="{EE67DE5A-02AE-4583-A364-6B78E8F5E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{EE67DE5A-02AE-4583-A364-6B78E8F5EADF}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