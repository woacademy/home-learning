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E83475-8D63-4295-A676-EA9C31FB3F51}">
  <a:tblStyle styleId="{E0E83475-8D63-4295-A676-EA9C31FB3F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{E0E83475-8D63-4295-A676-EA9C31FB3F51}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