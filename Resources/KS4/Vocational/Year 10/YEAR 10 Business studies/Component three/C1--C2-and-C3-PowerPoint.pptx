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814E78-B873-423B-B479-CA28202B866F}">
  <a:tblStyle styleId="{37814E78-B873-423B-B479-CA28202B86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{37814E78-B873-423B-B479-CA28202B866F}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