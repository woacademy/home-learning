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63F59E-F157-46BB-8275-767CF2B384F3}">
  <a:tblStyle styleId="{0963F59E-F157-46BB-8275-767CF2B384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{0963F59E-F157-46BB-8275-767CF2B384F3}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