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247454-1F1E-4DE8-B0FA-0D9B67CA2CA5}">
  <a:tblStyle styleId="{67247454-1F1E-4DE8-B0FA-0D9B67CA2CA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{67247454-1F1E-4DE8-B0FA-0D9B67CA2CA5}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