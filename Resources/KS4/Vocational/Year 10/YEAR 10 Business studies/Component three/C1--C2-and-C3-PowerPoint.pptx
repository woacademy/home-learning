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ECDCB8-695A-492C-A789-A95F950C2717}">
  <a:tblStyle styleId="{B6ECDCB8-695A-492C-A789-A95F950C27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{B6ECDCB8-695A-492C-A789-A95F950C2717}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