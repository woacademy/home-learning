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37F5C-A462-4607-8F41-E753317935F9}">
  <a:tblStyle styleId="{B5137F5C-A462-4607-8F41-E75331793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{B5137F5C-A462-4607-8F41-E753317935F9}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