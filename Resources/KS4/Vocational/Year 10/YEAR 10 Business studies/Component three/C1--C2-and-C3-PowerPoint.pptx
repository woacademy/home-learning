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33476-806A-4D0A-8D21-1D56134D2CDB}">
  <a:tblStyle styleId="{45533476-806A-4D0A-8D21-1D56134D2C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{45533476-806A-4D0A-8D21-1D56134D2CDB}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