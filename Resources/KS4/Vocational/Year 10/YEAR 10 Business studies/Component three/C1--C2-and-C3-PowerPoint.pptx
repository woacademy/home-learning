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36E776-9133-4D4E-B934-8A96A4302402}">
  <a:tblStyle styleId="{4036E776-9133-4D4E-B934-8A96A43024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{4036E776-9133-4D4E-B934-8A96A4302402}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