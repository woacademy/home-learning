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6F234E-5681-4EEE-AB00-5A31D2AC679D}">
  <a:tblStyle styleId="{646F234E-5681-4EEE-AB00-5A31D2AC67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{646F234E-5681-4EEE-AB00-5A31D2AC679D}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