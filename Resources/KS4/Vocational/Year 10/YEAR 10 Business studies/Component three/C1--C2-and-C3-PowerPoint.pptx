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0B94553-74A5-4E02-A83B-6E0C12B738B5}">
  <a:tblStyle styleId="{80B94553-74A5-4E02-A83B-6E0C12B738B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{80B94553-74A5-4E02-A83B-6E0C12B738B5}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