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FDA7E7-912C-462E-94C1-4D36B555FA74}">
  <a:tblStyle styleId="{B3FDA7E7-912C-462E-94C1-4D36B555FA7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{B3FDA7E7-912C-462E-94C1-4D36B555FA74}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