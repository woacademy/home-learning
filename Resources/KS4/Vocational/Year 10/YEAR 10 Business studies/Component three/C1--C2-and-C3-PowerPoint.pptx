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E4DE35-801D-40DB-9D98-4908D973AF30}">
  <a:tblStyle styleId="{82E4DE35-801D-40DB-9D98-4908D973AF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{82E4DE35-801D-40DB-9D98-4908D973AF30}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