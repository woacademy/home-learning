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5CF1F8-8A4E-42D2-841C-0257F382E7DF}">
  <a:tblStyle styleId="{135CF1F8-8A4E-42D2-841C-0257F382E7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{135CF1F8-8A4E-42D2-841C-0257F382E7DF}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