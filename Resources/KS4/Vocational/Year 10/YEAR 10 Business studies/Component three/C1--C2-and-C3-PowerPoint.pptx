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81436E4-EEC1-4C42-B0BB-4627B0BEBC3F}">
  <a:tblStyle styleId="{E81436E4-EEC1-4C42-B0BB-4627B0BEBC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{E81436E4-EEC1-4C42-B0BB-4627B0BEBC3F}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