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6575911-069A-4C87-963F-D6C883C2AE1B}">
  <a:tblStyle styleId="{B6575911-069A-4C87-963F-D6C883C2AE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{B6575911-069A-4C87-963F-D6C883C2AE1B}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