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0227EB-DCFD-4021-8899-9A234DB4F169}">
  <a:tblStyle styleId="{020227EB-DCFD-4021-8899-9A234DB4F1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{020227EB-DCFD-4021-8899-9A234DB4F169}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