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4A48E8-8D45-4711-BC8D-BBEA9E28EF5C}">
  <a:tblStyle styleId="{E24A48E8-8D45-4711-BC8D-BBEA9E28EF5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{E24A48E8-8D45-4711-BC8D-BBEA9E28EF5C}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