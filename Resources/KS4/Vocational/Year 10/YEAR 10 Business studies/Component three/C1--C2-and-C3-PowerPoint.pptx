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75193E-E33A-4D21-B292-6CD2D7EAC0ED}">
  <a:tblStyle styleId="{ED75193E-E33A-4D21-B292-6CD2D7EAC0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{ED75193E-E33A-4D21-B292-6CD2D7EAC0ED}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