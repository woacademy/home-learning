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0B3CE8-FB6E-43EB-A14A-49A5D0453F6B}">
  <a:tblStyle styleId="{3C0B3CE8-FB6E-43EB-A14A-49A5D0453F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{3C0B3CE8-FB6E-43EB-A14A-49A5D0453F6B}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