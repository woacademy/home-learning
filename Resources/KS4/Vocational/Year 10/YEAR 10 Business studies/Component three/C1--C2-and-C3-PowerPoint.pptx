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90D8F6-83DD-48A7-B402-B2A74260EF36}">
  <a:tblStyle styleId="{CD90D8F6-83DD-48A7-B402-B2A74260EF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{CD90D8F6-83DD-48A7-B402-B2A74260EF36}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