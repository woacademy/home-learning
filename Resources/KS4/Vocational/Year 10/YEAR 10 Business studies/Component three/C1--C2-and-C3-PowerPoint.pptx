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0D6CD6-A727-44F9-96D8-F1802C55D71A}">
  <a:tblStyle styleId="{700D6CD6-A727-44F9-96D8-F1802C55D7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{700D6CD6-A727-44F9-96D8-F1802C55D71A}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