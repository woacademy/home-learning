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92CEBF-443F-4EDA-BD37-3ACBA9CB62A7}">
  <a:tblStyle styleId="{6492CEBF-443F-4EDA-BD37-3ACBA9CB62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{6492CEBF-443F-4EDA-BD37-3ACBA9CB62A7}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