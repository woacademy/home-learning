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B72AF8-938A-458B-8C88-20B611796B39}">
  <a:tblStyle styleId="{D6B72AF8-938A-458B-8C88-20B611796B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{D6B72AF8-938A-458B-8C88-20B611796B39}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