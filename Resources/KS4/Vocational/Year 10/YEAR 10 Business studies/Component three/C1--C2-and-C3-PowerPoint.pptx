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DC8EDE-BAE0-4E04-9DD6-5000837F60FC}">
  <a:tblStyle styleId="{3DDC8EDE-BAE0-4E04-9DD6-5000837F60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{3DDC8EDE-BAE0-4E04-9DD6-5000837F60FC}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