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7B6417-FCFF-4FC0-AD37-C24C9F6A71A9}">
  <a:tblStyle styleId="{1B7B6417-FCFF-4FC0-AD37-C24C9F6A71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{1B7B6417-FCFF-4FC0-AD37-C24C9F6A71A9}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