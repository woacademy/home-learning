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19493D-DC97-4EDE-914F-540411489816}">
  <a:tblStyle styleId="{FA19493D-DC97-4EDE-914F-5404114898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{FA19493D-DC97-4EDE-914F-540411489816}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