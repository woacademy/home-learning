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994B2-8986-4009-A31F-9BF813CB98C1}">
  <a:tblStyle styleId="{1B3994B2-8986-4009-A31F-9BF813CB98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{1B3994B2-8986-4009-A31F-9BF813CB98C1}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