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3EF597-5313-4E95-9EC0-B526BE838B20}">
  <a:tblStyle styleId="{243EF597-5313-4E95-9EC0-B526BE838B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{243EF597-5313-4E95-9EC0-B526BE838B20}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