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0785B0-349E-467A-8294-78C79A5DC12B}">
  <a:tblStyle styleId="{A20785B0-349E-467A-8294-78C79A5DC1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{A20785B0-349E-467A-8294-78C79A5DC12B}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