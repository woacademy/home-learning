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0D6554-D692-43FF-B5B5-F9F9C34CA963}">
  <a:tblStyle styleId="{0E0D6554-D692-43FF-B5B5-F9F9C34CA9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{0E0D6554-D692-43FF-B5B5-F9F9C34CA963}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