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47B790-15B1-4890-A541-DE930E3B294E}">
  <a:tblStyle styleId="{EE47B790-15B1-4890-A541-DE930E3B29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{EE47B790-15B1-4890-A541-DE930E3B294E}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