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D272B4-8AA1-4471-8289-07790F5FD95D}">
  <a:tblStyle styleId="{B7D272B4-8AA1-4471-8289-07790F5FD9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{B7D272B4-8AA1-4471-8289-07790F5FD95D}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