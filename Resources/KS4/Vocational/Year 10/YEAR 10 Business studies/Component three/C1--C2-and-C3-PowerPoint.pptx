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F5CEDB-D59F-40D1-AE99-35F60BE4AB42}">
  <a:tblStyle styleId="{F7F5CEDB-D59F-40D1-AE99-35F60BE4AB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{F7F5CEDB-D59F-40D1-AE99-35F60BE4AB42}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