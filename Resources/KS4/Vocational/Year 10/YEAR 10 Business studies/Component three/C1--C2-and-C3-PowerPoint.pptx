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230688C-1256-4DDB-86A0-434114E54228}">
  <a:tblStyle styleId="{B230688C-1256-4DDB-86A0-434114E5422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{B230688C-1256-4DDB-86A0-434114E54228}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