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D55213-2E06-4827-8068-D3A21DF76405}">
  <a:tblStyle styleId="{CFD55213-2E06-4827-8068-D3A21DF764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{CFD55213-2E06-4827-8068-D3A21DF76405}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