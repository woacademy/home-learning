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D7AF51-6087-431E-83FC-77EBE9C98131}">
  <a:tblStyle styleId="{13D7AF51-6087-431E-83FC-77EBE9C981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{13D7AF51-6087-431E-83FC-77EBE9C98131}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