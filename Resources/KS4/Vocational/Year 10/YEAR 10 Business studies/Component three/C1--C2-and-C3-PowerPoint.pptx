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E9D490-CCC2-4B5F-94E1-81349CF8C349}">
  <a:tblStyle styleId="{80E9D490-CCC2-4B5F-94E1-81349CF8C3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{80E9D490-CCC2-4B5F-94E1-81349CF8C349}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