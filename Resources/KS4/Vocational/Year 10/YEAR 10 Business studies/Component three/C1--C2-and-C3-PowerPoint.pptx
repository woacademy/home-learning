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4F096-649A-416C-8D3E-DC2442FB3EDA}">
  <a:tblStyle styleId="{25A4F096-649A-416C-8D3E-DC2442FB3E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{25A4F096-649A-416C-8D3E-DC2442FB3EDA}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