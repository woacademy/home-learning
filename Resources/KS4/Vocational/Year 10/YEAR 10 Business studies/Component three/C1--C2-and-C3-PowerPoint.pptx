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BA503D6-DE6B-4C66-867F-C6781FEC6195}">
  <a:tblStyle styleId="{ABA503D6-DE6B-4C66-867F-C6781FEC61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{ABA503D6-DE6B-4C66-867F-C6781FEC6195}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