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0C87D7-5AEB-41F6-9265-BD133AF7E1A0}">
  <a:tblStyle styleId="{660C87D7-5AEB-41F6-9265-BD133AF7E1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{660C87D7-5AEB-41F6-9265-BD133AF7E1A0}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