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6152AE-FCE8-4D3C-BB43-BD6F0FF82970}">
  <a:tblStyle styleId="{026152AE-FCE8-4D3C-BB43-BD6F0FF829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{026152AE-FCE8-4D3C-BB43-BD6F0FF82970}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