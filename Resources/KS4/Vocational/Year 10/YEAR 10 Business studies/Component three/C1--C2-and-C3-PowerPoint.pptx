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9930C5-9F38-4F44-A924-9ABFCC1670A9}">
  <a:tblStyle styleId="{1A9930C5-9F38-4F44-A924-9ABFCC1670A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{1A9930C5-9F38-4F44-A924-9ABFCC1670A9}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