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BCCA0A-ABCF-4743-8FC6-E4295F2EE681}">
  <a:tblStyle styleId="{F7BCCA0A-ABCF-4743-8FC6-E4295F2EE6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{F7BCCA0A-ABCF-4743-8FC6-E4295F2EE681}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