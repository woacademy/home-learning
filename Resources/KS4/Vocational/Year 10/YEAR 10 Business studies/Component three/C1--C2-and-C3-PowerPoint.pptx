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BC5FFF-27E6-4F3B-9855-F61B4AEE8217}">
  <a:tblStyle styleId="{51BC5FFF-27E6-4F3B-9855-F61B4AEE82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{51BC5FFF-27E6-4F3B-9855-F61B4AEE8217}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