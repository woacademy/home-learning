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279349-1527-4C9E-8AF4-2C02D48AB84D}">
  <a:tblStyle styleId="{C5279349-1527-4C9E-8AF4-2C02D48AB8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{C5279349-1527-4C9E-8AF4-2C02D48AB84D}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