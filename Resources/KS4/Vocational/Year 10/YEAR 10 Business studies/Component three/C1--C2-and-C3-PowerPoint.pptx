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DBE05A-E80F-43E4-8DB1-3BF3E1BFC8E0}">
  <a:tblStyle styleId="{2ADBE05A-E80F-43E4-8DB1-3BF3E1BFC8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{2ADBE05A-E80F-43E4-8DB1-3BF3E1BFC8E0}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