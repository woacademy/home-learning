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FD6FD3-95B3-4799-B5E5-84B725241C02}">
  <a:tblStyle styleId="{D9FD6FD3-95B3-4799-B5E5-84B725241C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{D9FD6FD3-95B3-4799-B5E5-84B725241C02}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