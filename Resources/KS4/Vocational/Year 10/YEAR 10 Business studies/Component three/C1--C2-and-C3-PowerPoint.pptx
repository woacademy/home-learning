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31AE2E-AA73-486C-AD61-B1066D3E96F1}">
  <a:tblStyle styleId="{9A31AE2E-AA73-486C-AD61-B1066D3E96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{9A31AE2E-AA73-486C-AD61-B1066D3E96F1}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