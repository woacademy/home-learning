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F5C927-885E-4DC5-B475-64416AAF4B40}">
  <a:tblStyle styleId="{8FF5C927-885E-4DC5-B475-64416AAF4B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{8FF5C927-885E-4DC5-B475-64416AAF4B40}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