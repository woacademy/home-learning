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1F7970-C236-486D-84F7-9D44BC761660}">
  <a:tblStyle styleId="{7B1F7970-C236-486D-84F7-9D44BC7616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{7B1F7970-C236-486D-84F7-9D44BC761660}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