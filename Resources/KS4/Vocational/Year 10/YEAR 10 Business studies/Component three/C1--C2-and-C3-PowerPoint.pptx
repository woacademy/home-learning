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23CD0E-4F9A-41C8-A5E5-B2ACDDFB561E}">
  <a:tblStyle styleId="{A423CD0E-4F9A-41C8-A5E5-B2ACDDFB56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{A423CD0E-4F9A-41C8-A5E5-B2ACDDFB561E}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