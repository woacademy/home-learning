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BE02F-3D67-4A16-8C3A-DD38457F1E29}">
  <a:tblStyle styleId="{EC9BE02F-3D67-4A16-8C3A-DD38457F1E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{EC9BE02F-3D67-4A16-8C3A-DD38457F1E29}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