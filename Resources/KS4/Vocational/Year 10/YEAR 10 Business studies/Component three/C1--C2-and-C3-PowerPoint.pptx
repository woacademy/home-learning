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A974C0-0218-423C-926E-5B264AB6DBA7}">
  <a:tblStyle styleId="{E3A974C0-0218-423C-926E-5B264AB6DB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{E3A974C0-0218-423C-926E-5B264AB6DBA7}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