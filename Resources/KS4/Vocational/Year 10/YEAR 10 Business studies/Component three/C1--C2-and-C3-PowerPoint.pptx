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74C7A-6669-4155-A9E3-D7C7BE2D94F2}">
  <a:tblStyle styleId="{B0F74C7A-6669-4155-A9E3-D7C7BE2D94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{B0F74C7A-6669-4155-A9E3-D7C7BE2D94F2}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