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01A66BF-E264-4330-B601-BD6BD7584CD8}">
  <a:tblStyle styleId="{701A66BF-E264-4330-B601-BD6BD7584CD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{701A66BF-E264-4330-B601-BD6BD7584CD8}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