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7BB8BC5-A6F5-445E-8141-75D91847B55F}">
  <a:tblStyle styleId="{17BB8BC5-A6F5-445E-8141-75D91847B5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{17BB8BC5-A6F5-445E-8141-75D91847B55F}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