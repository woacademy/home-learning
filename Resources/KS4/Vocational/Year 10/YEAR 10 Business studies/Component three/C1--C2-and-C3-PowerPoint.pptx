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F404C8-61B4-4D33-97EA-C6C58B384FF8}">
  <a:tblStyle styleId="{23F404C8-61B4-4D33-97EA-C6C58B384F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{23F404C8-61B4-4D33-97EA-C6C58B384FF8}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