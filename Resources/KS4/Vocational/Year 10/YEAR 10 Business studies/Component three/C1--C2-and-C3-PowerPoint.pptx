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FED8E6-D317-4C0E-B72D-42489BB3D326}">
  <a:tblStyle styleId="{DCFED8E6-D317-4C0E-B72D-42489BB3D3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{DCFED8E6-D317-4C0E-B72D-42489BB3D326}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