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62F341-E861-4899-B19A-F102B78F6625}">
  <a:tblStyle styleId="{9062F341-E861-4899-B19A-F102B78F66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{9062F341-E861-4899-B19A-F102B78F6625}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