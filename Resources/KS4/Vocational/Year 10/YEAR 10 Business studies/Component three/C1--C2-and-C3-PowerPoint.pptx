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6F10FA-0A82-49F6-A14B-7D04B4A6A0A7}">
  <a:tblStyle styleId="{3A6F10FA-0A82-49F6-A14B-7D04B4A6A0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{3A6F10FA-0A82-49F6-A14B-7D04B4A6A0A7}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