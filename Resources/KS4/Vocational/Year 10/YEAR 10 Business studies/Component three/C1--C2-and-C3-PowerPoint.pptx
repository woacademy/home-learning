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C2C68C-7C55-4839-83D2-B9BAA2D79ABC}">
  <a:tblStyle styleId="{F3C2C68C-7C55-4839-83D2-B9BAA2D79A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{F3C2C68C-7C55-4839-83D2-B9BAA2D79ABC}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