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3D5901-3717-43A2-8284-C5FF311CB80D}">
  <a:tblStyle styleId="{CA3D5901-3717-43A2-8284-C5FF311CB8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{CA3D5901-3717-43A2-8284-C5FF311CB80D}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