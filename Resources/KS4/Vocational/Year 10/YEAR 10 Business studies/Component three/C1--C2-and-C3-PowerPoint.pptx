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6C7D63-DF30-40A2-80AB-43D85D5F78CE}">
  <a:tblStyle styleId="{146C7D63-DF30-40A2-80AB-43D85D5F78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{146C7D63-DF30-40A2-80AB-43D85D5F78CE}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