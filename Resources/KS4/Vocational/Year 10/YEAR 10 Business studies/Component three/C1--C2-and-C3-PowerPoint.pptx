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CF13EC-4D5E-44F5-9F32-9A5EC6547A87}">
  <a:tblStyle styleId="{8FCF13EC-4D5E-44F5-9F32-9A5EC6547A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{8FCF13EC-4D5E-44F5-9F32-9A5EC6547A87}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