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5C7FF2-E487-4D38-A87B-38F8FE025441}">
  <a:tblStyle styleId="{525C7FF2-E487-4D38-A87B-38F8FE0254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{525C7FF2-E487-4D38-A87B-38F8FE025441}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