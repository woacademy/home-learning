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5A3A18-3622-46E5-A44E-AEC817A4C587}">
  <a:tblStyle styleId="{E65A3A18-3622-46E5-A44E-AEC817A4C5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{E65A3A18-3622-46E5-A44E-AEC817A4C587}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