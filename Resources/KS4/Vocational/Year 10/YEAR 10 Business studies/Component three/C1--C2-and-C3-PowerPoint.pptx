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3E214-8D4D-46EF-9578-ED73D50364C3}">
  <a:tblStyle styleId="{0FF3E214-8D4D-46EF-9578-ED73D50364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{0FF3E214-8D4D-46EF-9578-ED73D50364C3}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