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777FF1-0BCB-489A-89D7-2B6365E9B58E}">
  <a:tblStyle styleId="{BE777FF1-0BCB-489A-89D7-2B6365E9B5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{BE777FF1-0BCB-489A-89D7-2B6365E9B58E}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