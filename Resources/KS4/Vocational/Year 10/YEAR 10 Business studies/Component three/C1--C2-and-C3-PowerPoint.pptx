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5538FF-6C5D-4F7B-BEDC-5B3314538733}">
  <a:tblStyle styleId="{BF5538FF-6C5D-4F7B-BEDC-5B33145387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{BF5538FF-6C5D-4F7B-BEDC-5B3314538733}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