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B3BB81-66E6-4EEB-81DD-03255B1E7D94}">
  <a:tblStyle styleId="{AAB3BB81-66E6-4EEB-81DD-03255B1E7D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{AAB3BB81-66E6-4EEB-81DD-03255B1E7D94}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