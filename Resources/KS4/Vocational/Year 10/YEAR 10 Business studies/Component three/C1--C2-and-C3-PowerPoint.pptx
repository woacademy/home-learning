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D314C6-B17E-4843-ABBA-A5C18C281930}">
  <a:tblStyle styleId="{71D314C6-B17E-4843-ABBA-A5C18C2819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{71D314C6-B17E-4843-ABBA-A5C18C281930}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