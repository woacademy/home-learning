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31501E-F405-49DC-ABFF-640BD27FE620}">
  <a:tblStyle styleId="{BA31501E-F405-49DC-ABFF-640BD27FE62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{BA31501E-F405-49DC-ABFF-640BD27FE620}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