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EA63C1-A29C-49A6-8BDE-FB27A199BD15}">
  <a:tblStyle styleId="{F1EA63C1-A29C-49A6-8BDE-FB27A199BD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{F1EA63C1-A29C-49A6-8BDE-FB27A199BD15}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