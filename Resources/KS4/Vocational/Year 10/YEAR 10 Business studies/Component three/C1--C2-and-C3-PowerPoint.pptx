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79BBFF-0E05-43C1-AE34-6266A208817B}">
  <a:tblStyle styleId="{5879BBFF-0E05-43C1-AE34-6266A20881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{5879BBFF-0E05-43C1-AE34-6266A208817B}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