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FFD4E1-69A5-4809-BF7E-D9F7845ABE36}">
  <a:tblStyle styleId="{33FFD4E1-69A5-4809-BF7E-D9F7845ABE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{33FFD4E1-69A5-4809-BF7E-D9F7845ABE36}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