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99DEE4-0733-4DE7-8C7D-810FD53484E6}">
  <a:tblStyle styleId="{5899DEE4-0733-4DE7-8C7D-810FD53484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{5899DEE4-0733-4DE7-8C7D-810FD53484E6}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