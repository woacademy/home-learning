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58FD46-C6B0-4271-9235-DD6F6609E250}">
  <a:tblStyle styleId="{CC58FD46-C6B0-4271-9235-DD6F6609E25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{CC58FD46-C6B0-4271-9235-DD6F6609E250}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