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D07416-5522-4812-B213-E8DA77674827}">
  <a:tblStyle styleId="{E0D07416-5522-4812-B213-E8DA776748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{E0D07416-5522-4812-B213-E8DA77674827}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