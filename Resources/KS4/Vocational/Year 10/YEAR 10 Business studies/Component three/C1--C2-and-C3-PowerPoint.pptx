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756FB7-EB11-4E42-9D48-93C280C55749}">
  <a:tblStyle styleId="{10756FB7-EB11-4E42-9D48-93C280C557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{10756FB7-EB11-4E42-9D48-93C280C55749}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