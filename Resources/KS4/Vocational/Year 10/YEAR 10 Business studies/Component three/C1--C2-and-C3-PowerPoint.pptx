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7A9087-BA08-4CFF-9123-420539B9F58F}">
  <a:tblStyle styleId="{867A9087-BA08-4CFF-9123-420539B9F5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{867A9087-BA08-4CFF-9123-420539B9F58F}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