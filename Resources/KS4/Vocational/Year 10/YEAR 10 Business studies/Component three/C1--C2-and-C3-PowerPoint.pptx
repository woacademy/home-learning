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B7D25-7AF6-4CBA-8D7D-402DEFC3B1C4}">
  <a:tblStyle styleId="{24AB7D25-7AF6-4CBA-8D7D-402DEFC3B1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{24AB7D25-7AF6-4CBA-8D7D-402DEFC3B1C4}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