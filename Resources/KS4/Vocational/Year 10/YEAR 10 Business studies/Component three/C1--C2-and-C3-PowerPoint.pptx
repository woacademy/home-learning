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77F346-5C8D-4985-B945-624B4541F590}">
  <a:tblStyle styleId="{7777F346-5C8D-4985-B945-624B4541F5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{7777F346-5C8D-4985-B945-624B4541F590}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