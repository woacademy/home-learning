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540409-B0BA-4084-B0E3-EF41914AB566}">
  <a:tblStyle styleId="{70540409-B0BA-4084-B0E3-EF41914AB5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{70540409-B0BA-4084-B0E3-EF41914AB566}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