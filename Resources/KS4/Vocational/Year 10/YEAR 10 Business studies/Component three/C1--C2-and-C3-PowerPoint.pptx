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6CBC24-D549-4495-A2BC-93A5836E99EE}">
  <a:tblStyle styleId="{666CBC24-D549-4495-A2BC-93A5836E99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{666CBC24-D549-4495-A2BC-93A5836E99EE}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