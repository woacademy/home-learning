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75A4CA-1EE9-461E-8118-9C1BE97C029D}">
  <a:tblStyle styleId="{F975A4CA-1EE9-461E-8118-9C1BE97C02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{F975A4CA-1EE9-461E-8118-9C1BE97C029D}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