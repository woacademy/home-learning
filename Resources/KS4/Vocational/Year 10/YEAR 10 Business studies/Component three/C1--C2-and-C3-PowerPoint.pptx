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B9DE33-C89C-4D35-BB62-BAF71666561E}">
  <a:tblStyle styleId="{14B9DE33-C89C-4D35-BB62-BAF7166656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{14B9DE33-C89C-4D35-BB62-BAF71666561E}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