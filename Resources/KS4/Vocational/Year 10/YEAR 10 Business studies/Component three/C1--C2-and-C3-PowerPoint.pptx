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BB2B09-10AC-47D1-B1DA-9D376C1E6D82}">
  <a:tblStyle styleId="{85BB2B09-10AC-47D1-B1DA-9D376C1E6D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{85BB2B09-10AC-47D1-B1DA-9D376C1E6D82}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