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4A9855-13BC-4413-996C-8AEA05C7D41A}">
  <a:tblStyle styleId="{F54A9855-13BC-4413-996C-8AEA05C7D4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{F54A9855-13BC-4413-996C-8AEA05C7D41A}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