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BEE2AF-2614-418A-B5DB-D4533CA788AD}">
  <a:tblStyle styleId="{B0BEE2AF-2614-418A-B5DB-D4533CA788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{B0BEE2AF-2614-418A-B5DB-D4533CA788AD}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