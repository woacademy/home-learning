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1531CDE-EF7F-4AA5-B2FE-3C179A17CE4F}">
  <a:tblStyle styleId="{B1531CDE-EF7F-4AA5-B2FE-3C179A17CE4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{B1531CDE-EF7F-4AA5-B2FE-3C179A17CE4F}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