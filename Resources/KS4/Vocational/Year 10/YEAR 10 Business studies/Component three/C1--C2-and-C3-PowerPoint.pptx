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2917E70-F0F4-43D1-9EB1-DEBE503F2344}">
  <a:tblStyle styleId="{B2917E70-F0F4-43D1-9EB1-DEBE503F234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1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{B2917E70-F0F4-43D1-9EB1-DEBE503F2344}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