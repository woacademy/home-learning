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59456C-8D01-4182-B60A-8925BE4556E2}">
  <a:tblStyle styleId="{9A59456C-8D01-4182-B60A-8925BE4556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{9A59456C-8D01-4182-B60A-8925BE4556E2}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