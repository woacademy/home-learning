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D2011A-B664-471B-A808-F2624AC4DB5D}">
  <a:tblStyle styleId="{70D2011A-B664-471B-A808-F2624AC4DB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{70D2011A-B664-471B-A808-F2624AC4DB5D}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