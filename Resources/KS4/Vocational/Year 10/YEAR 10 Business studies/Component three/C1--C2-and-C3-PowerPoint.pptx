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F67DF1F-FBEF-4AFD-BF6B-868317B5B1E0}">
  <a:tblStyle styleId="{9F67DF1F-FBEF-4AFD-BF6B-868317B5B1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{9F67DF1F-FBEF-4AFD-BF6B-868317B5B1E0}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