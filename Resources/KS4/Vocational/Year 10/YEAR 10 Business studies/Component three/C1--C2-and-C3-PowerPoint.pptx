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ABD413-A011-4311-A8C9-65341BAF6075}">
  <a:tblStyle styleId="{9AABD413-A011-4311-A8C9-65341BAF60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{9AABD413-A011-4311-A8C9-65341BAF6075}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