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91A0AC-B78F-4D24-9531-B6DCCE41D872}">
  <a:tblStyle styleId="{1F91A0AC-B78F-4D24-9531-B6DCCE41D8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{1F91A0AC-B78F-4D24-9531-B6DCCE41D872}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