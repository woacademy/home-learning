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8DCCDC-2DBC-46E2-B089-691443F7DC10}">
  <a:tblStyle styleId="{B88DCCDC-2DBC-46E2-B089-691443F7DC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{B88DCCDC-2DBC-46E2-B089-691443F7DC10}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