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1AE18E-02CA-40BB-AA79-313DE3B9A445}">
  <a:tblStyle styleId="{BF1AE18E-02CA-40BB-AA79-313DE3B9A4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{BF1AE18E-02CA-40BB-AA79-313DE3B9A445}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