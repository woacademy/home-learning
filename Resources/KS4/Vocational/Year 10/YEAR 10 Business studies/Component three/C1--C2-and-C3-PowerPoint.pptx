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9C85B1-992A-4A7B-AF94-CD29B8728329}">
  <a:tblStyle styleId="{969C85B1-992A-4A7B-AF94-CD29B87283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{969C85B1-992A-4A7B-AF94-CD29B8728329}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