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C8B3C-666E-4105-A194-76A14A339353}">
  <a:tblStyle styleId="{184C8B3C-666E-4105-A194-76A14A3393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{184C8B3C-666E-4105-A194-76A14A339353}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