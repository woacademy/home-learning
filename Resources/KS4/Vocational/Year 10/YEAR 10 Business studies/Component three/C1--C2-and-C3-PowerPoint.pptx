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CB51B9-7160-4C07-B72B-5B5010724517}">
  <a:tblStyle styleId="{33CB51B9-7160-4C07-B72B-5B50107245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{33CB51B9-7160-4C07-B72B-5B5010724517}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