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0A36C3-B72C-43F5-B7C3-A4D9A2DC43D0}">
  <a:tblStyle styleId="{BD0A36C3-B72C-43F5-B7C3-A4D9A2DC43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{BD0A36C3-B72C-43F5-B7C3-A4D9A2DC43D0}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