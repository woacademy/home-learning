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844CCC-E2A8-42BC-A096-719A78669398}">
  <a:tblStyle styleId="{30844CCC-E2A8-42BC-A096-719A786693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{30844CCC-E2A8-42BC-A096-719A78669398}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