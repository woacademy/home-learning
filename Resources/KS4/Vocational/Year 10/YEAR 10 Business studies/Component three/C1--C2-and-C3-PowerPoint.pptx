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33CB3D-23E2-4396-8AFA-14FE86B5AA9E}">
  <a:tblStyle styleId="{8E33CB3D-23E2-4396-8AFA-14FE86B5AA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{8E33CB3D-23E2-4396-8AFA-14FE86B5AA9E}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