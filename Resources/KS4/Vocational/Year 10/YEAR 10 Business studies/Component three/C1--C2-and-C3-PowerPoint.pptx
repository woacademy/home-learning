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D2D407C-1970-4B5D-9004-C34C833E587B}">
  <a:tblStyle styleId="{AD2D407C-1970-4B5D-9004-C34C833E587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{AD2D407C-1970-4B5D-9004-C34C833E587B}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