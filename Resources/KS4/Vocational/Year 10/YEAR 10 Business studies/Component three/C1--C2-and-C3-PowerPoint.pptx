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DCC5D9-0D25-4E30-9FC2-233FB46E3F81}">
  <a:tblStyle styleId="{56DCC5D9-0D25-4E30-9FC2-233FB46E3F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{56DCC5D9-0D25-4E30-9FC2-233FB46E3F81}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