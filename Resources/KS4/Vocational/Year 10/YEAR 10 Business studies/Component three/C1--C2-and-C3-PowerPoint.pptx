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75FFC5A1-2800-427F-ABF7-95BC379725CB}">
  <a:tblStyle styleId="{75FFC5A1-2800-427F-ABF7-95BC379725C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png"/><Relationship Id="rId4" Type="http://schemas.openxmlformats.org/officeDocument/2006/relationships/image" Target="../media/image1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{75FFC5A1-2800-427F-ABF7-95BC379725CB}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