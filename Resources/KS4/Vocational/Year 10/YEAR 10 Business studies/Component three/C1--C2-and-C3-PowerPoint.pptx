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3A89FA-A425-4FEA-8DCC-2219C790C396}">
  <a:tblStyle styleId="{383A89FA-A425-4FEA-8DCC-2219C790C3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{383A89FA-A425-4FEA-8DCC-2219C790C396}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