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F9CE9D-5AAF-4848-8AD4-84F987880CE0}">
  <a:tblStyle styleId="{EDF9CE9D-5AAF-4848-8AD4-84F987880C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{EDF9CE9D-5AAF-4848-8AD4-84F987880CE0}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