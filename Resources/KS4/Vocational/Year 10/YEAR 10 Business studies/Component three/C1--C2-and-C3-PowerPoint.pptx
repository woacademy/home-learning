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8B006CE-C260-4DBF-883E-9153FCA3FC98}">
  <a:tblStyle styleId="{98B006CE-C260-4DBF-883E-9153FCA3FC9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4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{98B006CE-C260-4DBF-883E-9153FCA3FC98}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