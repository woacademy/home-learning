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8B2739-D6BD-439A-98A8-02E5E29FAC2E}">
  <a:tblStyle styleId="{248B2739-D6BD-439A-98A8-02E5E29FAC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{248B2739-D6BD-439A-98A8-02E5E29FAC2E}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