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3C1B86-4164-4CA8-B0F5-DE1B1DCDE100}">
  <a:tblStyle styleId="{073C1B86-4164-4CA8-B0F5-DE1B1DCDE1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{073C1B86-4164-4CA8-B0F5-DE1B1DCDE100}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