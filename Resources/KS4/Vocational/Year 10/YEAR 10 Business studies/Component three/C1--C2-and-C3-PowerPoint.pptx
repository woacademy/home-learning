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6EECBD-0844-4A5D-B324-D00772913414}">
  <a:tblStyle styleId="{E46EECBD-0844-4A5D-B324-D007729134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{E46EECBD-0844-4A5D-B324-D00772913414}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