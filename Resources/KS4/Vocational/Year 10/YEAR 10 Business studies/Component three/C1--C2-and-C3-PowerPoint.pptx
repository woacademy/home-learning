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1592511-1CEC-4835-850C-1F28AC455CE0}">
  <a:tblStyle styleId="{51592511-1CEC-4835-850C-1F28AC455C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{51592511-1CEC-4835-850C-1F28AC455CE0}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