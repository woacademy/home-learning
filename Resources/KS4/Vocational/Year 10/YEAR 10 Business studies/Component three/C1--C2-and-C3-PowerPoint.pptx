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0D7EA1D-1999-4976-8EA1-A0EAC0C34FC3}">
  <a:tblStyle styleId="{A0D7EA1D-1999-4976-8EA1-A0EAC0C34FC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{A0D7EA1D-1999-4976-8EA1-A0EAC0C34FC3}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