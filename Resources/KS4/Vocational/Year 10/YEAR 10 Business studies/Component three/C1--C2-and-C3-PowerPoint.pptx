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43B3A8A-B6DC-4EDE-B480-D3352D8BE1F1}">
  <a:tblStyle styleId="{743B3A8A-B6DC-4EDE-B480-D3352D8BE1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{743B3A8A-B6DC-4EDE-B480-D3352D8BE1F1}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