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488B41-8B77-48E5-925A-B9521B3D4DAA}">
  <a:tblStyle styleId="{0C488B41-8B77-48E5-925A-B9521B3D4D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{0C488B41-8B77-48E5-925A-B9521B3D4DAA}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