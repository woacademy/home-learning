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5D120D-2578-4925-8A38-9228BBA2D42C}">
  <a:tblStyle styleId="{D85D120D-2578-4925-8A38-9228BBA2D4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{D85D120D-2578-4925-8A38-9228BBA2D42C}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