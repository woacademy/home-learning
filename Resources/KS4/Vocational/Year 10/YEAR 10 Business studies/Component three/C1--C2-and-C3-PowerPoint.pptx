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61320-9118-4396-9D9D-FEED5FDEBC31}">
  <a:tblStyle styleId="{CD061320-9118-4396-9D9D-FEED5FDEBC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{CD061320-9118-4396-9D9D-FEED5FDEBC31}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