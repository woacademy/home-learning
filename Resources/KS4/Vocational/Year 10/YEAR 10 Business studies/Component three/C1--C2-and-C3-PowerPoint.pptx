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F04311-6978-460A-94ED-EE8A0917AB00}">
  <a:tblStyle styleId="{93F04311-6978-460A-94ED-EE8A0917AB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{93F04311-6978-460A-94ED-EE8A0917AB00}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