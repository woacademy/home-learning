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9D9089-0AAC-4B17-9370-5805C30C8849}">
  <a:tblStyle styleId="{409D9089-0AAC-4B17-9370-5805C30C88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{409D9089-0AAC-4B17-9370-5805C30C8849}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