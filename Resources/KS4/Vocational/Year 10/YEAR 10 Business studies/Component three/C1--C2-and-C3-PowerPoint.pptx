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A54BDF-7DD9-4C88-84DA-19B7048D7861}">
  <a:tblStyle styleId="{93A54BDF-7DD9-4C88-84DA-19B7048D78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{93A54BDF-7DD9-4C88-84DA-19B7048D7861}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