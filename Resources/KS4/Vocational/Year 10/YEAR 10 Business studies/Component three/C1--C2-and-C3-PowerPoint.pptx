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D928B0-D3EF-4F66-936D-9CF9C40B53B5}">
  <a:tblStyle styleId="{24D928B0-D3EF-4F66-936D-9CF9C40B53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{24D928B0-D3EF-4F66-936D-9CF9C40B53B5}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