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5D9C01-F721-4B68-8FE1-B254E0958EF1}">
  <a:tblStyle styleId="{B55D9C01-F721-4B68-8FE1-B254E0958E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{B55D9C01-F721-4B68-8FE1-B254E0958EF1}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