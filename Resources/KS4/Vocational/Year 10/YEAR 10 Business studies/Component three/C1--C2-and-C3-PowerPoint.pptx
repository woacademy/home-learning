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F9BA3F-A273-4FD6-B35D-C548FD06FE07}">
  <a:tblStyle styleId="{C8F9BA3F-A273-4FD6-B35D-C548FD06FE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{C8F9BA3F-A273-4FD6-B35D-C548FD06FE07}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