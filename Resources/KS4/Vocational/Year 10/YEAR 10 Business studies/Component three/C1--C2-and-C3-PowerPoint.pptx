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464060-1F58-4EB0-B705-8BF68E3B61FC}">
  <a:tblStyle styleId="{92464060-1F58-4EB0-B705-8BF68E3B61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{92464060-1F58-4EB0-B705-8BF68E3B61FC}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