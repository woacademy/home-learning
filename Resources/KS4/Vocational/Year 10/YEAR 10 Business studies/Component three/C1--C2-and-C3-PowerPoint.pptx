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9CF32C-72AA-4A05-B44A-BFBE23100532}">
  <a:tblStyle styleId="{6A9CF32C-72AA-4A05-B44A-BFBE231005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{6A9CF32C-72AA-4A05-B44A-BFBE23100532}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