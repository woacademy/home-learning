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505C9C-21DD-4691-AD2D-2DF1122EDFFE}">
  <a:tblStyle styleId="{BC505C9C-21DD-4691-AD2D-2DF1122EDF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{BC505C9C-21DD-4691-AD2D-2DF1122EDFFE}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