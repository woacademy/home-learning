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AF4CA1-44C2-48D1-B72F-F17BFF7FCDF6}">
  <a:tblStyle styleId="{B3AF4CA1-44C2-48D1-B72F-F17BFF7FCD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{B3AF4CA1-44C2-48D1-B72F-F17BFF7FCDF6}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