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AF7303-CBC8-48BD-ABF4-31D5B9609F86}">
  <a:tblStyle styleId="{E5AF7303-CBC8-48BD-ABF4-31D5B9609F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{E5AF7303-CBC8-48BD-ABF4-31D5B9609F86}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