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41DC763-E64F-42E5-A78C-0348192941A9}">
  <a:tblStyle styleId="{641DC763-E64F-42E5-A78C-0348192941A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{641DC763-E64F-42E5-A78C-0348192941A9}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