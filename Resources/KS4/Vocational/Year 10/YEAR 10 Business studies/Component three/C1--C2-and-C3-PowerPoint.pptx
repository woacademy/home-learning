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E2E63D-C2EF-4634-8D2A-80E4CA99ACBB}">
  <a:tblStyle styleId="{53E2E63D-C2EF-4634-8D2A-80E4CA99AC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{53E2E63D-C2EF-4634-8D2A-80E4CA99ACBB}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