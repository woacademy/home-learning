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FD23D9-0A8C-4C2F-B3D5-C0D6258557B7}">
  <a:tblStyle styleId="{F8FD23D9-0A8C-4C2F-B3D5-C0D6258557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{F8FD23D9-0A8C-4C2F-B3D5-C0D6258557B7}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