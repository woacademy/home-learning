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33CD2E-DE98-41DF-AE03-86C1AB663C61}">
  <a:tblStyle styleId="{9D33CD2E-DE98-41DF-AE03-86C1AB663C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{9D33CD2E-DE98-41DF-AE03-86C1AB663C61}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