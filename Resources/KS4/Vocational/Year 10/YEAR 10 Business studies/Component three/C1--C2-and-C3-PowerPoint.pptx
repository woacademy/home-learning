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B1EFF-B590-4564-83F1-5A19214AD73B}">
  <a:tblStyle styleId="{918B1EFF-B590-4564-83F1-5A19214AD7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{918B1EFF-B590-4564-83F1-5A19214AD73B}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