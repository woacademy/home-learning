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39A714C-981E-42AF-8AE9-946E45026FC2}">
  <a:tblStyle styleId="{039A714C-981E-42AF-8AE9-946E45026FC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{039A714C-981E-42AF-8AE9-946E45026FC2}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