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8DBF20-EA78-49AE-816B-36050130D249}">
  <a:tblStyle styleId="{F18DBF20-EA78-49AE-816B-36050130D2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{F18DBF20-EA78-49AE-816B-36050130D249}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