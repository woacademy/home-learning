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BA6E76-FC3D-40B0-8FC3-F684F6735357}">
  <a:tblStyle styleId="{CFBA6E76-FC3D-40B0-8FC3-F684F67353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{CFBA6E76-FC3D-40B0-8FC3-F684F6735357}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