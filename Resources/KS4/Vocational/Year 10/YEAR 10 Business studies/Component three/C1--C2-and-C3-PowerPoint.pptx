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9165B1-8446-43CA-9277-08CE55E4AC2C}">
  <a:tblStyle styleId="{059165B1-8446-43CA-9277-08CE55E4AC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{059165B1-8446-43CA-9277-08CE55E4AC2C}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