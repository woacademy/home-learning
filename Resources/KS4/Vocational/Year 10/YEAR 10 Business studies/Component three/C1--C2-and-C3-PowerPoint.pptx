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99BECE-06D3-4013-9BB6-C68E0E01089D}">
  <a:tblStyle styleId="{2C99BECE-06D3-4013-9BB6-C68E0E0108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{2C99BECE-06D3-4013-9BB6-C68E0E01089D}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