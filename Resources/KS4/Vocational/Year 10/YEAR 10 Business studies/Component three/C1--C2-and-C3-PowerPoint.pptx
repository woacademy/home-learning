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EB93B4-1661-4933-B0CC-930B2F4BDF94}">
  <a:tblStyle styleId="{AAEB93B4-1661-4933-B0CC-930B2F4BDF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{AAEB93B4-1661-4933-B0CC-930B2F4BDF94}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