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D99843-A7E6-4142-8546-58F83E6B7806}">
  <a:tblStyle styleId="{47D99843-A7E6-4142-8546-58F83E6B78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{47D99843-A7E6-4142-8546-58F83E6B7806}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