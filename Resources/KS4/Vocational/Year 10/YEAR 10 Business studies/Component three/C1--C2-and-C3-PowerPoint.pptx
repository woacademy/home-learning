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6F03DB-1BD9-41D4-8928-2093E020F960}">
  <a:tblStyle styleId="{AA6F03DB-1BD9-41D4-8928-2093E020F9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{AA6F03DB-1BD9-41D4-8928-2093E020F960}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