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8C562C-7977-46DA-BCF5-3357B477035E}">
  <a:tblStyle styleId="{A48C562C-7977-46DA-BCF5-3357B47703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{A48C562C-7977-46DA-BCF5-3357B477035E}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