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62239B5-3621-47E5-875E-5BBDED4A13C1}">
  <a:tblStyle styleId="{D62239B5-3621-47E5-875E-5BBDED4A13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{D62239B5-3621-47E5-875E-5BBDED4A13C1}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