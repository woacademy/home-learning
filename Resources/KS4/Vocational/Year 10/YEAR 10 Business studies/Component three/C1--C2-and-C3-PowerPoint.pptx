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FCCF8C-1D8A-4F04-B829-4A845869C854}">
  <a:tblStyle styleId="{06FCCF8C-1D8A-4F04-B829-4A845869C8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{06FCCF8C-1D8A-4F04-B829-4A845869C854}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