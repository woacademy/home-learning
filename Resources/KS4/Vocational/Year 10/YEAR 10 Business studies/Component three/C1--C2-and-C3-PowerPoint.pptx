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8F06EC-372B-4D95-BB60-C1B1DF2337BD}">
  <a:tblStyle styleId="{EC8F06EC-372B-4D95-BB60-C1B1DF2337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{EC8F06EC-372B-4D95-BB60-C1B1DF2337BD}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