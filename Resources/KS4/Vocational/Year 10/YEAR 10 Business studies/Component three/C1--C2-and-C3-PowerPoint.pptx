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478433-8A60-476C-A96D-B48EDB4E4297}">
  <a:tblStyle styleId="{59478433-8A60-476C-A96D-B48EDB4E42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{59478433-8A60-476C-A96D-B48EDB4E4297}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