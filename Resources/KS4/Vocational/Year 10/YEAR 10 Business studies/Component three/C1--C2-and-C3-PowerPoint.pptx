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9674B3-44E6-4BF8-B7E7-91EB20A745E2}">
  <a:tblStyle styleId="{1A9674B3-44E6-4BF8-B7E7-91EB20A745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{1A9674B3-44E6-4BF8-B7E7-91EB20A745E2}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