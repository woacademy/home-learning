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6F43DD-011D-4616-993D-485496155272}">
  <a:tblStyle styleId="{B66F43DD-011D-4616-993D-4854961552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{B66F43DD-011D-4616-993D-485496155272}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