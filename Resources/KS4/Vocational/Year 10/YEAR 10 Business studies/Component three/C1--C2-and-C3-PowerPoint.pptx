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9E47F93-5AA3-48A4-9D49-F9AF7269DC44}">
  <a:tblStyle styleId="{C9E47F93-5AA3-48A4-9D49-F9AF7269DC4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{C9E47F93-5AA3-48A4-9D49-F9AF7269DC44}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