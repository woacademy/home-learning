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789DBE-45B6-43A5-B0FC-88060A32A7FE}">
  <a:tblStyle styleId="{D5789DBE-45B6-43A5-B0FC-88060A32A7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{D5789DBE-45B6-43A5-B0FC-88060A32A7FE}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