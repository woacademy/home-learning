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7890C8-22F0-476F-8B69-AF4AC0E88AAB}">
  <a:tblStyle styleId="{6B7890C8-22F0-476F-8B69-AF4AC0E88A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{6B7890C8-22F0-476F-8B69-AF4AC0E88AAB}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