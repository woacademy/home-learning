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1D1C4B-3A85-4D60-A4BC-BB2E8453C303}">
  <a:tblStyle styleId="{371D1C4B-3A85-4D60-A4BC-BB2E8453C3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{371D1C4B-3A85-4D60-A4BC-BB2E8453C303}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