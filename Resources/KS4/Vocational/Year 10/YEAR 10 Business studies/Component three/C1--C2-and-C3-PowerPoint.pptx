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E833605-19C7-47E1-B01A-10B19C6025FF}">
  <a:tblStyle styleId="{2E833605-19C7-47E1-B01A-10B19C6025F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{2E833605-19C7-47E1-B01A-10B19C6025FF}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