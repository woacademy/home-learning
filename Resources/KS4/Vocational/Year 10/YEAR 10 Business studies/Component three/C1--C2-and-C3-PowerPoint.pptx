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BE989D-E817-4E62-8EF8-9ABDEBB7DECD}">
  <a:tblStyle styleId="{2CBE989D-E817-4E62-8EF8-9ABDEBB7DE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{2CBE989D-E817-4E62-8EF8-9ABDEBB7DECD}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