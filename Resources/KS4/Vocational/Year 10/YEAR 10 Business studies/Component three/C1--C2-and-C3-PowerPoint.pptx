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CD08CA-C23D-437D-883E-3ACAC6BD7496}">
  <a:tblStyle styleId="{12CD08CA-C23D-437D-883E-3ACAC6BD74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{12CD08CA-C23D-437D-883E-3ACAC6BD7496}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