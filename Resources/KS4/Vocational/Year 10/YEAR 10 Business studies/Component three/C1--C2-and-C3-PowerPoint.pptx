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2DFEEA-642D-4B21-8366-5B0630C38720}">
  <a:tblStyle styleId="{7B2DFEEA-642D-4B21-8366-5B0630C387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{7B2DFEEA-642D-4B21-8366-5B0630C38720}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