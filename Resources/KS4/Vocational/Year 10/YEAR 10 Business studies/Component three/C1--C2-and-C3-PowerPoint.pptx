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CC2370-78B0-4E51-BE27-4DE153C44591}">
  <a:tblStyle styleId="{41CC2370-78B0-4E51-BE27-4DE153C445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{41CC2370-78B0-4E51-BE27-4DE153C44591}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