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45A7F7-F686-44A1-BFEC-C3A5153FDA34}">
  <a:tblStyle styleId="{5245A7F7-F686-44A1-BFEC-C3A5153FDA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{5245A7F7-F686-44A1-BFEC-C3A5153FDA34}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