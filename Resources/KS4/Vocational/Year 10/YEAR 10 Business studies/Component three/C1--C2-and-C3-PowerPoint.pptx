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8085C9-C745-4057-8339-3AC0625A9C02}">
  <a:tblStyle styleId="{DA8085C9-C745-4057-8339-3AC0625A9C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{DA8085C9-C745-4057-8339-3AC0625A9C02}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