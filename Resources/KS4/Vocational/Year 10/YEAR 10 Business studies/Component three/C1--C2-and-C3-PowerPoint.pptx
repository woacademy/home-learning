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05BDBD-3373-4674-90F2-A8EFA2B61687}">
  <a:tblStyle styleId="{D005BDBD-3373-4674-90F2-A8EFA2B616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{D005BDBD-3373-4674-90F2-A8EFA2B61687}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