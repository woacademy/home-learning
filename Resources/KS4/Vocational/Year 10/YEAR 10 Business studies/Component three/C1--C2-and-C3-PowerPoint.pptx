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F9DA80-6453-41E7-BE76-F2232DD513F0}">
  <a:tblStyle styleId="{51F9DA80-6453-41E7-BE76-F2232DD513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{51F9DA80-6453-41E7-BE76-F2232DD513F0}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