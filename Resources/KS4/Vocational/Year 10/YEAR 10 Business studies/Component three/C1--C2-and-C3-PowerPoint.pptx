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FA9F79-0931-4076-9C32-3ECB4B3B6F20}">
  <a:tblStyle styleId="{C9FA9F79-0931-4076-9C32-3ECB4B3B6F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{C9FA9F79-0931-4076-9C32-3ECB4B3B6F20}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