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8BED7A-C188-4C0C-B762-6BE9DAB4D326}">
  <a:tblStyle styleId="{FC8BED7A-C188-4C0C-B762-6BE9DAB4D3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{FC8BED7A-C188-4C0C-B762-6BE9DAB4D326}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