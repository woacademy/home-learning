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F6FB0A-D3F6-4206-B4A8-D74B3A75A6B4}">
  <a:tblStyle styleId="{59F6FB0A-D3F6-4206-B4A8-D74B3A75A6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{59F6FB0A-D3F6-4206-B4A8-D74B3A75A6B4}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