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3A2977-BACA-4356-A7C9-88726AFA4EC1}">
  <a:tblStyle styleId="{B73A2977-BACA-4356-A7C9-88726AFA4E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{B73A2977-BACA-4356-A7C9-88726AFA4EC1}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