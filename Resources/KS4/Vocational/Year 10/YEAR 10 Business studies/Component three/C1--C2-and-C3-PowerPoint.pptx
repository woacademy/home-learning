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464016-A7AD-4009-8DA9-659024AE143A}">
  <a:tblStyle styleId="{71464016-A7AD-4009-8DA9-659024AE14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{71464016-A7AD-4009-8DA9-659024AE143A}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