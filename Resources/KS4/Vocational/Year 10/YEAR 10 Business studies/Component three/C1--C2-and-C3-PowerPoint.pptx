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A69D2C4-D7A9-498E-90CE-3E54125DC14A}">
  <a:tblStyle styleId="{6A69D2C4-D7A9-498E-90CE-3E54125DC14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{6A69D2C4-D7A9-498E-90CE-3E54125DC14A}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