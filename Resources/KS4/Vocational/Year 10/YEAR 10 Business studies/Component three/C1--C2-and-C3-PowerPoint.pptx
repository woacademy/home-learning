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F355CF1-0A48-4CA2-86B8-687AE83A77C4}">
  <a:tblStyle styleId="{0F355CF1-0A48-4CA2-86B8-687AE83A77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{0F355CF1-0A48-4CA2-86B8-687AE83A77C4}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