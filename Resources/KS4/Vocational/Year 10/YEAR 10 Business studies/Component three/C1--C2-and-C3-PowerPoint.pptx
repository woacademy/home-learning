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36DC0A-1D93-4B9E-9AB2-82DA41CAD988}">
  <a:tblStyle styleId="{5936DC0A-1D93-4B9E-9AB2-82DA41CAD9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{5936DC0A-1D93-4B9E-9AB2-82DA41CAD988}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