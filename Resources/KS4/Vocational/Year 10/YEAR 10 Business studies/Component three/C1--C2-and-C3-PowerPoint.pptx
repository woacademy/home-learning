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79C4F9-1042-4678-A55C-C40AE1C019A8}">
  <a:tblStyle styleId="{7379C4F9-1042-4678-A55C-C40AE1C019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{7379C4F9-1042-4678-A55C-C40AE1C019A8}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