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C80B204-1484-4349-A659-5D7361233834}">
  <a:tblStyle styleId="{2C80B204-1484-4349-A659-5D736123383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Relationship Id="rId4" Type="http://schemas.openxmlformats.org/officeDocument/2006/relationships/image" Target="../media/image8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3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{2C80B204-1484-4349-A659-5D7361233834}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