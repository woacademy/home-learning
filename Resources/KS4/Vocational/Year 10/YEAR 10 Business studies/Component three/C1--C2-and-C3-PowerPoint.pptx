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55AC830A-5482-4FCF-97DA-43DCA0550A9C}">
  <a:tblStyle styleId="{55AC830A-5482-4FCF-97DA-43DCA0550A9C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1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9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11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{55AC830A-5482-4FCF-97DA-43DCA0550A9C}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