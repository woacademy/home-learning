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435EFB-445E-412C-A1DC-37570ABFE7DF}">
  <a:tblStyle styleId="{BE435EFB-445E-412C-A1DC-37570ABFE7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{BE435EFB-445E-412C-A1DC-37570ABFE7DF}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