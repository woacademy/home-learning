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74BE2F-3404-4AD6-A0E8-5903211E6741}">
  <a:tblStyle styleId="{3974BE2F-3404-4AD6-A0E8-5903211E67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{3974BE2F-3404-4AD6-A0E8-5903211E6741}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