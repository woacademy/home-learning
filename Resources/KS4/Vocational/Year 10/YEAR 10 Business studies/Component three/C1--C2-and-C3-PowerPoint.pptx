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EA071D-BF84-4E9D-90A5-89AD963C2A59}">
  <a:tblStyle styleId="{E7EA071D-BF84-4E9D-90A5-89AD963C2A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{E7EA071D-BF84-4E9D-90A5-89AD963C2A59}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