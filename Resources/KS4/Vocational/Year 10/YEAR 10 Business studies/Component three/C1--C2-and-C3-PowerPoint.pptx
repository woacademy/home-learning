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6A2A2E-022E-42F8-B39B-515228729995}">
  <a:tblStyle styleId="{C36A2A2E-022E-42F8-B39B-5152287299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{C36A2A2E-022E-42F8-B39B-515228729995}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