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61B090-B8FE-42FB-A26E-1116196D92B9}">
  <a:tblStyle styleId="{8961B090-B8FE-42FB-A26E-1116196D92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{8961B090-B8FE-42FB-A26E-1116196D92B9}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