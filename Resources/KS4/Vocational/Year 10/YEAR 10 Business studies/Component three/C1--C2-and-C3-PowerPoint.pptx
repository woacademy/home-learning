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905701-8EA6-431D-8AE8-23FAB3CCF66D}">
  <a:tblStyle styleId="{AB905701-8EA6-431D-8AE8-23FAB3CCF6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{AB905701-8EA6-431D-8AE8-23FAB3CCF66D}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