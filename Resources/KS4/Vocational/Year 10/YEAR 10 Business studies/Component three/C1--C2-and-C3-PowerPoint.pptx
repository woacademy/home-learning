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C75BBE-99FA-4111-8F3E-2FE490FA3C6C}">
  <a:tblStyle styleId="{D8C75BBE-99FA-4111-8F3E-2FE490FA3C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{D8C75BBE-99FA-4111-8F3E-2FE490FA3C6C}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