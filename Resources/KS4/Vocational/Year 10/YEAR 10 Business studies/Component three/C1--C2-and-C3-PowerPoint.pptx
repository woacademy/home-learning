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BD159-3853-4194-A3B7-C757B4EA31A7}">
  <a:tblStyle styleId="{110BD159-3853-4194-A3B7-C757B4EA31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{110BD159-3853-4194-A3B7-C757B4EA31A7}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