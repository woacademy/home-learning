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926A7-0186-4F1D-BEC0-C8D46F3B5BF8}">
  <a:tblStyle styleId="{AF2926A7-0186-4F1D-BEC0-C8D46F3B5B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{AF2926A7-0186-4F1D-BEC0-C8D46F3B5BF8}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