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BCFF11-1D42-4551-821F-B96F8927C5CD}">
  <a:tblStyle styleId="{15BCFF11-1D42-4551-821F-B96F8927C5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{15BCFF11-1D42-4551-821F-B96F8927C5CD}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