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86A7B5-318E-4AB5-8A84-EBAC4C7A7C66}">
  <a:tblStyle styleId="{3286A7B5-318E-4AB5-8A84-EBAC4C7A7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{3286A7B5-318E-4AB5-8A84-EBAC4C7A7C66}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