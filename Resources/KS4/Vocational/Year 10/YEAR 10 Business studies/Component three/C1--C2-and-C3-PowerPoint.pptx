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DBC377-ED7C-4D17-8503-6E43DE806A40}">
  <a:tblStyle styleId="{6EDBC377-ED7C-4D17-8503-6E43DE806A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{6EDBC377-ED7C-4D17-8503-6E43DE806A40}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