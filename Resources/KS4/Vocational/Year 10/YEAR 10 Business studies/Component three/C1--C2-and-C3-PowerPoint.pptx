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40765EA-DD69-4533-B11F-F5EB2522899B}">
  <a:tblStyle styleId="{C40765EA-DD69-4533-B11F-F5EB2522899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{C40765EA-DD69-4533-B11F-F5EB2522899B}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