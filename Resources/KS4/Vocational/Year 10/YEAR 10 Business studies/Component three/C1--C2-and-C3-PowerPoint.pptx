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BBE3D7-03C8-4A05-97F9-3CD149CC8D5A}">
  <a:tblStyle styleId="{C1BBE3D7-03C8-4A05-97F9-3CD149CC8D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{C1BBE3D7-03C8-4A05-97F9-3CD149CC8D5A}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