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6C2B9E-BB88-438F-8A6F-D79BCC080373}">
  <a:tblStyle styleId="{7F6C2B9E-BB88-438F-8A6F-D79BCC0803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{7F6C2B9E-BB88-438F-8A6F-D79BCC080373}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