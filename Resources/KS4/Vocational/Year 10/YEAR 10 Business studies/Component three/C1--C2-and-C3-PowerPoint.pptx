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2C3BF0D-13B2-4059-8479-F776C5D83FB9}">
  <a:tblStyle styleId="{F2C3BF0D-13B2-4059-8479-F776C5D83FB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{F2C3BF0D-13B2-4059-8479-F776C5D83FB9}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