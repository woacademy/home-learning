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6D1D02-2FCE-42FA-AAD0-6626B2EC87F9}">
  <a:tblStyle styleId="{E26D1D02-2FCE-42FA-AAD0-6626B2EC87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{E26D1D02-2FCE-42FA-AAD0-6626B2EC87F9}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