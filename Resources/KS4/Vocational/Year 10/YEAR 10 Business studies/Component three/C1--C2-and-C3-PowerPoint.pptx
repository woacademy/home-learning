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C6EB55-7D95-4423-9A4F-26D17DED97B9}">
  <a:tblStyle styleId="{48C6EB55-7D95-4423-9A4F-26D17DED97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{48C6EB55-7D95-4423-9A4F-26D17DED97B9}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