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FB0E16-F44B-4104-A117-0F654DFA12B6}">
  <a:tblStyle styleId="{F7FB0E16-F44B-4104-A117-0F654DFA12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{F7FB0E16-F44B-4104-A117-0F654DFA12B6}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