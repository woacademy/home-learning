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C556FB4-7156-4295-8CB8-6F263EC6DE80}">
  <a:tblStyle styleId="{BC556FB4-7156-4295-8CB8-6F263EC6DE8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8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0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{BC556FB4-7156-4295-8CB8-6F263EC6DE80}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