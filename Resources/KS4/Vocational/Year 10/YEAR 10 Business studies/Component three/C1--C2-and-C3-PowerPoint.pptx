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D64DEB-46DF-4CD0-82BF-447B8C735BA1}">
  <a:tblStyle styleId="{5DD64DEB-46DF-4CD0-82BF-447B8C735B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{5DD64DEB-46DF-4CD0-82BF-447B8C735BA1}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