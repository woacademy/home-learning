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tableStyles.xml><?xml version="1.0" encoding="utf-8"?>
<a:tblStyleLst xmlns:a="http://schemas.openxmlformats.org/drawingml/2006/main" xmlns:r="http://schemas.openxmlformats.org/officeDocument/2006/relationships" def="{C937D258-E94E-4EBC-BE09-D86DE16E2BF8}">
  <a:tblStyle styleId="{C937D258-E94E-4EBC-BE09-D86DE16E2BF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7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1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3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2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8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4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{C937D258-E94E-4EBC-BE09-D86DE16E2BF8}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