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D90127-B191-40F2-9BCB-4E0CAD19A153}">
  <a:tblStyle styleId="{DCD90127-B191-40F2-9BCB-4E0CAD19A1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{DCD90127-B191-40F2-9BCB-4E0CAD19A153}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