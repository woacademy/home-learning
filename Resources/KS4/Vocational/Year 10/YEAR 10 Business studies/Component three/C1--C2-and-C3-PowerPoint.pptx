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17ACCF-75BF-4363-B88A-B5A5B53B3CD7}">
  <a:tblStyle styleId="{5817ACCF-75BF-4363-B88A-B5A5B53B3C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{5817ACCF-75BF-4363-B88A-B5A5B53B3CD7}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