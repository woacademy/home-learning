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B76522-6BF9-47BE-99C9-63760486ECBC}">
  <a:tblStyle styleId="{52B76522-6BF9-47BE-99C9-63760486EC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{52B76522-6BF9-47BE-99C9-63760486ECBC}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