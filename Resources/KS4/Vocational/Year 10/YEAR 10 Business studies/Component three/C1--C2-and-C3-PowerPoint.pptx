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A81F10-B1E7-4FEE-AFA4-3E8470F77EF8}">
  <a:tblStyle styleId="{39A81F10-B1E7-4FEE-AFA4-3E8470F77EF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{39A81F10-B1E7-4FEE-AFA4-3E8470F77EF8}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