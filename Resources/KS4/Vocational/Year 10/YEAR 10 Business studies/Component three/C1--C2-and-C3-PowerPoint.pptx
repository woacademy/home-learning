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820D0F-E252-4076-86CB-03546AABAF14}">
  <a:tblStyle styleId="{34820D0F-E252-4076-86CB-03546AABAF1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{34820D0F-E252-4076-86CB-03546AABAF14}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