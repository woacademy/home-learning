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C8FEE1B8-6916-496E-9701-BAE6A94B13FB}">
  <a:tblStyle styleId="{C8FEE1B8-6916-496E-9701-BAE6A94B13F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0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{C8FEE1B8-6916-496E-9701-BAE6A94B13FB}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