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67CE76-4572-4B89-A566-19776770C80F}">
  <a:tblStyle styleId="{2867CE76-4572-4B89-A566-19776770C8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{2867CE76-4572-4B89-A566-19776770C80F}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