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EAAC59-4EA8-44E5-90CD-8A4C4BC02CAC}">
  <a:tblStyle styleId="{B9EAAC59-4EA8-44E5-90CD-8A4C4BC02C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{B9EAAC59-4EA8-44E5-90CD-8A4C4BC02CAC}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