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AC4846-790D-452C-A580-6F35DEB9989C}">
  <a:tblStyle styleId="{FCAC4846-790D-452C-A580-6F35DEB998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{FCAC4846-790D-452C-A580-6F35DEB9989C}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