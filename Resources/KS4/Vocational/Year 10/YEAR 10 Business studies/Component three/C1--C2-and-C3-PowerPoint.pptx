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91B877-20FB-4104-BC92-102E9156430C}">
  <a:tblStyle styleId="{2F91B877-20FB-4104-BC92-102E915643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{2F91B877-20FB-4104-BC92-102E9156430C}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