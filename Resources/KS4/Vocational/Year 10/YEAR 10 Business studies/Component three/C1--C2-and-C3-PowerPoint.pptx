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3FFDFF-BDF7-400A-9402-3547228F21C4}">
  <a:tblStyle styleId="{DF3FFDFF-BDF7-400A-9402-3547228F21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{DF3FFDFF-BDF7-400A-9402-3547228F21C4}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