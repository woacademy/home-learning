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841C99-F89D-4C46-A836-46F1A0A4379D}">
  <a:tblStyle styleId="{76841C99-F89D-4C46-A836-46F1A0A437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{76841C99-F89D-4C46-A836-46F1A0A4379D}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