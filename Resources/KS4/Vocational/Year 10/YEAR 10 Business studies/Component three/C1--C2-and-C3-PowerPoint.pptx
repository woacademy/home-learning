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32C7E8-0F8C-40B9-8E5D-3B561F55DC2C}">
  <a:tblStyle styleId="{B732C7E8-0F8C-40B9-8E5D-3B561F55DC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{B732C7E8-0F8C-40B9-8E5D-3B561F55DC2C}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