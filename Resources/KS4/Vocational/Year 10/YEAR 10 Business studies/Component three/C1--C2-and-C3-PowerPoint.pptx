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4EF926-DDA9-42D6-9099-A675497228E2}">
  <a:tblStyle styleId="{784EF926-DDA9-42D6-9099-A675497228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{784EF926-DDA9-42D6-9099-A675497228E2}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