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487E7A-3689-4FDA-9DE4-5EF433773EE3}">
  <a:tblStyle styleId="{7B487E7A-3689-4FDA-9DE4-5EF433773E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{7B487E7A-3689-4FDA-9DE4-5EF433773EE3}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