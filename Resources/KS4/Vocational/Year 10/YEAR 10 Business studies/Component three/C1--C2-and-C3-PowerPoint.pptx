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9C74DD0-1D82-45F6-88AC-1A2C9086A982}">
  <a:tblStyle styleId="{C9C74DD0-1D82-45F6-88AC-1A2C9086A9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{C9C74DD0-1D82-45F6-88AC-1A2C9086A982}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