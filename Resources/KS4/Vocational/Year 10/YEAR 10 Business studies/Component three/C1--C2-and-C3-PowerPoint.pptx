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C00F69-48B0-450D-BFDA-7D95E467FE6B}">
  <a:tblStyle styleId="{C6C00F69-48B0-450D-BFDA-7D95E467FE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{C6C00F69-48B0-450D-BFDA-7D95E467FE6B}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