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FF5AF4-8483-4881-B1F0-32468B05DCDC}">
  <a:tblStyle styleId="{46FF5AF4-8483-4881-B1F0-32468B05DC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{46FF5AF4-8483-4881-B1F0-32468B05DCDC}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