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CFD430C-24C4-4D6F-B85B-9D805BB1847F}">
  <a:tblStyle styleId="{9CFD430C-24C4-4D6F-B85B-9D805BB1847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1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{9CFD430C-24C4-4D6F-B85B-9D805BB1847F}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