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D3428-EB25-4E7C-BEBC-B0C869110DA6}">
  <a:tblStyle styleId="{255D3428-EB25-4E7C-BEBC-B0C869110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{255D3428-EB25-4E7C-BEBC-B0C869110DA6}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