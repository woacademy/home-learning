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B38D0D-467C-49CE-AE47-D571EB2F6CE3}">
  <a:tblStyle styleId="{ECB38D0D-467C-49CE-AE47-D571EB2F6C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{ECB38D0D-467C-49CE-AE47-D571EB2F6CE3}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