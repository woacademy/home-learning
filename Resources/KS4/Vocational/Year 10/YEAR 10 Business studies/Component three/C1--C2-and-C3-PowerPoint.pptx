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952FDE-8E57-42D8-8A5B-5DFD6D98526B}">
  <a:tblStyle styleId="{D6952FDE-8E57-42D8-8A5B-5DFD6D9852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{D6952FDE-8E57-42D8-8A5B-5DFD6D98526B}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