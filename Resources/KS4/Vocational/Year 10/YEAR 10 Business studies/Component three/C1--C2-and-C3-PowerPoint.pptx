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4E5AA9-3DF2-459D-8D0C-97E60C1E5BE8}">
  <a:tblStyle styleId="{9A4E5AA9-3DF2-459D-8D0C-97E60C1E5B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{9A4E5AA9-3DF2-459D-8D0C-97E60C1E5BE8}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