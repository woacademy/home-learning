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848AF3-0F75-47C8-A41D-8F95E21F5B36}">
  <a:tblStyle styleId="{CF848AF3-0F75-47C8-A41D-8F95E21F5B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{CF848AF3-0F75-47C8-A41D-8F95E21F5B36}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