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2467A8-65EE-4304-ADD0-A7D86D7EAB11}">
  <a:tblStyle styleId="{1E2467A8-65EE-4304-ADD0-A7D86D7EAB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{1E2467A8-65EE-4304-ADD0-A7D86D7EAB11}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