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5DB32-E2EE-43C2-B43A-E6D07894DD64}">
  <a:tblStyle styleId="{C335DB32-E2EE-43C2-B43A-E6D07894DD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{C335DB32-E2EE-43C2-B43A-E6D07894DD64}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