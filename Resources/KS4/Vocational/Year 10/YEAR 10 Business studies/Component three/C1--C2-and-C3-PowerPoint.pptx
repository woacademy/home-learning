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CB3CB6-F132-4EDA-8104-8EA26C30E625}">
  <a:tblStyle styleId="{AECB3CB6-F132-4EDA-8104-8EA26C30E6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{AECB3CB6-F132-4EDA-8104-8EA26C30E625}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