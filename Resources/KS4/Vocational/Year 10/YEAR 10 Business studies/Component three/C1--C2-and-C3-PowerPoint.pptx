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27189-7717-4EF1-806F-009DBF2B6ED3}">
  <a:tblStyle styleId="{02827189-7717-4EF1-806F-009DBF2B6E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{02827189-7717-4EF1-806F-009DBF2B6ED3}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