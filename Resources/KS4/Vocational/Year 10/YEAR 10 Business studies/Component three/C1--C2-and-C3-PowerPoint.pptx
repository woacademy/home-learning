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4FA562-02B4-4272-849C-986B2BD7520D}">
  <a:tblStyle styleId="{5D4FA562-02B4-4272-849C-986B2BD752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{5D4FA562-02B4-4272-849C-986B2BD7520D}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