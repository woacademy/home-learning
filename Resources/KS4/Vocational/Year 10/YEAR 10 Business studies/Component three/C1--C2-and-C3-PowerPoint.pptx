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4763B5-EC66-49FB-8374-06CBFEDF06BF}">
  <a:tblStyle styleId="{9C4763B5-EC66-49FB-8374-06CBFEDF06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{9C4763B5-EC66-49FB-8374-06CBFEDF06BF}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