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D290EE-0118-4270-B004-FB7AFBD87B77}">
  <a:tblStyle styleId="{19D290EE-0118-4270-B004-FB7AFBD87B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{19D290EE-0118-4270-B004-FB7AFBD87B77}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