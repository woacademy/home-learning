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4DA219-1F4C-4114-B899-1259DF647DD3}">
  <a:tblStyle styleId="{BC4DA219-1F4C-4114-B899-1259DF647D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{BC4DA219-1F4C-4114-B899-1259DF647DD3}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