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5CF71C-CC79-4BCB-B7E7-3A5EA4250B86}">
  <a:tblStyle styleId="{A55CF71C-CC79-4BCB-B7E7-3A5EA4250B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{A55CF71C-CC79-4BCB-B7E7-3A5EA4250B86}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