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0F872F-D1AA-43DF-8E26-68B83CF843D6}">
  <a:tblStyle styleId="{970F872F-D1AA-43DF-8E26-68B83CF843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{970F872F-D1AA-43DF-8E26-68B83CF843D6}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