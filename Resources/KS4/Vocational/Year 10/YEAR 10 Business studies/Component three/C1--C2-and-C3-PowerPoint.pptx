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F3069-FF47-4A44-9F94-0D722F1BE582}">
  <a:tblStyle styleId="{028F3069-FF47-4A44-9F94-0D722F1BE5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{028F3069-FF47-4A44-9F94-0D722F1BE582}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