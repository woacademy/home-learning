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E6037-7059-41AE-AB3B-BFAE2FC8BCC2}">
  <a:tblStyle styleId="{25BE6037-7059-41AE-AB3B-BFAE2FC8BC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{25BE6037-7059-41AE-AB3B-BFAE2FC8BCC2}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