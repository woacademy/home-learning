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8BF6F0-07D2-4491-861F-B5DF3F47990D}">
  <a:tblStyle styleId="{7F8BF6F0-07D2-4491-861F-B5DF3F4799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{7F8BF6F0-07D2-4491-861F-B5DF3F47990D}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