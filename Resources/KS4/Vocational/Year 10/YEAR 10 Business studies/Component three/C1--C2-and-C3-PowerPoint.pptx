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7100F8-D0B5-41D6-98AF-A6A0F62FEDFE}">
  <a:tblStyle styleId="{AA7100F8-D0B5-41D6-98AF-A6A0F62FED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{AA7100F8-D0B5-41D6-98AF-A6A0F62FEDFE}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