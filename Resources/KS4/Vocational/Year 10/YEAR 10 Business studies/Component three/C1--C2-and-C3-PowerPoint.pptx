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2C9CAC-7566-4ADD-8378-1CF294C59D79}">
  <a:tblStyle styleId="{FC2C9CAC-7566-4ADD-8378-1CF294C59D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{FC2C9CAC-7566-4ADD-8378-1CF294C59D79}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