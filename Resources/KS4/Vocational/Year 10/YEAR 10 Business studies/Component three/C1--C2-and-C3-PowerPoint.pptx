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5118166-52AA-493B-AA97-BC673C8C48CF}">
  <a:tblStyle styleId="{05118166-52AA-493B-AA97-BC673C8C48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{05118166-52AA-493B-AA97-BC673C8C48CF}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