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2493B8-F039-4FF7-8507-E6B72D7EDFC6}">
  <a:tblStyle styleId="{712493B8-F039-4FF7-8507-E6B72D7EDF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{712493B8-F039-4FF7-8507-E6B72D7EDFC6}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