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2B9422-7DB5-4A6D-9194-6D81BA72B730}">
  <a:tblStyle styleId="{902B9422-7DB5-4A6D-9194-6D81BA72B7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{902B9422-7DB5-4A6D-9194-6D81BA72B730}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