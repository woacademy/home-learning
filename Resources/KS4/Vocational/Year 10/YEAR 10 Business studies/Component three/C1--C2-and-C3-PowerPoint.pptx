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9BC292-AAF2-4C9C-B82D-26BBCE7D9268}">
  <a:tblStyle styleId="{189BC292-AAF2-4C9C-B82D-26BBCE7D92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{189BC292-AAF2-4C9C-B82D-26BBCE7D9268}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