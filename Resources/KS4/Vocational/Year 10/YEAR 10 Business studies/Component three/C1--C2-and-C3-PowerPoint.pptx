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63E202-C15E-4289-BFA9-9071563BC3F0}">
  <a:tblStyle styleId="{DD63E202-C15E-4289-BFA9-9071563BC3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{DD63E202-C15E-4289-BFA9-9071563BC3F0}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