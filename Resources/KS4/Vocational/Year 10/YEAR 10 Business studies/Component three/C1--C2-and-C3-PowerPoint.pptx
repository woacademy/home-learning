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ABFCC0-A413-42D7-B045-698EE72868B5}">
  <a:tblStyle styleId="{4FABFCC0-A413-42D7-B045-698EE72868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{4FABFCC0-A413-42D7-B045-698EE72868B5}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