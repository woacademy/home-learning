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E58AB3-1DBA-475E-BC59-2B86B6E89C32}">
  <a:tblStyle styleId="{A7E58AB3-1DBA-475E-BC59-2B86B6E89C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{A7E58AB3-1DBA-475E-BC59-2B86B6E89C32}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