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BCFD39-2288-4AFB-8CFE-A9E7849CAD77}">
  <a:tblStyle styleId="{4ABCFD39-2288-4AFB-8CFE-A9E7849CAD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{4ABCFD39-2288-4AFB-8CFE-A9E7849CAD77}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