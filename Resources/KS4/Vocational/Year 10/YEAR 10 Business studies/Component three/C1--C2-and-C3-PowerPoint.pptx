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0F79D-21D7-442C-8539-22F72D422F59}">
  <a:tblStyle styleId="{A0E0F79D-21D7-442C-8539-22F72D422F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{A0E0F79D-21D7-442C-8539-22F72D422F59}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