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A49488-A090-45ED-AF5C-5218E782AF4A}">
  <a:tblStyle styleId="{24A49488-A090-45ED-AF5C-5218E782AF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{24A49488-A090-45ED-AF5C-5218E782AF4A}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