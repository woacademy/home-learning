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4D4049-D545-40D0-BE0A-1CC06F4CACD3}">
  <a:tblStyle styleId="{524D4049-D545-40D0-BE0A-1CC06F4CAC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{524D4049-D545-40D0-BE0A-1CC06F4CACD3}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