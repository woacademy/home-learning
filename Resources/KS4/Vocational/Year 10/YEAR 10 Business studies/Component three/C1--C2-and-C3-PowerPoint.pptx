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C983F0-97EA-4DF4-BCE3-23A8930FF214}">
  <a:tblStyle styleId="{8BC983F0-97EA-4DF4-BCE3-23A8930FF2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{8BC983F0-97EA-4DF4-BCE3-23A8930FF214}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