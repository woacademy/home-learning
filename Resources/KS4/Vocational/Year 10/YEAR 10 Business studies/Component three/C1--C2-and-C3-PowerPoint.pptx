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B2D149-D37E-4EC2-BA4F-A4A5B2B67F72}">
  <a:tblStyle styleId="{74B2D149-D37E-4EC2-BA4F-A4A5B2B67F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{74B2D149-D37E-4EC2-BA4F-A4A5B2B67F72}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