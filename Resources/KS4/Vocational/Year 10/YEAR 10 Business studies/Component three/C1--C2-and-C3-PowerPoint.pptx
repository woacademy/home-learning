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9466AB-A27A-41A3-A49F-5B11D808ECC4}">
  <a:tblStyle styleId="{E49466AB-A27A-41A3-A49F-5B11D808EC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{E49466AB-A27A-41A3-A49F-5B11D808ECC4}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