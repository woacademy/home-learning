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3C2AAA-5D1E-473C-9E77-4ACC4058F0D8}">
  <a:tblStyle styleId="{053C2AAA-5D1E-473C-9E77-4ACC4058F0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{053C2AAA-5D1E-473C-9E77-4ACC4058F0D8}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