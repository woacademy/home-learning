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AAC776-61B6-43F4-83BE-A25DE8588DF5}">
  <a:tblStyle styleId="{D9AAC776-61B6-43F4-83BE-A25DE8588DF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{D9AAC776-61B6-43F4-83BE-A25DE8588DF5}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