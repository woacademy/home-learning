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5630C4-4F52-4FF3-97E4-E59ABED1A619}">
  <a:tblStyle styleId="{F75630C4-4F52-4FF3-97E4-E59ABED1A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{F75630C4-4F52-4FF3-97E4-E59ABED1A619}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