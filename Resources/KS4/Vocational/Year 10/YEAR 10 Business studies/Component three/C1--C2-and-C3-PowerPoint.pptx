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BF6B3A-1AA6-4572-B0A6-3627D734A84E}">
  <a:tblStyle styleId="{46BF6B3A-1AA6-4572-B0A6-3627D734A8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{46BF6B3A-1AA6-4572-B0A6-3627D734A84E}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