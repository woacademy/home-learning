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177BB6-5D2F-4AFF-AB8D-634A58036B90}">
  <a:tblStyle styleId="{0C177BB6-5D2F-4AFF-AB8D-634A58036B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{0C177BB6-5D2F-4AFF-AB8D-634A58036B90}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