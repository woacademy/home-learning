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7AF809-35AB-4B00-B20C-8133FEA09735}">
  <a:tblStyle styleId="{687AF809-35AB-4B00-B20C-8133FEA097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{687AF809-35AB-4B00-B20C-8133FEA09735}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