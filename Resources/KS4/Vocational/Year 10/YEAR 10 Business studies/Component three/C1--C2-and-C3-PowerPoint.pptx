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E05E63B-527B-4651-A1F7-8EFFEEEC985A}">
  <a:tblStyle styleId="{6E05E63B-527B-4651-A1F7-8EFFEEEC98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{6E05E63B-527B-4651-A1F7-8EFFEEEC985A}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