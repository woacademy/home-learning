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FA7925-4BEF-45E1-9D9D-1B661306626A}">
  <a:tblStyle styleId="{E1FA7925-4BEF-45E1-9D9D-1B66130662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{E1FA7925-4BEF-45E1-9D9D-1B661306626A}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