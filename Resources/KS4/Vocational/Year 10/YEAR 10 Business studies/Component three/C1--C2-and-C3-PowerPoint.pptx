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64C60B-7F5E-4B87-889E-E98222557B03}">
  <a:tblStyle styleId="{CB64C60B-7F5E-4B87-889E-E98222557B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{CB64C60B-7F5E-4B87-889E-E98222557B03}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