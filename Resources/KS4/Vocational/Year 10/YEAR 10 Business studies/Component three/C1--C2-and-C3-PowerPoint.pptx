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49F79B-D309-43CF-AD32-099E067F93D2}">
  <a:tblStyle styleId="{6B49F79B-D309-43CF-AD32-099E067F93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{6B49F79B-D309-43CF-AD32-099E067F93D2}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