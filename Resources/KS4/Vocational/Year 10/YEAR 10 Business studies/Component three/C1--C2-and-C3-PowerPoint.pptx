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F6E78C-5D7B-468D-8994-E17C5A199BB4}">
  <a:tblStyle styleId="{ECF6E78C-5D7B-468D-8994-E17C5A199B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{ECF6E78C-5D7B-468D-8994-E17C5A199BB4}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