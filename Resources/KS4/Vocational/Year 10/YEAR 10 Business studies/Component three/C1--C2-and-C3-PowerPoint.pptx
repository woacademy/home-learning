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10F392-0604-49D3-A700-B21FD3811437}">
  <a:tblStyle styleId="{E110F392-0604-49D3-A700-B21FD38114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{E110F392-0604-49D3-A700-B21FD3811437}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