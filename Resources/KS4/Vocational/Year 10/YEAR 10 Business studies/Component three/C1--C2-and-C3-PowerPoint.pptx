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2EE913-E9CA-491C-B33B-287804E30EA0}">
  <a:tblStyle styleId="{F32EE913-E9CA-491C-B33B-287804E30E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{F32EE913-E9CA-491C-B33B-287804E30EA0}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