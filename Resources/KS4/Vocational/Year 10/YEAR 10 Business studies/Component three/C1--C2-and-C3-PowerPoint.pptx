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16CA9F-FD5B-4717-8F81-9F45F4BF7891}">
  <a:tblStyle styleId="{C916CA9F-FD5B-4717-8F81-9F45F4BF78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{C916CA9F-FD5B-4717-8F81-9F45F4BF7891}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