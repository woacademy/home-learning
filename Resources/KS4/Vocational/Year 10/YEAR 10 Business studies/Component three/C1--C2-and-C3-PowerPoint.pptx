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3E0F05-98D0-4EF9-8078-6FA6BFE1A4DF}">
  <a:tblStyle styleId="{D03E0F05-98D0-4EF9-8078-6FA6BFE1A4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{D03E0F05-98D0-4EF9-8078-6FA6BFE1A4DF}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