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BA5FB3-B368-48E7-AEA5-D4CDEC3D6383}">
  <a:tblStyle styleId="{38BA5FB3-B368-48E7-AEA5-D4CDEC3D63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{38BA5FB3-B368-48E7-AEA5-D4CDEC3D6383}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