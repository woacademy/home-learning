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C018C2-66A3-4483-9CAC-60E884329B0D}">
  <a:tblStyle styleId="{6DC018C2-66A3-4483-9CAC-60E884329B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{6DC018C2-66A3-4483-9CAC-60E884329B0D}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