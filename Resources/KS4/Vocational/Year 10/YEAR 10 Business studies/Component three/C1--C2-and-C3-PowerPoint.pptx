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F56B58-3036-4216-B53B-CB0B8573E214}">
  <a:tblStyle styleId="{6EF56B58-3036-4216-B53B-CB0B8573E2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{6EF56B58-3036-4216-B53B-CB0B8573E214}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