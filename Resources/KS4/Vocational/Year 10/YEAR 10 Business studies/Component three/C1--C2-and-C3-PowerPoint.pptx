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335FFB-62B8-4CBB-8616-3576C1565379}">
  <a:tblStyle styleId="{90335FFB-62B8-4CBB-8616-3576C15653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{90335FFB-62B8-4CBB-8616-3576C1565379}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