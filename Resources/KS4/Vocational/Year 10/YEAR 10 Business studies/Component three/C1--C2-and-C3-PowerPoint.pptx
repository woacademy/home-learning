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3EDA059-F05A-4249-BA29-C5DF13E56B3E}">
  <a:tblStyle styleId="{93EDA059-F05A-4249-BA29-C5DF13E56B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{93EDA059-F05A-4249-BA29-C5DF13E56B3E}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