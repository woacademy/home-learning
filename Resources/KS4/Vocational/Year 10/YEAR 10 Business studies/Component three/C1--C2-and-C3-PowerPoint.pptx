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D9FA6C-59F4-464F-AF03-8C991AB83B7A}">
  <a:tblStyle styleId="{B7D9FA6C-59F4-464F-AF03-8C991AB83B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{B7D9FA6C-59F4-464F-AF03-8C991AB83B7A}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