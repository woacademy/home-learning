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FC0BA-FFE0-4C7E-B03A-75413E6EFA00}">
  <a:tblStyle styleId="{B83FC0BA-FFE0-4C7E-B03A-75413E6EFA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{B83FC0BA-FFE0-4C7E-B03A-75413E6EFA00}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