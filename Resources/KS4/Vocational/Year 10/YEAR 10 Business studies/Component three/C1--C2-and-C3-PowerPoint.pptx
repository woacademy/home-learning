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3306F4-14A1-4F11-8976-E93764F41D69}">
  <a:tblStyle styleId="{053306F4-14A1-4F11-8976-E93764F41D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{053306F4-14A1-4F11-8976-E93764F41D69}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