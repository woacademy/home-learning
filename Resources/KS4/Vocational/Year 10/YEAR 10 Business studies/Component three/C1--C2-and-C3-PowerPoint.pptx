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339827-FF59-468C-8ABC-0F7AF0F299A4}">
  <a:tblStyle styleId="{78339827-FF59-468C-8ABC-0F7AF0F299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{78339827-FF59-468C-8ABC-0F7AF0F299A4}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