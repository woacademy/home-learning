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79B50-F270-4F29-BBDD-ADFDE193B5A8}">
  <a:tblStyle styleId="{D2779B50-F270-4F29-BBDD-ADFDE193B5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{D2779B50-F270-4F29-BBDD-ADFDE193B5A8}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