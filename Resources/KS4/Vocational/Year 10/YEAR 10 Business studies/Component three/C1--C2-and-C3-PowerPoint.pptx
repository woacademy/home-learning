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CC195F-4432-4358-881D-68268E1C3DF7}">
  <a:tblStyle styleId="{7DCC195F-4432-4358-881D-68268E1C3D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{7DCC195F-4432-4358-881D-68268E1C3DF7}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