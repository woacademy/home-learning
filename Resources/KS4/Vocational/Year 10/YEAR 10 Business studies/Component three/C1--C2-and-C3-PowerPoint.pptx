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9017E-3CCA-4A58-ABB8-4CC9353E1C9F}">
  <a:tblStyle styleId="{A359017E-3CCA-4A58-ABB8-4CC9353E1C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{A359017E-3CCA-4A58-ABB8-4CC9353E1C9F}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