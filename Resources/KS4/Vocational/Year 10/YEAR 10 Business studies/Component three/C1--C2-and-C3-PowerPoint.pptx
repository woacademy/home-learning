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CFEDC-856E-407E-A743-BEE95B8B1F7B}">
  <a:tblStyle styleId="{1B8CFEDC-856E-407E-A743-BEE95B8B1F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{1B8CFEDC-856E-407E-A743-BEE95B8B1F7B}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