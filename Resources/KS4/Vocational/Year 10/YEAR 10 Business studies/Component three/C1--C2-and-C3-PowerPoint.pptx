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76F460-8108-48B7-837B-9A2123856E53}">
  <a:tblStyle styleId="{8576F460-8108-48B7-837B-9A2123856E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{8576F460-8108-48B7-837B-9A2123856E53}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