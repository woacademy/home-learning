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7CA9BD-572E-46C4-9D65-D8A2C85C358E}">
  <a:tblStyle styleId="{BF7CA9BD-572E-46C4-9D65-D8A2C85C35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{BF7CA9BD-572E-46C4-9D65-D8A2C85C358E}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