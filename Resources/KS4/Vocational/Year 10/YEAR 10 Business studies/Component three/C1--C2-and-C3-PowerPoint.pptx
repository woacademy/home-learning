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3C9EF-E5C5-4907-BCFA-ED4C90BB4489}">
  <a:tblStyle styleId="{86B3C9EF-E5C5-4907-BCFA-ED4C90BB44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{86B3C9EF-E5C5-4907-BCFA-ED4C90BB4489}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