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A6A143-1E1F-4318-B01C-843A797D43A0}">
  <a:tblStyle styleId="{46A6A143-1E1F-4318-B01C-843A797D43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{46A6A143-1E1F-4318-B01C-843A797D43A0}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