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321B6E-FEAE-4219-AE5D-721C9ED9AB0C}">
  <a:tblStyle styleId="{C8321B6E-FEAE-4219-AE5D-721C9ED9AB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{C8321B6E-FEAE-4219-AE5D-721C9ED9AB0C}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