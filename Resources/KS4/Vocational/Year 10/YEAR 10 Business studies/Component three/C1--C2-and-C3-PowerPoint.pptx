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1EB3CF-2A4E-4946-9152-CCDF776AC429}">
  <a:tblStyle styleId="{E01EB3CF-2A4E-4946-9152-CCDF776AC4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{E01EB3CF-2A4E-4946-9152-CCDF776AC429}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