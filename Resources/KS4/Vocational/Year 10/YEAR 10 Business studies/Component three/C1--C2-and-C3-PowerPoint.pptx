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4C59D25-96D2-4F20-BB97-E43580F76A1D}">
  <a:tblStyle styleId="{74C59D25-96D2-4F20-BB97-E43580F76A1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{74C59D25-96D2-4F20-BB97-E43580F76A1D}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