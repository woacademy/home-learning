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1F896F-B2CA-4039-93D4-1EB961AB507A}">
  <a:tblStyle styleId="{411F896F-B2CA-4039-93D4-1EB961AB50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{411F896F-B2CA-4039-93D4-1EB961AB507A}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