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86B6BB-EB6F-49EE-AF96-19302458C711}">
  <a:tblStyle styleId="{7D86B6BB-EB6F-49EE-AF96-19302458C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{7D86B6BB-EB6F-49EE-AF96-19302458C711}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