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4E219F-BF9C-4BD1-87C1-6857FB5C3B19}">
  <a:tblStyle styleId="{8B4E219F-BF9C-4BD1-87C1-6857FB5C3B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{8B4E219F-BF9C-4BD1-87C1-6857FB5C3B19}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