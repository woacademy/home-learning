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6941C4-71C2-4A6E-9A7E-B065805BAAFA}">
  <a:tblStyle styleId="{8D6941C4-71C2-4A6E-9A7E-B065805BAA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{8D6941C4-71C2-4A6E-9A7E-B065805BAAFA}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