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BD2C769-D28A-456B-B7D7-D92D7BEA076A}">
  <a:tblStyle styleId="{0BD2C769-D28A-456B-B7D7-D92D7BEA076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{0BD2C769-D28A-456B-B7D7-D92D7BEA076A}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