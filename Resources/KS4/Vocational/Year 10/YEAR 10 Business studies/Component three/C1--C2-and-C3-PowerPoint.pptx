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A1BA88-216D-4A97-ADEB-DA0C91CBD833}">
  <a:tblStyle styleId="{84A1BA88-216D-4A97-ADEB-DA0C91CBD8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{84A1BA88-216D-4A97-ADEB-DA0C91CBD833}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