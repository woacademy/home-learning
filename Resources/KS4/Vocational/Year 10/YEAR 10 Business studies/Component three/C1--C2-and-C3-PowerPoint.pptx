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6574A9-432B-464F-A5A2-E0883C0F2B88}">
  <a:tblStyle styleId="{A66574A9-432B-464F-A5A2-E0883C0F2B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{A66574A9-432B-464F-A5A2-E0883C0F2B88}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