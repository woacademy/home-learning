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A2946-C730-4071-B577-180E41786E0A}">
  <a:tblStyle styleId="{BAAA2946-C730-4071-B577-180E41786E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{BAAA2946-C730-4071-B577-180E41786E0A}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