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85720-6928-4684-8656-6A0B1CA8C4D5}">
  <a:tblStyle styleId="{6A885720-6928-4684-8656-6A0B1CA8C4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{6A885720-6928-4684-8656-6A0B1CA8C4D5}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