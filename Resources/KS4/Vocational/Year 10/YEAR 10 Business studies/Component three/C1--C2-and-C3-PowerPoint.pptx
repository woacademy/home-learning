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F203E-FA0D-482C-B72B-250F38011EFD}">
  <a:tblStyle styleId="{779F203E-FA0D-482C-B72B-250F38011E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{779F203E-FA0D-482C-B72B-250F38011EFD}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