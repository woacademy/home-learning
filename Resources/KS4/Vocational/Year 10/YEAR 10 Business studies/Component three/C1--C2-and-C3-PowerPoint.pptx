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E263E-B89C-471C-BA15-39A8D055331A}">
  <a:tblStyle styleId="{D01E263E-B89C-471C-BA15-39A8D0553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{D01E263E-B89C-471C-BA15-39A8D055331A}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