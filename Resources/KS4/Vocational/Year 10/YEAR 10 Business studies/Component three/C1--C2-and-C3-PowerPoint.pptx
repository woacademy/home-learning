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198F731-458E-4C39-8317-0CF80C80B74C}">
  <a:tblStyle styleId="{8198F731-458E-4C39-8317-0CF80C80B74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{8198F731-458E-4C39-8317-0CF80C80B74C}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