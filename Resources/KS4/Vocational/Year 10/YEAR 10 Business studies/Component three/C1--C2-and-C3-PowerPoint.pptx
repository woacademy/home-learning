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FB2F11-0B26-4CA9-9A69-F1178AACC04B}">
  <a:tblStyle styleId="{48FB2F11-0B26-4CA9-9A69-F1178AACC0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{48FB2F11-0B26-4CA9-9A69-F1178AACC04B}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