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C036F5-AC5D-49CE-9F52-4885126AA312}">
  <a:tblStyle styleId="{B6C036F5-AC5D-49CE-9F52-4885126AA3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{B6C036F5-AC5D-49CE-9F52-4885126AA312}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