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0F1761-6DC7-4D57-94BF-A5FAA42609E0}">
  <a:tblStyle styleId="{C70F1761-6DC7-4D57-94BF-A5FAA42609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{C70F1761-6DC7-4D57-94BF-A5FAA42609E0}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