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4A1B1F-2FCB-4F94-BBDA-6063F8911B6C}">
  <a:tblStyle styleId="{FF4A1B1F-2FCB-4F94-BBDA-6063F8911B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{FF4A1B1F-2FCB-4F94-BBDA-6063F8911B6C}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