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A18A57-F0C3-4C06-B97D-36D93F9380A4}">
  <a:tblStyle styleId="{BDA18A57-F0C3-4C06-B97D-36D93F9380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{BDA18A57-F0C3-4C06-B97D-36D93F9380A4}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