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F544CE-5873-4D6E-ABBE-43829AD2627C}">
  <a:tblStyle styleId="{08F544CE-5873-4D6E-ABBE-43829AD262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{08F544CE-5873-4D6E-ABBE-43829AD2627C}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