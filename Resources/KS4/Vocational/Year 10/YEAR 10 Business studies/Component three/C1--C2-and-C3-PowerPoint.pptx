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F975BD-4DFB-4501-8FE1-9449E772B27B}">
  <a:tblStyle styleId="{62F975BD-4DFB-4501-8FE1-9449E772B2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{62F975BD-4DFB-4501-8FE1-9449E772B27B}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