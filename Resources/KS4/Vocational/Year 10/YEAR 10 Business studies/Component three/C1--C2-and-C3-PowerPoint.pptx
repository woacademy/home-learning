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B02133-C49B-4B0A-8415-10605272AF0C}">
  <a:tblStyle styleId="{72B02133-C49B-4B0A-8415-10605272AF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{72B02133-C49B-4B0A-8415-10605272AF0C}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