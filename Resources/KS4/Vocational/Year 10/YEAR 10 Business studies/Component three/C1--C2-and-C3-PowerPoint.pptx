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1384C6-A8C0-4172-B87B-967CA8C7840E}">
  <a:tblStyle styleId="{861384C6-A8C0-4172-B87B-967CA8C784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{861384C6-A8C0-4172-B87B-967CA8C7840E}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