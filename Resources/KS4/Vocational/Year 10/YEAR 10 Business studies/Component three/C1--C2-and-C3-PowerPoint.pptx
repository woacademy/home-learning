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16E604-E54B-466B-9E07-97D816204734}">
  <a:tblStyle styleId="{2E16E604-E54B-466B-9E07-97D8162047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{2E16E604-E54B-466B-9E07-97D816204734}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