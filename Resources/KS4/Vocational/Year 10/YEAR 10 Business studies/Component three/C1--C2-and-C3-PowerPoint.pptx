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01D1A8-7C20-4C7A-8E2F-EC44211F9D0D}">
  <a:tblStyle styleId="{6201D1A8-7C20-4C7A-8E2F-EC44211F9D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{6201D1A8-7C20-4C7A-8E2F-EC44211F9D0D}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