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2EEE8D9-0CB3-42A2-A281-6D9B957EF330}">
  <a:tblStyle styleId="{D2EEE8D9-0CB3-42A2-A281-6D9B957EF33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{D2EEE8D9-0CB3-42A2-A281-6D9B957EF330}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