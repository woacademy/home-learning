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5722CAE-24AB-4D43-8489-3CA7C07B3CFE}">
  <a:tblStyle styleId="{05722CAE-24AB-4D43-8489-3CA7C07B3CF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{05722CAE-24AB-4D43-8489-3CA7C07B3CFE}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