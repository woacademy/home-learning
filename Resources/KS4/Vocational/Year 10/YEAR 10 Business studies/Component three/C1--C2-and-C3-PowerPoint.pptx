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44A2C6-5844-4B3E-BBB1-19443695C45E}">
  <a:tblStyle styleId="{B544A2C6-5844-4B3E-BBB1-19443695C4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{B544A2C6-5844-4B3E-BBB1-19443695C45E}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