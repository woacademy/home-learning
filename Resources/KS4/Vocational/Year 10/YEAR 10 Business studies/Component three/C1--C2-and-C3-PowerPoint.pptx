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195D34-C229-4F3D-8D4D-657344AD57EB}">
  <a:tblStyle styleId="{E6195D34-C229-4F3D-8D4D-657344AD57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{E6195D34-C229-4F3D-8D4D-657344AD57EB}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