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20D65B-7119-499D-8882-696E57B25E7A}">
  <a:tblStyle styleId="{4120D65B-7119-499D-8882-696E57B25E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{4120D65B-7119-499D-8882-696E57B25E7A}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