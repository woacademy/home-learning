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6697A4-CA72-4192-8963-CF13912B0AE0}">
  <a:tblStyle styleId="{166697A4-CA72-4192-8963-CF13912B0A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{166697A4-CA72-4192-8963-CF13912B0AE0}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