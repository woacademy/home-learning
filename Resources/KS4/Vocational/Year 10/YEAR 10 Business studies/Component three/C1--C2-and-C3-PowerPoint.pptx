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0E2232-0D21-441B-9E74-5389E2382823}">
  <a:tblStyle styleId="{1F0E2232-0D21-441B-9E74-5389E23828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{1F0E2232-0D21-441B-9E74-5389E2382823}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