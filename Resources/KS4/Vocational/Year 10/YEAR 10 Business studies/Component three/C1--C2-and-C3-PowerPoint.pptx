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70F1D35-4C12-4A03-AEE8-E7F6A330C1B9}">
  <a:tblStyle styleId="{070F1D35-4C12-4A03-AEE8-E7F6A330C1B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{070F1D35-4C12-4A03-AEE8-E7F6A330C1B9}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