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9261F9-AC43-413F-B919-21ACEC818DB5}">
  <a:tblStyle styleId="{589261F9-AC43-413F-B919-21ACEC818D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{589261F9-AC43-413F-B919-21ACEC818DB5}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