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25AE41-DD33-433F-9D94-7F9AA1D370B2}">
  <a:tblStyle styleId="{E925AE41-DD33-433F-9D94-7F9AA1D37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{E925AE41-DD33-433F-9D94-7F9AA1D370B2}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