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5086EB-AAE3-4E99-A93D-C9093A24F620}">
  <a:tblStyle styleId="{635086EB-AAE3-4E99-A93D-C9093A24F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{635086EB-AAE3-4E99-A93D-C9093A24F620}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