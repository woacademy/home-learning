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6FA700-BED6-45F2-B7F0-41B43C067F11}">
  <a:tblStyle styleId="{576FA700-BED6-45F2-B7F0-41B43C067F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{576FA700-BED6-45F2-B7F0-41B43C067F11}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