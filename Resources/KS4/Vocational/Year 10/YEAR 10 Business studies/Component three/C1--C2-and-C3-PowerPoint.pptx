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C3DF0B-F473-42F9-9BAB-52060527339B}">
  <a:tblStyle styleId="{29C3DF0B-F473-42F9-9BAB-5206052733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{29C3DF0B-F473-42F9-9BAB-52060527339B}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