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13EEFF-5102-41D4-AA03-AF233A5F18E4}">
  <a:tblStyle styleId="{0213EEFF-5102-41D4-AA03-AF233A5F18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{0213EEFF-5102-41D4-AA03-AF233A5F18E4}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