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CB8E7C-B691-4382-82C1-524CEDF0899D}">
  <a:tblStyle styleId="{BACB8E7C-B691-4382-82C1-524CEDF089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{BACB8E7C-B691-4382-82C1-524CEDF0899D}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