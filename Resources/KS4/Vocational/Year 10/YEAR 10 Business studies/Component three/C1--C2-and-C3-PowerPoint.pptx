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C28F72-7D2C-4874-9952-5063C1B66371}">
  <a:tblStyle styleId="{5DC28F72-7D2C-4874-9952-5063C1B663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{5DC28F72-7D2C-4874-9952-5063C1B66371}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