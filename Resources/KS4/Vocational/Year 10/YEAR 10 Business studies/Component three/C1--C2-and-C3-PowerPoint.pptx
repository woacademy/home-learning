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80C8C6-C511-4E6F-BBFE-8E1A9F6DA341}">
  <a:tblStyle styleId="{1580C8C6-C511-4E6F-BBFE-8E1A9F6DA3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{1580C8C6-C511-4E6F-BBFE-8E1A9F6DA341}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