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7828FE-605A-4240-BE6E-98C54749BD83}">
  <a:tblStyle styleId="{FC7828FE-605A-4240-BE6E-98C54749BD8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{FC7828FE-605A-4240-BE6E-98C54749BD83}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