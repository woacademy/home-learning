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58D39C-EBA0-4E3A-82E8-C599BD6F7E17}">
  <a:tblStyle styleId="{F458D39C-EBA0-4E3A-82E8-C599BD6F7E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{F458D39C-EBA0-4E3A-82E8-C599BD6F7E17}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