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40B0D8-ACFB-4D35-8721-07B9AACC4E2B}">
  <a:tblStyle styleId="{0840B0D8-ACFB-4D35-8721-07B9AACC4E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{0840B0D8-ACFB-4D35-8721-07B9AACC4E2B}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