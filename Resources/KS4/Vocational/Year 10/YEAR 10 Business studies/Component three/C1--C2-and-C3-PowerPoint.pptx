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D3CC0F-EA39-4FF8-8555-7007160BE502}">
  <a:tblStyle styleId="{4AD3CC0F-EA39-4FF8-8555-7007160BE5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{4AD3CC0F-EA39-4FF8-8555-7007160BE502}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