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FAE6B-56FE-46D0-BF0F-205BDB363CC0}">
  <a:tblStyle styleId="{D95FAE6B-56FE-46D0-BF0F-205BDB363C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{D95FAE6B-56FE-46D0-BF0F-205BDB363CC0}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