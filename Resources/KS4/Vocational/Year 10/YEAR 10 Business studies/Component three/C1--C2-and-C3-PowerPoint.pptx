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F70EC8-533B-44F6-ACA5-34B8BD736CB1}">
  <a:tblStyle styleId="{46F70EC8-533B-44F6-ACA5-34B8BD736C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{46F70EC8-533B-44F6-ACA5-34B8BD736CB1}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