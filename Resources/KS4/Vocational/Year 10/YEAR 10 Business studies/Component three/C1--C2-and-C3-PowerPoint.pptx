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4EDCC1-ADD3-49AD-A995-A50A0E25A665}">
  <a:tblStyle styleId="{C64EDCC1-ADD3-49AD-A995-A50A0E25A6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{C64EDCC1-ADD3-49AD-A995-A50A0E25A665}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