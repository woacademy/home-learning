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EC6789-9D0A-4175-A8D9-D80B62D64C5D}">
  <a:tblStyle styleId="{DEEC6789-9D0A-4175-A8D9-D80B62D64C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{DEEC6789-9D0A-4175-A8D9-D80B62D64C5D}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