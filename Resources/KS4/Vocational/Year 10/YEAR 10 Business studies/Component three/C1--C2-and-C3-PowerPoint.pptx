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D8B647-621A-430C-B890-85DA7524FF44}">
  <a:tblStyle styleId="{75D8B647-621A-430C-B890-85DA7524FF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{75D8B647-621A-430C-B890-85DA7524FF44}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