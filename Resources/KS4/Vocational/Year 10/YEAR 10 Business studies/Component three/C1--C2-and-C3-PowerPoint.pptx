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624DC6-FD0A-40BD-86FA-1B06DDFBB8E5}">
  <a:tblStyle styleId="{1D624DC6-FD0A-40BD-86FA-1B06DDFBB8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{1D624DC6-FD0A-40BD-86FA-1B06DDFBB8E5}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