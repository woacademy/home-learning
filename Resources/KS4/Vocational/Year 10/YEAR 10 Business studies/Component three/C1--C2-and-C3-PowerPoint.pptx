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0B98FD-A696-4FB7-9B9E-7C7AA0D45B71}">
  <a:tblStyle styleId="{130B98FD-A696-4FB7-9B9E-7C7AA0D45B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{130B98FD-A696-4FB7-9B9E-7C7AA0D45B71}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