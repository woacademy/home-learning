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9ABA7B7-35B6-49BA-8F27-0F7E266A9D8C}">
  <a:tblStyle styleId="{B9ABA7B7-35B6-49BA-8F27-0F7E266A9D8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9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0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1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2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6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{B9ABA7B7-35B6-49BA-8F27-0F7E266A9D8C}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