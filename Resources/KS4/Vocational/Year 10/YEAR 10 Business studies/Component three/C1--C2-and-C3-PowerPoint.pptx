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0842EB-C721-42E3-98AB-18BB1859D572}">
  <a:tblStyle styleId="{EB0842EB-C721-42E3-98AB-18BB1859D5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{EB0842EB-C721-42E3-98AB-18BB1859D572}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