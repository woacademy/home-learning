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9A0C54-A004-4E6B-B400-D8A64D0683C9}">
  <a:tblStyle styleId="{7D9A0C54-A004-4E6B-B400-D8A64D0683C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{7D9A0C54-A004-4E6B-B400-D8A64D0683C9}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