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BF0DEB-DA43-4094-AB31-8CBBBC9366E2}">
  <a:tblStyle styleId="{C8BF0DEB-DA43-4094-AB31-8CBBBC9366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{C8BF0DEB-DA43-4094-AB31-8CBBBC9366E2}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