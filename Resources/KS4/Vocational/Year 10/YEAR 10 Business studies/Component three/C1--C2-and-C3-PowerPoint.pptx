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8E26C2-BF6F-4813-87A6-487DD4897A15}">
  <a:tblStyle styleId="{278E26C2-BF6F-4813-87A6-487DD4897A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{278E26C2-BF6F-4813-87A6-487DD4897A15}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