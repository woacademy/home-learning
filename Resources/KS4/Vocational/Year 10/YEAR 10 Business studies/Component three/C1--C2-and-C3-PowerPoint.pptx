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EE6C3-7145-4896-BE88-ECDEF79F4B70}">
  <a:tblStyle styleId="{0C7EE6C3-7145-4896-BE88-ECDEF79F4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{0C7EE6C3-7145-4896-BE88-ECDEF79F4B70}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