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694250-D4B9-415A-9BCA-244933DA2B70}">
  <a:tblStyle styleId="{94694250-D4B9-415A-9BCA-244933DA2B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{94694250-D4B9-415A-9BCA-244933DA2B70}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