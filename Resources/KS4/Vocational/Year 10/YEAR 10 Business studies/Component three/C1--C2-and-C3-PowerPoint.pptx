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1D46A2-55A5-4161-AEAB-4BC2444DFD5E}">
  <a:tblStyle styleId="{281D46A2-55A5-4161-AEAB-4BC2444DFD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{281D46A2-55A5-4161-AEAB-4BC2444DFD5E}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