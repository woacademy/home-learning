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5F5D925-EB58-4569-AAD4-BE7B8378D351}">
  <a:tblStyle styleId="{E5F5D925-EB58-4569-AAD4-BE7B8378D35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0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Relationship Id="rId4" Type="http://schemas.openxmlformats.org/officeDocument/2006/relationships/image" Target="../media/image1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5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6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{E5F5D925-EB58-4569-AAD4-BE7B8378D351}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