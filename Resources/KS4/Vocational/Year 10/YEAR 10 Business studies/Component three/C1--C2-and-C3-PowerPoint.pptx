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27950-886A-4B8C-BFD8-8F36B9509926}">
  <a:tblStyle styleId="{A9C27950-886A-4B8C-BFD8-8F36B95099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{A9C27950-886A-4B8C-BFD8-8F36B9509926}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