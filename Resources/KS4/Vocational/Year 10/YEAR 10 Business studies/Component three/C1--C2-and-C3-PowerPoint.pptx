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F840ED4-BAAF-45B2-88D6-8397BBE94F02}">
  <a:tblStyle styleId="{EF840ED4-BAAF-45B2-88D6-8397BBE94F0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{EF840ED4-BAAF-45B2-88D6-8397BBE94F02}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