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1D017B-FCA2-41CB-9D9E-749D2A0A8411}">
  <a:tblStyle styleId="{4F1D017B-FCA2-41CB-9D9E-749D2A0A84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{4F1D017B-FCA2-41CB-9D9E-749D2A0A8411}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