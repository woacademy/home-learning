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05B071-2DAE-4163-92A1-A2910B236144}">
  <a:tblStyle styleId="{1405B071-2DAE-4163-92A1-A2910B2361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{1405B071-2DAE-4163-92A1-A2910B236144}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