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8EC50D-CD8B-499C-8726-3B434F85822B}">
  <a:tblStyle styleId="{B98EC50D-CD8B-499C-8726-3B434F8582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{B98EC50D-CD8B-499C-8726-3B434F85822B}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