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A76CFC-1CCC-446E-9D9E-05C023808280}">
  <a:tblStyle styleId="{0AA76CFC-1CCC-446E-9D9E-05C0238082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{0AA76CFC-1CCC-446E-9D9E-05C023808280}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