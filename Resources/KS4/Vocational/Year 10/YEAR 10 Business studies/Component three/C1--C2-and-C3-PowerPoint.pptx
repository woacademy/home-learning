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0B335-89B9-43DF-8B21-D7C13B793C93}">
  <a:tblStyle styleId="{8750B335-89B9-43DF-8B21-D7C13B793C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{8750B335-89B9-43DF-8B21-D7C13B793C93}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