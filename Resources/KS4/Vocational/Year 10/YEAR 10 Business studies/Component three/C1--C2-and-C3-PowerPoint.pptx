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D43453-50AC-456E-B384-FF4BD403D1D0}">
  <a:tblStyle styleId="{B8D43453-50AC-456E-B384-FF4BD403D1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{B8D43453-50AC-456E-B384-FF4BD403D1D0}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