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31464C-088E-425C-ACAD-801081F9938C}">
  <a:tblStyle styleId="{4931464C-088E-425C-ACAD-801081F993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{4931464C-088E-425C-ACAD-801081F9938C}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