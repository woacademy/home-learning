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97C46-F097-4288-AFF7-CD377DD428EA}">
  <a:tblStyle styleId="{26A97C46-F097-4288-AFF7-CD377DD42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{26A97C46-F097-4288-AFF7-CD377DD428EA}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