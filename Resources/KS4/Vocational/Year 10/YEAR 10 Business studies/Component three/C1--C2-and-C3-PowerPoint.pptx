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2FE3A9-9910-451C-B979-14287A91AD14}">
  <a:tblStyle styleId="{1A2FE3A9-9910-451C-B979-14287A91AD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{1A2FE3A9-9910-451C-B979-14287A91AD14}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