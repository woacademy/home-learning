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C7D61C-C136-4D35-8420-14D44E460DA1}">
  <a:tblStyle styleId="{C3C7D61C-C136-4D35-8420-14D44E460D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{C3C7D61C-C136-4D35-8420-14D44E460DA1}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