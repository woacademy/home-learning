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A8650B-FE28-4666-9709-4916F1B2A165}">
  <a:tblStyle styleId="{DFA8650B-FE28-4666-9709-4916F1B2A1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{DFA8650B-FE28-4666-9709-4916F1B2A165}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