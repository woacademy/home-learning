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7A9A4E-9213-427A-8EDB-795F2338FB74}">
  <a:tblStyle styleId="{C57A9A4E-9213-427A-8EDB-795F2338FB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{C57A9A4E-9213-427A-8EDB-795F2338FB74}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