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008BC3-7D8C-496B-9806-394E5CB96422}">
  <a:tblStyle styleId="{EE008BC3-7D8C-496B-9806-394E5CB964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{EE008BC3-7D8C-496B-9806-394E5CB96422}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