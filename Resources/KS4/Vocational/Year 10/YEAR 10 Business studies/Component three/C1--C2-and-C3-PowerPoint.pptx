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BCBECC-8AC6-4E59-A6E8-209A7D46C4CD}">
  <a:tblStyle styleId="{6BBCBECC-8AC6-4E59-A6E8-209A7D46C4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{6BBCBECC-8AC6-4E59-A6E8-209A7D46C4CD}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