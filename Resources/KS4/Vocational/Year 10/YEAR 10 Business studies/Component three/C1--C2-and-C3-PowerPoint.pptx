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E11E4-42C2-44A1-8DBB-C6A68744AFB6}">
  <a:tblStyle styleId="{918E11E4-42C2-44A1-8DBB-C6A68744AF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{918E11E4-42C2-44A1-8DBB-C6A68744AFB6}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