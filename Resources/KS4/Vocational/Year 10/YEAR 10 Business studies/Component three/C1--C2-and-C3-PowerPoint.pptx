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A2C85-94DF-47EA-BB2D-ABE1E3FA3BAE}">
  <a:tblStyle styleId="{2FEA2C85-94DF-47EA-BB2D-ABE1E3FA3B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{2FEA2C85-94DF-47EA-BB2D-ABE1E3FA3BAE}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