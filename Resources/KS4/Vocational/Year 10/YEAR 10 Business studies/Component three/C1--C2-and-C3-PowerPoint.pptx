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54E66D-59E3-45A3-8B88-8309DBEE4AFF}">
  <a:tblStyle styleId="{BA54E66D-59E3-45A3-8B88-8309DBEE4AF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{BA54E66D-59E3-45A3-8B88-8309DBEE4AFF}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