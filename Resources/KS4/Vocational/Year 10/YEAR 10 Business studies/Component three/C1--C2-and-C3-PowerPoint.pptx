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F51274-A373-4D84-A3CD-686A06C79C6D}">
  <a:tblStyle styleId="{FEF51274-A373-4D84-A3CD-686A06C79C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{FEF51274-A373-4D84-A3CD-686A06C79C6D}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