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8227A6-A233-414C-BE30-B36F046E23EE}">
  <a:tblStyle styleId="{B98227A6-A233-414C-BE30-B36F046E2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{B98227A6-A233-414C-BE30-B36F046E23EE}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