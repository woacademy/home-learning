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33F60D-9350-4985-A3C2-B2484EF913B0}">
  <a:tblStyle styleId="{FF33F60D-9350-4985-A3C2-B2484EF913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{FF33F60D-9350-4985-A3C2-B2484EF913B0}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