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A48FDA-9E55-433B-BF10-7715B396E6FC}">
  <a:tblStyle styleId="{BBA48FDA-9E55-433B-BF10-7715B396E6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{BBA48FDA-9E55-433B-BF10-7715B396E6FC}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