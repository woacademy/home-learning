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91B187-7ED8-4053-9C7C-69A8BA239D34}">
  <a:tblStyle styleId="{3F91B187-7ED8-4053-9C7C-69A8BA239D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{3F91B187-7ED8-4053-9C7C-69A8BA239D34}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