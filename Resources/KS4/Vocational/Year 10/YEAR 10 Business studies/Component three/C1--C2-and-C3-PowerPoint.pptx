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FC8BD1-45A2-4725-AD69-6DAF45A87665}">
  <a:tblStyle styleId="{30FC8BD1-45A2-4725-AD69-6DAF45A876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{30FC8BD1-45A2-4725-AD69-6DAF45A87665}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