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69F84B-10C3-42D9-8B1E-DDC19E49B3DA}">
  <a:tblStyle styleId="{8969F84B-10C3-42D9-8B1E-DDC19E49B3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{8969F84B-10C3-42D9-8B1E-DDC19E49B3DA}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