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B39204-40DC-4F7A-937B-E5688AD1D7A5}">
  <a:tblStyle styleId="{F4B39204-40DC-4F7A-937B-E5688AD1D7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{F4B39204-40DC-4F7A-937B-E5688AD1D7A5}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