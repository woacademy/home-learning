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EE6411-F0A2-42DA-9D13-AC1AFF40CA57}">
  <a:tblStyle styleId="{6AEE6411-F0A2-42DA-9D13-AC1AFF40CA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{6AEE6411-F0A2-42DA-9D13-AC1AFF40CA57}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