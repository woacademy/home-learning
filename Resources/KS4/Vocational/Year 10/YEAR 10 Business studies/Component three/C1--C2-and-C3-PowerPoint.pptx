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B8A620-EBCA-48D0-8A93-D7DAE81467BA}">
  <a:tblStyle styleId="{F5B8A620-EBCA-48D0-8A93-D7DAE81467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{F5B8A620-EBCA-48D0-8A93-D7DAE81467BA}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