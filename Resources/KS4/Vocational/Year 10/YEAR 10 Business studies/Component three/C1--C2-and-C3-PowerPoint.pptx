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7D1539-8C95-4160-8D31-6714B722A81D}">
  <a:tblStyle styleId="{F57D1539-8C95-4160-8D31-6714B722A8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{F57D1539-8C95-4160-8D31-6714B722A81D}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