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99BE13-70CC-49A4-BD2C-7B6322B5B6EF}">
  <a:tblStyle styleId="{4399BE13-70CC-49A4-BD2C-7B6322B5B6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{4399BE13-70CC-49A4-BD2C-7B6322B5B6EF}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