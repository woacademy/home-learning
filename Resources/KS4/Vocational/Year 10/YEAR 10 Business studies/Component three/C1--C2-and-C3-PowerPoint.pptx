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53CF89-EC48-4843-B357-1BDFC0115F21}">
  <a:tblStyle styleId="{4353CF89-EC48-4843-B357-1BDFC0115F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{4353CF89-EC48-4843-B357-1BDFC0115F21}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