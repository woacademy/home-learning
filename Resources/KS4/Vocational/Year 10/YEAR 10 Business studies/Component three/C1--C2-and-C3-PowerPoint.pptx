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F45CEB-F9C9-40EC-A3E6-34CA9074E7C9}">
  <a:tblStyle styleId="{66F45CEB-F9C9-40EC-A3E6-34CA9074E7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{66F45CEB-F9C9-40EC-A3E6-34CA9074E7C9}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