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C8B09B-C2E5-4A43-996E-560717D5EC6E}">
  <a:tblStyle styleId="{85C8B09B-C2E5-4A43-996E-560717D5EC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{85C8B09B-C2E5-4A43-996E-560717D5EC6E}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