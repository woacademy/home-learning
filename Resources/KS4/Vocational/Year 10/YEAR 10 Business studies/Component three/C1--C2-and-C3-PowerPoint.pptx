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C196B3-D6D3-474B-B157-C7026572DCA4}">
  <a:tblStyle styleId="{BBC196B3-D6D3-474B-B157-C7026572DC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{BBC196B3-D6D3-474B-B157-C7026572DCA4}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