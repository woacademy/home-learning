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20E8AC-EB30-4BDC-90CF-80313350E9AE}">
  <a:tblStyle styleId="{0420E8AC-EB30-4BDC-90CF-80313350E9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{0420E8AC-EB30-4BDC-90CF-80313350E9AE}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