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A97453-E92C-4B85-AA76-2E1B6E8B7173}">
  <a:tblStyle styleId="{C8A97453-E92C-4B85-AA76-2E1B6E8B71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{C8A97453-E92C-4B85-AA76-2E1B6E8B7173}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