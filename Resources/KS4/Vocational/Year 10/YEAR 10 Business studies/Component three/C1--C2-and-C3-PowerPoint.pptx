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436FFF-05ED-44A8-9F33-A8B7D0BC4F3B}">
  <a:tblStyle styleId="{14436FFF-05ED-44A8-9F33-A8B7D0BC4F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{14436FFF-05ED-44A8-9F33-A8B7D0BC4F3B}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