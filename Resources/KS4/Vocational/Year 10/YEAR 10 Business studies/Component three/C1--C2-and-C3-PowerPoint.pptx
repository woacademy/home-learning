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55914E6-C2EF-43D5-96C6-15815383343B}">
  <a:tblStyle styleId="{955914E6-C2EF-43D5-96C6-15815383343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{955914E6-C2EF-43D5-96C6-15815383343B}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