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CAD31E-5B90-4293-8527-5585DBF56E1E}">
  <a:tblStyle styleId="{04CAD31E-5B90-4293-8527-5585DBF56E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{04CAD31E-5B90-4293-8527-5585DBF56E1E}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