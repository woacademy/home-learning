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FD0E5B-3ABF-4BD5-B009-5088553EBA4E}">
  <a:tblStyle styleId="{6BFD0E5B-3ABF-4BD5-B009-5088553EBA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{6BFD0E5B-3ABF-4BD5-B009-5088553EBA4E}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