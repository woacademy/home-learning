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2569E-1794-4B28-AC61-51F6B9968CF5}">
  <a:tblStyle styleId="{7B52569E-1794-4B28-AC61-51F6B9968C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{7B52569E-1794-4B28-AC61-51F6B9968CF5}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