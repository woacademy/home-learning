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19631C-E106-40F3-BFBC-86846E54E974}">
  <a:tblStyle styleId="{EE19631C-E106-40F3-BFBC-86846E54E9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{EE19631C-E106-40F3-BFBC-86846E54E974}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