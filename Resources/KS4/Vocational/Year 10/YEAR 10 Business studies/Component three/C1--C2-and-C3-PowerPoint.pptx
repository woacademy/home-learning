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E03A19-508F-4158-9432-7319AA95DF4F}">
  <a:tblStyle styleId="{97E03A19-508F-4158-9432-7319AA95DF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{97E03A19-508F-4158-9432-7319AA95DF4F}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