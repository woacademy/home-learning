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A8149D-7592-4C39-BD4B-B1A042042506}">
  <a:tblStyle styleId="{39A8149D-7592-4C39-BD4B-B1A0420425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{39A8149D-7592-4C39-BD4B-B1A042042506}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