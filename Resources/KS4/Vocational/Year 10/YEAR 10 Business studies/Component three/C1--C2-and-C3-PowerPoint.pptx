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C477B4-3020-4BED-B2D8-D578A0BCCC29}">
  <a:tblStyle styleId="{23C477B4-3020-4BED-B2D8-D578A0BCCC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{23C477B4-3020-4BED-B2D8-D578A0BCCC29}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