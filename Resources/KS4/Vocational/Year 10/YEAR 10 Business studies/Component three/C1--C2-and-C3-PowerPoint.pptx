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EDD587-D4B5-4CC1-B240-1B3A22192DF3}">
  <a:tblStyle styleId="{3AEDD587-D4B5-4CC1-B240-1B3A22192D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{3AEDD587-D4B5-4CC1-B240-1B3A22192DF3}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