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F2AB11-503C-4B30-86FA-78EF3D482B21}">
  <a:tblStyle styleId="{AEF2AB11-503C-4B30-86FA-78EF3D482B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{AEF2AB11-503C-4B30-86FA-78EF3D482B21}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