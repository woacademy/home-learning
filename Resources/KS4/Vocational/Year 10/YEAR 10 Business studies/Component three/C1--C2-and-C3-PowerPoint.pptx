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3B36ACC-BE87-4D8C-B05C-B5118C3F0FD2}">
  <a:tblStyle styleId="{A3B36ACC-BE87-4D8C-B05C-B5118C3F0FD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7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0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4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{A3B36ACC-BE87-4D8C-B05C-B5118C3F0FD2}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