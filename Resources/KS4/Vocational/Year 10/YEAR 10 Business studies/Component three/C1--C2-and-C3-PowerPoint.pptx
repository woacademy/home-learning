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70E534-C5FA-4430-8ACC-1A1A02634669}">
  <a:tblStyle styleId="{9970E534-C5FA-4430-8ACC-1A1A026346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{9970E534-C5FA-4430-8ACC-1A1A02634669}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