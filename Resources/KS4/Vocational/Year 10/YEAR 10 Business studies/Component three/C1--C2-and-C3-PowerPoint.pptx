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A1508-CE01-4CC6-97C0-1EF127C1C894}">
  <a:tblStyle styleId="{8DFA1508-CE01-4CC6-97C0-1EF127C1C8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{8DFA1508-CE01-4CC6-97C0-1EF127C1C894}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