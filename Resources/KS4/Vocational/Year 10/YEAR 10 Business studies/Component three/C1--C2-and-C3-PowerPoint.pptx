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90BAF084-68BA-4B18-A833-53D3B7BAAED8}">
  <a:tblStyle styleId="{90BAF084-68BA-4B18-A833-53D3B7BAAED8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1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11.png"/><Relationship Id="rId4" Type="http://schemas.openxmlformats.org/officeDocument/2006/relationships/image" Target="../media/image4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5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6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7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9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8.png"/><Relationship Id="rId4" Type="http://schemas.openxmlformats.org/officeDocument/2006/relationships/image" Target="../media/image12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10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{90BAF084-68BA-4B18-A833-53D3B7BAAED8}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