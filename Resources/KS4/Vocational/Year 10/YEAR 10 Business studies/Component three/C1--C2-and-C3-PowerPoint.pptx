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C2E2A1-C32C-47E2-AB04-090B8E0E46A2}">
  <a:tblStyle styleId="{16C2E2A1-C32C-47E2-AB04-090B8E0E46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{16C2E2A1-C32C-47E2-AB04-090B8E0E46A2}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