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BBE6E2-C7D1-4076-B8C4-3F6E47BC3880}">
  <a:tblStyle styleId="{78BBE6E2-C7D1-4076-B8C4-3F6E47BC388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{78BBE6E2-C7D1-4076-B8C4-3F6E47BC3880}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