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74C181-AA45-493F-B6AC-CCD4E8758758}">
  <a:tblStyle styleId="{4574C181-AA45-493F-B6AC-CCD4E87587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{4574C181-AA45-493F-B6AC-CCD4E8758758}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