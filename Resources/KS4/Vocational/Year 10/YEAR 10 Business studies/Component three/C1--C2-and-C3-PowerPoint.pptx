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D42441-0A3E-40BE-B0B5-30C05C76F374}">
  <a:tblStyle styleId="{ABD42441-0A3E-40BE-B0B5-30C05C76F3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{ABD42441-0A3E-40BE-B0B5-30C05C76F374}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