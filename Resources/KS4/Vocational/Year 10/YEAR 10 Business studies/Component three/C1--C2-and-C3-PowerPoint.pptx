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9FFEC59-18E0-4D1C-9D0C-90862B368BEC}">
  <a:tblStyle styleId="{89FFEC59-18E0-4D1C-9D0C-90862B368BE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{89FFEC59-18E0-4D1C-9D0C-90862B368BEC}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