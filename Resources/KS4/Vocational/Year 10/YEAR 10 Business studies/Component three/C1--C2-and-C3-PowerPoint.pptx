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6EC0E1-9F2E-43BF-9FAA-667A490354F4}">
  <a:tblStyle styleId="{E36EC0E1-9F2E-43BF-9FAA-667A490354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{E36EC0E1-9F2E-43BF-9FAA-667A490354F4}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