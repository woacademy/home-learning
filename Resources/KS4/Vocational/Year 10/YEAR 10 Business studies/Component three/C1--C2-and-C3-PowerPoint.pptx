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DF8813-CFF1-415D-A2D2-55157DD6D1DD}">
  <a:tblStyle styleId="{39DF8813-CFF1-415D-A2D2-55157DD6D1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{39DF8813-CFF1-415D-A2D2-55157DD6D1DD}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