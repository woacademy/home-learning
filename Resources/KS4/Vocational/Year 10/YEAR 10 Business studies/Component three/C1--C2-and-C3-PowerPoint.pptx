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4DBD09-B76A-427C-B719-804AF1283127}">
  <a:tblStyle styleId="{9D4DBD09-B76A-427C-B719-804AF12831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{9D4DBD09-B76A-427C-B719-804AF1283127}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