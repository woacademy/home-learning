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67B0F9-2981-448A-8E93-CF12211970CE}">
  <a:tblStyle styleId="{FD67B0F9-2981-448A-8E93-CF12211970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{FD67B0F9-2981-448A-8E93-CF12211970CE}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