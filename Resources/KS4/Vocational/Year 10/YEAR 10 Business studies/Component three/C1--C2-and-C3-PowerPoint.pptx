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E5B93-67F4-4E2D-BAD9-23B3076DE752}">
  <a:tblStyle styleId="{7EDE5B93-67F4-4E2D-BAD9-23B3076DE7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{7EDE5B93-67F4-4E2D-BAD9-23B3076DE752}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