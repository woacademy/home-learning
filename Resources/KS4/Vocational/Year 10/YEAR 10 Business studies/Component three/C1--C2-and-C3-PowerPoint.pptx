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BA7DD9C-77A5-4D17-9DC4-83B36E37C40B}">
  <a:tblStyle styleId="{FBA7DD9C-77A5-4D17-9DC4-83B36E37C4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{FBA7DD9C-77A5-4D17-9DC4-83B36E37C40B}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