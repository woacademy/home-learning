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B86953-0E23-4149-BE90-5958B28347BB}">
  <a:tblStyle styleId="{BAB86953-0E23-4149-BE90-5958B28347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{BAB86953-0E23-4149-BE90-5958B28347BB}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