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C264662-E086-4311-B625-AFB4EA7BB3C8}">
  <a:tblStyle styleId="{6C264662-E086-4311-B625-AFB4EA7BB3C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{6C264662-E086-4311-B625-AFB4EA7BB3C8}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