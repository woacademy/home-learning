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F8481-3852-4400-A3BD-45F2A8E51E21}">
  <a:tblStyle styleId="{259F8481-3852-4400-A3BD-45F2A8E51E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{259F8481-3852-4400-A3BD-45F2A8E51E21}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