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58C498-F3E4-4FA7-9CBE-D0E4C3B7B5DA}">
  <a:tblStyle styleId="{6858C498-F3E4-4FA7-9CBE-D0E4C3B7B5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{6858C498-F3E4-4FA7-9CBE-D0E4C3B7B5DA}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