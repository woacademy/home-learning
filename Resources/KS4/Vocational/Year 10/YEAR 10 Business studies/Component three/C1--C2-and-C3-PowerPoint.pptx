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865E90-F1DF-492F-8383-2F4579CAC2ED}">
  <a:tblStyle styleId="{E8865E90-F1DF-492F-8383-2F4579CAC2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{E8865E90-F1DF-492F-8383-2F4579CAC2ED}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