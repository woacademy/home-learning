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1B9349-5874-4516-8BBC-6D4136DAF6AA}">
  <a:tblStyle styleId="{421B9349-5874-4516-8BBC-6D4136DAF6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{421B9349-5874-4516-8BBC-6D4136DAF6AA}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