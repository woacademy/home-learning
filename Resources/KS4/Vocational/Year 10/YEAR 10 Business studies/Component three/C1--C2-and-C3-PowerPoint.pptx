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5547C5-1627-4561-B23B-79735F10B76D}">
  <a:tblStyle styleId="{BF5547C5-1627-4561-B23B-79735F10B7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{BF5547C5-1627-4561-B23B-79735F10B76D}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