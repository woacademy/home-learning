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5FDEB7-61AB-4E0B-91C7-9AD0392645DC}">
  <a:tblStyle styleId="{BF5FDEB7-61AB-4E0B-91C7-9AD0392645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{BF5FDEB7-61AB-4E0B-91C7-9AD0392645DC}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