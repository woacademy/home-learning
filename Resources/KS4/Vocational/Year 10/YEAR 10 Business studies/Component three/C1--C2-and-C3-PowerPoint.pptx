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69256-4FE6-4538-9102-40BEF0EAA43D}">
  <a:tblStyle styleId="{56E69256-4FE6-4538-9102-40BEF0EAA4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{56E69256-4FE6-4538-9102-40BEF0EAA43D}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