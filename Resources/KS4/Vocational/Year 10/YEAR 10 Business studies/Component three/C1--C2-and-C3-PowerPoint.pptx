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EE853B-BA5B-4798-AB2E-287D808FCD24}">
  <a:tblStyle styleId="{D0EE853B-BA5B-4798-AB2E-287D808FCD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{D0EE853B-BA5B-4798-AB2E-287D808FCD24}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