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76061-2D23-4226-8A93-9273B9C336CE}">
  <a:tblStyle styleId="{34576061-2D23-4226-8A93-9273B9C336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{34576061-2D23-4226-8A93-9273B9C336CE}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