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645002-03ED-452C-8CF2-89938671F506}">
  <a:tblStyle styleId="{E5645002-03ED-452C-8CF2-89938671F5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{E5645002-03ED-452C-8CF2-89938671F506}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