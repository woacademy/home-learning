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3B435C-19A5-46DB-84DA-4997760B741A}">
  <a:tblStyle styleId="{FD3B435C-19A5-46DB-84DA-4997760B74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{FD3B435C-19A5-46DB-84DA-4997760B741A}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