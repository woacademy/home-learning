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E2344EE7-51A6-4F3E-A52F-E25BB8982948}">
  <a:tblStyle styleId="{E2344EE7-51A6-4F3E-A52F-E25BB898294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Relationship Id="rId4" Type="http://schemas.openxmlformats.org/officeDocument/2006/relationships/image" Target="../media/image9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{E2344EE7-51A6-4F3E-A52F-E25BB8982948}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