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8F7915-CB31-4305-9AE1-A71C81FDE38C}">
  <a:tblStyle styleId="{1B8F7915-CB31-4305-9AE1-A71C81FDE38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{1B8F7915-CB31-4305-9AE1-A71C81FDE38C}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