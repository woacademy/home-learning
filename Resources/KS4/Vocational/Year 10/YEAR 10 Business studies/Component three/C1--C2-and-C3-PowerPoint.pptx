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4F493D-E469-470A-8BD0-535358E25D04}">
  <a:tblStyle styleId="{FD4F493D-E469-470A-8BD0-535358E25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{FD4F493D-E469-470A-8BD0-535358E25D04}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