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6CC90A-881F-4D38-8B02-8432C4E0D1AE}">
  <a:tblStyle styleId="{7B6CC90A-881F-4D38-8B02-8432C4E0D1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{7B6CC90A-881F-4D38-8B02-8432C4E0D1AE}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