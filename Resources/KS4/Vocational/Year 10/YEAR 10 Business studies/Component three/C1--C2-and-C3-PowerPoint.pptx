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019A98-0F03-4727-AE51-E3589E43DFCD}">
  <a:tblStyle styleId="{44019A98-0F03-4727-AE51-E3589E43DF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{44019A98-0F03-4727-AE51-E3589E43DFCD}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