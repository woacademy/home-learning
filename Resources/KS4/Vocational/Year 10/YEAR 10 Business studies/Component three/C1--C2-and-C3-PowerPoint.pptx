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167031-07CB-46E6-9D83-D0AF9EE54417}">
  <a:tblStyle styleId="{2F167031-07CB-46E6-9D83-D0AF9EE544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{2F167031-07CB-46E6-9D83-D0AF9EE54417}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