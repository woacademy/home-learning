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24936-5225-48F8-A1D8-7EF476C5F9EA}">
  <a:tblStyle styleId="{C7524936-5225-48F8-A1D8-7EF476C5F9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{C7524936-5225-48F8-A1D8-7EF476C5F9EA}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