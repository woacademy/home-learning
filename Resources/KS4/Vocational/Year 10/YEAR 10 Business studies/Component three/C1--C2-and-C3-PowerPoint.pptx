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7A1F95-8553-40F8-A9B0-EC278BBBD2CD}">
  <a:tblStyle styleId="{6B7A1F95-8553-40F8-A9B0-EC278BBBD2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{6B7A1F95-8553-40F8-A9B0-EC278BBBD2CD}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