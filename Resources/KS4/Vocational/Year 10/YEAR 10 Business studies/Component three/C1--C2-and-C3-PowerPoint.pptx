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90130C-E8E1-4D5F-9733-E77223DA297D}">
  <a:tblStyle styleId="{A090130C-E8E1-4D5F-9733-E77223DA29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{A090130C-E8E1-4D5F-9733-E77223DA297D}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