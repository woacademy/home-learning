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2FF7C54-A864-4CA7-A2E5-AB694C0478A8}">
  <a:tblStyle styleId="{62FF7C54-A864-4CA7-A2E5-AB694C0478A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{62FF7C54-A864-4CA7-A2E5-AB694C0478A8}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