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2C3A66-95B8-41B6-8912-7FCF4C22AF65}">
  <a:tblStyle styleId="{892C3A66-95B8-41B6-8912-7FCF4C22AF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{892C3A66-95B8-41B6-8912-7FCF4C22AF65}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