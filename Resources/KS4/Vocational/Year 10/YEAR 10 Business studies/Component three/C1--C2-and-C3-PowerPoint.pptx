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1846C3-0F93-49FA-B55A-8908B826D812}">
  <a:tblStyle styleId="{9D1846C3-0F93-49FA-B55A-8908B826D8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{9D1846C3-0F93-49FA-B55A-8908B826D812}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