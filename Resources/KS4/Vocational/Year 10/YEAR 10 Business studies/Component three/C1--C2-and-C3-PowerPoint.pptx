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E2B904-8256-496C-BF23-8787C24EE9AC}">
  <a:tblStyle styleId="{61E2B904-8256-496C-BF23-8787C24EE9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{61E2B904-8256-496C-BF23-8787C24EE9AC}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