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306AA4-3360-4870-BD05-28649E82AF3A}">
  <a:tblStyle styleId="{11306AA4-3360-4870-BD05-28649E82AF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{11306AA4-3360-4870-BD05-28649E82AF3A}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