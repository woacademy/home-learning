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154B94-7A58-4281-ABA7-7F6E20FE4DB3}">
  <a:tblStyle styleId="{AE154B94-7A58-4281-ABA7-7F6E20FE4D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{AE154B94-7A58-4281-ABA7-7F6E20FE4DB3}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