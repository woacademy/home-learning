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A38658-9B3C-486E-81D4-35D306A6F736}">
  <a:tblStyle styleId="{71A38658-9B3C-486E-81D4-35D306A6F7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{71A38658-9B3C-486E-81D4-35D306A6F736}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