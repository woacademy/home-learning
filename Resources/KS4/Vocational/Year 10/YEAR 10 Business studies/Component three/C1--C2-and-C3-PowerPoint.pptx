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E7EDA8-AD15-47D3-8633-B0DC46D9B348}">
  <a:tblStyle styleId="{CCE7EDA8-AD15-47D3-8633-B0DC46D9B3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{CCE7EDA8-AD15-47D3-8633-B0DC46D9B348}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