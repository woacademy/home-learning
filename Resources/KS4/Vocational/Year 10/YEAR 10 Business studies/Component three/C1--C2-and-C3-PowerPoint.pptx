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97E84D-80A6-4F13-AD7A-F9F5724BBE33}">
  <a:tblStyle styleId="{C997E84D-80A6-4F13-AD7A-F9F5724BBE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{C997E84D-80A6-4F13-AD7A-F9F5724BBE33}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