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834306B-3A01-4D7D-9801-CD4B0DA083D1}">
  <a:tblStyle styleId="{1834306B-3A01-4D7D-9801-CD4B0DA083D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{1834306B-3A01-4D7D-9801-CD4B0DA083D1}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