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8DA59-D9A7-4C5F-948B-87B7AF179D21}">
  <a:tblStyle styleId="{0928DA59-D9A7-4C5F-948B-87B7AF179D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{0928DA59-D9A7-4C5F-948B-87B7AF179D21}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