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BAB447-05B8-46BA-BCF1-B13043E114D0}">
  <a:tblStyle styleId="{1DBAB447-05B8-46BA-BCF1-B13043E114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{1DBAB447-05B8-46BA-BCF1-B13043E114D0}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