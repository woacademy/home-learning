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2F1A4D-C6ED-475E-95C0-77B5FA1FC610}">
  <a:tblStyle styleId="{0F2F1A4D-C6ED-475E-95C0-77B5FA1FC6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{0F2F1A4D-C6ED-475E-95C0-77B5FA1FC610}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