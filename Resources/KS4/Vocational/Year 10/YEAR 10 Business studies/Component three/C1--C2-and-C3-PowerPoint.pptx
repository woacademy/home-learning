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4CF69C-FFAF-4884-B7BB-0158A0A5DF42}">
  <a:tblStyle styleId="{204CF69C-FFAF-4884-B7BB-0158A0A5DF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{204CF69C-FFAF-4884-B7BB-0158A0A5DF42}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