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CA1360-6064-4758-A9B3-6C382EDEB2A5}">
  <a:tblStyle styleId="{E2CA1360-6064-4758-A9B3-6C382EDEB2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{E2CA1360-6064-4758-A9B3-6C382EDEB2A5}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