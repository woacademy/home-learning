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55E59B-0A9C-439A-9AD6-6C790542898F}">
  <a:tblStyle styleId="{1055E59B-0A9C-439A-9AD6-6C79054289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{1055E59B-0A9C-439A-9AD6-6C790542898F}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