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5B3224B-D26E-4A57-89FD-9774287C5210}">
  <a:tblStyle styleId="{75B3224B-D26E-4A57-89FD-9774287C52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{75B3224B-D26E-4A57-89FD-9774287C5210}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