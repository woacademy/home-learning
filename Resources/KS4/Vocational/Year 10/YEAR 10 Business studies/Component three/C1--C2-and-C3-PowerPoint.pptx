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F933A-DD3F-4FEC-8E6B-BCDA6BDC5EF4}">
  <a:tblStyle styleId="{1D1F933A-DD3F-4FEC-8E6B-BCDA6BDC5E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{1D1F933A-DD3F-4FEC-8E6B-BCDA6BDC5EF4}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