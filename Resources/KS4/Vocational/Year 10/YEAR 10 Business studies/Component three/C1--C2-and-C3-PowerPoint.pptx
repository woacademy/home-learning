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71D594-2617-42E3-964A-6C079EB7658E}">
  <a:tblStyle styleId="{B571D594-2617-42E3-964A-6C079EB765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{B571D594-2617-42E3-964A-6C079EB7658E}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