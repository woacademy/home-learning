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A6EC71B-A16F-47BE-9AA9-D90A0C93AF73}">
  <a:tblStyle styleId="{DA6EC71B-A16F-47BE-9AA9-D90A0C93AF7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3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{DA6EC71B-A16F-47BE-9AA9-D90A0C93AF73}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