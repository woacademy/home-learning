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5BA74B-93FE-4D8C-9A95-052401BAAA99}">
  <a:tblStyle styleId="{4A5BA74B-93FE-4D8C-9A95-052401BAAA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{4A5BA74B-93FE-4D8C-9A95-052401BAAA99}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