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72AF22-FCBC-48E4-80E4-F03E5F4F6414}">
  <a:tblStyle styleId="{2872AF22-FCBC-48E4-80E4-F03E5F4F64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{2872AF22-FCBC-48E4-80E4-F03E5F4F6414}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