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90C635-F3FF-4342-89AF-8F80968E6824}">
  <a:tblStyle styleId="{0790C635-F3FF-4342-89AF-8F80968E68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{0790C635-F3FF-4342-89AF-8F80968E6824}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