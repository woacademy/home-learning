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7146A4-ACAE-4938-A4A3-8388A45A0C6D}">
  <a:tblStyle styleId="{097146A4-ACAE-4938-A4A3-8388A45A0C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{097146A4-ACAE-4938-A4A3-8388A45A0C6D}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