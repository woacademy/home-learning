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BD22F79-F866-4255-8C22-E59664494E6B}">
  <a:tblStyle styleId="{CBD22F79-F866-4255-8C22-E59664494E6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{CBD22F79-F866-4255-8C22-E59664494E6B}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