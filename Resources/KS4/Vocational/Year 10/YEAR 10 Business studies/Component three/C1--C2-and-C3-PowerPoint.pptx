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658922-8FFB-4C36-96F8-3F2E917397DA}">
  <a:tblStyle styleId="{9F658922-8FFB-4C36-96F8-3F2E917397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{9F658922-8FFB-4C36-96F8-3F2E917397DA}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