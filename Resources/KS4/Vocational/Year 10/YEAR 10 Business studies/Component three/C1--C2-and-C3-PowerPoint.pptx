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DC8120-9E69-468C-B794-CFBF7ACC63EE}">
  <a:tblStyle styleId="{46DC8120-9E69-468C-B794-CFBF7ACC63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{46DC8120-9E69-468C-B794-CFBF7ACC63EE}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