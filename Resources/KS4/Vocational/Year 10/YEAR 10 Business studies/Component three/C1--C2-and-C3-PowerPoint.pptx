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F19FEB-DEA0-4479-8FCD-A7D7BA8B3AB9}">
  <a:tblStyle styleId="{9EF19FEB-DEA0-4479-8FCD-A7D7BA8B3A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{9EF19FEB-DEA0-4479-8FCD-A7D7BA8B3AB9}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