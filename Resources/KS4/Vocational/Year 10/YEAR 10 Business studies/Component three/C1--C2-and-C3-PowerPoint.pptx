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CE5590-61C2-40FE-BB82-A0C8588DAA84}">
  <a:tblStyle styleId="{2DCE5590-61C2-40FE-BB82-A0C8588DAA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{2DCE5590-61C2-40FE-BB82-A0C8588DAA84}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