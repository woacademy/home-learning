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4D6CC3-1084-44FB-907A-8BA5F4BAAAE0}">
  <a:tblStyle styleId="{844D6CC3-1084-44FB-907A-8BA5F4BAAA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{844D6CC3-1084-44FB-907A-8BA5F4BAAAE0}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