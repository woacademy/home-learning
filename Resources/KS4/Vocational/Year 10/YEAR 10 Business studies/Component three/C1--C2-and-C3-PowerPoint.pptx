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F991D1-8771-40F8-B39F-ACD0B1224C8B}">
  <a:tblStyle styleId="{E3F991D1-8771-40F8-B39F-ACD0B1224C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{E3F991D1-8771-40F8-B39F-ACD0B1224C8B}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