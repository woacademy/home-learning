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B546B8-A1EA-454B-B693-C2D6697DE7EB}">
  <a:tblStyle styleId="{15B546B8-A1EA-454B-B693-C2D6697DE7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{15B546B8-A1EA-454B-B693-C2D6697DE7EB}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