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ED3BE6-00A7-4B3F-B0A0-AF03DF848FF8}">
  <a:tblStyle styleId="{92ED3BE6-00A7-4B3F-B0A0-AF03DF848F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{92ED3BE6-00A7-4B3F-B0A0-AF03DF848FF8}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