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0B4AAF5-0088-4120-B413-A3924CDD56BD}">
  <a:tblStyle styleId="{E0B4AAF5-0088-4120-B413-A3924CDD56B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{E0B4AAF5-0088-4120-B413-A3924CDD56BD}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