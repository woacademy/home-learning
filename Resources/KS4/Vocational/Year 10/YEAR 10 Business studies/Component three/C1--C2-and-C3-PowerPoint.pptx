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F69C6B-86AF-46B5-BADA-9E4DC59732E0}">
  <a:tblStyle styleId="{08F69C6B-86AF-46B5-BADA-9E4DC59732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{08F69C6B-86AF-46B5-BADA-9E4DC59732E0}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