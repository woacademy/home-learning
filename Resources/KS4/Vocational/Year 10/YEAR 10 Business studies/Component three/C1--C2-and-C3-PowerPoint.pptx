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59F75-DD18-46FA-B1D3-DCC17715DF81}">
  <a:tblStyle styleId="{D9559F75-DD18-46FA-B1D3-DCC17715D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{D9559F75-DD18-46FA-B1D3-DCC17715DF81}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