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96CE97-7086-4034-8ED0-2FF0C2B5226B}">
  <a:tblStyle styleId="{E596CE97-7086-4034-8ED0-2FF0C2B522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{E596CE97-7086-4034-8ED0-2FF0C2B5226B}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