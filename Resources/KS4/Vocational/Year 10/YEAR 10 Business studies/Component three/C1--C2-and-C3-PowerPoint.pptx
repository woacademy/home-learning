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956EE4-C76C-4219-B601-9391592A0563}">
  <a:tblStyle styleId="{3E956EE4-C76C-4219-B601-9391592A05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{3E956EE4-C76C-4219-B601-9391592A0563}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