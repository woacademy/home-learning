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1C542-E522-45C0-AD8B-538C9094B1AD}">
  <a:tblStyle styleId="{45E1C542-E522-45C0-AD8B-538C9094B1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{45E1C542-E522-45C0-AD8B-538C9094B1AD}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