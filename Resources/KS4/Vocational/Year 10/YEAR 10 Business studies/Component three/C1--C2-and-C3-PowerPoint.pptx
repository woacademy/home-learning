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711C8E-C9C7-4FA9-A175-4B54628CEEDE}">
  <a:tblStyle styleId="{76711C8E-C9C7-4FA9-A175-4B54628CEE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{76711C8E-C9C7-4FA9-A175-4B54628CEEDE}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