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DD2F9A-7C48-4A92-8452-19E21E3A8998}">
  <a:tblStyle styleId="{43DD2F9A-7C48-4A92-8452-19E21E3A89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{43DD2F9A-7C48-4A92-8452-19E21E3A8998}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