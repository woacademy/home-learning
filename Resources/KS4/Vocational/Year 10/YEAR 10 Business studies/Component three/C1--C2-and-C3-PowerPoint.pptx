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5CEC1EC-163D-4D64-B09A-A69D8E8B2F0A}">
  <a:tblStyle styleId="{65CEC1EC-163D-4D64-B09A-A69D8E8B2F0A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7.png"/><Relationship Id="rId4" Type="http://schemas.openxmlformats.org/officeDocument/2006/relationships/image" Target="../media/image11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0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9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2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8.png"/><Relationship Id="rId4" Type="http://schemas.openxmlformats.org/officeDocument/2006/relationships/image" Target="../media/image5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{65CEC1EC-163D-4D64-B09A-A69D8E8B2F0A}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