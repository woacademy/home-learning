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7D78946-C0CF-4813-9200-9A4F4E2BA1F2}">
  <a:tblStyle styleId="{77D78946-C0CF-4813-9200-9A4F4E2BA1F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10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{77D78946-C0CF-4813-9200-9A4F4E2BA1F2}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