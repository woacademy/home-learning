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D0B965-C596-4D2D-A459-7EB94CDB9BCC}">
  <a:tblStyle styleId="{5CD0B965-C596-4D2D-A459-7EB94CDB9B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{5CD0B965-C596-4D2D-A459-7EB94CDB9BCC}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