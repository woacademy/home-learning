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A1F09C-D768-400B-B32A-717081A106ED}">
  <a:tblStyle styleId="{BBA1F09C-D768-400B-B32A-717081A106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{BBA1F09C-D768-400B-B32A-717081A106ED}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