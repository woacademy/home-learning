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05191C-4F2B-48E7-B2B1-98BF3CDA569A}">
  <a:tblStyle styleId="{2B05191C-4F2B-48E7-B2B1-98BF3CDA56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{2B05191C-4F2B-48E7-B2B1-98BF3CDA569A}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