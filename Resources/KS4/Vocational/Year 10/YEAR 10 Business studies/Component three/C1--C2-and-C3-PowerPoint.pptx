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0F4EBC2-906A-4669-B1D4-F7D986E94FF5}">
  <a:tblStyle styleId="{50F4EBC2-906A-4669-B1D4-F7D986E94FF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{50F4EBC2-906A-4669-B1D4-F7D986E94FF5}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