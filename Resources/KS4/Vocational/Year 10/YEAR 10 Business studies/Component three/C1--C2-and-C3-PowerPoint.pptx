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C23A7-DD95-4687-AB5A-70C93F13FAFE}">
  <a:tblStyle styleId="{020C23A7-DD95-4687-AB5A-70C93F13FA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{020C23A7-DD95-4687-AB5A-70C93F13FAFE}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