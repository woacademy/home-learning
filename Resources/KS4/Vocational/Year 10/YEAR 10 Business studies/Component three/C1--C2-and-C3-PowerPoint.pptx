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A17156-A2A1-4415-AB16-56686E76CC01}">
  <a:tblStyle styleId="{33A17156-A2A1-4415-AB16-56686E76CC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{33A17156-A2A1-4415-AB16-56686E76CC01}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