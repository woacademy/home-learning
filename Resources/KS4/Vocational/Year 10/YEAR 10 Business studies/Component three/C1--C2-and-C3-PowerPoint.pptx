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7E9E84-52BC-4828-822D-D2CA4074F873}">
  <a:tblStyle styleId="{927E9E84-52BC-4828-822D-D2CA4074F8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{927E9E84-52BC-4828-822D-D2CA4074F873}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