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0EC0C0-C79A-42FE-92B5-728843DFD115}">
  <a:tblStyle styleId="{FA0EC0C0-C79A-42FE-92B5-728843DFD1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{FA0EC0C0-C79A-42FE-92B5-728843DFD115}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