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A1868BC-B601-45EA-AAA6-4A711384C7C4}">
  <a:tblStyle styleId="{8A1868BC-B601-45EA-AAA6-4A711384C7C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{8A1868BC-B601-45EA-AAA6-4A711384C7C4}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