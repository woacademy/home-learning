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6A3D224-E31C-4675-8686-415EE16D2EE2}">
  <a:tblStyle styleId="{26A3D224-E31C-4675-8686-415EE16D2EE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1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{26A3D224-E31C-4675-8686-415EE16D2EE2}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