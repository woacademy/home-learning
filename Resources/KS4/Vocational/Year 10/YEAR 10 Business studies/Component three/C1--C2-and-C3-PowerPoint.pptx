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E0680F-B652-4E56-A9D5-091F7A5E8CDE}">
  <a:tblStyle styleId="{A5E0680F-B652-4E56-A9D5-091F7A5E8C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{A5E0680F-B652-4E56-A9D5-091F7A5E8CDE}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