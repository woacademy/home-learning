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55D26D-91D0-4BA9-9150-98579CE14599}">
  <a:tblStyle styleId="{A055D26D-91D0-4BA9-9150-98579CE145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{A055D26D-91D0-4BA9-9150-98579CE14599}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