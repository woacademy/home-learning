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8D69958-A70C-4FEF-80D3-33FBAB4A0199}">
  <a:tblStyle styleId="{B8D69958-A70C-4FEF-80D3-33FBAB4A019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9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{B8D69958-A70C-4FEF-80D3-33FBAB4A0199}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