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80B781-3F5B-4936-9DAC-5B33358DF103}">
  <a:tblStyle styleId="{7380B781-3F5B-4936-9DAC-5B33358DF1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{7380B781-3F5B-4936-9DAC-5B33358DF103}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