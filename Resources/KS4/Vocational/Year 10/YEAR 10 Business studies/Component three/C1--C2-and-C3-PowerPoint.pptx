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32B941-30D8-4078-A04D-214DD40B2134}">
  <a:tblStyle styleId="{6032B941-30D8-4078-A04D-214DD40B21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{6032B941-30D8-4078-A04D-214DD40B2134}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