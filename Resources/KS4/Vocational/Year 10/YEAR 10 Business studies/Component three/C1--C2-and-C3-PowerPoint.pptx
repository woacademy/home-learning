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73CC9-C5A6-41F8-99DF-FD9E0FD6B70D}">
  <a:tblStyle styleId="{EFA73CC9-C5A6-41F8-99DF-FD9E0FD6B7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{EFA73CC9-C5A6-41F8-99DF-FD9E0FD6B70D}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