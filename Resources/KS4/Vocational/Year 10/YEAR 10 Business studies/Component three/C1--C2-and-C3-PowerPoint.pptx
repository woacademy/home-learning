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3B8C47-D8D9-40C5-A857-C13D1D234CAE}">
  <a:tblStyle styleId="{4C3B8C47-D8D9-40C5-A857-C13D1D234C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{4C3B8C47-D8D9-40C5-A857-C13D1D234CAE}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