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139A47-0C44-44BF-BE0E-A088C6C19FE7}">
  <a:tblStyle styleId="{DE139A47-0C44-44BF-BE0E-A088C6C19F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{DE139A47-0C44-44BF-BE0E-A088C6C19FE7}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