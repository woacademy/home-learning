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F2581-FDC0-4739-8D64-B5C76FE0B853}">
  <a:tblStyle styleId="{C7DF2581-FDC0-4739-8D64-B5C76FE0B8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{C7DF2581-FDC0-4739-8D64-B5C76FE0B853}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