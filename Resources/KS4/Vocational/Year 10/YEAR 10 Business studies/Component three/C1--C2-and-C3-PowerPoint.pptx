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FFF1FA-68DD-4550-9184-4D6D91C88D61}">
  <a:tblStyle styleId="{91FFF1FA-68DD-4550-9184-4D6D91C88D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{91FFF1FA-68DD-4550-9184-4D6D91C88D61}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