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2DF64-C3A8-497A-A21F-7FAD39C95B6A}">
  <a:tblStyle styleId="{FD52DF64-C3A8-497A-A21F-7FAD39C95B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{FD52DF64-C3A8-497A-A21F-7FAD39C95B6A}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