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B1AE9D-A1B5-4BA3-A2C8-269474B9A9F4}">
  <a:tblStyle styleId="{8BB1AE9D-A1B5-4BA3-A2C8-269474B9A9F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{8BB1AE9D-A1B5-4BA3-A2C8-269474B9A9F4}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