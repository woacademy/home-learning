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92DC11-9F30-4987-984F-2E85B2604CEF}">
  <a:tblStyle styleId="{C192DC11-9F30-4987-984F-2E85B2604C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{C192DC11-9F30-4987-984F-2E85B2604CEF}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