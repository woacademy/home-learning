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405610-1C50-4C02-95EA-894B3561985B}">
  <a:tblStyle styleId="{F3405610-1C50-4C02-95EA-894B356198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{F3405610-1C50-4C02-95EA-894B3561985B}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