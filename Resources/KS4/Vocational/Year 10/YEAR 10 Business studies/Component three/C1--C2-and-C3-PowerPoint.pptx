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1C41B4-FAE2-40BA-8304-E8719DB63881}">
  <a:tblStyle styleId="{611C41B4-FAE2-40BA-8304-E8719DB638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{611C41B4-FAE2-40BA-8304-E8719DB63881}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