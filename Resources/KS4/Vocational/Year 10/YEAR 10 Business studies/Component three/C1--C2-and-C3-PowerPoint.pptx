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19D1B22-E02D-4472-A2C4-406C9E4D3261}">
  <a:tblStyle styleId="{419D1B22-E02D-4472-A2C4-406C9E4D32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{419D1B22-E02D-4472-A2C4-406C9E4D3261}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