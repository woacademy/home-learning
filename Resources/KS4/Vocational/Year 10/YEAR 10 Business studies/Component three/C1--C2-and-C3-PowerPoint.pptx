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CE32E8-60C4-4EFA-B6A2-968A9D6D038F}">
  <a:tblStyle styleId="{30CE32E8-60C4-4EFA-B6A2-968A9D6D03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{30CE32E8-60C4-4EFA-B6A2-968A9D6D038F}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