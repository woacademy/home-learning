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20B23-3FB9-408B-AD4F-A79731BA6DB7}">
  <a:tblStyle styleId="{6C820B23-3FB9-408B-AD4F-A79731BA6D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{6C820B23-3FB9-408B-AD4F-A79731BA6DB7}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