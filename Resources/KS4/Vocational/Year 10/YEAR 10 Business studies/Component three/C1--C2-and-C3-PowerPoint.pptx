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B35B0C-0DF5-49F6-BD59-883F23903DDA}">
  <a:tblStyle styleId="{62B35B0C-0DF5-49F6-BD59-883F23903D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{62B35B0C-0DF5-49F6-BD59-883F23903DDA}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