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AD5BDF-7142-4143-A4F4-3E255035C604}">
  <a:tblStyle styleId="{34AD5BDF-7142-4143-A4F4-3E255035C6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{34AD5BDF-7142-4143-A4F4-3E255035C604}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