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3971844-3202-4810-B43B-7E94BBA3C97C}">
  <a:tblStyle styleId="{83971844-3202-4810-B43B-7E94BBA3C97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{83971844-3202-4810-B43B-7E94BBA3C97C}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