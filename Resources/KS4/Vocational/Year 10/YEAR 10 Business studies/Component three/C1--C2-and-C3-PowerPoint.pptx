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EA2C6E-9278-4F07-999B-F2D1A8239B07}">
  <a:tblStyle styleId="{63EA2C6E-9278-4F07-999B-F2D1A8239B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{63EA2C6E-9278-4F07-999B-F2D1A8239B07}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