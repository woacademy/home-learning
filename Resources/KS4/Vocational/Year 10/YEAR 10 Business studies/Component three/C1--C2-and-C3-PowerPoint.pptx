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B62FFD-97CB-45C2-9438-94C662977078}">
  <a:tblStyle styleId="{09B62FFD-97CB-45C2-9438-94C6629770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{09B62FFD-97CB-45C2-9438-94C662977078}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