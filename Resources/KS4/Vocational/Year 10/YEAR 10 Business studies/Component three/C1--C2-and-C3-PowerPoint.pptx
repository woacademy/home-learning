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FC0A85-55DF-42C7-8021-6E5DE5973BC0}">
  <a:tblStyle styleId="{A7FC0A85-55DF-42C7-8021-6E5DE5973B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{A7FC0A85-55DF-42C7-8021-6E5DE5973BC0}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