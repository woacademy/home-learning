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84B80C-43C5-4A11-AC95-D395886555BF}">
  <a:tblStyle styleId="{B184B80C-43C5-4A11-AC95-D395886555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{B184B80C-43C5-4A11-AC95-D395886555BF}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