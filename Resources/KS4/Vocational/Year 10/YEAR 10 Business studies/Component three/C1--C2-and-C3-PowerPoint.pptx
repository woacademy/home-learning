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24E0E9-C923-4ED7-84CE-9880CB5D282A}">
  <a:tblStyle styleId="{6224E0E9-C923-4ED7-84CE-9880CB5D28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{6224E0E9-C923-4ED7-84CE-9880CB5D282A}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