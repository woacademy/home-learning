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B520AA-F00B-460E-B0DA-7D9EA55BB0BB}">
  <a:tblStyle styleId="{B1B520AA-F00B-460E-B0DA-7D9EA55BB0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{B1B520AA-F00B-460E-B0DA-7D9EA55BB0BB}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