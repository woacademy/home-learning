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CB43C7-5CB5-4F56-8110-BE52E689E690}">
  <a:tblStyle styleId="{16CB43C7-5CB5-4F56-8110-BE52E689E6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{16CB43C7-5CB5-4F56-8110-BE52E689E690}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