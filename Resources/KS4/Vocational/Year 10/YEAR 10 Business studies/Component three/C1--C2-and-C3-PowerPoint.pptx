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6418BAA-083E-4F7B-AA71-47B4B230490F}">
  <a:tblStyle styleId="{76418BAA-083E-4F7B-AA71-47B4B230490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{76418BAA-083E-4F7B-AA71-47B4B230490F}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