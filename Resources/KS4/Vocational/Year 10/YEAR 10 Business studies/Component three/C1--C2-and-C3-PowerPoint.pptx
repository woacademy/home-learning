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41DA5D-8C5F-461C-8268-5CFD43EFDB0B}">
  <a:tblStyle styleId="{B341DA5D-8C5F-461C-8268-5CFD43EFDB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{B341DA5D-8C5F-461C-8268-5CFD43EFDB0B}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