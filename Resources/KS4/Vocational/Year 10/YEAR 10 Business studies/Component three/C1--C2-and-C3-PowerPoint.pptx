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F4E82F-7869-46D1-8359-1237CB6350FE}">
  <a:tblStyle styleId="{89F4E82F-7869-46D1-8359-1237CB6350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{89F4E82F-7869-46D1-8359-1237CB6350FE}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