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678FEF-47C7-422E-B9E2-8CD137117161}">
  <a:tblStyle styleId="{80678FEF-47C7-422E-B9E2-8CD1371171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{80678FEF-47C7-422E-B9E2-8CD137117161}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