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AFBCF8-8FE6-4853-998D-2AFFF66185B3}">
  <a:tblStyle styleId="{9AAFBCF8-8FE6-4853-998D-2AFFF66185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{9AAFBCF8-8FE6-4853-998D-2AFFF66185B3}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