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F82929-A295-4615-B96A-BDDD89B38C76}">
  <a:tblStyle styleId="{D8F82929-A295-4615-B96A-BDDD89B38C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{D8F82929-A295-4615-B96A-BDDD89B38C76}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