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369588-5D96-4D5D-ADD7-8413FA667DEE}">
  <a:tblStyle styleId="{2D369588-5D96-4D5D-ADD7-8413FA667D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{2D369588-5D96-4D5D-ADD7-8413FA667DEE}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