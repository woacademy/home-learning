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980991-09AC-4939-9236-395BD6EA9AF4}">
  <a:tblStyle styleId="{73980991-09AC-4939-9236-395BD6EA9A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{73980991-09AC-4939-9236-395BD6EA9AF4}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