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819024-428B-46BF-A30F-0EC7A0CB0902}">
  <a:tblStyle styleId="{FD819024-428B-46BF-A30F-0EC7A0CB09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{FD819024-428B-46BF-A30F-0EC7A0CB0902}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