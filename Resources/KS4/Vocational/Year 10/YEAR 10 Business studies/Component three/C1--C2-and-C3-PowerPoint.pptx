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FEA2F3-3A0B-4E5E-86A6-7FC635BDA791}">
  <a:tblStyle styleId="{BCFEA2F3-3A0B-4E5E-86A6-7FC635BDA7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{BCFEA2F3-3A0B-4E5E-86A6-7FC635BDA791}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