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A64951-352F-40E2-BDFC-587510D61C1F}">
  <a:tblStyle styleId="{3DA64951-352F-40E2-BDFC-587510D61C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{3DA64951-352F-40E2-BDFC-587510D61C1F}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