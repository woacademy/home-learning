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2754E0-FC03-4C5A-98AD-2164BD4C4450}">
  <a:tblStyle styleId="{0A2754E0-FC03-4C5A-98AD-2164BD4C44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{0A2754E0-FC03-4C5A-98AD-2164BD4C4450}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