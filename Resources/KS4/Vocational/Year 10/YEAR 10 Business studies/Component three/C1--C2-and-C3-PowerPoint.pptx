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3A4FD6-BFBF-4BA4-94EB-8C367B1A784A}">
  <a:tblStyle styleId="{B13A4FD6-BFBF-4BA4-94EB-8C367B1A78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{B13A4FD6-BFBF-4BA4-94EB-8C367B1A784A}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