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F02D672-DC8C-4106-9073-005C060CCE0B}">
  <a:tblStyle styleId="{4F02D672-DC8C-4106-9073-005C060CCE0B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1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2.png"/><Relationship Id="rId4" Type="http://schemas.openxmlformats.org/officeDocument/2006/relationships/image" Target="../media/image10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{4F02D672-DC8C-4106-9073-005C060CCE0B}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