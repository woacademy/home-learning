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70AEC4-71F6-470F-8696-64220227B3B8}">
  <a:tblStyle styleId="{5C70AEC4-71F6-470F-8696-64220227B3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{5C70AEC4-71F6-470F-8696-64220227B3B8}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