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FE9893C-6C83-4538-9817-BBD3787A1299}">
  <a:tblStyle styleId="{7FE9893C-6C83-4538-9817-BBD3787A12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{7FE9893C-6C83-4538-9817-BBD3787A1299}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