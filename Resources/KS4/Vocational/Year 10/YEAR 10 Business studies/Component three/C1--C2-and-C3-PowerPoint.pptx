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17D1DC-A34B-49E6-8770-5DFC69A24B4C}">
  <a:tblStyle styleId="{C017D1DC-A34B-49E6-8770-5DFC69A24B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{C017D1DC-A34B-49E6-8770-5DFC69A24B4C}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