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6600C61-7EC6-40DA-AB22-0B7EEF6BEC14}">
  <a:tblStyle styleId="{26600C61-7EC6-40DA-AB22-0B7EEF6BEC1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{26600C61-7EC6-40DA-AB22-0B7EEF6BEC14}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