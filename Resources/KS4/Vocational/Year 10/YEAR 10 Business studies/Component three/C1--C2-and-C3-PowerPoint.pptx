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E83789-A20C-4F4F-8BAD-0BB14F1875DA}">
  <a:tblStyle styleId="{73E83789-A20C-4F4F-8BAD-0BB14F1875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{73E83789-A20C-4F4F-8BAD-0BB14F1875DA}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