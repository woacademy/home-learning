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5B35F-0780-4C22-9AC8-46F7AF7D826B}">
  <a:tblStyle styleId="{BFA5B35F-0780-4C22-9AC8-46F7AF7D82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{BFA5B35F-0780-4C22-9AC8-46F7AF7D826B}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