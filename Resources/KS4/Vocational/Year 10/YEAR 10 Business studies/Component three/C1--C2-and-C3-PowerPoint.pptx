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C5BC46-CFDB-45B3-B362-EAE0751D8A98}">
  <a:tblStyle styleId="{01C5BC46-CFDB-45B3-B362-EAE0751D8A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{01C5BC46-CFDB-45B3-B362-EAE0751D8A98}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