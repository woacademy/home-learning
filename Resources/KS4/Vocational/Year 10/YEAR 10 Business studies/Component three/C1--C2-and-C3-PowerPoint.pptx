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34DDF29-C586-474C-A209-8392B2B398F4}">
  <a:tblStyle styleId="{034DDF29-C586-474C-A209-8392B2B398F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{034DDF29-C586-474C-A209-8392B2B398F4}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