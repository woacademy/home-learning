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3F232A-6566-4BBC-90F3-517EC26B2BAC}">
  <a:tblStyle styleId="{3B3F232A-6566-4BBC-90F3-517EC26B2B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{3B3F232A-6566-4BBC-90F3-517EC26B2BAC}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