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2EB07E-83CF-4F54-BC23-6235A7752F1A}">
  <a:tblStyle styleId="{5E2EB07E-83CF-4F54-BC23-6235A7752F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{5E2EB07E-83CF-4F54-BC23-6235A7752F1A}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