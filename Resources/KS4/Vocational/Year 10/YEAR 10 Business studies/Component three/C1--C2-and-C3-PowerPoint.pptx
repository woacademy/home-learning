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72641F-DBAF-475B-8E64-80108438564C}">
  <a:tblStyle styleId="{0272641F-DBAF-475B-8E64-8010843856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{0272641F-DBAF-475B-8E64-80108438564C}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