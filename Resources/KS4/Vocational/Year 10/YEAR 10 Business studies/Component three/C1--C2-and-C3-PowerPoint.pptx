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DE13C2-1CBF-4AE2-BDD7-8551A2781017}">
  <a:tblStyle styleId="{D6DE13C2-1CBF-4AE2-BDD7-8551A27810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{D6DE13C2-1CBF-4AE2-BDD7-8551A2781017}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