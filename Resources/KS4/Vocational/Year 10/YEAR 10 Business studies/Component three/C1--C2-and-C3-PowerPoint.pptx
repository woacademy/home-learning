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5C111BF-998D-4DED-BE1F-3CB280F57CBB}">
  <a:tblStyle styleId="{B5C111BF-998D-4DED-BE1F-3CB280F57C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{B5C111BF-998D-4DED-BE1F-3CB280F57CBB}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