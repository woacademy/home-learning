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3F07A2-A39E-414F-87DB-B7C8BC4C0567}">
  <a:tblStyle styleId="{EE3F07A2-A39E-414F-87DB-B7C8BC4C05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{EE3F07A2-A39E-414F-87DB-B7C8BC4C0567}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