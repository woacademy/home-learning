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AAB9CC-EE09-487D-8623-471F04341916}">
  <a:tblStyle styleId="{2DAAB9CC-EE09-487D-8623-471F043419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{2DAAB9CC-EE09-487D-8623-471F04341916}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