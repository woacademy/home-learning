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47AC72-9AC9-4C80-A4DB-CD64D52AEE4E}">
  <a:tblStyle styleId="{E147AC72-9AC9-4C80-A4DB-CD64D52AEE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{E147AC72-9AC9-4C80-A4DB-CD64D52AEE4E}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