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54BD78-5CF7-4CC2-B228-C441C95583F3}">
  <a:tblStyle styleId="{0C54BD78-5CF7-4CC2-B228-C441C95583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{0C54BD78-5CF7-4CC2-B228-C441C95583F3}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