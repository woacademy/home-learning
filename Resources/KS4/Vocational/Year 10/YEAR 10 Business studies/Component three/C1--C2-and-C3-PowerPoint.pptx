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8BBE2-C7CE-42C0-860B-6AA6C7AEEF6F}">
  <a:tblStyle styleId="{E0B8BBE2-C7CE-42C0-860B-6AA6C7AEEF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{E0B8BBE2-C7CE-42C0-860B-6AA6C7AEEF6F}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