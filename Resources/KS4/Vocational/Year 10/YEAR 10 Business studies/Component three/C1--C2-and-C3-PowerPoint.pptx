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059E85-7964-4CCE-8CE3-FCDB15EA4834}">
  <a:tblStyle styleId="{1B059E85-7964-4CCE-8CE3-FCDB15EA48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{1B059E85-7964-4CCE-8CE3-FCDB15EA4834}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