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F1CE02-0FB4-4BAA-B784-3E989F216294}">
  <a:tblStyle styleId="{81F1CE02-0FB4-4BAA-B784-3E989F2162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{81F1CE02-0FB4-4BAA-B784-3E989F216294}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