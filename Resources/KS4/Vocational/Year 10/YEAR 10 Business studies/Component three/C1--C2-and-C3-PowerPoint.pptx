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733A9A-040B-446A-9F1B-A43950190186}">
  <a:tblStyle styleId="{E8733A9A-040B-446A-9F1B-A439501901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{E8733A9A-040B-446A-9F1B-A43950190186}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