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EEE9E93-DF7F-46BB-B56B-F0211729346E}">
  <a:tblStyle styleId="{0EEE9E93-DF7F-46BB-B56B-F0211729346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0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9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2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5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8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{0EEE9E93-DF7F-46BB-B56B-F0211729346E}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