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E06DD3-C443-4130-B483-35A2E389BBAC}">
  <a:tblStyle styleId="{5EE06DD3-C443-4130-B483-35A2E389BB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{5EE06DD3-C443-4130-B483-35A2E389BBAC}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