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C010A4-3358-496B-9BD0-13687A6981A7}">
  <a:tblStyle styleId="{DBC010A4-3358-496B-9BD0-13687A6981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{DBC010A4-3358-496B-9BD0-13687A6981A7}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