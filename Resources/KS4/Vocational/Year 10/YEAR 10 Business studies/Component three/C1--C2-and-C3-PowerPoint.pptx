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414530-AF12-417E-824B-FE5CEACEE7C7}">
  <a:tblStyle styleId="{DA414530-AF12-417E-824B-FE5CEACEE7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{DA414530-AF12-417E-824B-FE5CEACEE7C7}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