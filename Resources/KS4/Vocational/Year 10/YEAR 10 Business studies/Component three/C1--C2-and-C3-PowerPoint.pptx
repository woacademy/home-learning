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D40B31-D01E-4415-8FCD-8AF4242FCCB5}">
  <a:tblStyle styleId="{68D40B31-D01E-4415-8FCD-8AF4242FCC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{68D40B31-D01E-4415-8FCD-8AF4242FCCB5}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