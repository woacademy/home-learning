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5C5E0D-CA58-46C8-A595-E57D0E0E3889}">
  <a:tblStyle styleId="{845C5E0D-CA58-46C8-A595-E57D0E0E38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{845C5E0D-CA58-46C8-A595-E57D0E0E3889}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