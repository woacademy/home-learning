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E2E68B-C169-4989-A82F-050F3A024704}">
  <a:tblStyle styleId="{C0E2E68B-C169-4989-A82F-050F3A0247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{C0E2E68B-C169-4989-A82F-050F3A024704}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