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899043-D6CA-40FD-91FF-3C4EEC239AB3}">
  <a:tblStyle styleId="{C8899043-D6CA-40FD-91FF-3C4EEC239A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{C8899043-D6CA-40FD-91FF-3C4EEC239AB3}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