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EEC154-FA5E-410C-BF9C-1B9866E95B79}">
  <a:tblStyle styleId="{6DEEC154-FA5E-410C-BF9C-1B9866E95B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{6DEEC154-FA5E-410C-BF9C-1B9866E95B79}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