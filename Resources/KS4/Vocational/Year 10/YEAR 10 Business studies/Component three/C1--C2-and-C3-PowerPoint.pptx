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37549A-55BF-4812-A035-FB04FB5D472A}">
  <a:tblStyle styleId="{F837549A-55BF-4812-A035-FB04FB5D47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{F837549A-55BF-4812-A035-FB04FB5D472A}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