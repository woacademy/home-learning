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1DE442-C971-42F3-8BA1-4D48E4A8FC61}">
  <a:tblStyle styleId="{101DE442-C971-42F3-8BA1-4D48E4A8FC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{101DE442-C971-42F3-8BA1-4D48E4A8FC61}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