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F5068B-CE96-40BA-9859-0B60F4375200}">
  <a:tblStyle styleId="{5BF5068B-CE96-40BA-9859-0B60F43752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{5BF5068B-CE96-40BA-9859-0B60F4375200}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