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6513E6-EBD0-4FFB-A58A-CFE9C3158674}">
  <a:tblStyle styleId="{186513E6-EBD0-4FFB-A58A-CFE9C31586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{186513E6-EBD0-4FFB-A58A-CFE9C3158674}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