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A8EA88-1C69-4734-AC2D-1D420B603A2D}">
  <a:tblStyle styleId="{88A8EA88-1C69-4734-AC2D-1D420B603A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{88A8EA88-1C69-4734-AC2D-1D420B603A2D}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