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D0F37B-F70E-4494-ABD0-D702A8D9D93C}">
  <a:tblStyle styleId="{2CD0F37B-F70E-4494-ABD0-D702A8D9D9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{2CD0F37B-F70E-4494-ABD0-D702A8D9D93C}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