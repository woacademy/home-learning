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456B6B-FF72-4059-A772-6327CFE1B668}">
  <a:tblStyle styleId="{8D456B6B-FF72-4059-A772-6327CFE1B6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{8D456B6B-FF72-4059-A772-6327CFE1B668}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