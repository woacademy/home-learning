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CEE724-BA5A-4277-9A38-B2301B306795}">
  <a:tblStyle styleId="{B9CEE724-BA5A-4277-9A38-B2301B3067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{B9CEE724-BA5A-4277-9A38-B2301B306795}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