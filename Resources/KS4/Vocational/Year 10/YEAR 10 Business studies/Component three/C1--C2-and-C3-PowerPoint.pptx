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0C5D693-CC55-4DCF-B37E-54617752D58C}">
  <a:tblStyle styleId="{00C5D693-CC55-4DCF-B37E-54617752D5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{00C5D693-CC55-4DCF-B37E-54617752D58C}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