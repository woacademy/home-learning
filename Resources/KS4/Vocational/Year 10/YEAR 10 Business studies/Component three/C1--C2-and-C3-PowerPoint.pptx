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388384-8055-4FDA-9DB8-97C1EAE8E31A}">
  <a:tblStyle styleId="{9B388384-8055-4FDA-9DB8-97C1EAE8E3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{9B388384-8055-4FDA-9DB8-97C1EAE8E31A}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