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F22712-3E23-43F3-8CA1-084E84D39805}">
  <a:tblStyle styleId="{F7F22712-3E23-43F3-8CA1-084E84D398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{F7F22712-3E23-43F3-8CA1-084E84D39805}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