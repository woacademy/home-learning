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79FDE7-9230-41DD-B8B4-B0E6D8328BA4}">
  <a:tblStyle styleId="{CF79FDE7-9230-41DD-B8B4-B0E6D8328B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{CF79FDE7-9230-41DD-B8B4-B0E6D8328BA4}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