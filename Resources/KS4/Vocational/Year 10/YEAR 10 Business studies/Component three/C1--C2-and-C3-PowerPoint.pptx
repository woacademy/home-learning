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0D8827-E36B-4C91-8249-91144D36C43D}">
  <a:tblStyle styleId="{A00D8827-E36B-4C91-8249-91144D36C4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{A00D8827-E36B-4C91-8249-91144D36C43D}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