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F8AC88-1604-45E2-AB7E-6AE66B2F2A9B}">
  <a:tblStyle styleId="{26F8AC88-1604-45E2-AB7E-6AE66B2F2A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{26F8AC88-1604-45E2-AB7E-6AE66B2F2A9B}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