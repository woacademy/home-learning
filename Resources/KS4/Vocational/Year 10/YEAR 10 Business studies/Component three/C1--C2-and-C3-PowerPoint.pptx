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90E39-F23C-4005-939E-EE908EC7093F}">
  <a:tblStyle styleId="{D6F90E39-F23C-4005-939E-EE908EC709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{D6F90E39-F23C-4005-939E-EE908EC7093F}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