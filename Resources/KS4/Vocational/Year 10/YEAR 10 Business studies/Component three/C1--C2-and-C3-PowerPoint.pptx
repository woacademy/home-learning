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CA8CC34-0014-4537-8694-63F07AB77271}">
  <a:tblStyle styleId="{3CA8CC34-0014-4537-8694-63F07AB7727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{3CA8CC34-0014-4537-8694-63F07AB77271}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