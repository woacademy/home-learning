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18A51A-02CA-4A02-8035-7FBA4E045DF5}">
  <a:tblStyle styleId="{6A18A51A-02CA-4A02-8035-7FBA4E045D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{6A18A51A-02CA-4A02-8035-7FBA4E045DF5}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