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90250C-6C2E-452B-99DE-20A63DE1BAF1}">
  <a:tblStyle styleId="{0A90250C-6C2E-452B-99DE-20A63DE1BA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{0A90250C-6C2E-452B-99DE-20A63DE1BAF1}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