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1116F9-A743-41A8-8D30-A26A516F96E0}">
  <a:tblStyle styleId="{411116F9-A743-41A8-8D30-A26A516F96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{411116F9-A743-41A8-8D30-A26A516F96E0}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