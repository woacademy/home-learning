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8088E9-F2C7-46F7-86A1-42CDB174E751}">
  <a:tblStyle styleId="{DC8088E9-F2C7-46F7-86A1-42CDB174E7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{DC8088E9-F2C7-46F7-86A1-42CDB174E751}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