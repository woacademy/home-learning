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DE4AA85-3179-4683-BDB4-E03492C0672B}">
  <a:tblStyle styleId="{DDE4AA85-3179-4683-BDB4-E03492C0672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6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{DDE4AA85-3179-4683-BDB4-E03492C0672B}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