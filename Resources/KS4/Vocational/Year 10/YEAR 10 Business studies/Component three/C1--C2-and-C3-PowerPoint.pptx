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5C20CF-A095-4251-B197-96A92276222D}">
  <a:tblStyle styleId="{6A5C20CF-A095-4251-B197-96A9227622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{6A5C20CF-A095-4251-B197-96A92276222D}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