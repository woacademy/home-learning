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FFE2F5-3C38-4CD7-8882-2280F3B37C6A}">
  <a:tblStyle styleId="{8EFFE2F5-3C38-4CD7-8882-2280F3B37C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{8EFFE2F5-3C38-4CD7-8882-2280F3B37C6A}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