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6832A9-3B38-4E5A-B2D5-5C9B7EE8F462}">
  <a:tblStyle styleId="{2B6832A9-3B38-4E5A-B2D5-5C9B7EE8F4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{2B6832A9-3B38-4E5A-B2D5-5C9B7EE8F462}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