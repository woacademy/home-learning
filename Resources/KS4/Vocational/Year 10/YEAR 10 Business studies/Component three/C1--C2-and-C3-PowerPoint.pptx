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31511D29-F554-43B7-AB0F-200E809A687D}">
  <a:tblStyle styleId="{31511D29-F554-43B7-AB0F-200E809A687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1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8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0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{31511D29-F554-43B7-AB0F-200E809A687D}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