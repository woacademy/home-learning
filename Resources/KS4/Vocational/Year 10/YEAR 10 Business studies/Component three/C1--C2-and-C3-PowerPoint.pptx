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EC6355-06DC-4FB1-93AB-D2408FC3B19B}">
  <a:tblStyle styleId="{86EC6355-06DC-4FB1-93AB-D2408FC3B1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{86EC6355-06DC-4FB1-93AB-D2408FC3B19B}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