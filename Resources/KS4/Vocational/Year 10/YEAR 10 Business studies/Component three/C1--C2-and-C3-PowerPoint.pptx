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46B482-63DC-4B67-A89B-5F22479EAD47}">
  <a:tblStyle styleId="{1946B482-63DC-4B67-A89B-5F22479EAD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{1946B482-63DC-4B67-A89B-5F22479EAD47}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