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19EADB-43A1-49D0-9883-380BDF77E37A}">
  <a:tblStyle styleId="{6719EADB-43A1-49D0-9883-380BDF77E3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{6719EADB-43A1-49D0-9883-380BDF77E37A}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