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4A535C-918F-4334-8817-035820900F92}">
  <a:tblStyle styleId="{2A4A535C-918F-4334-8817-035820900F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{2A4A535C-918F-4334-8817-035820900F92}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