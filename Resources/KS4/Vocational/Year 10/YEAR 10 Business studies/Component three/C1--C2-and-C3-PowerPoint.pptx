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8641CF-A476-41AB-99F6-5D3EE83A9F90}">
  <a:tblStyle styleId="{BE8641CF-A476-41AB-99F6-5D3EE83A9F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{BE8641CF-A476-41AB-99F6-5D3EE83A9F90}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