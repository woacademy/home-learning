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604E3-9D61-4FAA-B7AE-AB5B1F549C57}">
  <a:tblStyle styleId="{D0C604E3-9D61-4FAA-B7AE-AB5B1F549C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{D0C604E3-9D61-4FAA-B7AE-AB5B1F549C57}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