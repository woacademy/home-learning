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0821DD-A53B-40E5-B31A-8B40D7205FA2}">
  <a:tblStyle styleId="{820821DD-A53B-40E5-B31A-8B40D7205F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{820821DD-A53B-40E5-B31A-8B40D7205FA2}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