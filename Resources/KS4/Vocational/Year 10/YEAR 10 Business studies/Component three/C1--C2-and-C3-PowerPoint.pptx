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CC02C6-542A-4B07-86BD-85C46F3597A4}">
  <a:tblStyle styleId="{BFCC02C6-542A-4B07-86BD-85C46F3597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{BFCC02C6-542A-4B07-86BD-85C46F3597A4}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