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0A2B52-3887-48D7-B25C-E82315BB936D}">
  <a:tblStyle styleId="{890A2B52-3887-48D7-B25C-E82315BB93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{890A2B52-3887-48D7-B25C-E82315BB936D}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