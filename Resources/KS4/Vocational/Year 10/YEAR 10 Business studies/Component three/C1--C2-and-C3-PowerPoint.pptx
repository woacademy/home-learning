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1CDCB6-0FFB-42C2-855C-FFE2EBCBB836}">
  <a:tblStyle styleId="{251CDCB6-0FFB-42C2-855C-FFE2EBCBB8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{251CDCB6-0FFB-42C2-855C-FFE2EBCBB836}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