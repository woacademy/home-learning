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616CBF-CE94-4ADD-8173-6E74E5ACFA8D}">
  <a:tblStyle styleId="{95616CBF-CE94-4ADD-8173-6E74E5ACFA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{95616CBF-CE94-4ADD-8173-6E74E5ACFA8D}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