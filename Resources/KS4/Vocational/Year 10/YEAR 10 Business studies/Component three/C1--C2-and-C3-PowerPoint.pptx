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A1D6A1-E288-4769-963A-D6594766C16C}">
  <a:tblStyle styleId="{88A1D6A1-E288-4769-963A-D6594766C1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{88A1D6A1-E288-4769-963A-D6594766C16C}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