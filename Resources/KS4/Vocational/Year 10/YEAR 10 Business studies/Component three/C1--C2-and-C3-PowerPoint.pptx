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D4A932-DBFA-4967-B2F1-1DE6E7D23C89}">
  <a:tblStyle styleId="{35D4A932-DBFA-4967-B2F1-1DE6E7D23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{35D4A932-DBFA-4967-B2F1-1DE6E7D23C89}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