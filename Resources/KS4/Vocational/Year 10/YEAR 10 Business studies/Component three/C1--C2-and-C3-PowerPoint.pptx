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FB553F-EFD6-4F43-B76D-EE17ADE698F9}">
  <a:tblStyle styleId="{2AFB553F-EFD6-4F43-B76D-EE17ADE698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{2AFB553F-EFD6-4F43-B76D-EE17ADE698F9}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