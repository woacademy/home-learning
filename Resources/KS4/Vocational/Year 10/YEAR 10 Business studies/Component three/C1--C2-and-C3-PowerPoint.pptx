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09EB9D-A387-4DB9-8DAA-C537B3EBD6CB}">
  <a:tblStyle styleId="{7F09EB9D-A387-4DB9-8DAA-C537B3EBD6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{7F09EB9D-A387-4DB9-8DAA-C537B3EBD6CB}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