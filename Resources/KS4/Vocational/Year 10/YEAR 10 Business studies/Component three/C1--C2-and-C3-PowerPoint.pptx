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ACBE2D-1988-4948-A7B8-DB06FB615BEE}">
  <a:tblStyle styleId="{87ACBE2D-1988-4948-A7B8-DB06FB615B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{87ACBE2D-1988-4948-A7B8-DB06FB615BEE}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