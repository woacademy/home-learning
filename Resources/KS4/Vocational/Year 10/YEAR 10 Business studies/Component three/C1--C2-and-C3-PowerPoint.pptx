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B1AEF1-8FEF-44CE-A260-67E736652F9A}">
  <a:tblStyle styleId="{61B1AEF1-8FEF-44CE-A260-67E736652F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{61B1AEF1-8FEF-44CE-A260-67E736652F9A}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