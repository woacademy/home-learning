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9A9B2-9C5D-475E-864D-E39FE73B6F4D}">
  <a:tblStyle styleId="{1689A9B2-9C5D-475E-864D-E39FE73B6F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{1689A9B2-9C5D-475E-864D-E39FE73B6F4D}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