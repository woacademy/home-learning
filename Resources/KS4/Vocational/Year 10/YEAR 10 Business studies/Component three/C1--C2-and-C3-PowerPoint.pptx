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5390D6-91FF-43E7-8055-DAF52DAA3C8C}">
  <a:tblStyle styleId="{A65390D6-91FF-43E7-8055-DAF52DAA3C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{A65390D6-91FF-43E7-8055-DAF52DAA3C8C}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