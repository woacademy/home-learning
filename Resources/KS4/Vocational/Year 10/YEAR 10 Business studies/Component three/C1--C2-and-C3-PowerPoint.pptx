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6BBC7E-C76B-48FC-BE6C-AADCAB2DCEBD}">
  <a:tblStyle styleId="{106BBC7E-C76B-48FC-BE6C-AADCAB2DCE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{106BBC7E-C76B-48FC-BE6C-AADCAB2DCEBD}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