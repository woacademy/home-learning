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94A13C-F702-4239-900F-C45EE56E47BC}">
  <a:tblStyle styleId="{3994A13C-F702-4239-900F-C45EE56E47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{3994A13C-F702-4239-900F-C45EE56E47BC}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