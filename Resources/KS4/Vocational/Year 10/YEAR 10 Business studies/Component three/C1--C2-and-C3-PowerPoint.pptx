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64B325E-D188-4907-B2E3-2594A59848EA}">
  <a:tblStyle styleId="{B64B325E-D188-4907-B2E3-2594A59848E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{B64B325E-D188-4907-B2E3-2594A59848EA}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