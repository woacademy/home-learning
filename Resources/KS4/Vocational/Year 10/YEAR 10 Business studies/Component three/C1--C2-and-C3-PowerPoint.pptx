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D9D9F0-FD93-48F7-9F18-CB28287E52E5}">
  <a:tblStyle styleId="{54D9D9F0-FD93-48F7-9F18-CB28287E52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{54D9D9F0-FD93-48F7-9F18-CB28287E52E5}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