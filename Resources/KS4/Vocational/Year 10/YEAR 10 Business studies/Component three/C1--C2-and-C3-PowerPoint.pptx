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D6A189-A752-40C7-B718-8B7CEEE8420B}">
  <a:tblStyle styleId="{A8D6A189-A752-40C7-B718-8B7CEEE842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{A8D6A189-A752-40C7-B718-8B7CEEE8420B}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