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76FF6D-C145-4F6B-A526-994DA8918CA2}">
  <a:tblStyle styleId="{A176FF6D-C145-4F6B-A526-994DA8918C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{A176FF6D-C145-4F6B-A526-994DA8918CA2}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