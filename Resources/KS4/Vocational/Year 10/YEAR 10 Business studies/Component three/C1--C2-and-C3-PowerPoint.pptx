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1766E2-EDD4-46C5-AB80-A5550B801419}">
  <a:tblStyle styleId="{641766E2-EDD4-46C5-AB80-A5550B8014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{641766E2-EDD4-46C5-AB80-A5550B801419}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