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7AE2FC-3630-4C26-B927-CC267111FFD6}">
  <a:tblStyle styleId="{4B7AE2FC-3630-4C26-B927-CC267111FF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{4B7AE2FC-3630-4C26-B927-CC267111FFD6}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