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CCF65D-369F-4742-91A8-A7C71B827398}">
  <a:tblStyle styleId="{07CCF65D-369F-4742-91A8-A7C71B8273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{07CCF65D-369F-4742-91A8-A7C71B827398}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