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DC05FCE-1ABB-4B3B-A762-4580CD23E3E4}">
  <a:tblStyle styleId="{0DC05FCE-1ABB-4B3B-A762-4580CD23E3E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{0DC05FCE-1ABB-4B3B-A762-4580CD23E3E4}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