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A85719-3E39-49CB-94CF-8C77AA3574BF}">
  <a:tblStyle styleId="{29A85719-3E39-49CB-94CF-8C77AA357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{29A85719-3E39-49CB-94CF-8C77AA3574BF}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