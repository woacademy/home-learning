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4E7BEB-945D-4E96-87A2-E563A10D0A9E}">
  <a:tblStyle styleId="{DD4E7BEB-945D-4E96-87A2-E563A10D0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{DD4E7BEB-945D-4E96-87A2-E563A10D0A9E}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