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1784BC-0922-4C72-89D6-3187987F2505}">
  <a:tblStyle styleId="{A91784BC-0922-4C72-89D6-3187987F25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{A91784BC-0922-4C72-89D6-3187987F2505}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