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7B9761-9FAF-4267-82F1-F823B739A84A}">
  <a:tblStyle styleId="{CF7B9761-9FAF-4267-82F1-F823B739A8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{CF7B9761-9FAF-4267-82F1-F823B739A84A}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