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713AF5-90D0-47E0-9274-AE64739708DE}">
  <a:tblStyle styleId="{51713AF5-90D0-47E0-9274-AE64739708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{51713AF5-90D0-47E0-9274-AE64739708DE}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