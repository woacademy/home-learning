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9A8F0A-59FD-4ECA-B8DF-5A78B9BAA5BF}">
  <a:tblStyle styleId="{FF9A8F0A-59FD-4ECA-B8DF-5A78B9BAA5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{FF9A8F0A-59FD-4ECA-B8DF-5A78B9BAA5BF}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