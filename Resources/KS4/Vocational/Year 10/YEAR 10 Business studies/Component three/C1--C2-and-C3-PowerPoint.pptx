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1E8183-E978-44EA-9C83-45EC43A97931}">
  <a:tblStyle styleId="{421E8183-E978-44EA-9C83-45EC43A979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{421E8183-E978-44EA-9C83-45EC43A97931}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