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E9F124-A0CD-4A7E-A397-DA5D5B2F8FA8}">
  <a:tblStyle styleId="{20E9F124-A0CD-4A7E-A397-DA5D5B2F8F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{20E9F124-A0CD-4A7E-A397-DA5D5B2F8FA8}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