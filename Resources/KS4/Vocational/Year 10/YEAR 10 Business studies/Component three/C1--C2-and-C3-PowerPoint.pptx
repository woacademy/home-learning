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3393B7-3365-4E45-A159-9B777BFAE694}">
  <a:tblStyle styleId="{C13393B7-3365-4E45-A159-9B777BFAE6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{C13393B7-3365-4E45-A159-9B777BFAE694}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