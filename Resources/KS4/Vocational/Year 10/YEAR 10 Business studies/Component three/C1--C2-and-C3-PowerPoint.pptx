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9D96F85-3217-4CEA-BD27-1ECC8B2E00B7}">
  <a:tblStyle styleId="{49D96F85-3217-4CEA-BD27-1ECC8B2E00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{49D96F85-3217-4CEA-BD27-1ECC8B2E00B7}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