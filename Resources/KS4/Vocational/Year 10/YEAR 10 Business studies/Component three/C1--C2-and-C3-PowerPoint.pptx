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CAF4D5D-A503-431B-9890-7D54347AF899}">
  <a:tblStyle styleId="{DCAF4D5D-A503-431B-9890-7D54347AF89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{DCAF4D5D-A503-431B-9890-7D54347AF899}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