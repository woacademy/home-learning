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017097-D59F-427B-A599-8A99A4DB2B8F}">
  <a:tblStyle styleId="{6A017097-D59F-427B-A599-8A99A4DB2B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{6A017097-D59F-427B-A599-8A99A4DB2B8F}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