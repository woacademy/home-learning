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9CE19-1C68-40A2-84F9-8228A6210FB7}">
  <a:tblStyle styleId="{42B9CE19-1C68-40A2-84F9-8228A6210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{42B9CE19-1C68-40A2-84F9-8228A6210FB7}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