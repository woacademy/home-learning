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7FFC3C-0323-4270-9CC7-CC93C7EF2D1E}">
  <a:tblStyle styleId="{9F7FFC3C-0323-4270-9CC7-CC93C7EF2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{9F7FFC3C-0323-4270-9CC7-CC93C7EF2D1E}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