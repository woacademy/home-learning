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80C6AF-1C80-4563-8730-3FCA5820C95F}">
  <a:tblStyle styleId="{1480C6AF-1C80-4563-8730-3FCA5820C9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{1480C6AF-1C80-4563-8730-3FCA5820C95F}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