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5ED189-70CD-4860-95DF-2374B43F235E}">
  <a:tblStyle styleId="{C25ED189-70CD-4860-95DF-2374B43F23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{C25ED189-70CD-4860-95DF-2374B43F235E}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