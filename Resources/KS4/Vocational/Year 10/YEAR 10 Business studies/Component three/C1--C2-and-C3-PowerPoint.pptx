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B0161C-4CCA-41CC-8C05-298B43189138}">
  <a:tblStyle styleId="{ADB0161C-4CCA-41CC-8C05-298B431891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{ADB0161C-4CCA-41CC-8C05-298B43189138}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