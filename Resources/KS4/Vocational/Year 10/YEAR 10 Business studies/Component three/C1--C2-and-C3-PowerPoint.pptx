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E35AFAD-3C0D-4385-A4B0-DBA95654D260}">
  <a:tblStyle styleId="{DE35AFAD-3C0D-4385-A4B0-DBA95654D2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{DE35AFAD-3C0D-4385-A4B0-DBA95654D260}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