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01A616-4B9F-4D3E-A0E6-66F5235C774B}">
  <a:tblStyle styleId="{7C01A616-4B9F-4D3E-A0E6-66F5235C77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{7C01A616-4B9F-4D3E-A0E6-66F5235C774B}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