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BEC00C-D01A-4065-9891-54A5B02AABB1}">
  <a:tblStyle styleId="{EBBEC00C-D01A-4065-9891-54A5B02AABB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{EBBEC00C-D01A-4065-9891-54A5B02AABB1}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