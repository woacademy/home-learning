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47433D-5CF2-4D58-89E2-6ED272469EE4}">
  <a:tblStyle styleId="{1747433D-5CF2-4D58-89E2-6ED272469E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{1747433D-5CF2-4D58-89E2-6ED272469EE4}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