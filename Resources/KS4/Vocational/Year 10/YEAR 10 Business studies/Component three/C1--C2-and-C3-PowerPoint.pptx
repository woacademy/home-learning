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38AC4-8217-43CF-8148-0D771A5E4C03}">
  <a:tblStyle styleId="{B2338AC4-8217-43CF-8148-0D771A5E4C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{B2338AC4-8217-43CF-8148-0D771A5E4C03}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