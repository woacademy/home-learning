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B3F0BC-07F1-4C4F-B746-286C11FB0B2B}">
  <a:tblStyle styleId="{5CB3F0BC-07F1-4C4F-B746-286C11FB0B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{5CB3F0BC-07F1-4C4F-B746-286C11FB0B2B}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