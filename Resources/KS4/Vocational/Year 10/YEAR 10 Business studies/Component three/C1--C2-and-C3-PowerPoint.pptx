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BF8A6F-88AD-4E92-83CC-07BBCBFD40CC}">
  <a:tblStyle styleId="{1ABF8A6F-88AD-4E92-83CC-07BBCBFD4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{1ABF8A6F-88AD-4E92-83CC-07BBCBFD40CC}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