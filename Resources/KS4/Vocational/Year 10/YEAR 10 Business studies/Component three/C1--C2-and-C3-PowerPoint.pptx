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055DB6D-312A-4165-8391-2A8DA25EAB71}">
  <a:tblStyle styleId="{E055DB6D-312A-4165-8391-2A8DA25EAB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{E055DB6D-312A-4165-8391-2A8DA25EAB71}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