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8C4BEC-4F72-498A-B004-A550455A2EB6}">
  <a:tblStyle styleId="{8E8C4BEC-4F72-498A-B004-A550455A2E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{8E8C4BEC-4F72-498A-B004-A550455A2EB6}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