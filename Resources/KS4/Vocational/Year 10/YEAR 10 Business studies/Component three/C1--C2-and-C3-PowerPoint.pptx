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CB6FC6-1546-4F0F-A2DA-16A1624A2C19}">
  <a:tblStyle styleId="{53CB6FC6-1546-4F0F-A2DA-16A1624A2C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{53CB6FC6-1546-4F0F-A2DA-16A1624A2C19}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