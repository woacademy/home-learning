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862088-1C2A-4449-B9F6-AD388B05EFE5}">
  <a:tblStyle styleId="{C5862088-1C2A-4449-B9F6-AD388B05EFE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{C5862088-1C2A-4449-B9F6-AD388B05EFE5}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