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2ACB16-1597-452F-B857-0B8620A87C88}">
  <a:tblStyle styleId="{2E2ACB16-1597-452F-B857-0B8620A87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{2E2ACB16-1597-452F-B857-0B8620A87C88}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