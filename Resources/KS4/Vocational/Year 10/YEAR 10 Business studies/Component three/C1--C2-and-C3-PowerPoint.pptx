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12E2B7-9EC1-493A-8183-D4B821FBDFE6}">
  <a:tblStyle styleId="{1712E2B7-9EC1-493A-8183-D4B821FBDF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{1712E2B7-9EC1-493A-8183-D4B821FBDFE6}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