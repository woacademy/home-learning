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8F644EF-9C27-40A1-8D3D-8049E6E59B24}">
  <a:tblStyle styleId="{08F644EF-9C27-40A1-8D3D-8049E6E59B2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{08F644EF-9C27-40A1-8D3D-8049E6E59B24}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