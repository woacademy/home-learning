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5159D7-F728-46B5-B5FF-81DED610C6E2}">
  <a:tblStyle styleId="{E85159D7-F728-46B5-B5FF-81DED610C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{E85159D7-F728-46B5-B5FF-81DED610C6E2}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