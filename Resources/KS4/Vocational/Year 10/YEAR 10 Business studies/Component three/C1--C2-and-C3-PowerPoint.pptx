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9B4263-3993-4D05-9B81-1423CD5EE136}">
  <a:tblStyle styleId="{EE9B4263-3993-4D05-9B81-1423CD5EE1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{EE9B4263-3993-4D05-9B81-1423CD5EE136}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