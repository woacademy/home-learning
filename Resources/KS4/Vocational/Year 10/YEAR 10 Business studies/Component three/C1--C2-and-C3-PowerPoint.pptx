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093FD9-E4BD-48DF-8913-B54E9E61946A}">
  <a:tblStyle styleId="{09093FD9-E4BD-48DF-8913-B54E9E6194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{09093FD9-E4BD-48DF-8913-B54E9E61946A}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