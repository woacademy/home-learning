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FD4C48-E46B-46F7-960E-247DF1D8B847}">
  <a:tblStyle styleId="{A5FD4C48-E46B-46F7-960E-247DF1D8B8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{A5FD4C48-E46B-46F7-960E-247DF1D8B847}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