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E2AFECA-6AE5-4D56-829B-B8B0A2E6997F}">
  <a:tblStyle styleId="{BE2AFECA-6AE5-4D56-829B-B8B0A2E6997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{BE2AFECA-6AE5-4D56-829B-B8B0A2E6997F}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