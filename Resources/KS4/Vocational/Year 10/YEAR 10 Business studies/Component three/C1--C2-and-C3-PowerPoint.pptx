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A784DA-D5F6-449F-B3BF-155C319AD323}">
  <a:tblStyle styleId="{68A784DA-D5F6-449F-B3BF-155C319AD3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{68A784DA-D5F6-449F-B3BF-155C319AD323}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