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F24B24-5502-4CFC-BB79-93DA4DC5D072}">
  <a:tblStyle styleId="{64F24B24-5502-4CFC-BB79-93DA4DC5D0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{64F24B24-5502-4CFC-BB79-93DA4DC5D072}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