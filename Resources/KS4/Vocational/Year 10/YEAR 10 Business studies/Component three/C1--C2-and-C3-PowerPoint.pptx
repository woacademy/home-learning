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E1CF16-9DEF-46BC-8694-FDA066A68A5A}">
  <a:tblStyle styleId="{83E1CF16-9DEF-46BC-8694-FDA066A68A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{83E1CF16-9DEF-46BC-8694-FDA066A68A5A}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