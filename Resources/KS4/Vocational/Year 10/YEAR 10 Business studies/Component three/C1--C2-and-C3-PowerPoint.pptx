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ED2B02B-39E4-43BD-BE94-0059335B4B51}">
  <a:tblStyle styleId="{1ED2B02B-39E4-43BD-BE94-0059335B4B5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{1ED2B02B-39E4-43BD-BE94-0059335B4B51}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