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9556469-8155-4F33-A4F9-235F390E4839}">
  <a:tblStyle styleId="{F9556469-8155-4F33-A4F9-235F390E483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{F9556469-8155-4F33-A4F9-235F390E4839}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