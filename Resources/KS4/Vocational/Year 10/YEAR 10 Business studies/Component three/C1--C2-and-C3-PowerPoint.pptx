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F790AF-91F9-4D07-B381-589F28FBFA13}">
  <a:tblStyle styleId="{61F790AF-91F9-4D07-B381-589F28FBFA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{61F790AF-91F9-4D07-B381-589F28FBFA13}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