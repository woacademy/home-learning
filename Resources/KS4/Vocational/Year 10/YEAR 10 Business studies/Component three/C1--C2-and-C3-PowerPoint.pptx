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AB7F22-0D62-4469-AF83-DE4CFC25FBD7}">
  <a:tblStyle styleId="{06AB7F22-0D62-4469-AF83-DE4CFC25FBD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{06AB7F22-0D62-4469-AF83-DE4CFC25FBD7}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