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916D01-7059-4B79-BD5C-1ACDF8F195F8}">
  <a:tblStyle styleId="{5D916D01-7059-4B79-BD5C-1ACDF8F195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{5D916D01-7059-4B79-BD5C-1ACDF8F195F8}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