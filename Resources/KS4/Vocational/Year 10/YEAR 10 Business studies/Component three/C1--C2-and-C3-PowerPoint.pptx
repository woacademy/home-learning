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72A5C-4BA3-412C-834B-0635F61BAB79}">
  <a:tblStyle styleId="{3D772A5C-4BA3-412C-834B-0635F61BA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{3D772A5C-4BA3-412C-834B-0635F61BAB79}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