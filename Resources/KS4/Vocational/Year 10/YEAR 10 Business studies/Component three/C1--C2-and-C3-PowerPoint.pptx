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1EED60-BFC1-492A-955E-1E720D969CA4}">
  <a:tblStyle styleId="{B91EED60-BFC1-492A-955E-1E720D969C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{B91EED60-BFC1-492A-955E-1E720D969CA4}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