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793A2E-674A-4898-AEAA-3E1D3B8883FA}">
  <a:tblStyle styleId="{07793A2E-674A-4898-AEAA-3E1D3B8883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{07793A2E-674A-4898-AEAA-3E1D3B8883FA}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