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37528CA-8498-47B4-B91D-68BAA72DD3EE}">
  <a:tblStyle styleId="{D37528CA-8498-47B4-B91D-68BAA72DD3E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{D37528CA-8498-47B4-B91D-68BAA72DD3EE}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