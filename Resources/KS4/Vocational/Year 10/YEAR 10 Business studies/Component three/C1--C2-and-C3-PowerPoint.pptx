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EA02B3-3E3A-4330-9730-45212B4FC4CB}">
  <a:tblStyle styleId="{B3EA02B3-3E3A-4330-9730-45212B4FC4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{B3EA02B3-3E3A-4330-9730-45212B4FC4CB}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