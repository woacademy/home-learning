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666F8B-AB6B-4AF6-8D01-65D039CF2E37}">
  <a:tblStyle styleId="{EE666F8B-AB6B-4AF6-8D01-65D039CF2E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{EE666F8B-AB6B-4AF6-8D01-65D039CF2E37}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