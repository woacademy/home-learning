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C73520-7977-49B3-A5FC-BEEA203D69EA}">
  <a:tblStyle styleId="{7CC73520-7977-49B3-A5FC-BEEA203D69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{7CC73520-7977-49B3-A5FC-BEEA203D69EA}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