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F6C49-B096-4E20-8884-79D09B2C3DCB}">
  <a:tblStyle styleId="{CE7F6C49-B096-4E20-8884-79D09B2C3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{CE7F6C49-B096-4E20-8884-79D09B2C3DCB}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