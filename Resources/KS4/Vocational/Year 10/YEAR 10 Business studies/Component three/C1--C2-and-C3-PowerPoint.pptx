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5574CEF-9D83-4F95-A8D5-2A8766F1D580}">
  <a:tblStyle styleId="{45574CEF-9D83-4F95-A8D5-2A8766F1D58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{45574CEF-9D83-4F95-A8D5-2A8766F1D580}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