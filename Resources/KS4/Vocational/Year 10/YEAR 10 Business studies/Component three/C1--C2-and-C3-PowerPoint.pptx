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C64A690-C4C6-4855-9DF4-C8116361FF35}">
  <a:tblStyle styleId="{EC64A690-C4C6-4855-9DF4-C8116361FF3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{EC64A690-C4C6-4855-9DF4-C8116361FF35}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