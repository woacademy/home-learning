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2B695B-FCF7-4DB6-8001-3C22BECD51B8}">
  <a:tblStyle styleId="{B12B695B-FCF7-4DB6-8001-3C22BECD5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{B12B695B-FCF7-4DB6-8001-3C22BECD51B8}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