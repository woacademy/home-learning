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7F4243-25BC-4948-BABC-F102372F9E29}">
  <a:tblStyle styleId="{D57F4243-25BC-4948-BABC-F102372F9E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{D57F4243-25BC-4948-BABC-F102372F9E29}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