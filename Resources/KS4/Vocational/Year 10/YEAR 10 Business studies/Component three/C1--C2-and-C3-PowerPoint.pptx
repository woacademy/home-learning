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BF01C8-080D-476B-9F57-C984DD14031C}">
  <a:tblStyle styleId="{41BF01C8-080D-476B-9F57-C984DD1403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{41BF01C8-080D-476B-9F57-C984DD14031C}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