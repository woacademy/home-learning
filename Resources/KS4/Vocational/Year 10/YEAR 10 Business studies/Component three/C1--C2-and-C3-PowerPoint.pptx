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C19445-41DE-4864-8E89-CE63F9555AB4}">
  <a:tblStyle styleId="{46C19445-41DE-4864-8E89-CE63F9555A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{46C19445-41DE-4864-8E89-CE63F9555AB4}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