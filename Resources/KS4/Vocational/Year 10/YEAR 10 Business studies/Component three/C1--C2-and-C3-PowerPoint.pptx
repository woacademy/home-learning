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020D70-EABD-4F68-AE93-A1FAF7029921}">
  <a:tblStyle styleId="{41020D70-EABD-4F68-AE93-A1FAF70299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{41020D70-EABD-4F68-AE93-A1FAF7029921}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