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6B4DB9E-2F46-4809-BFC4-36FD8ADF821F}">
  <a:tblStyle styleId="{86B4DB9E-2F46-4809-BFC4-36FD8ADF821F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5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6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0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{86B4DB9E-2F46-4809-BFC4-36FD8ADF821F}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