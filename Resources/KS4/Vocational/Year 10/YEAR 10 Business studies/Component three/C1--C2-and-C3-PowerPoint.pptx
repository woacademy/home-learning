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5C9F04-1C71-4937-9623-8CE41B7C630E}">
  <a:tblStyle styleId="{2C5C9F04-1C71-4937-9623-8CE41B7C63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{2C5C9F04-1C71-4937-9623-8CE41B7C630E}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