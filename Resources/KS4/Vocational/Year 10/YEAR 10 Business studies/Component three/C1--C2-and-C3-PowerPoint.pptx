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026714-2E98-43B1-9BAD-6317B2A503A6}">
  <a:tblStyle styleId="{58026714-2E98-43B1-9BAD-6317B2A503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{58026714-2E98-43B1-9BAD-6317B2A503A6}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