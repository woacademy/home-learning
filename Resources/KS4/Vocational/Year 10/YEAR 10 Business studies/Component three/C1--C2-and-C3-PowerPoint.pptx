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2F358-1334-4720-88A8-9D578F6D985E}">
  <a:tblStyle styleId="{8522F358-1334-4720-88A8-9D578F6D98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{8522F358-1334-4720-88A8-9D578F6D985E}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