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10C13C9-78E8-4FAB-BD3B-BA4D0D495C12}">
  <a:tblStyle styleId="{710C13C9-78E8-4FAB-BD3B-BA4D0D495C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{710C13C9-78E8-4FAB-BD3B-BA4D0D495C12}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