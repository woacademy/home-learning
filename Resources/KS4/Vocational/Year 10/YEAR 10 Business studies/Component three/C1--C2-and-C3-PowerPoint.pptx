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772AB-A994-4D17-8863-1E329E62CA9B}">
  <a:tblStyle styleId="{232772AB-A994-4D17-8863-1E329E62CA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{232772AB-A994-4D17-8863-1E329E62CA9B}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