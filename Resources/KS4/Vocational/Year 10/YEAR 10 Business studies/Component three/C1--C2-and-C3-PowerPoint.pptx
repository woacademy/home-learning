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C3CDCA-7FB5-4E6C-8DA4-82681ADF240F}">
  <a:tblStyle styleId="{F5C3CDCA-7FB5-4E6C-8DA4-82681ADF24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{F5C3CDCA-7FB5-4E6C-8DA4-82681ADF240F}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