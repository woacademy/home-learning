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44CBE82-F66B-4955-9A3A-8CCEB8A3BE1E}">
  <a:tblStyle styleId="{944CBE82-F66B-4955-9A3A-8CCEB8A3BE1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4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{944CBE82-F66B-4955-9A3A-8CCEB8A3BE1E}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