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055C40D-7F27-4F4F-889E-846D94FBD563}">
  <a:tblStyle styleId="{A055C40D-7F27-4F4F-889E-846D94FBD5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{A055C40D-7F27-4F4F-889E-846D94FBD563}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