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C8BE3E-2467-4004-BEED-2CC69FACC623}">
  <a:tblStyle styleId="{E6C8BE3E-2467-4004-BEED-2CC69FACC6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{E6C8BE3E-2467-4004-BEED-2CC69FACC623}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