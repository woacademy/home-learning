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1596EF-ECB6-4B43-9EFF-77DB33E44B46}">
  <a:tblStyle styleId="{551596EF-ECB6-4B43-9EFF-77DB33E44B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{551596EF-ECB6-4B43-9EFF-77DB33E44B46}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