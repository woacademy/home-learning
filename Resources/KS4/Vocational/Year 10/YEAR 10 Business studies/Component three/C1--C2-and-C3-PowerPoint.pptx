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B00A1F-7ECA-4A95-BF2C-C79B4848DCEE}">
  <a:tblStyle styleId="{96B00A1F-7ECA-4A95-BF2C-C79B4848DC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{96B00A1F-7ECA-4A95-BF2C-C79B4848DCEE}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