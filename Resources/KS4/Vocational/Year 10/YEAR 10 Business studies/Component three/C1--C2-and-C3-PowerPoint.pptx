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156FD1-5409-4E81-888F-8B23D958644E}">
  <a:tblStyle styleId="{39156FD1-5409-4E81-888F-8B23D95864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{39156FD1-5409-4E81-888F-8B23D958644E}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