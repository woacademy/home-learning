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07CC28-40A0-4C52-BE61-155F894D1645}">
  <a:tblStyle styleId="{7207CC28-40A0-4C52-BE61-155F894D16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{7207CC28-40A0-4C52-BE61-155F894D1645}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