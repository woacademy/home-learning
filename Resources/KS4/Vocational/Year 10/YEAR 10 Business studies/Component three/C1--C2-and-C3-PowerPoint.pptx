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794BA5-6670-47E5-92F4-0ACFC05AE96D}">
  <a:tblStyle styleId="{8A794BA5-6670-47E5-92F4-0ACFC05AE96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{8A794BA5-6670-47E5-92F4-0ACFC05AE96D}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