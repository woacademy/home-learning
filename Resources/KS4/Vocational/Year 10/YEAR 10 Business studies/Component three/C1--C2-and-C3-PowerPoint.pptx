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70908E-2057-4294-9574-FFFD294C97B8}">
  <a:tblStyle styleId="{3970908E-2057-4294-9574-FFFD294C97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{3970908E-2057-4294-9574-FFFD294C97B8}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