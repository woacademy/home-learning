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A5FD78-E6CC-4DE3-8E7A-45E4F842FC0B}">
  <a:tblStyle styleId="{0EA5FD78-E6CC-4DE3-8E7A-45E4F842FC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{0EA5FD78-E6CC-4DE3-8E7A-45E4F842FC0B}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