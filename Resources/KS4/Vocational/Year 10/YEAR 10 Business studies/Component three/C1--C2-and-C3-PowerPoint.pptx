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1CEDAE-89F4-420B-9981-8247AF3E28DB}">
  <a:tblStyle styleId="{5D1CEDAE-89F4-420B-9981-8247AF3E28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{5D1CEDAE-89F4-420B-9981-8247AF3E28DB}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