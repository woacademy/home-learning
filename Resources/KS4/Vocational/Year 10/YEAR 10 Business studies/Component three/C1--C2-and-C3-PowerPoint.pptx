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EC299A-6441-4729-B9FC-605AB4479CDF}">
  <a:tblStyle styleId="{08EC299A-6441-4729-B9FC-605AB4479C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{08EC299A-6441-4729-B9FC-605AB4479CDF}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