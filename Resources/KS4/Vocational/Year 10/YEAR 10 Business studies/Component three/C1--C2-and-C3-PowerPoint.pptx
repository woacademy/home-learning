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609A297-FDC2-4254-A8D0-2B45AF498CAC}">
  <a:tblStyle styleId="{E609A297-FDC2-4254-A8D0-2B45AF498CA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{E609A297-FDC2-4254-A8D0-2B45AF498CAC}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