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C628BC-304D-41FD-A27F-AA6938084648}">
  <a:tblStyle styleId="{F2C628BC-304D-41FD-A27F-AA69380846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{F2C628BC-304D-41FD-A27F-AA6938084648}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