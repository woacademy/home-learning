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767955-9D9A-47AB-8AFF-02DA36D6CDBB}">
  <a:tblStyle styleId="{91767955-9D9A-47AB-8AFF-02DA36D6CD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{91767955-9D9A-47AB-8AFF-02DA36D6CDBB}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