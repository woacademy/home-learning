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06EBF4-C881-4FCC-B9B8-8612BEE02E90}">
  <a:tblStyle styleId="{B106EBF4-C881-4FCC-B9B8-8612BEE02E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{B106EBF4-C881-4FCC-B9B8-8612BEE02E90}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