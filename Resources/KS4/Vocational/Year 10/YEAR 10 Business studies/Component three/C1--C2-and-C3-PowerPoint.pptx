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8E0F968-A9A4-4E3A-A530-C9CFF14A0C49}">
  <a:tblStyle styleId="{E8E0F968-A9A4-4E3A-A530-C9CFF14A0C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{E8E0F968-A9A4-4E3A-A530-C9CFF14A0C49}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