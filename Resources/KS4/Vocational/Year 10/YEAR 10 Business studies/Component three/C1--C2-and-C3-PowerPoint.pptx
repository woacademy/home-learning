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B1394-5672-4FD6-BAE6-79F59615FC11}">
  <a:tblStyle styleId="{46CB1394-5672-4FD6-BAE6-79F59615FC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{46CB1394-5672-4FD6-BAE6-79F59615FC11}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