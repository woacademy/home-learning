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221F6EB-7872-4A06-AE96-3EF7BF9E19BD}">
  <a:tblStyle styleId="{4221F6EB-7872-4A06-AE96-3EF7BF9E19B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{4221F6EB-7872-4A06-AE96-3EF7BF9E19BD}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