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449C9F-A372-4383-A9E0-5158B57CCFFA}">
  <a:tblStyle styleId="{E8449C9F-A372-4383-A9E0-5158B57CCF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{E8449C9F-A372-4383-A9E0-5158B57CCFFA}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