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D135DD-A7EC-4C8C-B63C-F6243F919F29}">
  <a:tblStyle styleId="{76D135DD-A7EC-4C8C-B63C-F6243F919F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{76D135DD-A7EC-4C8C-B63C-F6243F919F29}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