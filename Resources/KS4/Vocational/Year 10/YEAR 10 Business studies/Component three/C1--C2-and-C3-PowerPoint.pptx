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58E828-B44B-4734-AF0C-827E64E52C09}">
  <a:tblStyle styleId="{3F58E828-B44B-4734-AF0C-827E64E52C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{3F58E828-B44B-4734-AF0C-827E64E52C09}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