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808AE9-3ED0-469A-B95E-35E8C6D2ED0C}">
  <a:tblStyle styleId="{1C808AE9-3ED0-469A-B95E-35E8C6D2ED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{1C808AE9-3ED0-469A-B95E-35E8C6D2ED0C}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