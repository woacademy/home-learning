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9C1A869-ABAB-4356-B7C6-7F988091C183}">
  <a:tblStyle styleId="{09C1A869-ABAB-4356-B7C6-7F988091C1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{09C1A869-ABAB-4356-B7C6-7F988091C183}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