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A97630-510B-4007-B8BB-0A802A01A437}">
  <a:tblStyle styleId="{5BA97630-510B-4007-B8BB-0A802A01A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{5BA97630-510B-4007-B8BB-0A802A01A437}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