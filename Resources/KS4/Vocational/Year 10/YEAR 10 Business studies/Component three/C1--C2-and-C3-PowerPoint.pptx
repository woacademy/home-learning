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677977-8EC5-4A9E-A537-B09959472F0F}">
  <a:tblStyle styleId="{66677977-8EC5-4A9E-A537-B09959472F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{66677977-8EC5-4A9E-A537-B09959472F0F}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