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85D5AB-CC00-4E9D-9F58-836F9A890E1C}">
  <a:tblStyle styleId="{FA85D5AB-CC00-4E9D-9F58-836F9A890E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{FA85D5AB-CC00-4E9D-9F58-836F9A890E1C}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