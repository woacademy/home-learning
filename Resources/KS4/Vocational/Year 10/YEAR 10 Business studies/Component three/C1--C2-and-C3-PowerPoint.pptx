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9448B8-8239-4B44-8201-4F69E7F45499}">
  <a:tblStyle styleId="{659448B8-8239-4B44-8201-4F69E7F454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{659448B8-8239-4B44-8201-4F69E7F45499}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