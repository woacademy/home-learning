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BC7470-E849-48D5-9249-52B656F9AB65}">
  <a:tblStyle styleId="{45BC7470-E849-48D5-9249-52B656F9AB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{45BC7470-E849-48D5-9249-52B656F9AB65}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