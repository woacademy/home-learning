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B9918D-3700-4CA8-B3A0-FE139EE1DEE7}">
  <a:tblStyle styleId="{88B9918D-3700-4CA8-B3A0-FE139EE1DE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{88B9918D-3700-4CA8-B3A0-FE139EE1DEE7}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