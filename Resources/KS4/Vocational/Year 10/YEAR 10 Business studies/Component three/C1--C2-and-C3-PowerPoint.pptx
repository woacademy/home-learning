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0F72D1-7BBF-4F4F-B432-6558D0759A57}">
  <a:tblStyle styleId="{470F72D1-7BBF-4F4F-B432-6558D0759A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{470F72D1-7BBF-4F4F-B432-6558D0759A57}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