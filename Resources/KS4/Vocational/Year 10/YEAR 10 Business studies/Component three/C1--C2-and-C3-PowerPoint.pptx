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CE4CDE-9D4D-4E8F-BCED-CE71282D1F82}">
  <a:tblStyle styleId="{D8CE4CDE-9D4D-4E8F-BCED-CE71282D1F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{D8CE4CDE-9D4D-4E8F-BCED-CE71282D1F82}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