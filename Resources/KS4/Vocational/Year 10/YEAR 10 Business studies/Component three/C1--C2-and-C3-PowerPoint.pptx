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8B63A-8664-472E-A7C8-1AB6D9B5312A}">
  <a:tblStyle styleId="{8BE8B63A-8664-472E-A7C8-1AB6D9B531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{8BE8B63A-8664-472E-A7C8-1AB6D9B5312A}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