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B738B1-18EE-43DC-B1B6-8C76F8DEE088}">
  <a:tblStyle styleId="{8EB738B1-18EE-43DC-B1B6-8C76F8DEE0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{8EB738B1-18EE-43DC-B1B6-8C76F8DEE088}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