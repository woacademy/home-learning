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F712FF-223A-41AD-B047-AF4DCE341866}">
  <a:tblStyle styleId="{4CF712FF-223A-41AD-B047-AF4DCE3418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{4CF712FF-223A-41AD-B047-AF4DCE341866}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