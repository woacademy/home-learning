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C2DA35-0C24-43A3-ACE9-804116E8EEF0}">
  <a:tblStyle styleId="{2FC2DA35-0C24-43A3-ACE9-804116E8EE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{2FC2DA35-0C24-43A3-ACE9-804116E8EEF0}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