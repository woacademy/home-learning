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0C8E4-B5DD-448E-8F67-A22556CB470C}">
  <a:tblStyle styleId="{3E30C8E4-B5DD-448E-8F67-A22556CB47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{3E30C8E4-B5DD-448E-8F67-A22556CB470C}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