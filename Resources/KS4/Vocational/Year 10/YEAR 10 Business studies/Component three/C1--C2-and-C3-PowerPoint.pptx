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717F78-8042-4A2F-854C-2EE1B85EB540}">
  <a:tblStyle styleId="{A2717F78-8042-4A2F-854C-2EE1B85EB5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{A2717F78-8042-4A2F-854C-2EE1B85EB540}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