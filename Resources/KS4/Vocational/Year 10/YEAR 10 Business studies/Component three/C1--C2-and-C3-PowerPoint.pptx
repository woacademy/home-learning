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DC62EB-FA5F-419B-9698-EB3CD909894A}">
  <a:tblStyle styleId="{4DDC62EB-FA5F-419B-9698-EB3CD90989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{4DDC62EB-FA5F-419B-9698-EB3CD909894A}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