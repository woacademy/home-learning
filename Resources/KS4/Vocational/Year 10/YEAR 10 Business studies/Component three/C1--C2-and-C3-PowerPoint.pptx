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9474EE-7673-4EFF-96CA-D7F731183B47}">
  <a:tblStyle styleId="{6B9474EE-7673-4EFF-96CA-D7F731183B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{6B9474EE-7673-4EFF-96CA-D7F731183B47}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