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7986B0-DDF3-4482-A581-089FCCACA816}">
  <a:tblStyle styleId="{4C7986B0-DDF3-4482-A581-089FCCACA8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{4C7986B0-DDF3-4482-A581-089FCCACA816}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