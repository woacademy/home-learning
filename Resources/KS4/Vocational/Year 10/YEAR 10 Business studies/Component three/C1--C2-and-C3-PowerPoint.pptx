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0438F9-EC1A-4393-A277-F53A32B20C48}">
  <a:tblStyle styleId="{D40438F9-EC1A-4393-A277-F53A32B20C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{D40438F9-EC1A-4393-A277-F53A32B20C48}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