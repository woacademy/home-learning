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C9033E-4781-4DD6-AE47-0EB4EAE1B3BF}">
  <a:tblStyle styleId="{26C9033E-4781-4DD6-AE47-0EB4EAE1B3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{26C9033E-4781-4DD6-AE47-0EB4EAE1B3BF}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