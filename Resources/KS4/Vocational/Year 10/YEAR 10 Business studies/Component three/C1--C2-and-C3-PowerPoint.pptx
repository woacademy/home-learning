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AFBC36-A533-41E1-845F-325608E9E503}">
  <a:tblStyle styleId="{F8AFBC36-A533-41E1-845F-325608E9E50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{F8AFBC36-A533-41E1-845F-325608E9E503}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