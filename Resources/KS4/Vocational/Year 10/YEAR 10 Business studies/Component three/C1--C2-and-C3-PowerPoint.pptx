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5A7051C-4A4B-4947-85F5-CD4BA85FED64}">
  <a:tblStyle styleId="{15A7051C-4A4B-4947-85F5-CD4BA85FED6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{15A7051C-4A4B-4947-85F5-CD4BA85FED64}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