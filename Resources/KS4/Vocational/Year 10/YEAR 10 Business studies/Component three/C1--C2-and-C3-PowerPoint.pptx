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A0D9BB-8E8F-4EF4-8CC8-6F929BF918C9}">
  <a:tblStyle styleId="{B9A0D9BB-8E8F-4EF4-8CC8-6F929BF918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{B9A0D9BB-8E8F-4EF4-8CC8-6F929BF918C9}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