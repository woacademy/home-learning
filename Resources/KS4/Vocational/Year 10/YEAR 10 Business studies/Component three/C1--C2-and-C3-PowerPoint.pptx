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536BB3-70E3-4776-8FC9-27ABB958C802}">
  <a:tblStyle styleId="{70536BB3-70E3-4776-8FC9-27ABB958C8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{70536BB3-70E3-4776-8FC9-27ABB958C802}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