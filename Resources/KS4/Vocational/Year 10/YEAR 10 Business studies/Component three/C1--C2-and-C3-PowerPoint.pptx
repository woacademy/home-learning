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3BB553-5B50-4D0B-8EDB-1A923212F457}">
  <a:tblStyle styleId="{F63BB553-5B50-4D0B-8EDB-1A923212F4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{F63BB553-5B50-4D0B-8EDB-1A923212F457}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