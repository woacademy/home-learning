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151F96-8137-485B-9269-7D947253913C}">
  <a:tblStyle styleId="{D6151F96-8137-485B-9269-7D94725391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{D6151F96-8137-485B-9269-7D947253913C}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