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FBFF050-6B73-4BDC-B213-75237DB906E1}">
  <a:tblStyle styleId="{AFBFF050-6B73-4BDC-B213-75237DB906E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{AFBFF050-6B73-4BDC-B213-75237DB906E1}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