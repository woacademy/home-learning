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57F82E-9BE3-4911-B1CF-843A878D9DB3}">
  <a:tblStyle styleId="{1457F82E-9BE3-4911-B1CF-843A878D9D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{1457F82E-9BE3-4911-B1CF-843A878D9DB3}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