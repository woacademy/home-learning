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1C5C2A-079B-4905-97D3-08535063D67B}">
  <a:tblStyle styleId="{4B1C5C2A-079B-4905-97D3-08535063D6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{4B1C5C2A-079B-4905-97D3-08535063D67B}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