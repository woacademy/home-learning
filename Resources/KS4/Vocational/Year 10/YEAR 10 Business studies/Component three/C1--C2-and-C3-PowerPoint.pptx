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CF318F-B527-4324-9B1D-642C5544322E}">
  <a:tblStyle styleId="{5DCF318F-B527-4324-9B1D-642C554432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{5DCF318F-B527-4324-9B1D-642C5544322E}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