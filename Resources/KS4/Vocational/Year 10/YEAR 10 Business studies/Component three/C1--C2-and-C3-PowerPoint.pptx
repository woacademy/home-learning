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F1509-18D5-4BD8-A188-E8A83276AB69}">
  <a:tblStyle styleId="{F11F1509-18D5-4BD8-A188-E8A83276AB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{F11F1509-18D5-4BD8-A188-E8A83276AB69}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