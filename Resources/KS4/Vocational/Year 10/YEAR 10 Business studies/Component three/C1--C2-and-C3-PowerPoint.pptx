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844E462-5367-44C5-B1D9-F5C611F1B430}">
  <a:tblStyle styleId="{E844E462-5367-44C5-B1D9-F5C611F1B43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{E844E462-5367-44C5-B1D9-F5C611F1B430}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