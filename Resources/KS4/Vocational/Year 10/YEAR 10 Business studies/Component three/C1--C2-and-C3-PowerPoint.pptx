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6BC6A7-0405-4E80-AC76-BC394A001F9F}">
  <a:tblStyle styleId="{CC6BC6A7-0405-4E80-AC76-BC394A001F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{CC6BC6A7-0405-4E80-AC76-BC394A001F9F}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