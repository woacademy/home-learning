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4F7587-328F-40C6-A1B4-6CD2310C8338}">
  <a:tblStyle styleId="{3A4F7587-328F-40C6-A1B4-6CD2310C83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{3A4F7587-328F-40C6-A1B4-6CD2310C8338}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