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BBD7A-D445-4C81-92DE-E793014E536F}">
  <a:tblStyle styleId="{D74BBD7A-D445-4C81-92DE-E793014E53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{D74BBD7A-D445-4C81-92DE-E793014E536F}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