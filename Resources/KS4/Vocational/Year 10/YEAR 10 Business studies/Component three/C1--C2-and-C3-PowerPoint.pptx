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A34002-EB78-4D7B-88A5-9A8829C0E53A}">
  <a:tblStyle styleId="{CCA34002-EB78-4D7B-88A5-9A8829C0E5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{CCA34002-EB78-4D7B-88A5-9A8829C0E53A}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