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F30DC1-BD25-498B-A593-69680B41B671}">
  <a:tblStyle styleId="{6CF30DC1-BD25-498B-A593-69680B41B6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{6CF30DC1-BD25-498B-A593-69680B41B671}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