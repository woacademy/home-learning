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15391-AF3B-4A1E-95A1-1EAE6E1D6E92}">
  <a:tblStyle styleId="{C7615391-AF3B-4A1E-95A1-1EAE6E1D6E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{C7615391-AF3B-4A1E-95A1-1EAE6E1D6E92}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