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2E3729-B295-4642-AC2F-EBF392F9C07C}">
  <a:tblStyle styleId="{7F2E3729-B295-4642-AC2F-EBF392F9C0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{7F2E3729-B295-4642-AC2F-EBF392F9C07C}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