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4C3B13-5A96-4868-8F37-BFF17BCF5527}">
  <a:tblStyle styleId="{B54C3B13-5A96-4868-8F37-BFF17BCF55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{B54C3B13-5A96-4868-8F37-BFF17BCF5527}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