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796EDE-7B52-43BC-A3DE-FE52CC008C3E}">
  <a:tblStyle styleId="{6E796EDE-7B52-43BC-A3DE-FE52CC008C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{6E796EDE-7B52-43BC-A3DE-FE52CC008C3E}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