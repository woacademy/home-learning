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43CAFE-B049-4C56-B3DB-4B64E7595D1D}">
  <a:tblStyle styleId="{7B43CAFE-B049-4C56-B3DB-4B64E7595D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{7B43CAFE-B049-4C56-B3DB-4B64E7595D1D}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