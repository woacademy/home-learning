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5A2007-E67E-443B-84F0-078C561CDDE8}">
  <a:tblStyle styleId="{5C5A2007-E67E-443B-84F0-078C561CDD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{5C5A2007-E67E-443B-84F0-078C561CDDE8}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