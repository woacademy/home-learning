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7A99EEF-08F5-4CE0-BCF5-335C598E9D68}">
  <a:tblStyle styleId="{D7A99EEF-08F5-4CE0-BCF5-335C598E9D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{D7A99EEF-08F5-4CE0-BCF5-335C598E9D68}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