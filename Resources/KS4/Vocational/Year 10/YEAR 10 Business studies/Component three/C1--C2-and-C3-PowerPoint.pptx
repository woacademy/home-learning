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874AD0-7B0B-4918-B374-C642C54DF951}">
  <a:tblStyle styleId="{23874AD0-7B0B-4918-B374-C642C54DF9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{23874AD0-7B0B-4918-B374-C642C54DF951}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