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6A7F7F-FFC0-44CF-ABC6-A153A0AA79FE}">
  <a:tblStyle styleId="{E16A7F7F-FFC0-44CF-ABC6-A153A0AA79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{E16A7F7F-FFC0-44CF-ABC6-A153A0AA79FE}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