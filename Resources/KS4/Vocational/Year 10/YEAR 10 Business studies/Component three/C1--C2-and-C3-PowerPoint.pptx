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840EFC-D3B0-4615-8B60-805A2D6425BF}">
  <a:tblStyle styleId="{43840EFC-D3B0-4615-8B60-805A2D6425B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{43840EFC-D3B0-4615-8B60-805A2D6425BF}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