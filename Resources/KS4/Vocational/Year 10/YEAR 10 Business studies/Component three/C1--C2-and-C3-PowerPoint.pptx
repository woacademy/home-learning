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A76C90-CFEA-40E8-BAF8-DF15C57BB346}">
  <a:tblStyle styleId="{5BA76C90-CFEA-40E8-BAF8-DF15C57BB3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{5BA76C90-CFEA-40E8-BAF8-DF15C57BB346}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