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1E2E559-893E-4948-B81D-94AA1A47F428}">
  <a:tblStyle styleId="{E1E2E559-893E-4948-B81D-94AA1A47F42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{E1E2E559-893E-4948-B81D-94AA1A47F428}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