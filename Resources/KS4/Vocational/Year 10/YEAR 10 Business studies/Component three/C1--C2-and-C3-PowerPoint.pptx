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6697D2-AAB7-4F10-A557-901E56C20A4C}">
  <a:tblStyle styleId="{FA6697D2-AAB7-4F10-A557-901E56C20A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{FA6697D2-AAB7-4F10-A557-901E56C20A4C}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