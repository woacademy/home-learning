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6D98AF-AA8D-4BB6-BF57-8F32D8B20FD8}">
  <a:tblStyle styleId="{FA6D98AF-AA8D-4BB6-BF57-8F32D8B20F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{FA6D98AF-AA8D-4BB6-BF57-8F32D8B20FD8}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