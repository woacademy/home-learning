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8A812A-33CD-467C-BEB1-7A455420F3F6}">
  <a:tblStyle styleId="{E58A812A-33CD-467C-BEB1-7A455420F3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{E58A812A-33CD-467C-BEB1-7A455420F3F6}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