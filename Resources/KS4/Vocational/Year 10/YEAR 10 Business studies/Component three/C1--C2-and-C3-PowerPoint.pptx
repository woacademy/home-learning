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781BF5-2332-4B54-8B12-3129C7316D1E}">
  <a:tblStyle styleId="{B0781BF5-2332-4B54-8B12-3129C7316D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{B0781BF5-2332-4B54-8B12-3129C7316D1E}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