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FDCECB-0FD2-47B2-8481-9FE4B8D7A9B8}">
  <a:tblStyle styleId="{22FDCECB-0FD2-47B2-8481-9FE4B8D7A9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{22FDCECB-0FD2-47B2-8481-9FE4B8D7A9B8}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