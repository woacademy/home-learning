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C5A3D0-2F00-418C-9F83-DC0667E6D6F9}">
  <a:tblStyle styleId="{CBC5A3D0-2F00-418C-9F83-DC0667E6D6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{CBC5A3D0-2F00-418C-9F83-DC0667E6D6F9}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