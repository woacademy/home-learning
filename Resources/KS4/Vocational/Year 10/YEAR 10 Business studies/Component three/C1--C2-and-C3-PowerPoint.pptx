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513745-EA16-4B2B-ACA9-FE1C6011D342}">
  <a:tblStyle styleId="{A5513745-EA16-4B2B-ACA9-FE1C6011D3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{A5513745-EA16-4B2B-ACA9-FE1C6011D342}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