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6B98C7-7CE0-4827-A20E-6B63C3CD8CFF}">
  <a:tblStyle styleId="{346B98C7-7CE0-4827-A20E-6B63C3CD8C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{346B98C7-7CE0-4827-A20E-6B63C3CD8CFF}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