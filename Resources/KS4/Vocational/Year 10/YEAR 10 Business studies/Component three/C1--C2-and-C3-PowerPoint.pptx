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A7BDFE-ABDE-48BC-B272-8DED8C0F4DB0}">
  <a:tblStyle styleId="{F2A7BDFE-ABDE-48BC-B272-8DED8C0F4D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{F2A7BDFE-ABDE-48BC-B272-8DED8C0F4DB0}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