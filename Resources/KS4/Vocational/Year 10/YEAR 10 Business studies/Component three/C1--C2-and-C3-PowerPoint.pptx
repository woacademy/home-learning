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DAC8F5-6B9C-4623-B918-DE657862EB95}">
  <a:tblStyle styleId="{ABDAC8F5-6B9C-4623-B918-DE657862EB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{ABDAC8F5-6B9C-4623-B918-DE657862EB95}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