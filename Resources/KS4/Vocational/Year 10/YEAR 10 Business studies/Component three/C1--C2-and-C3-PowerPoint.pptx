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57684D-0C54-446E-AAA6-5CBF29CCA078}">
  <a:tblStyle styleId="{4357684D-0C54-446E-AAA6-5CBF29CCA07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{4357684D-0C54-446E-AAA6-5CBF29CCA078}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