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D67DF5-8CA0-4922-B7A6-EB8DF50E4EE4}">
  <a:tblStyle styleId="{F3D67DF5-8CA0-4922-B7A6-EB8DF50E4E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{F3D67DF5-8CA0-4922-B7A6-EB8DF50E4EE4}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