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6F1AFD-40B9-45E2-80E9-77F3B517FD47}">
  <a:tblStyle styleId="{806F1AFD-40B9-45E2-80E9-77F3B517FD4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{806F1AFD-40B9-45E2-80E9-77F3B517FD47}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