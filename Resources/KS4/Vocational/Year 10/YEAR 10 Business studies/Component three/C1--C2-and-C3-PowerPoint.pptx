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0BCC7-934E-4D9C-B71B-A56833BB84B4}">
  <a:tblStyle styleId="{7F30BCC7-934E-4D9C-B71B-A56833BB84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{7F30BCC7-934E-4D9C-B71B-A56833BB84B4}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