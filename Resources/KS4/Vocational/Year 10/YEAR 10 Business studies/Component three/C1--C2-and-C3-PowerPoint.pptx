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44F9A5-1646-41AF-9215-D23B6B32ECED}">
  <a:tblStyle styleId="{E744F9A5-1646-41AF-9215-D23B6B32EC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{E744F9A5-1646-41AF-9215-D23B6B32ECED}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