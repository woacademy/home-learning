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EA0E33-9372-447E-9CE8-FA851A76F42D}">
  <a:tblStyle styleId="{51EA0E33-9372-447E-9CE8-FA851A76F4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{51EA0E33-9372-447E-9CE8-FA851A76F42D}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