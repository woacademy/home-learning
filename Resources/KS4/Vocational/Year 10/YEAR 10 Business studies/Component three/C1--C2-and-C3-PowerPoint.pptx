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973DE7-E156-4705-A2F6-EB5ACD029715}">
  <a:tblStyle styleId="{0B973DE7-E156-4705-A2F6-EB5ACD0297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{0B973DE7-E156-4705-A2F6-EB5ACD029715}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