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922BED-F141-4B41-AB93-DC93B4747E8D}">
  <a:tblStyle styleId="{98922BED-F141-4B41-AB93-DC93B4747E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{98922BED-F141-4B41-AB93-DC93B4747E8D}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