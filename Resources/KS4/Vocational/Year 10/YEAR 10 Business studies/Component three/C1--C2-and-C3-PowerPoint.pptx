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5B543-20DA-40D3-A5F9-735ECD5D5062}">
  <a:tblStyle styleId="{7FB5B543-20DA-40D3-A5F9-735ECD5D5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{7FB5B543-20DA-40D3-A5F9-735ECD5D5062}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