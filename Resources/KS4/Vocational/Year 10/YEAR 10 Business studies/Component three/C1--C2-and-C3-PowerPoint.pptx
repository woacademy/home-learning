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5F5FEF-933C-4799-9B17-542FA0376F6C}">
  <a:tblStyle styleId="{AA5F5FEF-933C-4799-9B17-542FA0376F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{AA5F5FEF-933C-4799-9B17-542FA0376F6C}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