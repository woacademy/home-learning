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BA8AB3-5E21-4B24-827D-557AB321FB70}">
  <a:tblStyle styleId="{4CBA8AB3-5E21-4B24-827D-557AB321FB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{4CBA8AB3-5E21-4B24-827D-557AB321FB70}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