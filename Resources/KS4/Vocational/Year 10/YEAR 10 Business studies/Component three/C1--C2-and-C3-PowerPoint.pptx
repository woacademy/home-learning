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D8AF1C-DE52-45CC-883F-910B3139C1CF}">
  <a:tblStyle styleId="{3AD8AF1C-DE52-45CC-883F-910B3139C1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{3AD8AF1C-DE52-45CC-883F-910B3139C1CF}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