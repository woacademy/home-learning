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574F6F-1FA0-49DB-B79B-1AD107C562D2}">
  <a:tblStyle styleId="{C4574F6F-1FA0-49DB-B79B-1AD107C562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{C4574F6F-1FA0-49DB-B79B-1AD107C562D2}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