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37126E-F1CD-4473-A140-F201B612D15A}">
  <a:tblStyle styleId="{6937126E-F1CD-4473-A140-F201B612D1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{6937126E-F1CD-4473-A140-F201B612D15A}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