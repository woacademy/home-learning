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E7BD9B-7141-4F12-8517-708C7B270D44}">
  <a:tblStyle styleId="{F9E7BD9B-7141-4F12-8517-708C7B270D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{F9E7BD9B-7141-4F12-8517-708C7B270D44}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