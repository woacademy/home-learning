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3165C9-59B8-42CD-878E-DDFF06EE3F72}">
  <a:tblStyle styleId="{C53165C9-59B8-42CD-878E-DDFF06EE3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{C53165C9-59B8-42CD-878E-DDFF06EE3F72}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