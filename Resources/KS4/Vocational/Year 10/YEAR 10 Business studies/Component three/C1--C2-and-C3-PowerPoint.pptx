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02B3EC-ABDB-498F-AD3A-9979B84863B6}">
  <a:tblStyle styleId="{6902B3EC-ABDB-498F-AD3A-9979B84863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{6902B3EC-ABDB-498F-AD3A-9979B84863B6}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