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82CC59A-475A-482A-A8DF-75E93BC18918}">
  <a:tblStyle styleId="{D82CC59A-475A-482A-A8DF-75E93BC189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{D82CC59A-475A-482A-A8DF-75E93BC18918}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