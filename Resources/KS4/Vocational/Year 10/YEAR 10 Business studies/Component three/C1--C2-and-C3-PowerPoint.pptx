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935363-9CD1-49AB-AADB-61C5374EE255}">
  <a:tblStyle styleId="{FC935363-9CD1-49AB-AADB-61C5374EE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{FC935363-9CD1-49AB-AADB-61C5374EE255}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