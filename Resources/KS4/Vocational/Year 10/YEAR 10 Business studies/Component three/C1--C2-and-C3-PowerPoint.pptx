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7A0219-4135-40E0-AF75-69244CE583AC}">
  <a:tblStyle styleId="{177A0219-4135-40E0-AF75-69244CE583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{177A0219-4135-40E0-AF75-69244CE583AC}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