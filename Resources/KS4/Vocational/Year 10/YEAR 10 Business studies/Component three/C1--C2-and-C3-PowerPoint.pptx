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D050D4-8609-4F8B-9A67-05102FCA05BE}">
  <a:tblStyle styleId="{3FD050D4-8609-4F8B-9A67-05102FCA05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{3FD050D4-8609-4F8B-9A67-05102FCA05BE}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