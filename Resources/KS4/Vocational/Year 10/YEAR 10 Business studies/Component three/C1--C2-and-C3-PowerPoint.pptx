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098F02-93D9-4072-8218-76D09EC2D8B1}">
  <a:tblStyle styleId="{45098F02-93D9-4072-8218-76D09EC2D8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{45098F02-93D9-4072-8218-76D09EC2D8B1}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