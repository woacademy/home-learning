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0C63CB-D238-4BA9-8DA4-537F4E1D105E}">
  <a:tblStyle styleId="{590C63CB-D238-4BA9-8DA4-537F4E1D10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{590C63CB-D238-4BA9-8DA4-537F4E1D105E}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