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21E009-775E-4D90-8195-7C2105493370}">
  <a:tblStyle styleId="{1F21E009-775E-4D90-8195-7C21054933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{1F21E009-775E-4D90-8195-7C2105493370}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