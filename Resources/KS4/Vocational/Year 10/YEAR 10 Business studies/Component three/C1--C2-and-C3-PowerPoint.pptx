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6BAA55-B0F1-4256-8A29-FB1D29D6D042}">
  <a:tblStyle styleId="{0F6BAA55-B0F1-4256-8A29-FB1D29D6D0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{0F6BAA55-B0F1-4256-8A29-FB1D29D6D042}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