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D33F59-8296-4012-99DB-47A818CBF6C2}">
  <a:tblStyle styleId="{33D33F59-8296-4012-99DB-47A818CBF6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{33D33F59-8296-4012-99DB-47A818CBF6C2}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