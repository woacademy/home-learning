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F145C7-89E0-48C5-9310-1F61F265DC4B}">
  <a:tblStyle styleId="{C6F145C7-89E0-48C5-9310-1F61F265DC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{C6F145C7-89E0-48C5-9310-1F61F265DC4B}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