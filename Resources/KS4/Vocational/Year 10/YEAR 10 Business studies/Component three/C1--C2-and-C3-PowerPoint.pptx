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86BE3F-AD5F-49A6-A9C5-8FAFD13FD9AF}">
  <a:tblStyle styleId="{9E86BE3F-AD5F-49A6-A9C5-8FAFD13FD9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{9E86BE3F-AD5F-49A6-A9C5-8FAFD13FD9AF}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