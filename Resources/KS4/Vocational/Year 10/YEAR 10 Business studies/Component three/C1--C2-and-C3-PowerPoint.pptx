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7292C0-20BB-4095-A051-AB2C7BF72101}">
  <a:tblStyle styleId="{3A7292C0-20BB-4095-A051-AB2C7BF721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{3A7292C0-20BB-4095-A051-AB2C7BF72101}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