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6DB895-2345-447C-9A55-4874476DA5F2}">
  <a:tblStyle styleId="{126DB895-2345-447C-9A55-4874476DA5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{126DB895-2345-447C-9A55-4874476DA5F2}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