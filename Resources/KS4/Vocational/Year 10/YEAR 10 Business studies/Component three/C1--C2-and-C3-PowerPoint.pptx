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094FBF-EBD1-4BED-B1F5-CDD2D355E7EE}">
  <a:tblStyle styleId="{0E094FBF-EBD1-4BED-B1F5-CDD2D355E7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{0E094FBF-EBD1-4BED-B1F5-CDD2D355E7EE}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