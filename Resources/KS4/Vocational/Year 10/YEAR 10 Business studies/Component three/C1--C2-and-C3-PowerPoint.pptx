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3FB560-5510-400A-9FD5-0AEA5D4EC5F0}">
  <a:tblStyle styleId="{723FB560-5510-400A-9FD5-0AEA5D4EC5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{723FB560-5510-400A-9FD5-0AEA5D4EC5F0}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