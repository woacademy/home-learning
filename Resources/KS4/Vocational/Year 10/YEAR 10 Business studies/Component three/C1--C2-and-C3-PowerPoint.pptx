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87613-95E9-4211-957F-EAFD7B0446B9}">
  <a:tblStyle styleId="{3FD87613-95E9-4211-957F-EAFD7B0446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{3FD87613-95E9-4211-957F-EAFD7B0446B9}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