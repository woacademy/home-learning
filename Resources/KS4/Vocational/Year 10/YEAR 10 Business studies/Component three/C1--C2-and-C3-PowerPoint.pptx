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EC0C8-2084-411F-A2D4-D4F46E73FF43}">
  <a:tblStyle styleId="{27EEC0C8-2084-411F-A2D4-D4F46E73FF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{27EEC0C8-2084-411F-A2D4-D4F46E73FF43}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