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479232-209A-406E-B513-F0433C621B01}">
  <a:tblStyle styleId="{F8479232-209A-406E-B513-F0433C621B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{F8479232-209A-406E-B513-F0433C621B01}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