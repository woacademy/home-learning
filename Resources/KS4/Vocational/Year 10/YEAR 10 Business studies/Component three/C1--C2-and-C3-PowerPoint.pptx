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26A578-27FE-4E6A-A42C-DDD72E347497}">
  <a:tblStyle styleId="{8826A578-27FE-4E6A-A42C-DDD72E34749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{8826A578-27FE-4E6A-A42C-DDD72E347497}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