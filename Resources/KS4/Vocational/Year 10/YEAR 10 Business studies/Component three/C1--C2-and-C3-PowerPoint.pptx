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A5E28F-725B-4988-8E18-4D7A60E3E79B}">
  <a:tblStyle styleId="{87A5E28F-725B-4988-8E18-4D7A60E3E79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{87A5E28F-725B-4988-8E18-4D7A60E3E79B}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