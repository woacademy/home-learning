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284730-405E-4348-B1F9-012F1903B751}">
  <a:tblStyle styleId="{06284730-405E-4348-B1F9-012F1903B7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{06284730-405E-4348-B1F9-012F1903B751}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