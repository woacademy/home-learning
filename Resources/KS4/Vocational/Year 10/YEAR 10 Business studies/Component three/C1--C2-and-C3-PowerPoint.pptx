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FDE177-FE5A-48C9-A535-EABF82240644}">
  <a:tblStyle styleId="{8AFDE177-FE5A-48C9-A535-EABF822406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{8AFDE177-FE5A-48C9-A535-EABF82240644}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