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3D1FA4-B319-4E58-851A-CCF488DAD8A4}">
  <a:tblStyle styleId="{8F3D1FA4-B319-4E58-851A-CCF488DAD8A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{8F3D1FA4-B319-4E58-851A-CCF488DAD8A4}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