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4C33CFD-9E15-49CF-B311-CE30E42B6BB8}">
  <a:tblStyle styleId="{F4C33CFD-9E15-49CF-B311-CE30E42B6B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{F4C33CFD-9E15-49CF-B311-CE30E42B6BB8}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