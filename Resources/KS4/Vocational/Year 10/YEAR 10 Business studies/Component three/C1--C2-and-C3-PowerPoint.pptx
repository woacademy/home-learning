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248E7B-006F-4ECE-9D5E-ADFDBC24D598}">
  <a:tblStyle styleId="{30248E7B-006F-4ECE-9D5E-ADFDBC24D5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{30248E7B-006F-4ECE-9D5E-ADFDBC24D598}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