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78A4C-9850-4723-BEDB-CF8D994F5EEB}">
  <a:tblStyle styleId="{D5578A4C-9850-4723-BEDB-CF8D994F5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{D5578A4C-9850-4723-BEDB-CF8D994F5EEB}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