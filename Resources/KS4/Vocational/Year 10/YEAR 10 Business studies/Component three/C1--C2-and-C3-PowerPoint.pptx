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B8395E-9AD6-4842-AECF-C31D2854E355}">
  <a:tblStyle styleId="{8AB8395E-9AD6-4842-AECF-C31D2854E3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{8AB8395E-9AD6-4842-AECF-C31D2854E355}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