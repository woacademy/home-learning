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29DF15-6102-4686-B5BE-54F300CF4757}">
  <a:tblStyle styleId="{7229DF15-6102-4686-B5BE-54F300CF47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{7229DF15-6102-4686-B5BE-54F300CF4757}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