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5C593A-CF92-4967-A698-45857D9B9AD6}">
  <a:tblStyle styleId="{E05C593A-CF92-4967-A698-45857D9B9A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{E05C593A-CF92-4967-A698-45857D9B9AD6}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