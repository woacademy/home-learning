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D5D05-84FB-42A3-BD7B-07C52C7342F1}">
  <a:tblStyle styleId="{AB5D5D05-84FB-42A3-BD7B-07C52C7342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{AB5D5D05-84FB-42A3-BD7B-07C52C7342F1}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