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A8639-8C3A-4617-A856-83963576355E}">
  <a:tblStyle styleId="{DCEA8639-8C3A-4617-A856-8396357635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{DCEA8639-8C3A-4617-A856-83963576355E}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