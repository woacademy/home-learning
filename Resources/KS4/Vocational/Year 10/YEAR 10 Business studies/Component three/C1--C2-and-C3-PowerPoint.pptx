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447B5-325B-47CB-9B36-FF42B0D41BDB}">
  <a:tblStyle styleId="{638447B5-325B-47CB-9B36-FF42B0D41B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{638447B5-325B-47CB-9B36-FF42B0D41BDB}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