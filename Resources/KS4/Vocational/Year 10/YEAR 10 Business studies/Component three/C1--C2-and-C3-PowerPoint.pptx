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D6C962-5627-41ED-97EC-9E1CA1182592}">
  <a:tblStyle styleId="{48D6C962-5627-41ED-97EC-9E1CA11825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{48D6C962-5627-41ED-97EC-9E1CA1182592}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