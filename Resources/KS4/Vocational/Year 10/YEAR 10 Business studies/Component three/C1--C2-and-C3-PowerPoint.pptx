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52E3E5-2EA4-4EC8-BD25-2F1AA15CEE49}">
  <a:tblStyle styleId="{5452E3E5-2EA4-4EC8-BD25-2F1AA15CEE4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{5452E3E5-2EA4-4EC8-BD25-2F1AA15CEE49}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