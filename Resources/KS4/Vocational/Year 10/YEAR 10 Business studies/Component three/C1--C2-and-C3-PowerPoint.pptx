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02E357-8E19-4106-A7BA-22F34F1ABD42}">
  <a:tblStyle styleId="{0402E357-8E19-4106-A7BA-22F34F1ABD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{0402E357-8E19-4106-A7BA-22F34F1ABD42}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