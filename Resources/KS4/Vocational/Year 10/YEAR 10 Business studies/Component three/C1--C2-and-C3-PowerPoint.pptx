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96E04-30D4-4B90-86C5-906CE4BA8B67}">
  <a:tblStyle styleId="{E1996E04-30D4-4B90-86C5-906CE4BA8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{E1996E04-30D4-4B90-86C5-906CE4BA8B67}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