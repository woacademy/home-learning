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7211B4-12E2-4D75-B7E4-8CC3EB6B0C76}">
  <a:tblStyle styleId="{107211B4-12E2-4D75-B7E4-8CC3EB6B0C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{107211B4-12E2-4D75-B7E4-8CC3EB6B0C76}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