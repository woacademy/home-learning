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09A014-D25E-4057-A030-728F3E72CAF6}">
  <a:tblStyle styleId="{F909A014-D25E-4057-A030-728F3E72CA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{F909A014-D25E-4057-A030-728F3E72CAF6}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