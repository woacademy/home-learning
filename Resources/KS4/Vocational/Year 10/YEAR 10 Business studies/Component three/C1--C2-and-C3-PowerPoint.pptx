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274DB8-9EEB-4CC6-AB72-056090A5AA2B}">
  <a:tblStyle styleId="{9E274DB8-9EEB-4CC6-AB72-056090A5AA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{9E274DB8-9EEB-4CC6-AB72-056090A5AA2B}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