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80F338-BF7B-4E0D-8D15-D13D392EB699}">
  <a:tblStyle styleId="{8D80F338-BF7B-4E0D-8D15-D13D392EB6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{8D80F338-BF7B-4E0D-8D15-D13D392EB699}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