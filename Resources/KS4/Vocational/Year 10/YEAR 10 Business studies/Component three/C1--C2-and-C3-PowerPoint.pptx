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4D6171-81FF-4E15-B7F6-3BFFE225E5BB}">
  <a:tblStyle styleId="{C04D6171-81FF-4E15-B7F6-3BFFE225E5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{C04D6171-81FF-4E15-B7F6-3BFFE225E5BB}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