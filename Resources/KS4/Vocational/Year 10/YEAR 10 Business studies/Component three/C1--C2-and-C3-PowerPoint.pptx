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C4BBE-549E-4489-824F-55EDB43126CD}">
  <a:tblStyle styleId="{0E0C4BBE-549E-4489-824F-55EDB4312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{0E0C4BBE-549E-4489-824F-55EDB43126CD}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