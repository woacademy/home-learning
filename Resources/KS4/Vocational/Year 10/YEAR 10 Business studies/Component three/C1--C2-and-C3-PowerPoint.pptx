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805390-BC15-4DE5-8510-EC5E3DDA310C}">
  <a:tblStyle styleId="{57805390-BC15-4DE5-8510-EC5E3DDA31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{57805390-BC15-4DE5-8510-EC5E3DDA310C}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