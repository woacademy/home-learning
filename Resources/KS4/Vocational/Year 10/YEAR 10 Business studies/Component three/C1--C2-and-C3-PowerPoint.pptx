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2E4E3E-34CC-4AA4-8039-3ECBE95A1D15}">
  <a:tblStyle styleId="{402E4E3E-34CC-4AA4-8039-3ECBE95A1D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{402E4E3E-34CC-4AA4-8039-3ECBE95A1D15}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