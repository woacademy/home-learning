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017890-8790-424D-B645-71EFA2D4F122}">
  <a:tblStyle styleId="{E8017890-8790-424D-B645-71EFA2D4F1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{E8017890-8790-424D-B645-71EFA2D4F122}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