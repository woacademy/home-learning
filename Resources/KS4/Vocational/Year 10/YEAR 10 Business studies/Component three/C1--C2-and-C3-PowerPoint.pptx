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A6D5B-C2BA-4A32-BB42-47B488E3DABF}">
  <a:tblStyle styleId="{349A6D5B-C2BA-4A32-BB42-47B488E3DA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{349A6D5B-C2BA-4A32-BB42-47B488E3DABF}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