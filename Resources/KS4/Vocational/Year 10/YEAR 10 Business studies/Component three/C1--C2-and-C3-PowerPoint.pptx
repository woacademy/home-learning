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E26933-E1C2-4121-A82D-3FE10A52F3E7}">
  <a:tblStyle styleId="{49E26933-E1C2-4121-A82D-3FE10A52F3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{49E26933-E1C2-4121-A82D-3FE10A52F3E7}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