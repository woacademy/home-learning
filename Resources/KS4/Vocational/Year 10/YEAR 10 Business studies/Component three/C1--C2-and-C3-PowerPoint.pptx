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3FB15E3-E093-4B24-9D3F-D4A62556FBFE}">
  <a:tblStyle styleId="{F3FB15E3-E093-4B24-9D3F-D4A62556FB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{F3FB15E3-E093-4B24-9D3F-D4A62556FBFE}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