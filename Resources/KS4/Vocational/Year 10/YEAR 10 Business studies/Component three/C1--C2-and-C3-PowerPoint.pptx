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C9CC7F2-F4AA-411A-8F11-85B891562E06}">
  <a:tblStyle styleId="{EC9CC7F2-F4AA-411A-8F11-85B891562E0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{EC9CC7F2-F4AA-411A-8F11-85B891562E06}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