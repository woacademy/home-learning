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535B0-29E3-4880-BEA2-DCE0768D83E2}">
  <a:tblStyle styleId="{10A535B0-29E3-4880-BEA2-DCE0768D83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{10A535B0-29E3-4880-BEA2-DCE0768D83E2}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