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5F555D-2F36-4AA3-8DFC-432B71DFD07A}">
  <a:tblStyle styleId="{365F555D-2F36-4AA3-8DFC-432B71DFD0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{365F555D-2F36-4AA3-8DFC-432B71DFD07A}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