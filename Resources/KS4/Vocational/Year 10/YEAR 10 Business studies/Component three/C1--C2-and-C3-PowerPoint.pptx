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2A663C-7D01-4D18-BA53-8A7601AE1B85}">
  <a:tblStyle styleId="{692A663C-7D01-4D18-BA53-8A7601AE1B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{692A663C-7D01-4D18-BA53-8A7601AE1B85}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