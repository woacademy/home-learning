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9EFACC1-F1E9-4581-A785-2D32449A4943}">
  <a:tblStyle styleId="{59EFACC1-F1E9-4581-A785-2D32449A49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{59EFACC1-F1E9-4581-A785-2D32449A4943}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