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3F2A2F-3DCB-4F6F-B138-C4067FDB6C1A}">
  <a:tblStyle styleId="{F53F2A2F-3DCB-4F6F-B138-C4067FDB6C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{F53F2A2F-3DCB-4F6F-B138-C4067FDB6C1A}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