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1EC8E3-2F92-44B6-8E3D-401BD0E074B4}">
  <a:tblStyle styleId="{6E1EC8E3-2F92-44B6-8E3D-401BD0E074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{6E1EC8E3-2F92-44B6-8E3D-401BD0E074B4}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