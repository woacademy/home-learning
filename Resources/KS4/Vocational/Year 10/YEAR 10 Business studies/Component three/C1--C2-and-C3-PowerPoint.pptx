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0D8333-4BAB-4E76-9D03-35558BC0E52F}">
  <a:tblStyle styleId="{A70D8333-4BAB-4E76-9D03-35558BC0E5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{A70D8333-4BAB-4E76-9D03-35558BC0E52F}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