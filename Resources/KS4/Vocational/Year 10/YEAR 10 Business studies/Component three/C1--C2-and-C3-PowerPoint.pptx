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1B270F-3EE9-4C00-9BDA-1279F39A2C03}">
  <a:tblStyle styleId="{B41B270F-3EE9-4C00-9BDA-1279F39A2C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{B41B270F-3EE9-4C00-9BDA-1279F39A2C03}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