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1E07E4-60A8-4FE8-9FE6-A7B9999DE038}">
  <a:tblStyle styleId="{A61E07E4-60A8-4FE8-9FE6-A7B9999DE0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{A61E07E4-60A8-4FE8-9FE6-A7B9999DE038}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