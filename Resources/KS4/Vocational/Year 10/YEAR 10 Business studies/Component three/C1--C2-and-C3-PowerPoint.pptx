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6597D9-30D3-4888-BD77-FC01340828D9}">
  <a:tblStyle styleId="{536597D9-30D3-4888-BD77-FC01340828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{536597D9-30D3-4888-BD77-FC01340828D9}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