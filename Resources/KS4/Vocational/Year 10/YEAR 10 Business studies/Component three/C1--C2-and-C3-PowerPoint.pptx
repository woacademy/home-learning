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E33760-F2ED-4263-BD80-A05883DFDB99}">
  <a:tblStyle styleId="{62E33760-F2ED-4263-BD80-A05883DFDB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{62E33760-F2ED-4263-BD80-A05883DFDB99}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