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42EA51-E78F-4F08-B520-27B3B3CC60AA}">
  <a:tblStyle styleId="{6342EA51-E78F-4F08-B520-27B3B3CC60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{6342EA51-E78F-4F08-B520-27B3B3CC60AA}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