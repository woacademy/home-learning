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4121E8-B451-402C-BE5E-4978C14ADBF2}">
  <a:tblStyle styleId="{E54121E8-B451-402C-BE5E-4978C14ADB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{E54121E8-B451-402C-BE5E-4978C14ADBF2}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