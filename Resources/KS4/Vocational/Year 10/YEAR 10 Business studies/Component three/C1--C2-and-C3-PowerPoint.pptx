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51C0A-315E-46FA-BEA4-E29B311B4448}">
  <a:tblStyle styleId="{55A51C0A-315E-46FA-BEA4-E29B311B44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{55A51C0A-315E-46FA-BEA4-E29B311B4448}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