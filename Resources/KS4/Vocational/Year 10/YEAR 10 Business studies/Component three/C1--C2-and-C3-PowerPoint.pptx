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C24E4B-1AE6-4972-8E97-D3A9773F5E42}">
  <a:tblStyle styleId="{34C24E4B-1AE6-4972-8E97-D3A9773F5E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{34C24E4B-1AE6-4972-8E97-D3A9773F5E42}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