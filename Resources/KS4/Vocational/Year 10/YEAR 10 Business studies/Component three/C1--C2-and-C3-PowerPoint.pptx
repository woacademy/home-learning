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974066-EBA5-4EBC-B708-29E1BCCF8132}">
  <a:tblStyle styleId="{F4974066-EBA5-4EBC-B708-29E1BCCF81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{F4974066-EBA5-4EBC-B708-29E1BCCF8132}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