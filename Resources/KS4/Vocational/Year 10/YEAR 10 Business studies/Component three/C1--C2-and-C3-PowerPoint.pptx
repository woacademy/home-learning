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98BFF6-F114-4BE3-8FAF-0255873E8BEE}">
  <a:tblStyle styleId="{9498BFF6-F114-4BE3-8FAF-0255873E8B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{9498BFF6-F114-4BE3-8FAF-0255873E8BEE}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