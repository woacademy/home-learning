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29BDC7-FAFC-43AF-A8A0-73834F5CC6CE}">
  <a:tblStyle styleId="{AF29BDC7-FAFC-43AF-A8A0-73834F5CC6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{AF29BDC7-FAFC-43AF-A8A0-73834F5CC6CE}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