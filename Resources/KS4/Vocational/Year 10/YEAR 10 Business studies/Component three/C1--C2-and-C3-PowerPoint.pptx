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54BF96B-E8DC-4ABD-922A-9BC83F416535}">
  <a:tblStyle styleId="{C54BF96B-E8DC-4ABD-922A-9BC83F41653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{C54BF96B-E8DC-4ABD-922A-9BC83F416535}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