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037094-0EB4-402A-8458-8B7A918A603A}">
  <a:tblStyle styleId="{6A037094-0EB4-402A-8458-8B7A918A60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{6A037094-0EB4-402A-8458-8B7A918A603A}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