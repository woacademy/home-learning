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21D4B-F16A-457A-AF33-81DEE638DA27}">
  <a:tblStyle styleId="{67B21D4B-F16A-457A-AF33-81DEE638D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{67B21D4B-F16A-457A-AF33-81DEE638DA27}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