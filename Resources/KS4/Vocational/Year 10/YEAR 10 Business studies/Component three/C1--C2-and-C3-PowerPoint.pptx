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77C414-0EE0-40F8-8116-15182F89BF24}">
  <a:tblStyle styleId="{2D77C414-0EE0-40F8-8116-15182F89BF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{2D77C414-0EE0-40F8-8116-15182F89BF24}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