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B6010-FB9D-4B04-9C24-B60F1A33175E}">
  <a:tblStyle styleId="{FE8B6010-FB9D-4B04-9C24-B60F1A3317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{FE8B6010-FB9D-4B04-9C24-B60F1A33175E}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