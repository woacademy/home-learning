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EDBE24-E90B-4D7C-8B29-57498D7809FF}">
  <a:tblStyle styleId="{AFEDBE24-E90B-4D7C-8B29-57498D7809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{AFEDBE24-E90B-4D7C-8B29-57498D7809FF}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