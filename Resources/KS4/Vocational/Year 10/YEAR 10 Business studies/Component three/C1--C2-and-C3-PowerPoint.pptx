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2B570D-315D-4CBB-9D7B-694E07C62911}">
  <a:tblStyle styleId="{DC2B570D-315D-4CBB-9D7B-694E07C629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{DC2B570D-315D-4CBB-9D7B-694E07C62911}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