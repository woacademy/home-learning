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11DF5C-B229-4ECE-8012-F32E1178F6F2}">
  <a:tblStyle styleId="{7011DF5C-B229-4ECE-8012-F32E1178F6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{7011DF5C-B229-4ECE-8012-F32E1178F6F2}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