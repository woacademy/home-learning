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49AE70-DC32-4374-A0A3-C327603D59F1}">
  <a:tblStyle styleId="{8749AE70-DC32-4374-A0A3-C327603D59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{8749AE70-DC32-4374-A0A3-C327603D59F1}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