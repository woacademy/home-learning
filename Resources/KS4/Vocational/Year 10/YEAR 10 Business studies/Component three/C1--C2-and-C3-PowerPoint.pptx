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0663C8-460F-4BC2-8EBA-B3701C57C469}">
  <a:tblStyle styleId="{3A0663C8-460F-4BC2-8EBA-B3701C57C4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{3A0663C8-460F-4BC2-8EBA-B3701C57C469}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