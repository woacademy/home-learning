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96C93-EB37-47D2-ACB8-FDFDF5B1CED8}">
  <a:tblStyle styleId="{B9596C93-EB37-47D2-ACB8-FDFDF5B1CE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{B9596C93-EB37-47D2-ACB8-FDFDF5B1CED8}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