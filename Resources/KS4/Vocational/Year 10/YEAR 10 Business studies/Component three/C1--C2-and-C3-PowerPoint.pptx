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3FD776-3D1B-41A5-B742-D6E32EC657C1}">
  <a:tblStyle styleId="{073FD776-3D1B-41A5-B742-D6E32EC657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{073FD776-3D1B-41A5-B742-D6E32EC657C1}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