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FCE135-B0A9-4167-A6E9-A371839690FE}">
  <a:tblStyle styleId="{B4FCE135-B0A9-4167-A6E9-A371839690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{B4FCE135-B0A9-4167-A6E9-A371839690FE}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