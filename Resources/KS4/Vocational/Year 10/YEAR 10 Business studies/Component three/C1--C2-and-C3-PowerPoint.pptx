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5CC4A3-725C-456F-85B1-AC3E7680863A}">
  <a:tblStyle styleId="{D45CC4A3-725C-456F-85B1-AC3E768086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{D45CC4A3-725C-456F-85B1-AC3E7680863A}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