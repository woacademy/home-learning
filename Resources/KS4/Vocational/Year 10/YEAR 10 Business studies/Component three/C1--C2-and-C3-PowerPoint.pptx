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0C812-22CE-408E-BD93-2F2C311BD239}">
  <a:tblStyle styleId="{8040C812-22CE-408E-BD93-2F2C311BD2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{8040C812-22CE-408E-BD93-2F2C311BD239}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