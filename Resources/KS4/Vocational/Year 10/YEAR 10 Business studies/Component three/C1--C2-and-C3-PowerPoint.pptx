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4A24A2-4DBE-49DB-A390-F2415BB815E3}">
  <a:tblStyle styleId="{F84A24A2-4DBE-49DB-A390-F2415BB815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{F84A24A2-4DBE-49DB-A390-F2415BB815E3}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