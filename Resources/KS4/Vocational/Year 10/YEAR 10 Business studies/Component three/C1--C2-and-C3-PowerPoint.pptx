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2358BD9-8C93-4E3F-8FA0-E2C9F8BCEDFE}">
  <a:tblStyle styleId="{F2358BD9-8C93-4E3F-8FA0-E2C9F8BCEDF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{F2358BD9-8C93-4E3F-8FA0-E2C9F8BCEDFE}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