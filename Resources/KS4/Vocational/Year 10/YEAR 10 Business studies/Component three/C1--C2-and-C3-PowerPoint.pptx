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490C2B-C36C-4868-98CD-E7BDFCA25727}">
  <a:tblStyle styleId="{ED490C2B-C36C-4868-98CD-E7BDFCA257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{ED490C2B-C36C-4868-98CD-E7BDFCA25727}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