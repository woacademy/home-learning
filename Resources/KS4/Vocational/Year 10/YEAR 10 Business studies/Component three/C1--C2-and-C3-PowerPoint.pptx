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8A6B4F-1671-448A-BAC9-9C379FB84D9C}">
  <a:tblStyle styleId="{CE8A6B4F-1671-448A-BAC9-9C379FB84D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{CE8A6B4F-1671-448A-BAC9-9C379FB84D9C}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