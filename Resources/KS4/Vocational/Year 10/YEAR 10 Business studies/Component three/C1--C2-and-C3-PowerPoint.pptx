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48141B4-5E93-4332-BB63-C9CBAC7C639B}">
  <a:tblStyle styleId="{948141B4-5E93-4332-BB63-C9CBAC7C639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{948141B4-5E93-4332-BB63-C9CBAC7C639B}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