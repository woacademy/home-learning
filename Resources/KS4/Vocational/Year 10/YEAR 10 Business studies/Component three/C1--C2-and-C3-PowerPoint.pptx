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45D70B-8303-4506-98A6-E21D9CB4C04C}">
  <a:tblStyle styleId="{C445D70B-8303-4506-98A6-E21D9CB4C0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{C445D70B-8303-4506-98A6-E21D9CB4C04C}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