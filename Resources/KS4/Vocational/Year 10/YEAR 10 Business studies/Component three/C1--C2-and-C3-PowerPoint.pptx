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6D36D2-96F2-4E31-8D90-0CF1CE7BE9E1}">
  <a:tblStyle styleId="{196D36D2-96F2-4E31-8D90-0CF1CE7BE9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{196D36D2-96F2-4E31-8D90-0CF1CE7BE9E1}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