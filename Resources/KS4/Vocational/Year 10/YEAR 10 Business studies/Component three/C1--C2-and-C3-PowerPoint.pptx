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B6FEFB-FA2F-4F33-9715-9B6A386F3CE2}">
  <a:tblStyle styleId="{9CB6FEFB-FA2F-4F33-9715-9B6A386F3C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{9CB6FEFB-FA2F-4F33-9715-9B6A386F3CE2}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