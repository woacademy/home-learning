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9CEBDF-C923-4907-B807-BBBB9CCBECBF}">
  <a:tblStyle styleId="{039CEBDF-C923-4907-B807-BBBB9CCBEC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{039CEBDF-C923-4907-B807-BBBB9CCBECBF}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