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4915CF-C617-45D1-B4D2-7E4DB508C11E}">
  <a:tblStyle styleId="{2C4915CF-C617-45D1-B4D2-7E4DB508C1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{2C4915CF-C617-45D1-B4D2-7E4DB508C11E}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