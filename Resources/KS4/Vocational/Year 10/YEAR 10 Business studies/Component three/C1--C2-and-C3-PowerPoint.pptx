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70B411-3C68-42F9-A1EB-E14000A84440}">
  <a:tblStyle styleId="{B270B411-3C68-42F9-A1EB-E14000A844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{B270B411-3C68-42F9-A1EB-E14000A84440}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