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307E3E-D507-42F5-B440-E41BE3E34FB1}">
  <a:tblStyle styleId="{13307E3E-D507-42F5-B440-E41BE3E34F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{13307E3E-D507-42F5-B440-E41BE3E34FB1}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