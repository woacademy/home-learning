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44DF6B-DBF0-4290-9EE9-E98E89B598A8}">
  <a:tblStyle styleId="{7C44DF6B-DBF0-4290-9EE9-E98E89B598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{7C44DF6B-DBF0-4290-9EE9-E98E89B598A8}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