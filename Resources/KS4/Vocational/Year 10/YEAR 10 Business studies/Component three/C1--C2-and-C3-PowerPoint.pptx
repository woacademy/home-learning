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D280D0-4439-4171-9A5A-07DC9F25A0D8}">
  <a:tblStyle styleId="{DBD280D0-4439-4171-9A5A-07DC9F25A0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{DBD280D0-4439-4171-9A5A-07DC9F25A0D8}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