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263A3-9725-4214-A220-CB23855192FD}">
  <a:tblStyle styleId="{C31263A3-9725-4214-A220-CB23855192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{C31263A3-9725-4214-A220-CB23855192FD}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