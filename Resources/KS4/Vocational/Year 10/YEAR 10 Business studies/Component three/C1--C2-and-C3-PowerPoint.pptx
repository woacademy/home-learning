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240C39-0BE8-4BE2-851D-576A251F308A}">
  <a:tblStyle styleId="{A6240C39-0BE8-4BE2-851D-576A251F30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{A6240C39-0BE8-4BE2-851D-576A251F308A}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