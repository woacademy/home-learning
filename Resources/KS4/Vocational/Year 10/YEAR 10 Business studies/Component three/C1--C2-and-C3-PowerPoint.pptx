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0660A9-09F9-439A-BB92-B70F0CCE5722}">
  <a:tblStyle styleId="{F20660A9-09F9-439A-BB92-B70F0CCE57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{F20660A9-09F9-439A-BB92-B70F0CCE5722}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