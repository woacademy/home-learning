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F8F92A-BEA7-414A-A0AB-29CC3B9C8F44}">
  <a:tblStyle styleId="{5BF8F92A-BEA7-414A-A0AB-29CC3B9C8F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{5BF8F92A-BEA7-414A-A0AB-29CC3B9C8F44}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