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A01C39-124B-4926-B91F-94C11FCF9532}">
  <a:tblStyle styleId="{9DA01C39-124B-4926-B91F-94C11FCF95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{9DA01C39-124B-4926-B91F-94C11FCF9532}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