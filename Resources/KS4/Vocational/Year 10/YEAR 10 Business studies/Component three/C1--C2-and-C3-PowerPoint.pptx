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ABD42F-5F3C-4FA4-970D-E4865EB862BA}">
  <a:tblStyle styleId="{D8ABD42F-5F3C-4FA4-970D-E4865EB862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{D8ABD42F-5F3C-4FA4-970D-E4865EB862BA}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