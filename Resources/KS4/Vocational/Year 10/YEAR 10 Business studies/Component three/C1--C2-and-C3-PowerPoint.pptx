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DC74510-D85E-4F27-A23A-F40B9E00F5FA}">
  <a:tblStyle styleId="{3DC74510-D85E-4F27-A23A-F40B9E00F5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{3DC74510-D85E-4F27-A23A-F40B9E00F5FA}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