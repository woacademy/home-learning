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9039E1-CC4C-4B78-BCDF-47252514D9AE}">
  <a:tblStyle styleId="{459039E1-CC4C-4B78-BCDF-47252514D9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{459039E1-CC4C-4B78-BCDF-47252514D9AE}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