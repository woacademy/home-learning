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16833F-23D2-4EF1-9D0E-23D9FD228276}">
  <a:tblStyle styleId="{B216833F-23D2-4EF1-9D0E-23D9FD2282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{B216833F-23D2-4EF1-9D0E-23D9FD228276}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