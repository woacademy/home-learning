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6EFA12-97E0-420A-9C9E-376ADD43167C}">
  <a:tblStyle styleId="{026EFA12-97E0-420A-9C9E-376ADD4316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{026EFA12-97E0-420A-9C9E-376ADD43167C}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