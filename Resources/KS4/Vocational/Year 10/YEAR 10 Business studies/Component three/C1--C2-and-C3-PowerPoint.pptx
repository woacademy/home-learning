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AF5A15-7BFB-4629-9701-F5DEA8B59AD6}">
  <a:tblStyle styleId="{A6AF5A15-7BFB-4629-9701-F5DEA8B59A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{A6AF5A15-7BFB-4629-9701-F5DEA8B59AD6}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