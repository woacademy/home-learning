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5C102E-A635-4E0C-8CF2-3A586DCDE947}">
  <a:tblStyle styleId="{645C102E-A635-4E0C-8CF2-3A586DCDE9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{645C102E-A635-4E0C-8CF2-3A586DCDE947}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