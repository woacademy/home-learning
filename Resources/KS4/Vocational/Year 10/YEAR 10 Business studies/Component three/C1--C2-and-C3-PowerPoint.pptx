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76E719-DC9E-4B26-B3B5-05670C98116A}">
  <a:tblStyle styleId="{9176E719-DC9E-4B26-B3B5-05670C9811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{9176E719-DC9E-4B26-B3B5-05670C98116A}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