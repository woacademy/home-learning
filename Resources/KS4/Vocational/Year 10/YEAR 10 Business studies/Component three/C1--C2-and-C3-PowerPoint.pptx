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22AE76D-A720-4D00-9F60-E7ED63CEDB0A}">
  <a:tblStyle styleId="{D22AE76D-A720-4D00-9F60-E7ED63CEDB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{D22AE76D-A720-4D00-9F60-E7ED63CEDB0A}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