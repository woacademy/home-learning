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775FA0-062F-48D4-AB20-6FB47848424E}">
  <a:tblStyle styleId="{58775FA0-062F-48D4-AB20-6FB4784842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{58775FA0-062F-48D4-AB20-6FB47848424E}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