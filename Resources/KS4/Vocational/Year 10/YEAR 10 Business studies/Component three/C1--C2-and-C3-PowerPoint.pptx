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D4AC77-FE68-49D3-9CA1-6594DDD92664}">
  <a:tblStyle styleId="{FAD4AC77-FE68-49D3-9CA1-6594DDD926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{FAD4AC77-FE68-49D3-9CA1-6594DDD92664}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