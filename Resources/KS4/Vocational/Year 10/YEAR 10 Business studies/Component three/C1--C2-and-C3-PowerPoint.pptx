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9CD9304-14B6-4BA0-BAB7-D06C56E4C0CC}">
  <a:tblStyle styleId="{39CD9304-14B6-4BA0-BAB7-D06C56E4C0C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0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6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{39CD9304-14B6-4BA0-BAB7-D06C56E4C0CC}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