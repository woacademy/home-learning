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FE4F3-FB8E-464F-8372-4BFF69A70380}">
  <a:tblStyle styleId="{58BFE4F3-FB8E-464F-8372-4BFF69A70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{58BFE4F3-FB8E-464F-8372-4BFF69A70380}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