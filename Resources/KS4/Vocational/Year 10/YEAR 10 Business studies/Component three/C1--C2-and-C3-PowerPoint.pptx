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4D0423-5C6A-4AAF-A9F6-84444922CD9C}">
  <a:tblStyle styleId="{3F4D0423-5C6A-4AAF-A9F6-84444922CD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{3F4D0423-5C6A-4AAF-A9F6-84444922CD9C}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