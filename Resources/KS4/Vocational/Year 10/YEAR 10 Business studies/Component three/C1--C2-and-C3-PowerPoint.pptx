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1D688B-650D-4EE3-8E1F-6868BAD2C909}">
  <a:tblStyle styleId="{3B1D688B-650D-4EE3-8E1F-6868BAD2C9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{3B1D688B-650D-4EE3-8E1F-6868BAD2C909}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