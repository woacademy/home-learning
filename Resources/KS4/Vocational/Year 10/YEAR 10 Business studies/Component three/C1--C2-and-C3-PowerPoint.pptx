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48E95-4890-4DD1-A8CD-FE74E2397691}">
  <a:tblStyle styleId="{41448E95-4890-4DD1-A8CD-FE74E23976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{41448E95-4890-4DD1-A8CD-FE74E2397691}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