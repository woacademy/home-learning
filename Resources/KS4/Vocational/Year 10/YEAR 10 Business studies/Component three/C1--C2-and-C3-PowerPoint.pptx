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37D0A2E-ED50-4546-94B7-9FD292D2EEB9}">
  <a:tblStyle styleId="{B37D0A2E-ED50-4546-94B7-9FD292D2EE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{B37D0A2E-ED50-4546-94B7-9FD292D2EEB9}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