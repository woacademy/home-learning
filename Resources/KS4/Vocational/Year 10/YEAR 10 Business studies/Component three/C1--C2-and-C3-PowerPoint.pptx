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2D9BB8-2BE8-4244-AFEF-2932A9951E1F}">
  <a:tblStyle styleId="{C02D9BB8-2BE8-4244-AFEF-2932A9951E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{C02D9BB8-2BE8-4244-AFEF-2932A9951E1F}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