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55DEDD-6D7F-443D-9031-CD673F948EE1}">
  <a:tblStyle styleId="{C655DEDD-6D7F-443D-9031-CD673F948E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{C655DEDD-6D7F-443D-9031-CD673F948EE1}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