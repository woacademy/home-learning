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D86948-5166-413B-9F71-2671AAC12FC5}">
  <a:tblStyle styleId="{B7D86948-5166-413B-9F71-2671AAC12F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{B7D86948-5166-413B-9F71-2671AAC12FC5}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