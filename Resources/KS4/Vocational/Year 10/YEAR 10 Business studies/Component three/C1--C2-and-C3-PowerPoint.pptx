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1021BA-1E08-4379-B9D1-A0392C2C820B}">
  <a:tblStyle styleId="{A31021BA-1E08-4379-B9D1-A0392C2C8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{A31021BA-1E08-4379-B9D1-A0392C2C820B}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