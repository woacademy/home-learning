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522227-DF80-4A4B-9068-F7DB05DB299F}">
  <a:tblStyle styleId="{DB522227-DF80-4A4B-9068-F7DB05DB29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{DB522227-DF80-4A4B-9068-F7DB05DB299F}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