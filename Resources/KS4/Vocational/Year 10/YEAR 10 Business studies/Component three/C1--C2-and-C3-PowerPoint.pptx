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8D3ABA-8693-4571-B45E-3F3FD6A6F4CF}">
  <a:tblStyle styleId="{B68D3ABA-8693-4571-B45E-3F3FD6A6F4C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{B68D3ABA-8693-4571-B45E-3F3FD6A6F4CF}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