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EFF2C-4C64-48EE-842F-DDE318A76671}">
  <a:tblStyle styleId="{7C8EFF2C-4C64-48EE-842F-DDE318A766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{7C8EFF2C-4C64-48EE-842F-DDE318A76671}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