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7F168-C712-467F-B5E6-882611A30B88}">
  <a:tblStyle styleId="{E1E7F168-C712-467F-B5E6-882611A30B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{E1E7F168-C712-467F-B5E6-882611A30B88}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