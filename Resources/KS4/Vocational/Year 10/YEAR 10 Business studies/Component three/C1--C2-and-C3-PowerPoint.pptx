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316F76-C0DB-4E7A-9D98-8D6A94633BAB}">
  <a:tblStyle styleId="{45316F76-C0DB-4E7A-9D98-8D6A94633B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{45316F76-C0DB-4E7A-9D98-8D6A94633BAB}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