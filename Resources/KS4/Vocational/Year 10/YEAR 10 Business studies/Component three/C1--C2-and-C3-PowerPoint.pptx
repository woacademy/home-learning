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3ED3CA-0C96-4F97-842D-12FEFAE075EE}">
  <a:tblStyle styleId="{593ED3CA-0C96-4F97-842D-12FEFAE075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{593ED3CA-0C96-4F97-842D-12FEFAE075EE}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