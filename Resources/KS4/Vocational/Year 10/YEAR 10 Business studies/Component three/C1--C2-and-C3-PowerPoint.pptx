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1E1E81-E814-4BD7-B934-959C3EDD2B2B}">
  <a:tblStyle styleId="{581E1E81-E814-4BD7-B934-959C3EDD2B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{581E1E81-E814-4BD7-B934-959C3EDD2B2B}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