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252F5E-D613-492C-BB51-B41216CAA77B}">
  <a:tblStyle styleId="{FF252F5E-D613-492C-BB51-B41216CAA7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{FF252F5E-D613-492C-BB51-B41216CAA77B}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