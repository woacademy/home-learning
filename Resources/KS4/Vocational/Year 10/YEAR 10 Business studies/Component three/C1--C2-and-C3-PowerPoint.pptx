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3C85C0-E18C-4212-ABF2-08D01AF8B1B5}">
  <a:tblStyle styleId="{523C85C0-E18C-4212-ABF2-08D01AF8B1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{523C85C0-E18C-4212-ABF2-08D01AF8B1B5}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