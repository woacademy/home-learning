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2450070-FAD5-4518-AA84-FEB0E52A7ECB}">
  <a:tblStyle styleId="{A2450070-FAD5-4518-AA84-FEB0E52A7EC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{A2450070-FAD5-4518-AA84-FEB0E52A7ECB}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