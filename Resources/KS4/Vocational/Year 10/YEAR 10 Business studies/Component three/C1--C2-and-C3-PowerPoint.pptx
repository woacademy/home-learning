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58DA64-CA9E-4B5F-8855-47DC588C3DE2}">
  <a:tblStyle styleId="{3158DA64-CA9E-4B5F-8855-47DC588C3D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{3158DA64-CA9E-4B5F-8855-47DC588C3DE2}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