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06D89D-E2AB-4669-9D1A-4C46F1BE7EEB}">
  <a:tblStyle styleId="{7006D89D-E2AB-4669-9D1A-4C46F1BE7E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{7006D89D-E2AB-4669-9D1A-4C46F1BE7EEB}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