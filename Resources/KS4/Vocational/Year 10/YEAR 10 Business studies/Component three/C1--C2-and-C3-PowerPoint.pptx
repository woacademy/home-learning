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59FF39-CAC2-4407-BA02-F610F82AA740}">
  <a:tblStyle styleId="{3C59FF39-CAC2-4407-BA02-F610F82AA7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{3C59FF39-CAC2-4407-BA02-F610F82AA740}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