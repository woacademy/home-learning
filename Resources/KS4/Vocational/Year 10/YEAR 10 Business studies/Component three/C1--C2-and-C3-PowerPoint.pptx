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FB9CF3-7A79-47C0-A4F7-BC4E83D72EBE}">
  <a:tblStyle styleId="{D6FB9CF3-7A79-47C0-A4F7-BC4E83D72EB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{D6FB9CF3-7A79-47C0-A4F7-BC4E83D72EBE}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