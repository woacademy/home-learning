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96C629-4EE0-428A-8722-E7F906ECD1FF}">
  <a:tblStyle styleId="{C696C629-4EE0-428A-8722-E7F906ECD1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{C696C629-4EE0-428A-8722-E7F906ECD1FF}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