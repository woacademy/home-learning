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552DC-2D1C-4716-92C9-E71513B4D0E0}">
  <a:tblStyle styleId="{C14552DC-2D1C-4716-92C9-E71513B4D0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{C14552DC-2D1C-4716-92C9-E71513B4D0E0}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