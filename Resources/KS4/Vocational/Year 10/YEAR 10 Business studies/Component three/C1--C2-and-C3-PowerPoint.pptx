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3C15FFE-8D38-466F-94E8-0E1979CD64E6}">
  <a:tblStyle styleId="{F3C15FFE-8D38-466F-94E8-0E1979CD64E6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1.png"/><Relationship Id="rId4" Type="http://schemas.openxmlformats.org/officeDocument/2006/relationships/image" Target="../media/image2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0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2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{F3C15FFE-8D38-466F-94E8-0E1979CD64E6}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