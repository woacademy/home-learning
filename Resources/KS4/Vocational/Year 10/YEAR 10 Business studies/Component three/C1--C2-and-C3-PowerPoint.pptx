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0ED9CC-4FEA-4E21-A0B2-BBC2149BB799}">
  <a:tblStyle styleId="{360ED9CC-4FEA-4E21-A0B2-BBC2149BB7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{360ED9CC-4FEA-4E21-A0B2-BBC2149BB799}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