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722288-675E-4EE5-AD03-682C9B002E82}">
  <a:tblStyle styleId="{FA722288-675E-4EE5-AD03-682C9B002E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{FA722288-675E-4EE5-AD03-682C9B002E82}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