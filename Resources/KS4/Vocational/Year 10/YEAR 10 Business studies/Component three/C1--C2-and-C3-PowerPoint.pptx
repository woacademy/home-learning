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9CD10D-B9EB-4A79-B567-5B9F79DAC53F}">
  <a:tblStyle styleId="{D89CD10D-B9EB-4A79-B567-5B9F79DAC5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{D89CD10D-B9EB-4A79-B567-5B9F79DAC53F}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