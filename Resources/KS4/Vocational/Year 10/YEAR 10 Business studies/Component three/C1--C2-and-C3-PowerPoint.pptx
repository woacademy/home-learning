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3A6BBF-31E9-420F-A152-83379DFF1098}">
  <a:tblStyle styleId="{0B3A6BBF-31E9-420F-A152-83379DFF10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{0B3A6BBF-31E9-420F-A152-83379DFF1098}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