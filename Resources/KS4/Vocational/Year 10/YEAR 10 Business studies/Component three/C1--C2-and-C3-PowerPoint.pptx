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A095B6F-4C46-4E74-9CD7-8D20C035BC60}">
  <a:tblStyle styleId="{1A095B6F-4C46-4E74-9CD7-8D20C035BC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{1A095B6F-4C46-4E74-9CD7-8D20C035BC60}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