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5F875-BE1B-466B-A14A-8F15A49E7BFD}">
  <a:tblStyle styleId="{D9F5F875-BE1B-466B-A14A-8F15A49E7B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{D9F5F875-BE1B-466B-A14A-8F15A49E7BFD}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