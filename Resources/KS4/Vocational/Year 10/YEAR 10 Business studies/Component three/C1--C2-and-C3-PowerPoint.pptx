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794F3-631F-4F2E-AD92-6C61E63E390C}">
  <a:tblStyle styleId="{6A6794F3-631F-4F2E-AD92-6C61E63E3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{6A6794F3-631F-4F2E-AD92-6C61E63E390C}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