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FABDD-9F00-4BFA-BF42-66E3A14367BA}">
  <a:tblStyle styleId="{82AFABDD-9F00-4BFA-BF42-66E3A14367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{82AFABDD-9F00-4BFA-BF42-66E3A14367BA}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