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883877-9D7F-4A10-8EB9-ABD23227A8A0}">
  <a:tblStyle styleId="{5C883877-9D7F-4A10-8EB9-ABD23227A8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{5C883877-9D7F-4A10-8EB9-ABD23227A8A0}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