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AA063C-B499-453D-95DA-727691E91C5B}">
  <a:tblStyle styleId="{E8AA063C-B499-453D-95DA-727691E91C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{E8AA063C-B499-453D-95DA-727691E91C5B}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