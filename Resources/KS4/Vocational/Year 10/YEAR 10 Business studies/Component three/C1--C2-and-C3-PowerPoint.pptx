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0A991C-6FFA-4CD6-90FA-1231C58C59D5}">
  <a:tblStyle styleId="{2D0A991C-6FFA-4CD6-90FA-1231C58C59D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{2D0A991C-6FFA-4CD6-90FA-1231C58C59D5}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