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3D0C1E-60E1-477C-B094-3A0B9B377A4E}">
  <a:tblStyle styleId="{993D0C1E-60E1-477C-B094-3A0B9B377A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{993D0C1E-60E1-477C-B094-3A0B9B377A4E}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