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F4075A-D080-4A5F-B2C1-6E580CEAB935}">
  <a:tblStyle styleId="{70F4075A-D080-4A5F-B2C1-6E580CEAB9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{70F4075A-D080-4A5F-B2C1-6E580CEAB935}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