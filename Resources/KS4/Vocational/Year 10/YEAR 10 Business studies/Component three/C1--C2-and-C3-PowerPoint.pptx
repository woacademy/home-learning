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D1358-0B9A-4ED2-985B-470FC4086E90}">
  <a:tblStyle styleId="{359D1358-0B9A-4ED2-985B-470FC4086E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{359D1358-0B9A-4ED2-985B-470FC4086E90}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