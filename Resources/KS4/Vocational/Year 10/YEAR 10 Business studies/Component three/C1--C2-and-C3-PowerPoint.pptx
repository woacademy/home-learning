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D14501-1EC6-40B5-AFBF-3C420220F55F}">
  <a:tblStyle styleId="{04D14501-1EC6-40B5-AFBF-3C420220F5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{04D14501-1EC6-40B5-AFBF-3C420220F55F}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