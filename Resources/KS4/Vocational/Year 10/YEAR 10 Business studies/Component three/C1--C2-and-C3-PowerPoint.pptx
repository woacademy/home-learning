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B9A67A-E99E-484D-AE77-580080472CC7}">
  <a:tblStyle styleId="{6EB9A67A-E99E-484D-AE77-580080472C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{6EB9A67A-E99E-484D-AE77-580080472CC7}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