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77B62D-D51F-4E7D-AC85-3CD7A355CB21}">
  <a:tblStyle styleId="{7E77B62D-D51F-4E7D-AC85-3CD7A355CB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{7E77B62D-D51F-4E7D-AC85-3CD7A355CB21}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