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F86D8-4E70-4ED1-9CDF-7CBBE75A9AD3}">
  <a:tblStyle styleId="{A74F86D8-4E70-4ED1-9CDF-7CBBE75A9A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{A74F86D8-4E70-4ED1-9CDF-7CBBE75A9AD3}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