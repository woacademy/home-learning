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54F383-44C3-4EA9-95B6-95F076CE4EC9}">
  <a:tblStyle styleId="{6854F383-44C3-4EA9-95B6-95F076CE4E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{6854F383-44C3-4EA9-95B6-95F076CE4EC9}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