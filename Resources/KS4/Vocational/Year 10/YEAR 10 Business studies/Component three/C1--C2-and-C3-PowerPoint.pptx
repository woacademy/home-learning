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0764EC-96EA-41C6-A7D8-FA54FD1CF965}">
  <a:tblStyle styleId="{C00764EC-96EA-41C6-A7D8-FA54FD1CF96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{C00764EC-96EA-41C6-A7D8-FA54FD1CF965}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