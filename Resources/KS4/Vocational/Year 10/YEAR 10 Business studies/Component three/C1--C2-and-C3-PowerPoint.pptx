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64BCFC-3FBC-452D-A08A-352EE345E583}">
  <a:tblStyle styleId="{3C64BCFC-3FBC-452D-A08A-352EE345E5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{3C64BCFC-3FBC-452D-A08A-352EE345E583}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