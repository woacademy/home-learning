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D77CBA-FC9C-4804-B46E-78BA95461780}">
  <a:tblStyle styleId="{F7D77CBA-FC9C-4804-B46E-78BA954617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{F7D77CBA-FC9C-4804-B46E-78BA95461780}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