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E17F28-E1E1-48D7-97B6-2FEC0A1FB4BE}">
  <a:tblStyle styleId="{43E17F28-E1E1-48D7-97B6-2FEC0A1FB4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{43E17F28-E1E1-48D7-97B6-2FEC0A1FB4BE}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