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D0CAB-F75D-4685-A5A0-D066B14084D0}">
  <a:tblStyle styleId="{414D0CAB-F75D-4685-A5A0-D066B1408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{414D0CAB-F75D-4685-A5A0-D066B14084D0}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