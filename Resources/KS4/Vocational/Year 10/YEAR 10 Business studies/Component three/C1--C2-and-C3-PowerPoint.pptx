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955B75-7B53-4FBD-9E2F-5C782830C3F7}">
  <a:tblStyle styleId="{93955B75-7B53-4FBD-9E2F-5C782830C3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{93955B75-7B53-4FBD-9E2F-5C782830C3F7}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