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054496-57B0-409E-A4BF-DC2742942484}">
  <a:tblStyle styleId="{15054496-57B0-409E-A4BF-DC27429424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{15054496-57B0-409E-A4BF-DC2742942484}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