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581C559-DB22-4733-AE85-0B38972BE601}">
  <a:tblStyle styleId="{B581C559-DB22-4733-AE85-0B38972BE60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{B581C559-DB22-4733-AE85-0B38972BE601}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