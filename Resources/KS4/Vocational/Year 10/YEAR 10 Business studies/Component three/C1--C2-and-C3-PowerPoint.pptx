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A33C88-3339-44E4-A385-56323E4BCBC8}">
  <a:tblStyle styleId="{DBA33C88-3339-44E4-A385-56323E4BCB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{DBA33C88-3339-44E4-A385-56323E4BCBC8}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