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06C63-2B22-4062-8397-AF5DA407A7FB}">
  <a:tblStyle styleId="{B8306C63-2B22-4062-8397-AF5DA407A7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{B8306C63-2B22-4062-8397-AF5DA407A7FB}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