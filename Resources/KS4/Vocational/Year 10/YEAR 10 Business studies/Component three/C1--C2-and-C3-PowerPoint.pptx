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DB10E7-987E-4FC1-9159-C901FB285254}">
  <a:tblStyle styleId="{5BDB10E7-987E-4FC1-9159-C901FB2852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{5BDB10E7-987E-4FC1-9159-C901FB285254}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