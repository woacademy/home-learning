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3AE07A5-174B-490C-8D6E-0AB7A77C205E}">
  <a:tblStyle styleId="{E3AE07A5-174B-490C-8D6E-0AB7A77C205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6.png"/><Relationship Id="rId4" Type="http://schemas.openxmlformats.org/officeDocument/2006/relationships/image" Target="../media/image7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1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2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4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{E3AE07A5-174B-490C-8D6E-0AB7A77C205E}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