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846F7B-AD34-4EDA-92F0-9A0C5215CBBA}">
  <a:tblStyle styleId="{1D846F7B-AD34-4EDA-92F0-9A0C5215CB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{1D846F7B-AD34-4EDA-92F0-9A0C5215CBBA}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