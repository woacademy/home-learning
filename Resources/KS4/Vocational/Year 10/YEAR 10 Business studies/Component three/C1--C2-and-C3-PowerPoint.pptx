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71AD3E-2ADE-4D21-8EF8-26E04739504F}">
  <a:tblStyle styleId="{4E71AD3E-2ADE-4D21-8EF8-26E0473950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{4E71AD3E-2ADE-4D21-8EF8-26E04739504F}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