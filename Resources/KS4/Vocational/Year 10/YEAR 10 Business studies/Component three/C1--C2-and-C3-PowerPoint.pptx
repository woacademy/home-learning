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81C799-D0A0-48BC-91CE-2A68D5A3D3D3}">
  <a:tblStyle styleId="{7781C799-D0A0-48BC-91CE-2A68D5A3D3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{7781C799-D0A0-48BC-91CE-2A68D5A3D3D3}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