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B5BDF2F-E28E-4F64-B2F2-9E0E4E887C5E}">
  <a:tblStyle styleId="{4B5BDF2F-E28E-4F64-B2F2-9E0E4E887C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{4B5BDF2F-E28E-4F64-B2F2-9E0E4E887C5E}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