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F40D3-B3A4-419D-96AD-E0976F85F8ED}">
  <a:tblStyle styleId="{82EF40D3-B3A4-419D-96AD-E0976F85F8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{82EF40D3-B3A4-419D-96AD-E0976F85F8ED}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