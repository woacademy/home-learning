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1DBB69-4584-4AFA-A59A-4C8234FEE8A0}">
  <a:tblStyle styleId="{041DBB69-4584-4AFA-A59A-4C8234FEE8A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{041DBB69-4584-4AFA-A59A-4C8234FEE8A0}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