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3B6E91-1CEC-4806-99C5-FE322B266C38}">
  <a:tblStyle styleId="{333B6E91-1CEC-4806-99C5-FE322B266C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{333B6E91-1CEC-4806-99C5-FE322B266C38}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