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CCDC6D-1611-494C-A596-78277F10CA12}">
  <a:tblStyle styleId="{F6CCDC6D-1611-494C-A596-78277F10CA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{F6CCDC6D-1611-494C-A596-78277F10CA12}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