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4AB6F5-842A-4925-B233-5F73A6974A0E}">
  <a:tblStyle styleId="{D74AB6F5-842A-4925-B233-5F73A6974A0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{D74AB6F5-842A-4925-B233-5F73A6974A0E}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