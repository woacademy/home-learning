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72A673-550E-4725-ACE2-8EC04A569363}">
  <a:tblStyle styleId="{C772A673-550E-4725-ACE2-8EC04A5693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{C772A673-550E-4725-ACE2-8EC04A569363}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