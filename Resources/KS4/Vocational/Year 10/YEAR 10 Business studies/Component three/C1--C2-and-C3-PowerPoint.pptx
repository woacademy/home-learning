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9666A0-216C-4449-B4B1-082A80154C70}">
  <a:tblStyle styleId="{BA9666A0-216C-4449-B4B1-082A80154C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{BA9666A0-216C-4449-B4B1-082A80154C70}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