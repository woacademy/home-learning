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9458E6A-72AA-4BBB-95FB-9DE4F40EAE5B}">
  <a:tblStyle styleId="{D9458E6A-72AA-4BBB-95FB-9DE4F40EAE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{D9458E6A-72AA-4BBB-95FB-9DE4F40EAE5B}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