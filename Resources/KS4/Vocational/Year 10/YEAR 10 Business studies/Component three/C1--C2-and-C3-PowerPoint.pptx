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440528-5F87-4ADF-9ECA-7D942CF09B9D}">
  <a:tblStyle styleId="{CA440528-5F87-4ADF-9ECA-7D942CF09B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{CA440528-5F87-4ADF-9ECA-7D942CF09B9D}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