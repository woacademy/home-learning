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968B5E-F40F-4157-A54D-1AE6E26D6BB4}">
  <a:tblStyle styleId="{4E968B5E-F40F-4157-A54D-1AE6E26D6B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{4E968B5E-F40F-4157-A54D-1AE6E26D6BB4}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