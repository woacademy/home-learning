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8B95B-0826-4EBD-9FA5-059B5CF6E655}">
  <a:tblStyle styleId="{33A8B95B-0826-4EBD-9FA5-059B5CF6E6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{33A8B95B-0826-4EBD-9FA5-059B5CF6E655}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