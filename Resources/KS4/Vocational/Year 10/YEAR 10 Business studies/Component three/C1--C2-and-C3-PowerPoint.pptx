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0A58356-ED6C-4E69-AFDF-10C50A5B4A00}">
  <a:tblStyle styleId="{A0A58356-ED6C-4E69-AFDF-10C50A5B4A0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1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6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8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{A0A58356-ED6C-4E69-AFDF-10C50A5B4A00}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