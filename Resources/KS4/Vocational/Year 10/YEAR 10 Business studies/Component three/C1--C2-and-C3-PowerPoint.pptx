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B250B1-A9AB-462E-AD17-D7F7EB72DAB4}">
  <a:tblStyle styleId="{C9B250B1-A9AB-462E-AD17-D7F7EB72DA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{C9B250B1-A9AB-462E-AD17-D7F7EB72DAB4}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