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983BD8-F172-4793-BE5C-2C75E608E80F}">
  <a:tblStyle styleId="{DA983BD8-F172-4793-BE5C-2C75E608E8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{DA983BD8-F172-4793-BE5C-2C75E608E80F}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