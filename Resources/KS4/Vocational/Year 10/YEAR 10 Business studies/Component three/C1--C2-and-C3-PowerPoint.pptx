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5871B4C-52A2-41BA-9830-D2A6D69FE421}">
  <a:tblStyle styleId="{85871B4C-52A2-41BA-9830-D2A6D69FE42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{85871B4C-52A2-41BA-9830-D2A6D69FE421}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