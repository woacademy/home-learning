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F3750B-7429-42F8-B5A1-E73CB89BCADC}">
  <a:tblStyle styleId="{32F3750B-7429-42F8-B5A1-E73CB89BCA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{32F3750B-7429-42F8-B5A1-E73CB89BCADC}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