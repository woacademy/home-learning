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802E78-ADAD-438C-BE97-314935BB12BF}">
  <a:tblStyle styleId="{59802E78-ADAD-438C-BE97-314935BB12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{59802E78-ADAD-438C-BE97-314935BB12BF}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