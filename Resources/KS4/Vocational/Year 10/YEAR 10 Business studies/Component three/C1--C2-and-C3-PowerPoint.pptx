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AB4537-6433-430B-82B1-4860C2392533}">
  <a:tblStyle styleId="{52AB4537-6433-430B-82B1-4860C23925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{52AB4537-6433-430B-82B1-4860C2392533}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