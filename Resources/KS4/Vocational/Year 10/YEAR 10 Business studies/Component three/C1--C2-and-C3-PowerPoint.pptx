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E0A6A0-D89B-4D3C-BE60-E4642F6A3905}">
  <a:tblStyle styleId="{8FE0A6A0-D89B-4D3C-BE60-E4642F6A390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{8FE0A6A0-D89B-4D3C-BE60-E4642F6A3905}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