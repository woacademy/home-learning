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9C0D2F-48E1-42EC-8C6A-7BB2C91C8675}">
  <a:tblStyle styleId="{509C0D2F-48E1-42EC-8C6A-7BB2C91C86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{509C0D2F-48E1-42EC-8C6A-7BB2C91C8675}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