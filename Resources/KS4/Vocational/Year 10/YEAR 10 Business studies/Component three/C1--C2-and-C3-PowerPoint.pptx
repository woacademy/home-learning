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BA0B19-6AF7-4D51-9424-EC10049C1E10}">
  <a:tblStyle styleId="{96BA0B19-6AF7-4D51-9424-EC10049C1E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{96BA0B19-6AF7-4D51-9424-EC10049C1E10}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