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E2DBAE-334E-414B-86B1-7508F8B25179}">
  <a:tblStyle styleId="{3EE2DBAE-334E-414B-86B1-7508F8B251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{3EE2DBAE-334E-414B-86B1-7508F8B25179}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