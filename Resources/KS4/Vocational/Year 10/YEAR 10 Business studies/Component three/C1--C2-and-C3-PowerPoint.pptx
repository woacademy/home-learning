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72A1D5-CB41-4ABC-9824-5DDE640B0FF2}">
  <a:tblStyle styleId="{6D72A1D5-CB41-4ABC-9824-5DDE640B0F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{6D72A1D5-CB41-4ABC-9824-5DDE640B0FF2}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