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8C286E-0B0A-41EC-99C7-C9F776EB4C49}">
  <a:tblStyle styleId="{608C286E-0B0A-41EC-99C7-C9F776EB4C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{608C286E-0B0A-41EC-99C7-C9F776EB4C49}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