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90B5B0-6460-4E7B-99FE-7E90D05BE92D}">
  <a:tblStyle styleId="{F990B5B0-6460-4E7B-99FE-7E90D05BE9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{F990B5B0-6460-4E7B-99FE-7E90D05BE92D}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