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2C9413-8AE1-43C0-BEBE-3627AC1F8002}">
  <a:tblStyle styleId="{A92C9413-8AE1-43C0-BEBE-3627AC1F8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{A92C9413-8AE1-43C0-BEBE-3627AC1F8002}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