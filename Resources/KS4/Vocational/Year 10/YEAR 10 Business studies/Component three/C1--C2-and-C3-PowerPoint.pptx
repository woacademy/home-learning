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7C64F5-4A3F-4A34-ABAD-CE5F77C3F0B6}">
  <a:tblStyle styleId="{2A7C64F5-4A3F-4A34-ABAD-CE5F77C3F0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{2A7C64F5-4A3F-4A34-ABAD-CE5F77C3F0B6}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