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6B983-BB0C-4E30-8F27-C087AB898D03}">
  <a:tblStyle styleId="{1526B983-BB0C-4E30-8F27-C087AB898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{1526B983-BB0C-4E30-8F27-C087AB898D03}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