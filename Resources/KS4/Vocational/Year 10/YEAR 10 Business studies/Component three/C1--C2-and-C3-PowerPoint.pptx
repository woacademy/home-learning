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AE14E7-541F-4045-BF0A-9B5152A1F218}">
  <a:tblStyle styleId="{9FAE14E7-541F-4045-BF0A-9B5152A1F21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{9FAE14E7-541F-4045-BF0A-9B5152A1F218}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