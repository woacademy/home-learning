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C55CEA-FD48-4A04-8A03-967127C1A31B}">
  <a:tblStyle styleId="{2CC55CEA-FD48-4A04-8A03-967127C1A3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{2CC55CEA-FD48-4A04-8A03-967127C1A31B}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