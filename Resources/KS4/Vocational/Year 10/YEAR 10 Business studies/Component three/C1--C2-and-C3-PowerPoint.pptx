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C8EC9E-B299-4336-8BCD-ADFE378F6EC7}">
  <a:tblStyle styleId="{63C8EC9E-B299-4336-8BCD-ADFE378F6E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{63C8EC9E-B299-4336-8BCD-ADFE378F6EC7}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