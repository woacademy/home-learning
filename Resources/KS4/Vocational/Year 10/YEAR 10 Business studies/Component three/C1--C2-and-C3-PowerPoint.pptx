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5A1603-AC0C-4BCD-ADB3-F798CBD5D0A1}">
  <a:tblStyle styleId="{175A1603-AC0C-4BCD-ADB3-F798CBD5D0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{175A1603-AC0C-4BCD-ADB3-F798CBD5D0A1}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