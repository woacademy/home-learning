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207351-BA2B-49DD-82F7-9899F627E1D0}">
  <a:tblStyle styleId="{CE207351-BA2B-49DD-82F7-9899F627E1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{CE207351-BA2B-49DD-82F7-9899F627E1D0}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