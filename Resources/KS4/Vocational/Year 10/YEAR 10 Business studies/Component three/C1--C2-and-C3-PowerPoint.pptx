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3417C-569E-4603-9169-7B1CF86DAC56}">
  <a:tblStyle styleId="{16E3417C-569E-4603-9169-7B1CF86DAC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{16E3417C-569E-4603-9169-7B1CF86DAC56}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