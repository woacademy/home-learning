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3FA3210-F08E-4DA4-874A-6BC1E86B7FF0}">
  <a:tblStyle styleId="{73FA3210-F08E-4DA4-874A-6BC1E86B7F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{73FA3210-F08E-4DA4-874A-6BC1E86B7FF0}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