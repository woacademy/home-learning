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CBCD87-B045-4947-921C-99261219A890}">
  <a:tblStyle styleId="{6ECBCD87-B045-4947-921C-99261219A8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{6ECBCD87-B045-4947-921C-99261219A890}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