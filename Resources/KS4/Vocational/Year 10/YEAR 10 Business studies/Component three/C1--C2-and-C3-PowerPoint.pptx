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7E7E95-8910-4DB9-B448-C19CEBE6DD9C}">
  <a:tblStyle styleId="{9A7E7E95-8910-4DB9-B448-C19CEBE6DD9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{9A7E7E95-8910-4DB9-B448-C19CEBE6DD9C}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