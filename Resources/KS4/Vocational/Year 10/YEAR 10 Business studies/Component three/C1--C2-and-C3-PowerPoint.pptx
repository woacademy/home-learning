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3E811-A938-463C-992E-76AFF8784CFB}">
  <a:tblStyle styleId="{AF63E811-A938-463C-992E-76AFF8784C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{AF63E811-A938-463C-992E-76AFF8784CFB}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