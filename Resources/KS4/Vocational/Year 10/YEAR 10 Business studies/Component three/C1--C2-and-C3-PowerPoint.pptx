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5FF00C-C2D5-4D30-B7E3-BFD65B134A39}">
  <a:tblStyle styleId="{6B5FF00C-C2D5-4D30-B7E3-BFD65B134A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{6B5FF00C-C2D5-4D30-B7E3-BFD65B134A39}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