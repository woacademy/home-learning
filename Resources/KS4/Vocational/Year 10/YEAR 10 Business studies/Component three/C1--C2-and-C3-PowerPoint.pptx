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82A23C-1220-45E5-B980-BEF83E41D72A}">
  <a:tblStyle styleId="{FF82A23C-1220-45E5-B980-BEF83E41D7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{FF82A23C-1220-45E5-B980-BEF83E41D72A}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