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3C5A2-B039-4937-9067-52F4C86F8E73}">
  <a:tblStyle styleId="{D553C5A2-B039-4937-9067-52F4C86F8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{D553C5A2-B039-4937-9067-52F4C86F8E73}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