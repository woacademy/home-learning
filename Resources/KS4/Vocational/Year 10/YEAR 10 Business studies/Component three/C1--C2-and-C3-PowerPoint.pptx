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3A6F3C-AD65-4555-812B-1E4ACA82AD8A}">
  <a:tblStyle styleId="{BC3A6F3C-AD65-4555-812B-1E4ACA82AD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{BC3A6F3C-AD65-4555-812B-1E4ACA82AD8A}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