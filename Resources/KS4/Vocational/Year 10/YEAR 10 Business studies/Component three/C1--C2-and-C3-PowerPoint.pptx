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D32F11-B926-498C-B30B-0650C216FAC6}">
  <a:tblStyle styleId="{D3D32F11-B926-498C-B30B-0650C216FA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{D3D32F11-B926-498C-B30B-0650C216FAC6}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