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DD8641-F87E-4CC2-BEAD-B9CD519D59E2}">
  <a:tblStyle styleId="{B6DD8641-F87E-4CC2-BEAD-B9CD519D59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{B6DD8641-F87E-4CC2-BEAD-B9CD519D59E2}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