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E03FF5-F78F-4E26-A989-0BF2C1EED4EB}">
  <a:tblStyle styleId="{E7E03FF5-F78F-4E26-A989-0BF2C1EED4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{E7E03FF5-F78F-4E26-A989-0BF2C1EED4EB}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