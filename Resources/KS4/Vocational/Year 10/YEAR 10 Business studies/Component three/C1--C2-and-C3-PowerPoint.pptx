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47A3C8-DD09-4F12-BBDF-8A0F9D91C78D}">
  <a:tblStyle styleId="{2447A3C8-DD09-4F12-BBDF-8A0F9D91C7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{2447A3C8-DD09-4F12-BBDF-8A0F9D91C78D}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