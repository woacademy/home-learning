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8F195-A9C4-4D85-BDDA-B9824B414805}">
  <a:tblStyle styleId="{0558F195-A9C4-4D85-BDDA-B9824B414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{0558F195-A9C4-4D85-BDDA-B9824B414805}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