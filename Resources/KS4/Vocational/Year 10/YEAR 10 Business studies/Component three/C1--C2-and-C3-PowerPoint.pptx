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F4EDD7-CEA9-4C23-8420-22DE1770142E}">
  <a:tblStyle styleId="{38F4EDD7-CEA9-4C23-8420-22DE177014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{38F4EDD7-CEA9-4C23-8420-22DE1770142E}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