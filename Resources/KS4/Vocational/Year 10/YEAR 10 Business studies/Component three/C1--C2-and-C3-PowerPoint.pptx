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A85E8E6-B42D-4CCC-9FCC-ABD8C9B4DFE2}">
  <a:tblStyle styleId="{5A85E8E6-B42D-4CCC-9FCC-ABD8C9B4DFE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{5A85E8E6-B42D-4CCC-9FCC-ABD8C9B4DFE2}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