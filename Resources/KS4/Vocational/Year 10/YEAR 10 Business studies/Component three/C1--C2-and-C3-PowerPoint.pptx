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9CD035-E40D-4B0B-BC47-F42C731B15D3}">
  <a:tblStyle styleId="{379CD035-E40D-4B0B-BC47-F42C731B15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{379CD035-E40D-4B0B-BC47-F42C731B15D3}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