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268952-22E0-4907-B2DC-B1A247177AC8}">
  <a:tblStyle styleId="{05268952-22E0-4907-B2DC-B1A247177AC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{05268952-22E0-4907-B2DC-B1A247177AC8}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