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88952C-80AE-4FAA-9000-6B01079EAA7E}">
  <a:tblStyle styleId="{E388952C-80AE-4FAA-9000-6B01079EAA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{E388952C-80AE-4FAA-9000-6B01079EAA7E}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