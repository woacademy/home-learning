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C3BBBF-032D-410F-8423-92DD326EBBF3}">
  <a:tblStyle styleId="{83C3BBBF-032D-410F-8423-92DD326EBBF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{83C3BBBF-032D-410F-8423-92DD326EBBF3}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