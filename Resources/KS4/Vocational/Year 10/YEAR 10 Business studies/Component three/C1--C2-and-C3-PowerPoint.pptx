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CD42B6-731E-4286-B849-F187799B912A}">
  <a:tblStyle styleId="{55CD42B6-731E-4286-B849-F187799B91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{55CD42B6-731E-4286-B849-F187799B912A}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