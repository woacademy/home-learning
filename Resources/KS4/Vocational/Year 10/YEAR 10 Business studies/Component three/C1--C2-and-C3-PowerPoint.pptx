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7722F2-C712-4C44-B2FC-26412A299529}">
  <a:tblStyle styleId="{437722F2-C712-4C44-B2FC-26412A2995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{437722F2-C712-4C44-B2FC-26412A299529}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