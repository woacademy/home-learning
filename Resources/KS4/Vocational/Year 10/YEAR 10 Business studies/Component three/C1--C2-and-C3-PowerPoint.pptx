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97914B-731A-49B9-966B-491B9EDB8277}">
  <a:tblStyle styleId="{0B97914B-731A-49B9-966B-491B9EDB82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{0B97914B-731A-49B9-966B-491B9EDB8277}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