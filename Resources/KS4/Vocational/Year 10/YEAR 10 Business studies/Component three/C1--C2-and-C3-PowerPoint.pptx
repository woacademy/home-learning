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F35CD2-D955-4037-874B-765A70ED1D60}">
  <a:tblStyle styleId="{95F35CD2-D955-4037-874B-765A70ED1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{95F35CD2-D955-4037-874B-765A70ED1D60}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