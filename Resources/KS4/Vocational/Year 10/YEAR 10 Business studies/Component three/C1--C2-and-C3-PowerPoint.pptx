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292CBE-AC90-46CA-AA31-A41D889C54AF}">
  <a:tblStyle styleId="{C0292CBE-AC90-46CA-AA31-A41D889C54A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{C0292CBE-AC90-46CA-AA31-A41D889C54AF}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