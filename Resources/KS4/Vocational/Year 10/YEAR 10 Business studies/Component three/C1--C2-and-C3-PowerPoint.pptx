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B45F65-4B77-4F33-9896-FF0153DBF6FC}">
  <a:tblStyle styleId="{57B45F65-4B77-4F33-9896-FF0153DBF6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{57B45F65-4B77-4F33-9896-FF0153DBF6FC}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