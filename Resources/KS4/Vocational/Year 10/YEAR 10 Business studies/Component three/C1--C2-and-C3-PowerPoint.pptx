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3B38A1-EDB9-4F2F-9723-6F73325CA2C2}">
  <a:tblStyle styleId="{F93B38A1-EDB9-4F2F-9723-6F73325CA2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{F93B38A1-EDB9-4F2F-9723-6F73325CA2C2}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