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A4115A-50BA-4D51-96FB-49C9CBEB4A10}">
  <a:tblStyle styleId="{14A4115A-50BA-4D51-96FB-49C9CBEB4A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{14A4115A-50BA-4D51-96FB-49C9CBEB4A10}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