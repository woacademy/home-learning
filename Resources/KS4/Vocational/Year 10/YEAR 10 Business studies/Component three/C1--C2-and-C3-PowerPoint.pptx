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CF4AC-A03D-4E48-B35D-841E201D5C38}">
  <a:tblStyle styleId="{ECBCF4AC-A03D-4E48-B35D-841E201D5C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{ECBCF4AC-A03D-4E48-B35D-841E201D5C38}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