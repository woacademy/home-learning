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4E7226-F81A-43EE-9546-0A4E50A776E8}">
  <a:tblStyle styleId="{224E7226-F81A-43EE-9546-0A4E50A776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{224E7226-F81A-43EE-9546-0A4E50A776E8}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