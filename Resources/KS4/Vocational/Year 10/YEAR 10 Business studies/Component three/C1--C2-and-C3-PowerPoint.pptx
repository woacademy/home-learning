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DF17B7-190A-482F-B6B8-8B15EF252E0A}">
  <a:tblStyle styleId="{DEDF17B7-190A-482F-B6B8-8B15EF252E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{DEDF17B7-190A-482F-B6B8-8B15EF252E0A}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