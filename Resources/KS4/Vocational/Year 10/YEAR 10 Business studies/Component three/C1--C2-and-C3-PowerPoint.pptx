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8F55D9-DEB2-40C0-A621-844A0FD668E3}">
  <a:tblStyle styleId="{4E8F55D9-DEB2-40C0-A621-844A0FD668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{4E8F55D9-DEB2-40C0-A621-844A0FD668E3}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