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77E915-5F8F-4ECB-8B81-E7C0A29CE393}">
  <a:tblStyle styleId="{BB77E915-5F8F-4ECB-8B81-E7C0A29CE3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{BB77E915-5F8F-4ECB-8B81-E7C0A29CE393}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