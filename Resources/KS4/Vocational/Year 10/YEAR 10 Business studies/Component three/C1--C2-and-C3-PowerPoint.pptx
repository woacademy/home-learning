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4018A9-9070-4E2F-B86B-A9D722A0F0FD}">
  <a:tblStyle styleId="{D34018A9-9070-4E2F-B86B-A9D722A0F0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{D34018A9-9070-4E2F-B86B-A9D722A0F0FD}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