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174B6-E17B-4CBB-83C7-A8D527287216}">
  <a:tblStyle styleId="{EBA174B6-E17B-4CBB-83C7-A8D5272872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{EBA174B6-E17B-4CBB-83C7-A8D527287216}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