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C4E8B8-3C47-4484-BA90-CB51EB5D3353}">
  <a:tblStyle styleId="{6EC4E8B8-3C47-4484-BA90-CB51EB5D33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{6EC4E8B8-3C47-4484-BA90-CB51EB5D3353}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