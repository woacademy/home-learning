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177054-B0CF-42B0-9E53-8759CF38DF3F}">
  <a:tblStyle styleId="{8A177054-B0CF-42B0-9E53-8759CF38DF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{8A177054-B0CF-42B0-9E53-8759CF38DF3F}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