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247105-8250-4DDF-AEB9-92FBD54E5471}">
  <a:tblStyle styleId="{36247105-8250-4DDF-AEB9-92FBD54E54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{36247105-8250-4DDF-AEB9-92FBD54E5471}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