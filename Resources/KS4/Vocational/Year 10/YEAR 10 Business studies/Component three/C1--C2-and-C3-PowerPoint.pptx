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1DAF26-E188-4DF0-A12C-654BE259E80B}">
  <a:tblStyle styleId="{AD1DAF26-E188-4DF0-A12C-654BE259E8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{AD1DAF26-E188-4DF0-A12C-654BE259E80B}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