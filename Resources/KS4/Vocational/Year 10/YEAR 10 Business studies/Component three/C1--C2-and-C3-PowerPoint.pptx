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12DA4F-2B28-4F3F-804D-A104E7CFE9C3}">
  <a:tblStyle styleId="{1512DA4F-2B28-4F3F-804D-A104E7CFE9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{1512DA4F-2B28-4F3F-804D-A104E7CFE9C3}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