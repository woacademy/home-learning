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EE6BF3-BB41-46F1-860C-F8CE828BF8AB}">
  <a:tblStyle styleId="{B0EE6BF3-BB41-46F1-860C-F8CE828BF8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{B0EE6BF3-BB41-46F1-860C-F8CE828BF8AB}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