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EE72C0-71B0-408D-82C4-2003DE89D2C6}">
  <a:tblStyle styleId="{E4EE72C0-71B0-408D-82C4-2003DE89D2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{E4EE72C0-71B0-408D-82C4-2003DE89D2C6}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