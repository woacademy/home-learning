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E6DBF0-667B-41F3-91BF-AAADCD417EA6}">
  <a:tblStyle styleId="{BBE6DBF0-667B-41F3-91BF-AAADCD417E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{BBE6DBF0-667B-41F3-91BF-AAADCD417EA6}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