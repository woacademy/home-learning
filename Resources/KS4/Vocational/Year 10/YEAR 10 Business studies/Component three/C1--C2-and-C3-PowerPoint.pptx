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5C993B-21D0-4205-9E4D-A9E949AE9A9E}">
  <a:tblStyle styleId="{D05C993B-21D0-4205-9E4D-A9E949AE9A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{D05C993B-21D0-4205-9E4D-A9E949AE9A9E}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