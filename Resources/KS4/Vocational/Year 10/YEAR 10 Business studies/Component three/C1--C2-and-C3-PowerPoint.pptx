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A6508C-58A8-49D8-92C1-DB1D68ECDC2B}">
  <a:tblStyle styleId="{EBA6508C-58A8-49D8-92C1-DB1D68ECDC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{EBA6508C-58A8-49D8-92C1-DB1D68ECDC2B}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