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BC1C34-E6B5-46E0-B7C8-AAD80DA4E24E}">
  <a:tblStyle styleId="{9ABC1C34-E6B5-46E0-B7C8-AAD80DA4E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{9ABC1C34-E6B5-46E0-B7C8-AAD80DA4E24E}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