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FCFC61-923E-4BDA-908E-7CB125762D03}">
  <a:tblStyle styleId="{25FCFC61-923E-4BDA-908E-7CB125762D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{25FCFC61-923E-4BDA-908E-7CB125762D03}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