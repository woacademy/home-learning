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A3FBCA-2519-46EA-92F4-851E7F2D544E}">
  <a:tblStyle styleId="{36A3FBCA-2519-46EA-92F4-851E7F2D54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{36A3FBCA-2519-46EA-92F4-851E7F2D544E}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