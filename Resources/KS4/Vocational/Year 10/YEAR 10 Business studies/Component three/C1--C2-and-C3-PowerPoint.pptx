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D14A06-915F-487F-B316-586ACDAE38E6}">
  <a:tblStyle styleId="{CED14A06-915F-487F-B316-586ACDAE38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{CED14A06-915F-487F-B316-586ACDAE38E6}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