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298E0E7-7448-49E8-847D-839B965EC512}">
  <a:tblStyle styleId="{8298E0E7-7448-49E8-847D-839B965EC5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{8298E0E7-7448-49E8-847D-839B965EC512}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