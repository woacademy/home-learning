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6178CA-39E2-47DF-B276-02E94132EE9F}">
  <a:tblStyle styleId="{F16178CA-39E2-47DF-B276-02E94132EE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{F16178CA-39E2-47DF-B276-02E94132EE9F}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