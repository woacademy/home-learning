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E19F21-C3B9-4250-8ECA-C3163F69A6C3}">
  <a:tblStyle styleId="{E8E19F21-C3B9-4250-8ECA-C3163F69A6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{E8E19F21-C3B9-4250-8ECA-C3163F69A6C3}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