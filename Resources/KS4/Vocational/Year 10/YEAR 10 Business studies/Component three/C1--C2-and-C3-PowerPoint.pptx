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F0FDD3C-B5A3-4702-AD84-516FEAE1AA17}">
  <a:tblStyle styleId="{2F0FDD3C-B5A3-4702-AD84-516FEAE1AA1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{2F0FDD3C-B5A3-4702-AD84-516FEAE1AA17}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