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8B089-C200-4750-BD95-3B054A5699E5}">
  <a:tblStyle styleId="{3048B089-C200-4750-BD95-3B054A5699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{3048B089-C200-4750-BD95-3B054A5699E5}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