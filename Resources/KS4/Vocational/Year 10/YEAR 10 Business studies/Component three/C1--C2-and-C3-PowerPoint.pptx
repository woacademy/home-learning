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44AAD1-02FF-40BC-8C8A-38281461CEB0}">
  <a:tblStyle styleId="{BE44AAD1-02FF-40BC-8C8A-38281461CE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{BE44AAD1-02FF-40BC-8C8A-38281461CEB0}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