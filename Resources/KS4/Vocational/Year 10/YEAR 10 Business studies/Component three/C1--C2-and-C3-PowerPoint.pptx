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F7A286-F7E9-4A6C-90FE-B4B5C1D4D491}">
  <a:tblStyle styleId="{94F7A286-F7E9-4A6C-90FE-B4B5C1D4D4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{94F7A286-F7E9-4A6C-90FE-B4B5C1D4D491}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