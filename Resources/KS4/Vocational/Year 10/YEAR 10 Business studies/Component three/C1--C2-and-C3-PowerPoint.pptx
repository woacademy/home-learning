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EE7980-9865-46BB-9515-6FDB82F304C4}">
  <a:tblStyle styleId="{74EE7980-9865-46BB-9515-6FDB82F304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{74EE7980-9865-46BB-9515-6FDB82F304C4}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