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C0AC7E-3A9B-4058-AF65-C2101C5962BE}">
  <a:tblStyle styleId="{5EC0AC7E-3A9B-4058-AF65-C2101C5962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{5EC0AC7E-3A9B-4058-AF65-C2101C5962BE}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