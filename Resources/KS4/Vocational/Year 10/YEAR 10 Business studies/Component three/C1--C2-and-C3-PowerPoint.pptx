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C27E9F-FB1D-4514-9B2C-C73310724A0D}">
  <a:tblStyle styleId="{0AC27E9F-FB1D-4514-9B2C-C73310724A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{0AC27E9F-FB1D-4514-9B2C-C73310724A0D}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