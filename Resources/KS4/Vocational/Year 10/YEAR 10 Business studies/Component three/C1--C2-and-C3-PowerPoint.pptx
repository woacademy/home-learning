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DF9120-D575-409A-AA5A-3C69C0746FC5}">
  <a:tblStyle styleId="{55DF9120-D575-409A-AA5A-3C69C0746F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{55DF9120-D575-409A-AA5A-3C69C0746FC5}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