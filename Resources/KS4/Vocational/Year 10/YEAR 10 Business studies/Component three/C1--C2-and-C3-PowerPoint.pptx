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ACA3B7-B639-4AFC-8F5E-7DA56EAE3815}">
  <a:tblStyle styleId="{DEACA3B7-B639-4AFC-8F5E-7DA56EAE38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{DEACA3B7-B639-4AFC-8F5E-7DA56EAE3815}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