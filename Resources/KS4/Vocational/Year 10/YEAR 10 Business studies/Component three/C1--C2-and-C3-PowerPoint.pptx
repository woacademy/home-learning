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E5DCC-70B4-43D2-BA94-B6481B7A2787}">
  <a:tblStyle styleId="{F99E5DCC-70B4-43D2-BA94-B6481B7A27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{F99E5DCC-70B4-43D2-BA94-B6481B7A2787}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