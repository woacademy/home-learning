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F0C84A8-1EB0-4C75-B150-9B8CF1617F26}">
  <a:tblStyle styleId="{9F0C84A8-1EB0-4C75-B150-9B8CF1617F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{9F0C84A8-1EB0-4C75-B150-9B8CF1617F26}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