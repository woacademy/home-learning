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20345-3F41-4F42-BFA2-9E0D589A31EE}">
  <a:tblStyle styleId="{A4320345-3F41-4F42-BFA2-9E0D589A31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{A4320345-3F41-4F42-BFA2-9E0D589A31EE}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