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8A9D45-6802-4614-B37C-94EDA3E3FF10}">
  <a:tblStyle styleId="{5B8A9D45-6802-4614-B37C-94EDA3E3FF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{5B8A9D45-6802-4614-B37C-94EDA3E3FF10}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