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FE0750-C664-4B5D-9716-B64BD31ED153}">
  <a:tblStyle styleId="{CBFE0750-C664-4B5D-9716-B64BD31ED1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{CBFE0750-C664-4B5D-9716-B64BD31ED153}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