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D07DF-A8A5-4ECF-BE68-66AF48604880}">
  <a:tblStyle styleId="{CB8D07DF-A8A5-4ECF-BE68-66AF486048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{CB8D07DF-A8A5-4ECF-BE68-66AF48604880}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