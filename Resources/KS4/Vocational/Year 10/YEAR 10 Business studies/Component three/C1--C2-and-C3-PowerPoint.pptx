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7BECD9-88D6-4250-8AC5-1240ED5DC640}">
  <a:tblStyle styleId="{1C7BECD9-88D6-4250-8AC5-1240ED5DC64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{1C7BECD9-88D6-4250-8AC5-1240ED5DC640}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