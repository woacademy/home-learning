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64BC47C-121E-4433-BAE9-4FE1DFB71B2B}">
  <a:tblStyle styleId="{664BC47C-121E-4433-BAE9-4FE1DFB71B2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{664BC47C-121E-4433-BAE9-4FE1DFB71B2B}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