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A06BE5F-638D-43A0-A9D0-E5C2771078EA}">
  <a:tblStyle styleId="{0A06BE5F-638D-43A0-A9D0-E5C2771078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{0A06BE5F-638D-43A0-A9D0-E5C2771078EA}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