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E865CB-B26D-4F4A-A5F9-AF1DC7218F9E}">
  <a:tblStyle styleId="{0DE865CB-B26D-4F4A-A5F9-AF1DC7218F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{0DE865CB-B26D-4F4A-A5F9-AF1DC7218F9E}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