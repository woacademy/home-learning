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7D8DF-16D5-46D1-9DBA-416C75A26A33}">
  <a:tblStyle styleId="{B0D7D8DF-16D5-46D1-9DBA-416C75A26A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{B0D7D8DF-16D5-46D1-9DBA-416C75A26A33}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