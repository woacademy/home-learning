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BADF78-99C1-43BC-98A7-49F8549B26FF}">
  <a:tblStyle styleId="{0DBADF78-99C1-43BC-98A7-49F8549B26F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{0DBADF78-99C1-43BC-98A7-49F8549B26FF}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