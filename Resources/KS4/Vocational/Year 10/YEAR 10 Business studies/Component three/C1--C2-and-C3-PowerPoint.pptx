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AAE7C0-8065-4B1D-B0B4-05354C6518B7}">
  <a:tblStyle styleId="{66AAE7C0-8065-4B1D-B0B4-05354C651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{66AAE7C0-8065-4B1D-B0B4-05354C6518B7}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