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448288-A66E-42AB-8A21-6E5203517E40}">
  <a:tblStyle styleId="{AF448288-A66E-42AB-8A21-6E5203517E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{AF448288-A66E-42AB-8A21-6E5203517E40}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