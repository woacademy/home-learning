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85AD297-77CB-436A-A738-87B487BDAE57}">
  <a:tblStyle styleId="{585AD297-77CB-436A-A738-87B487BDAE5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10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6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{585AD297-77CB-436A-A738-87B487BDAE57}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