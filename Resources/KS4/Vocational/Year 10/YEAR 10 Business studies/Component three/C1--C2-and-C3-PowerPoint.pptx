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C0A90-3358-466B-94BD-3D0CB17A9108}">
  <a:tblStyle styleId="{13CC0A90-3358-466B-94BD-3D0CB17A91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{13CC0A90-3358-466B-94BD-3D0CB17A9108}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