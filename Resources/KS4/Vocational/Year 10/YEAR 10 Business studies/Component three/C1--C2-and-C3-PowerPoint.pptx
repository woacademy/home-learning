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A12230F-CBC3-4B2B-954A-A96C8C59C4AB}">
  <a:tblStyle styleId="{BA12230F-CBC3-4B2B-954A-A96C8C59C4A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{BA12230F-CBC3-4B2B-954A-A96C8C59C4AB}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