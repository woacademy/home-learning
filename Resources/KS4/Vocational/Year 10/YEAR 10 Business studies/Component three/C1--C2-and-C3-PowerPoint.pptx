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CEACA1-F5E5-4F06-AAA9-B033EB3F6054}">
  <a:tblStyle styleId="{EACEACA1-F5E5-4F06-AAA9-B033EB3F60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{EACEACA1-F5E5-4F06-AAA9-B033EB3F6054}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