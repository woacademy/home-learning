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6DFE0D-67E2-4ADC-AFE9-AF6BC5714542}">
  <a:tblStyle styleId="{EA6DFE0D-67E2-4ADC-AFE9-AF6BC57145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{EA6DFE0D-67E2-4ADC-AFE9-AF6BC5714542}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