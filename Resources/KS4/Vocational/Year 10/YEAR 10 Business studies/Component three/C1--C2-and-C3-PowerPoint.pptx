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4DAB35-3FEC-47E9-B415-61DFB1F82DEE}">
  <a:tblStyle styleId="{464DAB35-3FEC-47E9-B415-61DFB1F82D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{464DAB35-3FEC-47E9-B415-61DFB1F82DEE}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