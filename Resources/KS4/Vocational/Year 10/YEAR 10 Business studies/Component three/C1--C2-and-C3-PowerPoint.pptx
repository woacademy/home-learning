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11C6A6-B2E2-47C0-92FC-D5883CB8A8BF}">
  <a:tblStyle styleId="{6911C6A6-B2E2-47C0-92FC-D5883CB8A8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{6911C6A6-B2E2-47C0-92FC-D5883CB8A8BF}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