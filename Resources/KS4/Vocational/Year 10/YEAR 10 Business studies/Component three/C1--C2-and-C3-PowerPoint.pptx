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0C6C78-536A-4893-ABDD-D49E9F07BDFD}">
  <a:tblStyle styleId="{670C6C78-536A-4893-ABDD-D49E9F07BD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{670C6C78-536A-4893-ABDD-D49E9F07BDFD}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