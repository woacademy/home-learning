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4C329B-9092-4CA2-9BF8-57B03DB6BB0B}">
  <a:tblStyle styleId="{454C329B-9092-4CA2-9BF8-57B03DB6BB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{454C329B-9092-4CA2-9BF8-57B03DB6BB0B}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