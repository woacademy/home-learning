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912309-397B-4234-B8CE-7C7EA8A5512C}">
  <a:tblStyle styleId="{5C912309-397B-4234-B8CE-7C7EA8A551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{5C912309-397B-4234-B8CE-7C7EA8A5512C}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