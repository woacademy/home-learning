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3B98C-BDB9-4F75-B599-4BFFD9926495}">
  <a:tblStyle styleId="{DAB3B98C-BDB9-4F75-B599-4BFFD99264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{DAB3B98C-BDB9-4F75-B599-4BFFD9926495}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