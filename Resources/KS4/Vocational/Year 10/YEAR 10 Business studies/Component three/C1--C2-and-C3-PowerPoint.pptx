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9A1028-9747-427F-9DD9-638AEE6A834F}">
  <a:tblStyle styleId="{339A1028-9747-427F-9DD9-638AEE6A83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{339A1028-9747-427F-9DD9-638AEE6A834F}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