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27897392-5BD6-4212-8FEA-A80D2BF72441}">
  <a:tblStyle styleId="{27897392-5BD6-4212-8FEA-A80D2BF7244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8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{27897392-5BD6-4212-8FEA-A80D2BF72441}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