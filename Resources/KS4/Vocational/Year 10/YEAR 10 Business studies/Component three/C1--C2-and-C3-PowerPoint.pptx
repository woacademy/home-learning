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115413-6C64-4FB7-B992-8F160C4C190F}">
  <a:tblStyle styleId="{37115413-6C64-4FB7-B992-8F160C4C1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{37115413-6C64-4FB7-B992-8F160C4C190F}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