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AD352-AFA1-4CF2-AB69-7762CA1C000B}">
  <a:tblStyle styleId="{24BAD352-AFA1-4CF2-AB69-7762CA1C00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{24BAD352-AFA1-4CF2-AB69-7762CA1C000B}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