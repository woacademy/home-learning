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DD70DF-311F-4851-9BDF-A13756CC3B33}">
  <a:tblStyle styleId="{73DD70DF-311F-4851-9BDF-A13756CC3B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{73DD70DF-311F-4851-9BDF-A13756CC3B33}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