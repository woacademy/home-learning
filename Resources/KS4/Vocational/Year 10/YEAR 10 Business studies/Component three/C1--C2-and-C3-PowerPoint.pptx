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0DDEAE-AB4D-460B-8544-407DFDA218C1}">
  <a:tblStyle styleId="{D20DDEAE-AB4D-460B-8544-407DFDA218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{D20DDEAE-AB4D-460B-8544-407DFDA218C1}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