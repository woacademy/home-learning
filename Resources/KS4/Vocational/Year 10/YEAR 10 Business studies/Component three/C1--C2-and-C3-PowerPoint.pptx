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520DAD-0613-410F-A47C-10CC79A95361}">
  <a:tblStyle styleId="{3D520DAD-0613-410F-A47C-10CC79A953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{3D520DAD-0613-410F-A47C-10CC79A95361}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