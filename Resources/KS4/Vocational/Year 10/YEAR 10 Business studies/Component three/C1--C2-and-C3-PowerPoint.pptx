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826B1-8DDE-4040-BC79-5E5E031D7DE3}">
  <a:tblStyle styleId="{663826B1-8DDE-4040-BC79-5E5E031D7D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{663826B1-8DDE-4040-BC79-5E5E031D7DE3}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