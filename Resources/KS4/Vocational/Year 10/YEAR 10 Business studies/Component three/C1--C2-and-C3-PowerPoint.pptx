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8BEC6-BAAD-4E95-BD7B-0C6693CD331A}">
  <a:tblStyle styleId="{55A8BEC6-BAAD-4E95-BD7B-0C6693CD3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{55A8BEC6-BAAD-4E95-BD7B-0C6693CD331A}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