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2F3FB3-5B6B-4184-B711-920062B093B0}">
  <a:tblStyle styleId="{992F3FB3-5B6B-4184-B711-920062B093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{992F3FB3-5B6B-4184-B711-920062B093B0}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