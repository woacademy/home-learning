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9B4D43-7339-4DEA-ABD7-10A6FB0A6020}">
  <a:tblStyle styleId="{E99B4D43-7339-4DEA-ABD7-10A6FB0A60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{E99B4D43-7339-4DEA-ABD7-10A6FB0A6020}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