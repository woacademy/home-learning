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4DD5B3-D7D5-4C32-8169-96A57BDD19C2}">
  <a:tblStyle styleId="{A44DD5B3-D7D5-4C32-8169-96A57BDD19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{A44DD5B3-D7D5-4C32-8169-96A57BDD19C2}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