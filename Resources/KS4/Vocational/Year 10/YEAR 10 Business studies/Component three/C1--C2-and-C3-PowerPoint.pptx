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0DEB02-F44D-48D3-A975-9A117CFB1F85}">
  <a:tblStyle styleId="{E10DEB02-F44D-48D3-A975-9A117CFB1F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{E10DEB02-F44D-48D3-A975-9A117CFB1F85}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