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8C1E81-54F6-43D9-8624-612C78FE6E16}">
  <a:tblStyle styleId="{4A8C1E81-54F6-43D9-8624-612C78FE6E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{4A8C1E81-54F6-43D9-8624-612C78FE6E16}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