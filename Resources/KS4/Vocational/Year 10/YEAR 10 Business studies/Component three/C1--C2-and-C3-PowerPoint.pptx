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85EBE2-564A-423D-8BED-AEC38E03B141}">
  <a:tblStyle styleId="{F785EBE2-564A-423D-8BED-AEC38E03B14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{F785EBE2-564A-423D-8BED-AEC38E03B141}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