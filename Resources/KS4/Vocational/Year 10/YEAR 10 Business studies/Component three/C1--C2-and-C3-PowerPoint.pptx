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B38AEB-DE2A-44D6-87F0-F5B98BD998BB}">
  <a:tblStyle styleId="{8EB38AEB-DE2A-44D6-87F0-F5B98BD998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{8EB38AEB-DE2A-44D6-87F0-F5B98BD998BB}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