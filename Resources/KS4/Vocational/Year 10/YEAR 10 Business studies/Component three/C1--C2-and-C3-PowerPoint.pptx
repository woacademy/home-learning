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3F2C47-CEC7-4975-AC59-7212C4FD4D11}">
  <a:tblStyle styleId="{023F2C47-CEC7-4975-AC59-7212C4FD4D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{023F2C47-CEC7-4975-AC59-7212C4FD4D11}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