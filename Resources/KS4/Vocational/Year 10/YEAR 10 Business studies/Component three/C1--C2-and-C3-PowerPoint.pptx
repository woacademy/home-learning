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D9B0A0-A3F1-44CE-B90C-5509C390678D}">
  <a:tblStyle styleId="{B8D9B0A0-A3F1-44CE-B90C-5509C39067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{B8D9B0A0-A3F1-44CE-B90C-5509C390678D}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