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44E13C-47C7-4FE3-A6C0-E9049BFDE892}">
  <a:tblStyle styleId="{D744E13C-47C7-4FE3-A6C0-E9049BFDE8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{D744E13C-47C7-4FE3-A6C0-E9049BFDE892}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