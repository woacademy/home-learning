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A8384F-40ED-4D29-B0B4-BACB8BEBFBCE}">
  <a:tblStyle styleId="{C7A8384F-40ED-4D29-B0B4-BACB8BEBFB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{C7A8384F-40ED-4D29-B0B4-BACB8BEBFBCE}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