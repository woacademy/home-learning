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302610-DBED-44D1-B2BC-976BC830717E}">
  <a:tblStyle styleId="{06302610-DBED-44D1-B2BC-976BC83071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{06302610-DBED-44D1-B2BC-976BC830717E}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