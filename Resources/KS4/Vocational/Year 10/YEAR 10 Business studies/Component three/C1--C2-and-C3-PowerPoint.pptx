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58230A-AA9F-4F97-8B57-D268EE29C933}">
  <a:tblStyle styleId="{4458230A-AA9F-4F97-8B57-D268EE29C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{4458230A-AA9F-4F97-8B57-D268EE29C933}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