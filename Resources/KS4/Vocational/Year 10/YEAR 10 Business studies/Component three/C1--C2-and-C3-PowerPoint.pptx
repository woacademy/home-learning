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4C05C4-1371-4E0A-96E3-BBA721271EB1}">
  <a:tblStyle styleId="{3B4C05C4-1371-4E0A-96E3-BBA721271E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{3B4C05C4-1371-4E0A-96E3-BBA721271EB1}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