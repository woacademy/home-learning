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1DF45D-04F4-439D-84E6-BB67EBA34F20}">
  <a:tblStyle styleId="{141DF45D-04F4-439D-84E6-BB67EBA34F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{141DF45D-04F4-439D-84E6-BB67EBA34F20}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