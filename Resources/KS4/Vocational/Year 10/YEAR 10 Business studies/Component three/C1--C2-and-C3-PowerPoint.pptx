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86CB6C7-9EA8-4AC2-9387-1F078C62CF07}">
  <a:tblStyle styleId="{E86CB6C7-9EA8-4AC2-9387-1F078C62CF0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{E86CB6C7-9EA8-4AC2-9387-1F078C62CF07}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