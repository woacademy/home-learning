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39F60-EB60-47FA-A3B3-BAA6A5005200}">
  <a:tblStyle styleId="{03939F60-EB60-47FA-A3B3-BAA6A50052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{03939F60-EB60-47FA-A3B3-BAA6A5005200}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