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5DA666-BB27-4212-B1F4-9F9F904A0782}">
  <a:tblStyle styleId="{5D5DA666-BB27-4212-B1F4-9F9F904A07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{5D5DA666-BB27-4212-B1F4-9F9F904A0782}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