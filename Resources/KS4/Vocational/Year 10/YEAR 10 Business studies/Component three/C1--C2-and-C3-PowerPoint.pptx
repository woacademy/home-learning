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5B5245-74A1-4BE7-98EE-FD21F02D6653}">
  <a:tblStyle styleId="{965B5245-74A1-4BE7-98EE-FD21F02D66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{965B5245-74A1-4BE7-98EE-FD21F02D6653}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