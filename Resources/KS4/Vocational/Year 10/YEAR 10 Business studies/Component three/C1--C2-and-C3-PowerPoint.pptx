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C93B8C-313A-406A-8AEF-71CAB4BA51DC}">
  <a:tblStyle styleId="{7CC93B8C-313A-406A-8AEF-71CAB4BA51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{7CC93B8C-313A-406A-8AEF-71CAB4BA51DC}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