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F7326B-4D9E-4864-8AC8-6481B8C6BC88}">
  <a:tblStyle styleId="{3AF7326B-4D9E-4864-8AC8-6481B8C6BC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{3AF7326B-4D9E-4864-8AC8-6481B8C6BC88}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