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7E8257-5FAA-480B-A3A1-9449A24E7F8E}">
  <a:tblStyle styleId="{EA7E8257-5FAA-480B-A3A1-9449A24E7F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{EA7E8257-5FAA-480B-A3A1-9449A24E7F8E}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