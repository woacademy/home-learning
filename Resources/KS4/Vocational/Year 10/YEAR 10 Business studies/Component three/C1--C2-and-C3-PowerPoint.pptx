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E67070-2E0D-4BCC-9C52-D47FB5CC20F7}">
  <a:tblStyle styleId="{AEE67070-2E0D-4BCC-9C52-D47FB5CC20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{AEE67070-2E0D-4BCC-9C52-D47FB5CC20F7}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