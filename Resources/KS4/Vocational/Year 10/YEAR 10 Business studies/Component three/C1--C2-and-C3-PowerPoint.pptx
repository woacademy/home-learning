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267A59-1BB1-44FC-9844-697E72326B65}">
  <a:tblStyle styleId="{8E267A59-1BB1-44FC-9844-697E72326B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{8E267A59-1BB1-44FC-9844-697E72326B65}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