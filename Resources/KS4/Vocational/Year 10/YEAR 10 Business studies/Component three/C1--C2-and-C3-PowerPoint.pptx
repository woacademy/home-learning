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AC91C-6FBE-4E12-887E-B9F8DA566329}">
  <a:tblStyle styleId="{B87AC91C-6FBE-4E12-887E-B9F8DA566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{B87AC91C-6FBE-4E12-887E-B9F8DA566329}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