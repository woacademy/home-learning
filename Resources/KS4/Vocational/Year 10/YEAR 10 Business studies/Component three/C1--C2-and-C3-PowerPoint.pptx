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A64A4E-7DC9-48D9-AB34-161640B36C2F}">
  <a:tblStyle styleId="{54A64A4E-7DC9-48D9-AB34-161640B36C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{54A64A4E-7DC9-48D9-AB34-161640B36C2F}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