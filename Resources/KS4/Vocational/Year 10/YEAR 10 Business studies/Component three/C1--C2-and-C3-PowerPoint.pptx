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1C7A8C-98F7-4B17-A307-B879F08CB9CD}">
  <a:tblStyle styleId="{611C7A8C-98F7-4B17-A307-B879F08CB9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{611C7A8C-98F7-4B17-A307-B879F08CB9CD}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