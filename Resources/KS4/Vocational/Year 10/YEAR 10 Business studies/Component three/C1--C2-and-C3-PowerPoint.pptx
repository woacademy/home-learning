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E89A47-CC3B-4EF0-88A0-8437260702AE}">
  <a:tblStyle styleId="{F6E89A47-CC3B-4EF0-88A0-843726070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{F6E89A47-CC3B-4EF0-88A0-8437260702AE}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