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C4611B-C5D7-4E97-AEE3-0C6DAD4B194E}">
  <a:tblStyle styleId="{77C4611B-C5D7-4E97-AEE3-0C6DAD4B1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{77C4611B-C5D7-4E97-AEE3-0C6DAD4B194E}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