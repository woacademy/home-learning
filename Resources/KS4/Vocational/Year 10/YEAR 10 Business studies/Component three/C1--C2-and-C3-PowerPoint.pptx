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C3A79C7-C10C-4E2D-BBE2-79AB3530E917}">
  <a:tblStyle styleId="{AC3A79C7-C10C-4E2D-BBE2-79AB3530E91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2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{AC3A79C7-C10C-4E2D-BBE2-79AB3530E917}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