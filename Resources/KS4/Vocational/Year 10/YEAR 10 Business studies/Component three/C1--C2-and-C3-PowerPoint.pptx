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A6A1B8-75E0-45E0-B8EC-DBEB3D4B0F24}">
  <a:tblStyle styleId="{68A6A1B8-75E0-45E0-B8EC-DBEB3D4B0F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{68A6A1B8-75E0-45E0-B8EC-DBEB3D4B0F24}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