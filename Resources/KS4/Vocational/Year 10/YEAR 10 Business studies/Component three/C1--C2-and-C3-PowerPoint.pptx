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D019EF-1845-44AA-B140-C279E7583962}">
  <a:tblStyle styleId="{7FD019EF-1845-44AA-B140-C279E75839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{7FD019EF-1845-44AA-B140-C279E7583962}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