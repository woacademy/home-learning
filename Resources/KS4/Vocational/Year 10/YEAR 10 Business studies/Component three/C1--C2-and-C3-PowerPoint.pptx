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88A2A0-F3BF-4CF7-B455-914FAAF09E9B}">
  <a:tblStyle styleId="{BF88A2A0-F3BF-4CF7-B455-914FAAF09E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{BF88A2A0-F3BF-4CF7-B455-914FAAF09E9B}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