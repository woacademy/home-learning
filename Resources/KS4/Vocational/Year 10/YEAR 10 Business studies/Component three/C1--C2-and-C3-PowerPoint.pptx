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EBB58A-5FFD-46B5-9146-CC4170CC5DFC}">
  <a:tblStyle styleId="{A4EBB58A-5FFD-46B5-9146-CC4170CC5D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{A4EBB58A-5FFD-46B5-9146-CC4170CC5DFC}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