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42DC6-D5C3-45C8-8653-7901BFA9B6A7}">
  <a:tblStyle styleId="{C4C42DC6-D5C3-45C8-8653-7901BFA9B6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{C4C42DC6-D5C3-45C8-8653-7901BFA9B6A7}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