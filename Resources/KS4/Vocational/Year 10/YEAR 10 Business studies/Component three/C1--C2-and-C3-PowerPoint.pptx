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6D67A7-488D-4C0E-BCE4-B4617FB10FAE}">
  <a:tblStyle styleId="{DF6D67A7-488D-4C0E-BCE4-B4617FB10F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{DF6D67A7-488D-4C0E-BCE4-B4617FB10FAE}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