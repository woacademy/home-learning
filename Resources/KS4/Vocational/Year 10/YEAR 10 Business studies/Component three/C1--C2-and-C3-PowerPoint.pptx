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AE804F-0754-4995-8921-CBA5BA72B439}">
  <a:tblStyle styleId="{77AE804F-0754-4995-8921-CBA5BA72B4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{77AE804F-0754-4995-8921-CBA5BA72B439}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