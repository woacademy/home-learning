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49ED36-9176-4165-8FCF-75A3BF8E09F1}">
  <a:tblStyle styleId="{DC49ED36-9176-4165-8FCF-75A3BF8E09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{DC49ED36-9176-4165-8FCF-75A3BF8E09F1}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