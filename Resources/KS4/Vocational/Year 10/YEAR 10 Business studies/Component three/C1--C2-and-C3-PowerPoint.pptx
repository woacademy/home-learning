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D232DB-D768-4EFE-9AC2-A983D42D8E84}">
  <a:tblStyle styleId="{BBD232DB-D768-4EFE-9AC2-A983D42D8E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{BBD232DB-D768-4EFE-9AC2-A983D42D8E84}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