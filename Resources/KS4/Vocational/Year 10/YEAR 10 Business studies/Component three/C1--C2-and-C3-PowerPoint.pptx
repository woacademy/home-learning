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10F2A77-6775-438C-BD28-1EC2AF0AB83A}">
  <a:tblStyle styleId="{010F2A77-6775-438C-BD28-1EC2AF0AB83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{010F2A77-6775-438C-BD28-1EC2AF0AB83A}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