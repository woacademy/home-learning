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A3514-4E25-4727-8208-F60B340C2978}">
  <a:tblStyle styleId="{A1AA3514-4E25-4727-8208-F60B340C2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{A1AA3514-4E25-4727-8208-F60B340C2978}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