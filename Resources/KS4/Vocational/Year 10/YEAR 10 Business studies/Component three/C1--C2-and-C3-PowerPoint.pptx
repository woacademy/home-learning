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74F49E-453A-4DAC-B015-57E40E63BC17}">
  <a:tblStyle styleId="{6174F49E-453A-4DAC-B015-57E40E63BC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{6174F49E-453A-4DAC-B015-57E40E63BC17}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