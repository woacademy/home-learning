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B9E666-8343-4D68-9134-4E6F5BDF7B72}">
  <a:tblStyle styleId="{BFB9E666-8343-4D68-9134-4E6F5BDF7B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{BFB9E666-8343-4D68-9134-4E6F5BDF7B72}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