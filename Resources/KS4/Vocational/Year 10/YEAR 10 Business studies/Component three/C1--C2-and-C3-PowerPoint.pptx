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479D38-31A2-44E6-8C07-D76D647F42B5}">
  <a:tblStyle styleId="{9D479D38-31A2-44E6-8C07-D76D647F42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{9D479D38-31A2-44E6-8C07-D76D647F42B5}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