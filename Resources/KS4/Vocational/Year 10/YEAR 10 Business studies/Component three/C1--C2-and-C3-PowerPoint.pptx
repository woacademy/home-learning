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FCC360-780F-488C-A716-EA5199B4A216}">
  <a:tblStyle styleId="{99FCC360-780F-488C-A716-EA5199B4A2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{99FCC360-780F-488C-A716-EA5199B4A216}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