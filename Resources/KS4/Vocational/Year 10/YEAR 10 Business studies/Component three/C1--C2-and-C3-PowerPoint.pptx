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349C0A1-EDA1-4164-8776-A9412CA44170}">
  <a:tblStyle styleId="{8349C0A1-EDA1-4164-8776-A9412CA441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{8349C0A1-EDA1-4164-8776-A9412CA44170}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