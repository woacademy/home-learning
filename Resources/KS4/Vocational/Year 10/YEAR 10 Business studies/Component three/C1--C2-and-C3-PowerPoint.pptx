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A4FCAF-CEF3-4AC6-B59B-2D7124BCE172}">
  <a:tblStyle styleId="{25A4FCAF-CEF3-4AC6-B59B-2D7124BCE1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{25A4FCAF-CEF3-4AC6-B59B-2D7124BCE172}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