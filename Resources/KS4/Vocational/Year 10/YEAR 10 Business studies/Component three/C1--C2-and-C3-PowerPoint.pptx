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8D0074-02CC-401A-87CF-DB2B129EF990}">
  <a:tblStyle styleId="{A08D0074-02CC-401A-87CF-DB2B129EF9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{A08D0074-02CC-401A-87CF-DB2B129EF990}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