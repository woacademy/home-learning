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DEA58AF-823E-4D9E-B6BF-429D7D7AB61C}">
  <a:tblStyle styleId="{2DEA58AF-823E-4D9E-B6BF-429D7D7AB6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{2DEA58AF-823E-4D9E-B6BF-429D7D7AB61C}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