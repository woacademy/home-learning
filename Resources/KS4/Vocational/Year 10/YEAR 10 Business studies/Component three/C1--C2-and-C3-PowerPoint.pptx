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C9D9F0-DBD6-4EC7-8481-86B49A2B09E7}">
  <a:tblStyle styleId="{51C9D9F0-DBD6-4EC7-8481-86B49A2B09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{51C9D9F0-DBD6-4EC7-8481-86B49A2B09E7}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