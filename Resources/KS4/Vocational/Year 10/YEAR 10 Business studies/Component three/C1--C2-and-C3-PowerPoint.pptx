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BCB8D4-4A02-4C23-8AB7-30548911CDF7}">
  <a:tblStyle styleId="{83BCB8D4-4A02-4C23-8AB7-30548911CD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{83BCB8D4-4A02-4C23-8AB7-30548911CDF7}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