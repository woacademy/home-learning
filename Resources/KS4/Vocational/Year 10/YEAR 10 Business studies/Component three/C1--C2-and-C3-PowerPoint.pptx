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F4109-7302-433F-95B9-75790F2FF865}">
  <a:tblStyle styleId="{D6FF4109-7302-433F-95B9-75790F2FF8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{D6FF4109-7302-433F-95B9-75790F2FF865}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