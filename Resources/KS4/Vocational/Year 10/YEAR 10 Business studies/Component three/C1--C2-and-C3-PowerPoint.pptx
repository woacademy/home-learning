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B2BB63-7CA7-403E-8908-7524F4484C6C}">
  <a:tblStyle styleId="{FFB2BB63-7CA7-403E-8908-7524F4484C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{FFB2BB63-7CA7-403E-8908-7524F4484C6C}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