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63D8293-A186-4930-AD29-B557A1F5AAD0}">
  <a:tblStyle styleId="{C63D8293-A186-4930-AD29-B557A1F5AAD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{C63D8293-A186-4930-AD29-B557A1F5AAD0}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