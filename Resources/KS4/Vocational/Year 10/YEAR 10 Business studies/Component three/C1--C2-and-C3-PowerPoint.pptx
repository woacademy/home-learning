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AAEE1C-7770-4D92-9E73-5B447C415A8B}">
  <a:tblStyle styleId="{6FAAEE1C-7770-4D92-9E73-5B447C415A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{6FAAEE1C-7770-4D92-9E73-5B447C415A8B}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