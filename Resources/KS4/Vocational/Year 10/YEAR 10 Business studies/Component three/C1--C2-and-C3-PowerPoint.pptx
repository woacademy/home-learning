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7F1609-C7D2-4CDC-B5BE-15F779183626}">
  <a:tblStyle styleId="{DF7F1609-C7D2-4CDC-B5BE-15F7791836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{DF7F1609-C7D2-4CDC-B5BE-15F779183626}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