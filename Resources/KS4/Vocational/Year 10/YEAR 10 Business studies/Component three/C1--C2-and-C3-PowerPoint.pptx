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65515C-877A-4670-BDEB-F40DC8AF0003}">
  <a:tblStyle styleId="{4B65515C-877A-4670-BDEB-F40DC8AF00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{4B65515C-877A-4670-BDEB-F40DC8AF0003}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