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74A17-D8AB-490D-B2AB-52906F998A20}">
  <a:tblStyle styleId="{DBD74A17-D8AB-490D-B2AB-52906F998A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{DBD74A17-D8AB-490D-B2AB-52906F998A20}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