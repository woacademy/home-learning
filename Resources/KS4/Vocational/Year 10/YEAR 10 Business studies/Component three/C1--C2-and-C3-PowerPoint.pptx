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C6EB23-4303-42B9-BC10-3E5C86A943FF}">
  <a:tblStyle styleId="{85C6EB23-4303-42B9-BC10-3E5C86A943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{85C6EB23-4303-42B9-BC10-3E5C86A943FF}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