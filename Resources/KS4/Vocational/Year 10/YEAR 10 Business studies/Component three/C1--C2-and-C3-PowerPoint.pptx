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34EDC1C-6318-47C6-81EF-BF6B2555AA8A}">
  <a:tblStyle styleId="{C34EDC1C-6318-47C6-81EF-BF6B2555AA8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{C34EDC1C-6318-47C6-81EF-BF6B2555AA8A}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