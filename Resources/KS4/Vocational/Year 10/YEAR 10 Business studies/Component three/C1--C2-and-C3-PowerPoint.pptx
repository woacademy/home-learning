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73B40A6-295E-4DEB-8C16-A31A7780890C}">
  <a:tblStyle styleId="{273B40A6-295E-4DEB-8C16-A31A7780890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{273B40A6-295E-4DEB-8C16-A31A7780890C}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