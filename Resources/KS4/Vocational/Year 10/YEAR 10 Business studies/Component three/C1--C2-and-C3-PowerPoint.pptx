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C4F410-3B66-45B7-98CE-4DEF579317FC}">
  <a:tblStyle styleId="{55C4F410-3B66-45B7-98CE-4DEF579317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{55C4F410-3B66-45B7-98CE-4DEF579317FC}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