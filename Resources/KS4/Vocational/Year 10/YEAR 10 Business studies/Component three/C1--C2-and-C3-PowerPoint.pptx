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0AEE10-9DD6-475A-BAD3-434025B7E86B}">
  <a:tblStyle styleId="{A40AEE10-9DD6-475A-BAD3-434025B7E8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{A40AEE10-9DD6-475A-BAD3-434025B7E86B}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