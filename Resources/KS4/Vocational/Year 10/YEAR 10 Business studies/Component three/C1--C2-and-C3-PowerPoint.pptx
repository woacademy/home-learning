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7260CD9-920C-41C2-A689-7DD898AC40FA}">
  <a:tblStyle styleId="{07260CD9-920C-41C2-A689-7DD898AC40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{07260CD9-920C-41C2-A689-7DD898AC40FA}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