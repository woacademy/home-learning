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95A3E71-C38C-4A5A-B790-2C78D717C06F}">
  <a:tblStyle styleId="{C95A3E71-C38C-4A5A-B790-2C78D717C06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{C95A3E71-C38C-4A5A-B790-2C78D717C06F}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