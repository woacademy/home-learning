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EB1A86-E797-4C67-AAC9-3B746FCE418C}">
  <a:tblStyle styleId="{78EB1A86-E797-4C67-AAC9-3B746FCE41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{78EB1A86-E797-4C67-AAC9-3B746FCE418C}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