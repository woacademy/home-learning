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4C2826A-DC16-439B-8DD1-D4E46F8CDFC5}">
  <a:tblStyle styleId="{C4C2826A-DC16-439B-8DD1-D4E46F8CDFC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9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{C4C2826A-DC16-439B-8DD1-D4E46F8CDFC5}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