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29F94F7-A52C-4036-A81B-B614641915C0}">
  <a:tblStyle styleId="{829F94F7-A52C-4036-A81B-B614641915C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{829F94F7-A52C-4036-A81B-B614641915C0}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