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AAC5D7-0490-4D1C-853D-8F48799BFDD7}">
  <a:tblStyle styleId="{C6AAC5D7-0490-4D1C-853D-8F48799BFD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{C6AAC5D7-0490-4D1C-853D-8F48799BFDD7}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