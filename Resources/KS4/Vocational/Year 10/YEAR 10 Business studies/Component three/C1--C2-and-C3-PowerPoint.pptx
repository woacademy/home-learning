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1C4308-F5E8-4203-AA03-5D38386E6B8E}">
  <a:tblStyle styleId="{DA1C4308-F5E8-4203-AA03-5D38386E6B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{DA1C4308-F5E8-4203-AA03-5D38386E6B8E}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