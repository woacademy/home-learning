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FB4FF2-62D5-48EC-9D19-FD215B457B5A}">
  <a:tblStyle styleId="{DDFB4FF2-62D5-48EC-9D19-FD215B457B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{DDFB4FF2-62D5-48EC-9D19-FD215B457B5A}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