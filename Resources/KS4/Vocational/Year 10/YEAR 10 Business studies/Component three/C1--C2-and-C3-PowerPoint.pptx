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7A7734-5439-4B1F-B318-D9B04ABE2D7B}">
  <a:tblStyle styleId="{897A7734-5439-4B1F-B318-D9B04ABE2D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{897A7734-5439-4B1F-B318-D9B04ABE2D7B}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