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E2E1B9-8F1D-4153-A9DB-28DC10CCA9FE}">
  <a:tblStyle styleId="{55E2E1B9-8F1D-4153-A9DB-28DC10CCA9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{55E2E1B9-8F1D-4153-A9DB-28DC10CCA9FE}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