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8F8468-27E1-440F-A056-C8FD0968C96E}">
  <a:tblStyle styleId="{918F8468-27E1-440F-A056-C8FD0968C9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{918F8468-27E1-440F-A056-C8FD0968C96E}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