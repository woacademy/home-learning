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B70A77C-A87C-47A3-AFA2-FC9D846C6411}">
  <a:tblStyle styleId="{6B70A77C-A87C-47A3-AFA2-FC9D846C64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{6B70A77C-A87C-47A3-AFA2-FC9D846C6411}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