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1CAA9B-E50A-4A47-994F-F466D23302EC}">
  <a:tblStyle styleId="{5D1CAA9B-E50A-4A47-994F-F466D23302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{5D1CAA9B-E50A-4A47-994F-F466D23302EC}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