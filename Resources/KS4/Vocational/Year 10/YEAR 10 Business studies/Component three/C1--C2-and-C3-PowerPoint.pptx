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E0589D-E897-40AB-B15F-AE3768F6D514}">
  <a:tblStyle styleId="{57E0589D-E897-40AB-B15F-AE3768F6D5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{57E0589D-E897-40AB-B15F-AE3768F6D514}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