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FB3A84-17FC-440E-B323-681D143A297C}">
  <a:tblStyle styleId="{E8FB3A84-17FC-440E-B323-681D143A29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{E8FB3A84-17FC-440E-B323-681D143A297C}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