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D848BF-A91A-42AD-9A05-0BFAA65CBB57}">
  <a:tblStyle styleId="{A4D848BF-A91A-42AD-9A05-0BFAA65CBB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{A4D848BF-A91A-42AD-9A05-0BFAA65CBB57}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