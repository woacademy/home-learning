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F6AFF3-7D9F-4CC6-B381-EFCCD22B3087}">
  <a:tblStyle styleId="{61F6AFF3-7D9F-4CC6-B381-EFCCD22B30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{61F6AFF3-7D9F-4CC6-B381-EFCCD22B3087}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