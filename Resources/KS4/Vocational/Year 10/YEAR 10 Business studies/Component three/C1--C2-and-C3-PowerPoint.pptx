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E1764-6861-4B46-8B7F-612292E4869A}">
  <a:tblStyle styleId="{914E1764-6861-4B46-8B7F-612292E48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{914E1764-6861-4B46-8B7F-612292E4869A}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