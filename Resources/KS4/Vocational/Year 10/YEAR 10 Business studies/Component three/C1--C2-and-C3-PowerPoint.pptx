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75934A-081C-438B-8B24-333417AFC5B9}">
  <a:tblStyle styleId="{A575934A-081C-438B-8B24-333417AFC5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{A575934A-081C-438B-8B24-333417AFC5B9}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