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E4980E-F4C8-4013-AB90-BBB25A007896}">
  <a:tblStyle styleId="{1FE4980E-F4C8-4013-AB90-BBB25A0078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{1FE4980E-F4C8-4013-AB90-BBB25A007896}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