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CCD016-D99B-468D-83E3-FB0446D9E540}">
  <a:tblStyle styleId="{5CCCD016-D99B-468D-83E3-FB0446D9E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{5CCCD016-D99B-468D-83E3-FB0446D9E540}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