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393693-1F17-4B36-BC45-8466A8AFB534}">
  <a:tblStyle styleId="{63393693-1F17-4B36-BC45-8466A8AFB5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{63393693-1F17-4B36-BC45-8466A8AFB534}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