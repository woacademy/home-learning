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E56F11-0369-4844-A443-309297D082FC}">
  <a:tblStyle styleId="{6CE56F11-0369-4844-A443-309297D082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{6CE56F11-0369-4844-A443-309297D082FC}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