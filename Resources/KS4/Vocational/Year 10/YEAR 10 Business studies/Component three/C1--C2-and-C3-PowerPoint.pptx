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7BC844-C515-48F3-AD0C-CD2AB4FDA1AF}">
  <a:tblStyle styleId="{3E7BC844-C515-48F3-AD0C-CD2AB4FDA1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{3E7BC844-C515-48F3-AD0C-CD2AB4FDA1AF}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