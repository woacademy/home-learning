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659169-1673-406B-B2AB-DA43A09E8B9A}">
  <a:tblStyle styleId="{C2659169-1673-406B-B2AB-DA43A09E8B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{C2659169-1673-406B-B2AB-DA43A09E8B9A}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