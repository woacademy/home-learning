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4879E1-D71F-461C-A63B-BF46CA0F8EA4}">
  <a:tblStyle styleId="{474879E1-D71F-461C-A63B-BF46CA0F8E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{474879E1-D71F-461C-A63B-BF46CA0F8EA4}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