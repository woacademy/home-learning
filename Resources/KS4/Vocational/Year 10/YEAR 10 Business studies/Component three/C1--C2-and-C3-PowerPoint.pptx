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CC5CF3-892C-47E2-87CB-E4B8DC153804}">
  <a:tblStyle styleId="{5FCC5CF3-892C-47E2-87CB-E4B8DC1538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{5FCC5CF3-892C-47E2-87CB-E4B8DC153804}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