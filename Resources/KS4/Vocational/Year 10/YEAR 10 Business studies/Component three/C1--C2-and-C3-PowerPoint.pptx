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43610-0E6C-4008-A3C0-2797512F663E}">
  <a:tblStyle styleId="{41E43610-0E6C-4008-A3C0-2797512F66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{41E43610-0E6C-4008-A3C0-2797512F663E}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