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060E0-61B5-4077-AF1D-48FEE3DB3149}">
  <a:tblStyle styleId="{A4C060E0-61B5-4077-AF1D-48FEE3DB3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{A4C060E0-61B5-4077-AF1D-48FEE3DB3149}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