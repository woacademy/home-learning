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2EEF81-AEEF-42F8-A6E3-6A85AA7E4536}">
  <a:tblStyle styleId="{9C2EEF81-AEEF-42F8-A6E3-6A85AA7E45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{9C2EEF81-AEEF-42F8-A6E3-6A85AA7E4536}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