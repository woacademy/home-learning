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A35C4F-4FF1-4228-8C2C-41870EFAEC0F}">
  <a:tblStyle styleId="{FAA35C4F-4FF1-4228-8C2C-41870EFAEC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{FAA35C4F-4FF1-4228-8C2C-41870EFAEC0F}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