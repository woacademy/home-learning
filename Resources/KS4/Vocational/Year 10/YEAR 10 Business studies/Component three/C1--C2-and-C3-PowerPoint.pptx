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24D34C-70CC-4A7E-83C3-786B10BD2F4B}">
  <a:tblStyle styleId="{EB24D34C-70CC-4A7E-83C3-786B10BD2F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{EB24D34C-70CC-4A7E-83C3-786B10BD2F4B}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