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4C920B-01C9-4682-B096-3368AF0C7351}">
  <a:tblStyle styleId="{904C920B-01C9-4682-B096-3368AF0C73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{904C920B-01C9-4682-B096-3368AF0C7351}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