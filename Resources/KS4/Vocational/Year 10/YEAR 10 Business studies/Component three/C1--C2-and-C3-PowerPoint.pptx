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3F89E0-E262-44EF-8125-F3FBB1F04206}">
  <a:tblStyle styleId="{8E3F89E0-E262-44EF-8125-F3FBB1F042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{8E3F89E0-E262-44EF-8125-F3FBB1F04206}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