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6C0C5-F74E-4463-B9A9-289BA30C2557}">
  <a:tblStyle styleId="{B346C0C5-F74E-4463-B9A9-289BA30C25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{B346C0C5-F74E-4463-B9A9-289BA30C2557}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