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BEE09D-C044-4104-9975-59B2F88596F7}">
  <a:tblStyle styleId="{74BEE09D-C044-4104-9975-59B2F88596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{74BEE09D-C044-4104-9975-59B2F88596F7}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