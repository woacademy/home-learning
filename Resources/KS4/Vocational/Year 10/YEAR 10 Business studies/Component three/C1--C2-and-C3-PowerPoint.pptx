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83CB5E-481E-463A-A84B-FC1C3EF9B1C0}">
  <a:tblStyle styleId="{C683CB5E-481E-463A-A84B-FC1C3EF9B1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{C683CB5E-481E-463A-A84B-FC1C3EF9B1C0}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