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FA82EF-3A8A-4208-A2C4-DF8B04417D19}">
  <a:tblStyle styleId="{9FFA82EF-3A8A-4208-A2C4-DF8B04417D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{9FFA82EF-3A8A-4208-A2C4-DF8B04417D19}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