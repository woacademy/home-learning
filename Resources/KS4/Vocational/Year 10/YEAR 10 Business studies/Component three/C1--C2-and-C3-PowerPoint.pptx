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9923D2-AB09-4B18-BB91-AACB68C4B884}">
  <a:tblStyle styleId="{4B9923D2-AB09-4B18-BB91-AACB68C4B8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{4B9923D2-AB09-4B18-BB91-AACB68C4B884}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