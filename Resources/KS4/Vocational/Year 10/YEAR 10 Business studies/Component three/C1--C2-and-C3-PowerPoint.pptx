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FCF262-CC91-4698-8C9E-03AB67764708}">
  <a:tblStyle styleId="{C6FCF262-CC91-4698-8C9E-03AB677647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{C6FCF262-CC91-4698-8C9E-03AB67764708}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