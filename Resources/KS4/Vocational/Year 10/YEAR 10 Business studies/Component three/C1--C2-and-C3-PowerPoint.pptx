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20F53-75E7-44A7-95FD-FA5BC03BD20B}">
  <a:tblStyle styleId="{A4620F53-75E7-44A7-95FD-FA5BC03BD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{A4620F53-75E7-44A7-95FD-FA5BC03BD20B}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