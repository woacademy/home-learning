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7AB437-C90E-47F7-80AC-33F737B1DD24}">
  <a:tblStyle styleId="{D77AB437-C90E-47F7-80AC-33F737B1DD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{D77AB437-C90E-47F7-80AC-33F737B1DD24}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