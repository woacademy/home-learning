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B401AB-234B-45FC-B99C-D250F9BB406C}">
  <a:tblStyle styleId="{0FB401AB-234B-45FC-B99C-D250F9BB40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{0FB401AB-234B-45FC-B99C-D250F9BB406C}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