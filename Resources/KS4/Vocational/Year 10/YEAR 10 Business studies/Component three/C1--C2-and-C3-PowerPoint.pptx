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44B02F-E728-4580-A422-B060E4203FEA}">
  <a:tblStyle styleId="{CC44B02F-E728-4580-A422-B060E4203F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{CC44B02F-E728-4580-A422-B060E4203FEA}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