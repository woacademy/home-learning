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EBA547-4404-4099-A5B7-659E79B5A5FA}">
  <a:tblStyle styleId="{75EBA547-4404-4099-A5B7-659E79B5A5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{75EBA547-4404-4099-A5B7-659E79B5A5FA}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