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35E264F-9F23-4335-85AD-2B080CC14022}">
  <a:tblStyle styleId="{035E264F-9F23-4335-85AD-2B080CC140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{035E264F-9F23-4335-85AD-2B080CC14022}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