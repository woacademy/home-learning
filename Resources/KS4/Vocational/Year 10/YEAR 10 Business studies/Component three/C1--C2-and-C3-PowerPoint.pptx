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C58DA9-4482-46CA-8809-069433AE8323}">
  <a:tblStyle styleId="{97C58DA9-4482-46CA-8809-069433AE832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{97C58DA9-4482-46CA-8809-069433AE8323}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