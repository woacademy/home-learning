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7C6D86-F892-4C72-9BE4-E2494FF89EB4}">
  <a:tblStyle styleId="{1C7C6D86-F892-4C72-9BE4-E2494FF89E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{1C7C6D86-F892-4C72-9BE4-E2494FF89EB4}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