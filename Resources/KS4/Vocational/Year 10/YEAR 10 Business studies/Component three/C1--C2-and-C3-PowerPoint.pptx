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0D1605-59DF-4748-8C9F-57F3A5CEB46F}">
  <a:tblStyle styleId="{680D1605-59DF-4748-8C9F-57F3A5CEB4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{680D1605-59DF-4748-8C9F-57F3A5CEB46F}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