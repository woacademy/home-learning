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3BF204B-FA21-4D97-99F8-817592E31027}">
  <a:tblStyle styleId="{63BF204B-FA21-4D97-99F8-817592E3102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0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{63BF204B-FA21-4D97-99F8-817592E31027}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