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BDD83A-7451-4859-B136-DF7DD2EA85AC}">
  <a:tblStyle styleId="{12BDD83A-7451-4859-B136-DF7DD2EA85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{12BDD83A-7451-4859-B136-DF7DD2EA85AC}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