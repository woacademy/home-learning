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CE31C4-319C-4FD1-96D5-55786E6D55A5}">
  <a:tblStyle styleId="{02CE31C4-319C-4FD1-96D5-55786E6D55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{02CE31C4-319C-4FD1-96D5-55786E6D55A5}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