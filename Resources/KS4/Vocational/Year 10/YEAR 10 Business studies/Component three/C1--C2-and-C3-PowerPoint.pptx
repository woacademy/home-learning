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C31E0D2-928F-4CD9-9C03-03406B39505C}">
  <a:tblStyle styleId="{DC31E0D2-928F-4CD9-9C03-03406B39505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{DC31E0D2-928F-4CD9-9C03-03406B39505C}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