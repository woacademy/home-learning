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E8404F-3884-470E-88E7-8F80E1EA1EB5}">
  <a:tblStyle styleId="{80E8404F-3884-470E-88E7-8F80E1EA1E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{80E8404F-3884-470E-88E7-8F80E1EA1EB5}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