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900385-8598-44A4-9ED1-E31C6CDB8442}">
  <a:tblStyle styleId="{CF900385-8598-44A4-9ED1-E31C6CDB84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{CF900385-8598-44A4-9ED1-E31C6CDB8442}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