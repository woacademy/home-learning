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828C1D-1727-4094-8A0E-F3E4209FD9F6}">
  <a:tblStyle styleId="{D0828C1D-1727-4094-8A0E-F3E4209FD9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{D0828C1D-1727-4094-8A0E-F3E4209FD9F6}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