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2C51B0-0A5A-45DF-B5E5-9846740C3221}">
  <a:tblStyle styleId="{6D2C51B0-0A5A-45DF-B5E5-9846740C322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{6D2C51B0-0A5A-45DF-B5E5-9846740C3221}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