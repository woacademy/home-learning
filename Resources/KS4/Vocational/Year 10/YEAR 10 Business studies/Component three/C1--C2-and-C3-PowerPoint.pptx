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A7DA7C-9BEE-4E69-A864-AEAB8C67960A}">
  <a:tblStyle styleId="{3BA7DA7C-9BEE-4E69-A864-AEAB8C6796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{3BA7DA7C-9BEE-4E69-A864-AEAB8C67960A}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