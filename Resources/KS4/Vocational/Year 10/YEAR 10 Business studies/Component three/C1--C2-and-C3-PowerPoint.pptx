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C58E3C-4DCE-4DBF-9DB5-236155A98BDE}">
  <a:tblStyle styleId="{F5C58E3C-4DCE-4DBF-9DB5-236155A98B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{F5C58E3C-4DCE-4DBF-9DB5-236155A98BDE}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