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B4659F-865B-4953-AC09-94F319776475}">
  <a:tblStyle styleId="{A9B4659F-865B-4953-AC09-94F3197764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{A9B4659F-865B-4953-AC09-94F319776475}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