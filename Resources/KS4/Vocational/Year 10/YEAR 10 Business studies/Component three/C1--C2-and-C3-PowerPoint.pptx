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86DB6F-F6E0-4EB9-A03C-C3E3683F9FD7}">
  <a:tblStyle styleId="{3786DB6F-F6E0-4EB9-A03C-C3E3683F9F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{3786DB6F-F6E0-4EB9-A03C-C3E3683F9FD7}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