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F0BA39-8AD8-485B-B9BB-9227BE3409FC}">
  <a:tblStyle styleId="{E7F0BA39-8AD8-485B-B9BB-9227BE3409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{E7F0BA39-8AD8-485B-B9BB-9227BE3409FC}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