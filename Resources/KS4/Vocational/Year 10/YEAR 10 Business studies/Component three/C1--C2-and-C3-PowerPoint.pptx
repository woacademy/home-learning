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144DAFB-D5EE-4CA8-9058-CB5348B1F005}">
  <a:tblStyle styleId="{D144DAFB-D5EE-4CA8-9058-CB5348B1F0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{D144DAFB-D5EE-4CA8-9058-CB5348B1F005}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