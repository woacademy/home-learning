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146BD0-4357-47A4-98D7-CAFF6026325A}">
  <a:tblStyle styleId="{CE146BD0-4357-47A4-98D7-CAFF602632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{CE146BD0-4357-47A4-98D7-CAFF6026325A}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