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CFB0442-8C75-4F39-A0BF-A01AF83AF687}">
  <a:tblStyle styleId="{9CFB0442-8C75-4F39-A0BF-A01AF83AF68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9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0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4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{9CFB0442-8C75-4F39-A0BF-A01AF83AF687}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