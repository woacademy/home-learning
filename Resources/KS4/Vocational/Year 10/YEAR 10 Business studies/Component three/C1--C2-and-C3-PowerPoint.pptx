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3EA264-BA79-4B4A-A3A4-91F46F3155D9}">
  <a:tblStyle styleId="{B53EA264-BA79-4B4A-A3A4-91F46F3155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{B53EA264-BA79-4B4A-A3A4-91F46F3155D9}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