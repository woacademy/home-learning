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1BB1BD-44A6-4AE6-87B3-2D1458C70497}">
  <a:tblStyle styleId="{AB1BB1BD-44A6-4AE6-87B3-2D1458C704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{AB1BB1BD-44A6-4AE6-87B3-2D1458C70497}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