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2F6497-F09B-4C69-BFC9-78C70A7F5908}">
  <a:tblStyle styleId="{312F6497-F09B-4C69-BFC9-78C70A7F590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{312F6497-F09B-4C69-BFC9-78C70A7F5908}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