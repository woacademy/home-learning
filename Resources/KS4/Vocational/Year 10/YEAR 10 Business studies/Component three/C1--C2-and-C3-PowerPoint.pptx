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9610FC-84D5-4AB4-AE10-75D7F48D2EE2}">
  <a:tblStyle styleId="{DB9610FC-84D5-4AB4-AE10-75D7F48D2E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{DB9610FC-84D5-4AB4-AE10-75D7F48D2EE2}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