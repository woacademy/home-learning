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59DA28-B595-41DB-A122-985338DAEE7F}">
  <a:tblStyle styleId="{B359DA28-B595-41DB-A122-985338DAEE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{B359DA28-B595-41DB-A122-985338DAEE7F}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