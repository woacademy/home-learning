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B347C9-1D4D-4FE5-8549-D3EFC81DCF79}">
  <a:tblStyle styleId="{8DB347C9-1D4D-4FE5-8549-D3EFC81DCF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{8DB347C9-1D4D-4FE5-8549-D3EFC81DCF79}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