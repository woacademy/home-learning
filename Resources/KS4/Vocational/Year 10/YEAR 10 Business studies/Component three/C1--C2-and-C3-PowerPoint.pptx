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91B603-D18B-43A4-8130-C51F1C639C35}">
  <a:tblStyle styleId="{F191B603-D18B-43A4-8130-C51F1C639C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{F191B603-D18B-43A4-8130-C51F1C639C35}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