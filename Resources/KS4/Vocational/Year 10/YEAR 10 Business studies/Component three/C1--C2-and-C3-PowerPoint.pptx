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38A34C-A159-4180-8BB7-49E6C15780D0}">
  <a:tblStyle styleId="{A538A34C-A159-4180-8BB7-49E6C15780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{A538A34C-A159-4180-8BB7-49E6C15780D0}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