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A87D32-64B2-480D-BC23-D3C2E3DADCCE}">
  <a:tblStyle styleId="{D0A87D32-64B2-480D-BC23-D3C2E3DADC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{D0A87D32-64B2-480D-BC23-D3C2E3DADCCE}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