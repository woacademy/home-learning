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B6B72-2C82-4F67-806A-08239D2F5424}">
  <a:tblStyle styleId="{C3AB6B72-2C82-4F67-806A-08239D2F54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{C3AB6B72-2C82-4F67-806A-08239D2F5424}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