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EBF60A-993D-4A4F-BEE1-366F9E5FD68E}">
  <a:tblStyle styleId="{57EBF60A-993D-4A4F-BEE1-366F9E5FD6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{57EBF60A-993D-4A4F-BEE1-366F9E5FD68E}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