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6F8A77-B833-4D6B-8CAA-FE813D018437}">
  <a:tblStyle styleId="{E56F8A77-B833-4D6B-8CAA-FE813D0184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{E56F8A77-B833-4D6B-8CAA-FE813D018437}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