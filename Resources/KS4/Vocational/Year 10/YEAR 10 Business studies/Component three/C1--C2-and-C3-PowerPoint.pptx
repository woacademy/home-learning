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C4063B-8727-4543-BCFC-7676D53E835F}">
  <a:tblStyle styleId="{8EC4063B-8727-4543-BCFC-7676D53E83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{8EC4063B-8727-4543-BCFC-7676D53E835F}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