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868D94-8168-42FE-9510-E085D7A6A404}">
  <a:tblStyle styleId="{28868D94-8168-42FE-9510-E085D7A6A4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{28868D94-8168-42FE-9510-E085D7A6A404}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