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5D2A5D-1083-48FB-8A5A-70374D998495}">
  <a:tblStyle styleId="{DE5D2A5D-1083-48FB-8A5A-70374D9984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{DE5D2A5D-1083-48FB-8A5A-70374D998495}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