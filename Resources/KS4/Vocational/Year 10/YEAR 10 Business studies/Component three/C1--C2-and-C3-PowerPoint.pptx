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018D7D-A085-4034-B460-F1429FF031D6}">
  <a:tblStyle styleId="{AA018D7D-A085-4034-B460-F1429FF031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{AA018D7D-A085-4034-B460-F1429FF031D6}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