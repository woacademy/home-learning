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104E7E-0CC8-40B7-B311-C57F0759E162}">
  <a:tblStyle styleId="{4F104E7E-0CC8-40B7-B311-C57F0759E1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{4F104E7E-0CC8-40B7-B311-C57F0759E162}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