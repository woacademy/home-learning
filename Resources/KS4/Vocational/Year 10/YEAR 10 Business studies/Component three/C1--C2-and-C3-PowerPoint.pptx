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91E89A-5EB7-4382-87A1-1287747A3B2F}">
  <a:tblStyle styleId="{D191E89A-5EB7-4382-87A1-1287747A3B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{D191E89A-5EB7-4382-87A1-1287747A3B2F}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