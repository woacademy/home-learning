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284E08-6D3B-4EC6-BAF9-872A39DEE038}">
  <a:tblStyle styleId="{0A284E08-6D3B-4EC6-BAF9-872A39DEE0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{0A284E08-6D3B-4EC6-BAF9-872A39DEE038}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