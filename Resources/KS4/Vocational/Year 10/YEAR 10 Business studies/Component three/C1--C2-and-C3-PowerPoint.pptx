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64F171-5C6F-4B9A-8499-02663AE7CB90}">
  <a:tblStyle styleId="{E664F171-5C6F-4B9A-8499-02663AE7CB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{E664F171-5C6F-4B9A-8499-02663AE7CB90}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