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1448B-4E8A-4537-ABB9-7F70456F8013}">
  <a:tblStyle styleId="{2191448B-4E8A-4537-ABB9-7F70456F80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{2191448B-4E8A-4537-ABB9-7F70456F8013}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