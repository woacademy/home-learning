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F5F90C-1557-42CD-822A-178420125F00}">
  <a:tblStyle styleId="{1DF5F90C-1557-42CD-822A-178420125F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{1DF5F90C-1557-42CD-822A-178420125F00}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