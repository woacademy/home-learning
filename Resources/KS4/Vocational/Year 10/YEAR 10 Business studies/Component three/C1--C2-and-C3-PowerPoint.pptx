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344DD-B92A-43FF-89E7-B5894DD3F23E}">
  <a:tblStyle styleId="{4D8344DD-B92A-43FF-89E7-B5894DD3F2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{4D8344DD-B92A-43FF-89E7-B5894DD3F23E}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