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973E19-B1B6-4F3B-BFA6-8D882193D3A4}">
  <a:tblStyle styleId="{31973E19-B1B6-4F3B-BFA6-8D882193D3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{31973E19-B1B6-4F3B-BFA6-8D882193D3A4}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