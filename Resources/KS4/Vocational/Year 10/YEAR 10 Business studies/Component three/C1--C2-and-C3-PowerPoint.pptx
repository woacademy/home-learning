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C07BF5C-E3EA-4E4F-AFE4-B689D6485BB3}">
  <a:tblStyle styleId="{9C07BF5C-E3EA-4E4F-AFE4-B689D6485BB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{9C07BF5C-E3EA-4E4F-AFE4-B689D6485BB3}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