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294024-69B5-4418-B15D-58677E1E29B2}">
  <a:tblStyle styleId="{99294024-69B5-4418-B15D-58677E1E29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{99294024-69B5-4418-B15D-58677E1E29B2}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