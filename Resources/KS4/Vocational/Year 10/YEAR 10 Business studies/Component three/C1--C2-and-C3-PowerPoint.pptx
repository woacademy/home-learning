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80173A-2922-45E3-8DB3-FD2DDADD2641}">
  <a:tblStyle styleId="{E480173A-2922-45E3-8DB3-FD2DDADD26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{E480173A-2922-45E3-8DB3-FD2DDADD2641}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