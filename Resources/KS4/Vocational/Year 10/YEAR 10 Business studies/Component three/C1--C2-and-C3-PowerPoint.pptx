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3ACD3B-E857-4390-B2DA-CA6F5CE9BDEC}">
  <a:tblStyle styleId="{883ACD3B-E857-4390-B2DA-CA6F5CE9BD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{883ACD3B-E857-4390-B2DA-CA6F5CE9BDEC}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