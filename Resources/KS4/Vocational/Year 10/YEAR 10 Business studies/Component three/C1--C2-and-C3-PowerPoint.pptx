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F3C34-2FBC-4576-A041-34961BC6898F}">
  <a:tblStyle styleId="{CA3F3C34-2FBC-4576-A041-34961BC68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{CA3F3C34-2FBC-4576-A041-34961BC6898F}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