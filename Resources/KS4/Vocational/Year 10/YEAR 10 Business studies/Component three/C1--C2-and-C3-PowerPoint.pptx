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B35176-89C3-4D0D-ACE2-188A2F0F83E7}">
  <a:tblStyle styleId="{28B35176-89C3-4D0D-ACE2-188A2F0F83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{28B35176-89C3-4D0D-ACE2-188A2F0F83E7}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