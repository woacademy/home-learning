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02FFD3-853C-4B65-B82B-D8212130042D}">
  <a:tblStyle styleId="{C402FFD3-853C-4B65-B82B-D821213004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{C402FFD3-853C-4B65-B82B-D8212130042D}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