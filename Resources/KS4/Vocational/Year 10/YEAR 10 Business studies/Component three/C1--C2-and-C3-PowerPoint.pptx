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F25423-76F7-4041-9EBE-664720E96229}">
  <a:tblStyle styleId="{DAF25423-76F7-4041-9EBE-664720E962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{DAF25423-76F7-4041-9EBE-664720E96229}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