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A7BD0C-874E-491F-A3EB-FF6A6B063B6B}">
  <a:tblStyle styleId="{51A7BD0C-874E-491F-A3EB-FF6A6B063B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{51A7BD0C-874E-491F-A3EB-FF6A6B063B6B}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