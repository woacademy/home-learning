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8F24FF-ED87-48FA-9124-0C5100451117}">
  <a:tblStyle styleId="{858F24FF-ED87-48FA-9124-0C51004511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{858F24FF-ED87-48FA-9124-0C5100451117}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