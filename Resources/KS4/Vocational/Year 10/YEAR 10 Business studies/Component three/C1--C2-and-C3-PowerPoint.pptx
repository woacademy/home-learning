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DE170F-0157-4E98-99EC-2FE268461B8B}">
  <a:tblStyle styleId="{56DE170F-0157-4E98-99EC-2FE268461B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{56DE170F-0157-4E98-99EC-2FE268461B8B}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