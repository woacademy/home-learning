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B0515A0-D676-4F2B-A251-903FFAABBA6E}">
  <a:tblStyle styleId="{0B0515A0-D676-4F2B-A251-903FFAABBA6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{0B0515A0-D676-4F2B-A251-903FFAABBA6E}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