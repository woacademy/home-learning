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D1D31B-2E60-4E59-ACEB-8618B4F62C11}">
  <a:tblStyle styleId="{C6D1D31B-2E60-4E59-ACEB-8618B4F62C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{C6D1D31B-2E60-4E59-ACEB-8618B4F62C11}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