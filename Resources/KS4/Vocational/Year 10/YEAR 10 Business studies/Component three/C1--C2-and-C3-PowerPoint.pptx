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30F2F5-6673-493C-A523-3DEBA9E379D2}">
  <a:tblStyle styleId="{DC30F2F5-6673-493C-A523-3DEBA9E379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{DC30F2F5-6673-493C-A523-3DEBA9E379D2}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