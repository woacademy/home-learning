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718DCD-0BE6-451C-BFD0-9D33B0663C3E}">
  <a:tblStyle styleId="{44718DCD-0BE6-451C-BFD0-9D33B0663C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{44718DCD-0BE6-451C-BFD0-9D33B0663C3E}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