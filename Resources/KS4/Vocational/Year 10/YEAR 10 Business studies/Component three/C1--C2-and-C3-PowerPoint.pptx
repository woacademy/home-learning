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6526E4-4035-4CF9-8BD3-ACF0DF12D63A}">
  <a:tblStyle styleId="{E06526E4-4035-4CF9-8BD3-ACF0DF12D63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{E06526E4-4035-4CF9-8BD3-ACF0DF12D63A}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