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F3C149-5AF6-4F59-85A3-2B1BFB5213B2}">
  <a:tblStyle styleId="{4EF3C149-5AF6-4F59-85A3-2B1BFB5213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{4EF3C149-5AF6-4F59-85A3-2B1BFB5213B2}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