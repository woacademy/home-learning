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EB6F8B-1A11-42DF-8100-A079653DEBC7}">
  <a:tblStyle styleId="{7EEB6F8B-1A11-42DF-8100-A079653DEB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{7EEB6F8B-1A11-42DF-8100-A079653DEBC7}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