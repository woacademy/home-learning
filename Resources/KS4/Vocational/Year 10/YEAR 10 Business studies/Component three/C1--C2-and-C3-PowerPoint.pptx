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9788C2-9866-4E9F-B100-119B1D293D67}">
  <a:tblStyle styleId="{6D9788C2-9866-4E9F-B100-119B1D293D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{6D9788C2-9866-4E9F-B100-119B1D293D67}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