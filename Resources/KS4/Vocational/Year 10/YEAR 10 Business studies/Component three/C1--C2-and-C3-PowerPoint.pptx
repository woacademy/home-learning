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0E5758-9178-4712-87F8-24EE6B22C18E}">
  <a:tblStyle styleId="{550E5758-9178-4712-87F8-24EE6B22C1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{550E5758-9178-4712-87F8-24EE6B22C18E}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