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D5D195-D653-4517-B952-1AFB59FE30FF}">
  <a:tblStyle styleId="{ADD5D195-D653-4517-B952-1AFB59FE30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{ADD5D195-D653-4517-B952-1AFB59FE30FF}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