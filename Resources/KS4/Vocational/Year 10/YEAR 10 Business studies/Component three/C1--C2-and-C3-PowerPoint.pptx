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D5181D-B7F8-4CF9-A127-5631E8492322}">
  <a:tblStyle styleId="{C7D5181D-B7F8-4CF9-A127-5631E84923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{C7D5181D-B7F8-4CF9-A127-5631E8492322}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