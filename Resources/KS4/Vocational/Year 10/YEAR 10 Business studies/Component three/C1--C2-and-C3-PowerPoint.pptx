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98F41A9-FEDB-47AA-9DAF-48F0A088B03F}">
  <a:tblStyle styleId="{E98F41A9-FEDB-47AA-9DAF-48F0A088B03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8.png"/><Relationship Id="rId4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{E98F41A9-FEDB-47AA-9DAF-48F0A088B03F}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