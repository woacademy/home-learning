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FC8A0E-2EAE-409E-A9D2-B72B6E611575}">
  <a:tblStyle styleId="{54FC8A0E-2EAE-409E-A9D2-B72B6E6115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{54FC8A0E-2EAE-409E-A9D2-B72B6E611575}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