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C2B1BA-C987-41E7-B00F-BA9712258EEF}">
  <a:tblStyle styleId="{13C2B1BA-C987-41E7-B00F-BA9712258E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{13C2B1BA-C987-41E7-B00F-BA9712258EEF}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