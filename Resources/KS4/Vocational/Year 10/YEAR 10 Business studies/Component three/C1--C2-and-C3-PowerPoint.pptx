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8A0C15-4532-431C-A26D-AC884CB681B7}">
  <a:tblStyle styleId="{138A0C15-4532-431C-A26D-AC884CB681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{138A0C15-4532-431C-A26D-AC884CB681B7}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