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E758299-196E-4A4E-922F-235167BC3DB9}">
  <a:tblStyle styleId="{6E758299-196E-4A4E-922F-235167BC3DB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0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2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{6E758299-196E-4A4E-922F-235167BC3DB9}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