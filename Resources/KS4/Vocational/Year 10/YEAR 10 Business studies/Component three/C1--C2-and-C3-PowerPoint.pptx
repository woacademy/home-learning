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7B5321-B214-4A6F-B317-87A5AB52811C}">
  <a:tblStyle styleId="{A97B5321-B214-4A6F-B317-87A5AB5281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{A97B5321-B214-4A6F-B317-87A5AB52811C}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