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011210-8EBF-4C54-AC75-F3183683E9F6}">
  <a:tblStyle styleId="{49011210-8EBF-4C54-AC75-F3183683E9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{49011210-8EBF-4C54-AC75-F3183683E9F6}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