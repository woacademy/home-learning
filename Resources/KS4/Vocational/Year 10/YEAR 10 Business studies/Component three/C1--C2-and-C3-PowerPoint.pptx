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A51E62F-7893-43D3-BEA2-39EA158EC516}">
  <a:tblStyle styleId="{DA51E62F-7893-43D3-BEA2-39EA158EC516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1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10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{DA51E62F-7893-43D3-BEA2-39EA158EC516}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