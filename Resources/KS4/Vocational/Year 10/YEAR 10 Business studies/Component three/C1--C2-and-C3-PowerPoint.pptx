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CE8751-2F4E-4052-A31D-EC5254D1A0B3}">
  <a:tblStyle styleId="{A7CE8751-2F4E-4052-A31D-EC5254D1A0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{A7CE8751-2F4E-4052-A31D-EC5254D1A0B3}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