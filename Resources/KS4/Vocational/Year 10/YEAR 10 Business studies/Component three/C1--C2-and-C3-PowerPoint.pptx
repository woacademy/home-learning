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90B5C4-F9CB-425B-9C22-2FFB64C2E16C}">
  <a:tblStyle styleId="{8390B5C4-F9CB-425B-9C22-2FFB64C2E16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{8390B5C4-F9CB-425B-9C22-2FFB64C2E16C}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