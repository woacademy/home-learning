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84AFDA-A9C6-4E03-8D0C-7DF993628DA8}">
  <a:tblStyle styleId="{4284AFDA-A9C6-4E03-8D0C-7DF993628D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{4284AFDA-A9C6-4E03-8D0C-7DF993628DA8}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