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695136-22AE-4F1B-A075-68A21075B641}">
  <a:tblStyle styleId="{44695136-22AE-4F1B-A075-68A21075B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{44695136-22AE-4F1B-A075-68A21075B641}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