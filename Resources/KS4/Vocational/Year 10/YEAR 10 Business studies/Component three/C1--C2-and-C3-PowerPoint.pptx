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A894DF-7216-4EA6-BC1B-5EC229D157A9}">
  <a:tblStyle styleId="{F6A894DF-7216-4EA6-BC1B-5EC229D157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{F6A894DF-7216-4EA6-BC1B-5EC229D157A9}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