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BFAA7-56B0-467A-8661-DC51B074B677}">
  <a:tblStyle styleId="{0B5BFAA7-56B0-467A-8661-DC51B074B6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{0B5BFAA7-56B0-467A-8661-DC51B074B677}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