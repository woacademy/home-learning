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CB31EB-44B3-43ED-8A71-D39DC2305CFC}">
  <a:tblStyle styleId="{70CB31EB-44B3-43ED-8A71-D39DC2305C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{70CB31EB-44B3-43ED-8A71-D39DC2305CFC}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