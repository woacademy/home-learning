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FE4CA-8D68-4D13-B592-01516D8DB43D}">
  <a:tblStyle styleId="{1D4FE4CA-8D68-4D13-B592-01516D8DB4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{1D4FE4CA-8D68-4D13-B592-01516D8DB43D}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