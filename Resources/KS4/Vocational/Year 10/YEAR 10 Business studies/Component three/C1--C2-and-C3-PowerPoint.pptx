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F1BA13-3B46-4A6F-972A-4459FB7F95A9}">
  <a:tblStyle styleId="{EBF1BA13-3B46-4A6F-972A-4459FB7F95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{EBF1BA13-3B46-4A6F-972A-4459FB7F95A9}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