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54188F-2604-4028-A095-649AC4B19CE2}">
  <a:tblStyle styleId="{4654188F-2604-4028-A095-649AC4B19C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{4654188F-2604-4028-A095-649AC4B19CE2}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