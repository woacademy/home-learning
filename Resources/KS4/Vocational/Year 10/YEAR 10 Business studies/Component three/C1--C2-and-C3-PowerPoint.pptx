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FBB9F0-18FA-4569-B892-F14FDEA3B197}">
  <a:tblStyle styleId="{6CFBB9F0-18FA-4569-B892-F14FDEA3B1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{6CFBB9F0-18FA-4569-B892-F14FDEA3B197}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