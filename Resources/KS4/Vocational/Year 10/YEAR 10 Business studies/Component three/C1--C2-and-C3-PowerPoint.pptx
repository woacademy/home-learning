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E61A50-8AB0-4870-BA34-AB5CDDCE662B}">
  <a:tblStyle styleId="{55E61A50-8AB0-4870-BA34-AB5CDDCE66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{55E61A50-8AB0-4870-BA34-AB5CDDCE662B}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