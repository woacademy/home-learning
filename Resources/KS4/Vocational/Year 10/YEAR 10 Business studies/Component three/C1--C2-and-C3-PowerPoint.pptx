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A2FAA2-64DB-49C2-8E18-091ADEF7E757}">
  <a:tblStyle styleId="{D3A2FAA2-64DB-49C2-8E18-091ADEF7E7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{D3A2FAA2-64DB-49C2-8E18-091ADEF7E757}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