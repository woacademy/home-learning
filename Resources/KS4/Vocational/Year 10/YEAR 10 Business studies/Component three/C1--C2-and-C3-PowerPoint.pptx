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2F6C3F-350F-4C05-AAE3-0C8F29A6F966}">
  <a:tblStyle styleId="{032F6C3F-350F-4C05-AAE3-0C8F29A6F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{032F6C3F-350F-4C05-AAE3-0C8F29A6F966}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