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9C9EB8-7AA3-4521-832B-D54B51CCEABC}">
  <a:tblStyle styleId="{269C9EB8-7AA3-4521-832B-D54B51CCEA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{269C9EB8-7AA3-4521-832B-D54B51CCEABC}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