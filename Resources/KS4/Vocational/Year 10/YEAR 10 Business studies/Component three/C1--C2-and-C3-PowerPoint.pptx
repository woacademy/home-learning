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EC86A6-DF4F-4B10-A88E-C819D5C567EE}">
  <a:tblStyle styleId="{F0EC86A6-DF4F-4B10-A88E-C819D5C567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{F0EC86A6-DF4F-4B10-A88E-C819D5C567EE}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