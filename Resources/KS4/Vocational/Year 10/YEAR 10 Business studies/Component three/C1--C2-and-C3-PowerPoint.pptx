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DA1C50B-DC3F-4E1D-B4B0-15C12EB5F628}">
  <a:tblStyle styleId="{4DA1C50B-DC3F-4E1D-B4B0-15C12EB5F6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{4DA1C50B-DC3F-4E1D-B4B0-15C12EB5F628}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