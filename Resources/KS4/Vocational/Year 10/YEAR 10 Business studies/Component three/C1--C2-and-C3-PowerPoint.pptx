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B579FC-373B-45B6-9E30-842A9AE3DEDA}">
  <a:tblStyle styleId="{B4B579FC-373B-45B6-9E30-842A9AE3DE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{B4B579FC-373B-45B6-9E30-842A9AE3DEDA}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