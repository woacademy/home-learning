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CA4C73-0152-437C-A1F0-356C63EEBFBF}">
  <a:tblStyle styleId="{DCCA4C73-0152-437C-A1F0-356C63EEBF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{DCCA4C73-0152-437C-A1F0-356C63EEBFBF}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