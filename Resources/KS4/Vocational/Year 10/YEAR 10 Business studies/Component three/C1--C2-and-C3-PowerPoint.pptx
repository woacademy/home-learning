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1B1123-125B-4AE3-8DFE-567C8C13B00A}">
  <a:tblStyle styleId="{4A1B1123-125B-4AE3-8DFE-567C8C13B0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{4A1B1123-125B-4AE3-8DFE-567C8C13B00A}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