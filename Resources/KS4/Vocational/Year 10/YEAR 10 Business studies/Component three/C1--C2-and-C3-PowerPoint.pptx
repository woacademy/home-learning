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CEECD-2F8F-42FE-80BF-FA8F8758E636}">
  <a:tblStyle styleId="{BDACEECD-2F8F-42FE-80BF-FA8F8758E6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{BDACEECD-2F8F-42FE-80BF-FA8F8758E636}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