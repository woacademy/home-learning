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86B56E-0A09-4B9E-8F5D-7EA35A71D5B2}">
  <a:tblStyle styleId="{E786B56E-0A09-4B9E-8F5D-7EA35A71D5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{E786B56E-0A09-4B9E-8F5D-7EA35A71D5B2}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