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D474E-1256-452B-9732-A22C46AED82E}">
  <a:tblStyle styleId="{8C5D474E-1256-452B-9732-A22C46AED8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{8C5D474E-1256-452B-9732-A22C46AED82E}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