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9A2020-0DD4-42FE-ABF4-C2F2DFA1BB1B}">
  <a:tblStyle styleId="{169A2020-0DD4-42FE-ABF4-C2F2DFA1BB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{169A2020-0DD4-42FE-ABF4-C2F2DFA1BB1B}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