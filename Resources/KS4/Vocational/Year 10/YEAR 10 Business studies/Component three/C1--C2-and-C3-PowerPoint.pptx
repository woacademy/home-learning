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56CA11-DCC4-40B6-A3C1-07B8F379D7E0}">
  <a:tblStyle styleId="{BD56CA11-DCC4-40B6-A3C1-07B8F379D7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{BD56CA11-DCC4-40B6-A3C1-07B8F379D7E0}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