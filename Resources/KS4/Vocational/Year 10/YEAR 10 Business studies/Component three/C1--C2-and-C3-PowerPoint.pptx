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769544-6CC1-49C4-A71D-78C7741E93EC}">
  <a:tblStyle styleId="{F6769544-6CC1-49C4-A71D-78C7741E93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{F6769544-6CC1-49C4-A71D-78C7741E93EC}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