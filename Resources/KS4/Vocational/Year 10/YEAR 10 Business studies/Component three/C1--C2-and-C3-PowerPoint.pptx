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C4612A-CB26-40A4-8EE5-41DA0C650BFD}">
  <a:tblStyle styleId="{B8C4612A-CB26-40A4-8EE5-41DA0C650B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{B8C4612A-CB26-40A4-8EE5-41DA0C650BFD}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