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356C2D-110D-4E70-A1C2-F66814A71C68}">
  <a:tblStyle styleId="{D3356C2D-110D-4E70-A1C2-F66814A71C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{D3356C2D-110D-4E70-A1C2-F66814A71C68}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