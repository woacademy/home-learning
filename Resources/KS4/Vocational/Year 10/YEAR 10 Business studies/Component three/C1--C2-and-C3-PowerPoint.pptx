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C82CDE-A719-450E-A382-5EB6C6206B2E}">
  <a:tblStyle styleId="{9BC82CDE-A719-450E-A382-5EB6C6206B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{9BC82CDE-A719-450E-A382-5EB6C6206B2E}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