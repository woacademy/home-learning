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95DEB9-E583-4B0E-BDD2-082FAC0E940B}">
  <a:tblStyle styleId="{9695DEB9-E583-4B0E-BDD2-082FAC0E94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{9695DEB9-E583-4B0E-BDD2-082FAC0E940B}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