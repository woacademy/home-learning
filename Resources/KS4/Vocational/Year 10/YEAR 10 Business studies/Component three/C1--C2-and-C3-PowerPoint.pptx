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F3DB3C-84ED-477E-AAD9-9BF8D381F6C0}">
  <a:tblStyle styleId="{64F3DB3C-84ED-477E-AAD9-9BF8D381F6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{64F3DB3C-84ED-477E-AAD9-9BF8D381F6C0}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