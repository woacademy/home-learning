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FD7FDE-E009-4D1E-A0F1-E53AA92D7B8C}">
  <a:tblStyle styleId="{8DFD7FDE-E009-4D1E-A0F1-E53AA92D7B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{8DFD7FDE-E009-4D1E-A0F1-E53AA92D7B8C}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