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FD7618-23E0-4E84-A545-DE866F462054}">
  <a:tblStyle styleId="{37FD7618-23E0-4E84-A545-DE866F4620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{37FD7618-23E0-4E84-A545-DE866F462054}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