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5C4AD0-3CD8-4826-823D-3A9A0753DF5B}">
  <a:tblStyle styleId="{3A5C4AD0-3CD8-4826-823D-3A9A0753DF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{3A5C4AD0-3CD8-4826-823D-3A9A0753DF5B}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