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2898EC3-7813-4517-BF48-5EC00F66DE1E}">
  <a:tblStyle styleId="{D2898EC3-7813-4517-BF48-5EC00F66DE1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{D2898EC3-7813-4517-BF48-5EC00F66DE1E}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