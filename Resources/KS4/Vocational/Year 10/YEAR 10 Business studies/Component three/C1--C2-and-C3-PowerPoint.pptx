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08E38C-C1F2-47FA-B5F5-AF0D43466B60}">
  <a:tblStyle styleId="{CC08E38C-C1F2-47FA-B5F5-AF0D43466B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{CC08E38C-C1F2-47FA-B5F5-AF0D43466B60}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