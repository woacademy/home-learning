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B5406B-D769-4620-AB3A-33E5527C030B}">
  <a:tblStyle styleId="{B6B5406B-D769-4620-AB3A-33E5527C0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{B6B5406B-D769-4620-AB3A-33E5527C030B}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