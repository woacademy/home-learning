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F8D076-A573-477A-AB22-A872189E768F}">
  <a:tblStyle styleId="{1BF8D076-A573-477A-AB22-A872189E76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{1BF8D076-A573-477A-AB22-A872189E768F}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