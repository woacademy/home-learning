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8E98B-C12A-491D-8B32-9C7EA85D072E}">
  <a:tblStyle styleId="{8398E98B-C12A-491D-8B32-9C7EA85D07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{8398E98B-C12A-491D-8B32-9C7EA85D072E}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