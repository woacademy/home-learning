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EBBC60-42DF-4B9A-A996-5062F869115F}">
  <a:tblStyle styleId="{DEEBBC60-42DF-4B9A-A996-5062F86911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{DEEBBC60-42DF-4B9A-A996-5062F869115F}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