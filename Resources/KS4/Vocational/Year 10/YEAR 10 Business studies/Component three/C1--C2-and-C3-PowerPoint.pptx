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1CA705-8016-47A5-A12D-3E4656B95365}">
  <a:tblStyle styleId="{971CA705-8016-47A5-A12D-3E4656B953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{971CA705-8016-47A5-A12D-3E4656B95365}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