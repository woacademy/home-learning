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594746-1C14-4852-B17C-F4E6FDF73C2F}">
  <a:tblStyle styleId="{CA594746-1C14-4852-B17C-F4E6FDF73C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{CA594746-1C14-4852-B17C-F4E6FDF73C2F}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