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998B0C-053E-4B3F-BB5C-009AF6F8D274}">
  <a:tblStyle styleId="{1F998B0C-053E-4B3F-BB5C-009AF6F8D2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{1F998B0C-053E-4B3F-BB5C-009AF6F8D274}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