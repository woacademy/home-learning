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8778D-2D10-49A1-A3FA-EB6C84009F1C}">
  <a:tblStyle styleId="{ACF8778D-2D10-49A1-A3FA-EB6C84009F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{ACF8778D-2D10-49A1-A3FA-EB6C84009F1C}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