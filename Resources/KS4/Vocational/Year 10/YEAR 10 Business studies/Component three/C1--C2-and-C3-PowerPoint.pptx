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AC00282-3FD0-4C12-BE1B-59455264B8C5}">
  <a:tblStyle styleId="{7AC00282-3FD0-4C12-BE1B-59455264B8C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{7AC00282-3FD0-4C12-BE1B-59455264B8C5}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