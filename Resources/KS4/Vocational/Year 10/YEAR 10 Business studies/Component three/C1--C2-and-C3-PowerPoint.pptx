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49AAEF-09BE-4ECF-BCF6-E2E9597480C7}">
  <a:tblStyle styleId="{4449AAEF-09BE-4ECF-BCF6-E2E9597480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{4449AAEF-09BE-4ECF-BCF6-E2E9597480C7}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