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45DBA5-AB18-43C6-A8D6-3C2CA43B1A95}">
  <a:tblStyle styleId="{E745DBA5-AB18-43C6-A8D6-3C2CA43B1A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{E745DBA5-AB18-43C6-A8D6-3C2CA43B1A95}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