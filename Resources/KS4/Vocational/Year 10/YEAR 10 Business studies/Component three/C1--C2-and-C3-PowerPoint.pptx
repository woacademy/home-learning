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E58A6E-B025-41EE-A23E-6B9788A73B95}">
  <a:tblStyle styleId="{A8E58A6E-B025-41EE-A23E-6B9788A73B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{A8E58A6E-B025-41EE-A23E-6B9788A73B95}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