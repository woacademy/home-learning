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FC6B00-F50D-4777-9343-83BC5D96C476}">
  <a:tblStyle styleId="{5DFC6B00-F50D-4777-9343-83BC5D96C4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{5DFC6B00-F50D-4777-9343-83BC5D96C476}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