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1161B5-5E90-4315-9C68-5D0D1E360E15}">
  <a:tblStyle styleId="{FC1161B5-5E90-4315-9C68-5D0D1E360E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{FC1161B5-5E90-4315-9C68-5D0D1E360E15}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