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615FE7-8B96-45CE-BE7C-C144F6231153}">
  <a:tblStyle styleId="{0A615FE7-8B96-45CE-BE7C-C144F62311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{0A615FE7-8B96-45CE-BE7C-C144F6231153}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