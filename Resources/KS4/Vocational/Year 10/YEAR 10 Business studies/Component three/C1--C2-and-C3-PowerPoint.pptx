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4393A0-675D-486E-9F2A-011F0FF139E5}">
  <a:tblStyle styleId="{D04393A0-675D-486E-9F2A-011F0FF139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{D04393A0-675D-486E-9F2A-011F0FF139E5}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