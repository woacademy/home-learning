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07E2D1-FAB1-4DDE-B176-D15D74112856}">
  <a:tblStyle styleId="{E107E2D1-FAB1-4DDE-B176-D15D741128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{E107E2D1-FAB1-4DDE-B176-D15D74112856}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