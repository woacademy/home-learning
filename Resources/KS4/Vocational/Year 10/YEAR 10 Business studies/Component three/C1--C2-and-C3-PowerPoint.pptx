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B3BE39-AF06-4F0E-9B56-9CDD7F6FC03D}">
  <a:tblStyle styleId="{F6B3BE39-AF06-4F0E-9B56-9CDD7F6FC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{F6B3BE39-AF06-4F0E-9B56-9CDD7F6FC03D}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