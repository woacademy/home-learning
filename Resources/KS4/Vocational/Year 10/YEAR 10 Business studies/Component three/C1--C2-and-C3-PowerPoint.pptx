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73D9DC-98B2-45BA-AFB7-A5617585ECE0}">
  <a:tblStyle styleId="{0373D9DC-98B2-45BA-AFB7-A5617585EC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{0373D9DC-98B2-45BA-AFB7-A5617585ECE0}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