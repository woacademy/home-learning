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D07384-A6B2-4541-8D00-33A49B4E95FD}">
  <a:tblStyle styleId="{BBD07384-A6B2-4541-8D00-33A49B4E95F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{BBD07384-A6B2-4541-8D00-33A49B4E95FD}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