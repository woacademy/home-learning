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A2C805-62B3-4D46-889A-ECE9B99C72F4}">
  <a:tblStyle styleId="{DDA2C805-62B3-4D46-889A-ECE9B99C72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{DDA2C805-62B3-4D46-889A-ECE9B99C72F4}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