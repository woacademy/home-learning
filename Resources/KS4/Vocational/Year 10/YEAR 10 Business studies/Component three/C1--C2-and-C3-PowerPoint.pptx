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36F614-043E-4A81-9465-9CA2C347319E}">
  <a:tblStyle styleId="{1736F614-043E-4A81-9465-9CA2C34731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{1736F614-043E-4A81-9465-9CA2C347319E}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