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B14D587-13B4-4F16-B821-4C1B20C27389}">
  <a:tblStyle styleId="{4B14D587-13B4-4F16-B821-4C1B20C2738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{4B14D587-13B4-4F16-B821-4C1B20C27389}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