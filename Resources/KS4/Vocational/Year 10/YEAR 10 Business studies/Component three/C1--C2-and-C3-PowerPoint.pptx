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C3AEF2-8074-42F9-B7B6-141B208112BF}">
  <a:tblStyle styleId="{A5C3AEF2-8074-42F9-B7B6-141B20811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{A5C3AEF2-8074-42F9-B7B6-141B208112BF}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