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91C632-AF38-4251-BB26-C3DF24F8CDC5}">
  <a:tblStyle styleId="{E991C632-AF38-4251-BB26-C3DF24F8CD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{E991C632-AF38-4251-BB26-C3DF24F8CDC5}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