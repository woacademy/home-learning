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619C90-CA73-43DF-BDDA-AEB0BAAF27FF}">
  <a:tblStyle styleId="{60619C90-CA73-43DF-BDDA-AEB0BAAF27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{60619C90-CA73-43DF-BDDA-AEB0BAAF27FF}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