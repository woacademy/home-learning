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04BD95-FC88-4DB0-86A8-AAA046EAFAD0}">
  <a:tblStyle styleId="{F804BD95-FC88-4DB0-86A8-AAA046EAFA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{F804BD95-FC88-4DB0-86A8-AAA046EAFAD0}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