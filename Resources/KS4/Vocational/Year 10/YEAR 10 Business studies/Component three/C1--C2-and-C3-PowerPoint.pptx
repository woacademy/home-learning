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CA0921-121A-4B88-BA0B-6AC44BC213C4}">
  <a:tblStyle styleId="{69CA0921-121A-4B88-BA0B-6AC44BC213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{69CA0921-121A-4B88-BA0B-6AC44BC213C4}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