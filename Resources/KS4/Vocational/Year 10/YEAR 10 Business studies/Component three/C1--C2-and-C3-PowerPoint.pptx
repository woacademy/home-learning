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9AD257-CA08-4E71-8FA2-DACD84735035}">
  <a:tblStyle styleId="{C09AD257-CA08-4E71-8FA2-DACD8473503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{C09AD257-CA08-4E71-8FA2-DACD84735035}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