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72C059-4637-4A31-8576-EC7C662C14BC}">
  <a:tblStyle styleId="{7372C059-4637-4A31-8576-EC7C662C14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{7372C059-4637-4A31-8576-EC7C662C14BC}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