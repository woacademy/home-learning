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71E427-D8BE-4ACE-99E2-6A182F30C48A}">
  <a:tblStyle styleId="{6D71E427-D8BE-4ACE-99E2-6A182F30C4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{6D71E427-D8BE-4ACE-99E2-6A182F30C48A}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