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E69FA-9470-46EB-B8C6-13D1BC3CECC6}">
  <a:tblStyle styleId="{4C6E69FA-9470-46EB-B8C6-13D1BC3CE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{4C6E69FA-9470-46EB-B8C6-13D1BC3CECC6}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