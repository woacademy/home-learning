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4FC231-7637-409E-800E-F38A0E20A361}">
  <a:tblStyle styleId="{8C4FC231-7637-409E-800E-F38A0E20A3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{8C4FC231-7637-409E-800E-F38A0E20A361}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