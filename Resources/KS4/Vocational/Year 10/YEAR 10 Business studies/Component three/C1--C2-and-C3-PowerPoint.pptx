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4C8049-5532-46CF-BB2F-2AF9EE2C3138}">
  <a:tblStyle styleId="{6F4C8049-5532-46CF-BB2F-2AF9EE2C31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{6F4C8049-5532-46CF-BB2F-2AF9EE2C3138}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