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745E1E-FE75-4416-9ECC-838D48234A7E}">
  <a:tblStyle styleId="{FE745E1E-FE75-4416-9ECC-838D48234A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{FE745E1E-FE75-4416-9ECC-838D48234A7E}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