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D3F241-E93E-4A40-B54D-8335BA86AA2B}">
  <a:tblStyle styleId="{D2D3F241-E93E-4A40-B54D-8335BA86AA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{D2D3F241-E93E-4A40-B54D-8335BA86AA2B}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