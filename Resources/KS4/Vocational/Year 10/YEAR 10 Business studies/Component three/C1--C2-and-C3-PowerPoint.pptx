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5A36B2-DB77-4964-93F6-83C93D679368}">
  <a:tblStyle styleId="{2F5A36B2-DB77-4964-93F6-83C93D6793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{2F5A36B2-DB77-4964-93F6-83C93D679368}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