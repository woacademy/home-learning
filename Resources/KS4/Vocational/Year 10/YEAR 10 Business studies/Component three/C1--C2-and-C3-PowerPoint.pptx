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78F2E4-A746-48F8-BAFE-BB64BE4743E7}">
  <a:tblStyle styleId="{AD78F2E4-A746-48F8-BAFE-BB64BE474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{AD78F2E4-A746-48F8-BAFE-BB64BE4743E7}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