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9E9884-2294-4FF7-AD4E-C1B22A3EFA1B}">
  <a:tblStyle styleId="{379E9884-2294-4FF7-AD4E-C1B22A3EFA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{379E9884-2294-4FF7-AD4E-C1B22A3EFA1B}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