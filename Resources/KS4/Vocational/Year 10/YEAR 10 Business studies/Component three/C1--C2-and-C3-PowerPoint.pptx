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4F4CB-7EA3-4C68-98E2-C6A152E30166}">
  <a:tblStyle styleId="{5E14F4CB-7EA3-4C68-98E2-C6A152E301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{5E14F4CB-7EA3-4C68-98E2-C6A152E30166}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