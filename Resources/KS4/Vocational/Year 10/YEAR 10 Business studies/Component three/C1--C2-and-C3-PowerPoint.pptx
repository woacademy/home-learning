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FB3292-355F-4BCF-8C9D-9CB0AF20841E}">
  <a:tblStyle styleId="{B2FB3292-355F-4BCF-8C9D-9CB0AF2084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{B2FB3292-355F-4BCF-8C9D-9CB0AF20841E}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