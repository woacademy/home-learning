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125304-6B95-4B14-AB10-CAB04EA83601}">
  <a:tblStyle styleId="{D1125304-6B95-4B14-AB10-CAB04EA836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{D1125304-6B95-4B14-AB10-CAB04EA83601}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