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3157F-C191-42FE-BF5D-AB5BEEDC98E6}">
  <a:tblStyle styleId="{06A3157F-C191-42FE-BF5D-AB5BEEDC98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{06A3157F-C191-42FE-BF5D-AB5BEEDC98E6}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