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D83A1C-E755-4081-85AC-0FB3F9D9E480}">
  <a:tblStyle styleId="{C5D83A1C-E755-4081-85AC-0FB3F9D9E4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{C5D83A1C-E755-4081-85AC-0FB3F9D9E480}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