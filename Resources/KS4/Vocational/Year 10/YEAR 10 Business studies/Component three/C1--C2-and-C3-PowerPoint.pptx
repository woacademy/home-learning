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A25BF-F473-4F24-808E-C4412F7F590A}">
  <a:tblStyle styleId="{BF6A25BF-F473-4F24-808E-C4412F7F59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{BF6A25BF-F473-4F24-808E-C4412F7F590A}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