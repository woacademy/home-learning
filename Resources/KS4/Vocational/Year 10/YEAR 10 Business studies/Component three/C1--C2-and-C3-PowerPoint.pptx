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7D079-20E5-4DAA-9D68-D917A5550DF9}">
  <a:tblStyle styleId="{7237D079-20E5-4DAA-9D68-D917A5550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{7237D079-20E5-4DAA-9D68-D917A5550DF9}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