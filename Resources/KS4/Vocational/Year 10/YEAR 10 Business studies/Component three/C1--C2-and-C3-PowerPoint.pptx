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7B3A33-4158-4E7A-8461-A2D4A8E7503E}">
  <a:tblStyle styleId="{AC7B3A33-4158-4E7A-8461-A2D4A8E750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{AC7B3A33-4158-4E7A-8461-A2D4A8E7503E}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