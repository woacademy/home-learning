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F37A81-A4E0-44EF-865A-E281810A0231}">
  <a:tblStyle styleId="{4BF37A81-A4E0-44EF-865A-E281810A02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{4BF37A81-A4E0-44EF-865A-E281810A0231}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