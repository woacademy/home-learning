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FCD977-89DD-4421-94B0-205C2EA6E694}">
  <a:tblStyle styleId="{64FCD977-89DD-4421-94B0-205C2EA6E6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{64FCD977-89DD-4421-94B0-205C2EA6E694}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