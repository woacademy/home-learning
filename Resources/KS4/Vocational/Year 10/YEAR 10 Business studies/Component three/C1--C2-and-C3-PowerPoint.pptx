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25AAAE-9BA4-4853-8C07-4CFCAB2D07DA}">
  <a:tblStyle styleId="{2425AAAE-9BA4-4853-8C07-4CFCAB2D07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{2425AAAE-9BA4-4853-8C07-4CFCAB2D07DA}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