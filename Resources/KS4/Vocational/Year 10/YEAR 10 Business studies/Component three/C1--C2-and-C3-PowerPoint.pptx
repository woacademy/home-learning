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E4DC3A-D4D8-4C63-BD50-47A2D0A89B39}">
  <a:tblStyle styleId="{A7E4DC3A-D4D8-4C63-BD50-47A2D0A89B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{A7E4DC3A-D4D8-4C63-BD50-47A2D0A89B39}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