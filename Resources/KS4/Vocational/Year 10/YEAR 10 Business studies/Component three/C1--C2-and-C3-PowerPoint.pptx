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D74396-77A0-486E-94BB-3E97D33CB13E}">
  <a:tblStyle styleId="{49D74396-77A0-486E-94BB-3E97D33CB1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{49D74396-77A0-486E-94BB-3E97D33CB13E}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