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E8179-2D60-44E1-9466-03FE9EAB86EB}">
  <a:tblStyle styleId="{37CE8179-2D60-44E1-9466-03FE9EAB86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{37CE8179-2D60-44E1-9466-03FE9EAB86EB}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