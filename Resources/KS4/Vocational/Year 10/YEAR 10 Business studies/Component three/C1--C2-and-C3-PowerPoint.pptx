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D77837-BD8D-438D-BB2F-3ED9452FB872}">
  <a:tblStyle styleId="{0CD77837-BD8D-438D-BB2F-3ED9452FB8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{0CD77837-BD8D-438D-BB2F-3ED9452FB872}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