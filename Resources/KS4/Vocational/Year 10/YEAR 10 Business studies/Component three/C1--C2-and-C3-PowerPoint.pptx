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C12988-1035-481B-8CC6-D9AB6268C41E}">
  <a:tblStyle styleId="{15C12988-1035-481B-8CC6-D9AB6268C4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{15C12988-1035-481B-8CC6-D9AB6268C41E}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