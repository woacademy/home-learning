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C610E3-E4D7-41CF-AFC9-DBF8FD7E730A}">
  <a:tblStyle styleId="{C7C610E3-E4D7-41CF-AFC9-DBF8FD7E73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{C7C610E3-E4D7-41CF-AFC9-DBF8FD7E730A}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