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B9DA9-AEE4-425B-A65B-27994E9DC022}">
  <a:tblStyle styleId="{942B9DA9-AEE4-425B-A65B-27994E9DC0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{942B9DA9-AEE4-425B-A65B-27994E9DC022}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