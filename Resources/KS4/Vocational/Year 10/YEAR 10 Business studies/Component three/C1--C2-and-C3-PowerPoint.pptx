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DF82FB-2622-4CEB-B64B-23885AB6ECEF}">
  <a:tblStyle styleId="{AEDF82FB-2622-4CEB-B64B-23885AB6EC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{AEDF82FB-2622-4CEB-B64B-23885AB6ECEF}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