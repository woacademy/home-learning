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EA8735-8876-4294-9D5D-F0F417E3B1D7}">
  <a:tblStyle styleId="{88EA8735-8876-4294-9D5D-F0F417E3B1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{88EA8735-8876-4294-9D5D-F0F417E3B1D7}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