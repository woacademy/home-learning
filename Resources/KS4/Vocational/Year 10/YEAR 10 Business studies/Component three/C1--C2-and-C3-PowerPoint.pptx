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8F68F0-D34B-4ADD-8FBB-52EF27BBFC60}">
  <a:tblStyle styleId="{C88F68F0-D34B-4ADD-8FBB-52EF27BBFC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{C88F68F0-D34B-4ADD-8FBB-52EF27BBFC60}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