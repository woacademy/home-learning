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5B4768-305C-4938-9DFB-A0641B88F6CB}">
  <a:tblStyle styleId="{AD5B4768-305C-4938-9DFB-A0641B88F6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{AD5B4768-305C-4938-9DFB-A0641B88F6CB}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