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9D2B9DF-A409-4F89-A1DE-37E2E5C04B89}">
  <a:tblStyle styleId="{99D2B9DF-A409-4F89-A1DE-37E2E5C04B8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{99D2B9DF-A409-4F89-A1DE-37E2E5C04B89}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