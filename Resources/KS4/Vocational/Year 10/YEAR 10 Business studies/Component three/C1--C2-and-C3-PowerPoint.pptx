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F1BB29F-17B0-4EB3-AC2D-60491F7BDC13}">
  <a:tblStyle styleId="{EF1BB29F-17B0-4EB3-AC2D-60491F7BDC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{EF1BB29F-17B0-4EB3-AC2D-60491F7BDC13}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