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4630897-106A-4D10-92E8-50CE24C7D9A8}">
  <a:tblStyle styleId="{E4630897-106A-4D10-92E8-50CE24C7D9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{E4630897-106A-4D10-92E8-50CE24C7D9A8}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