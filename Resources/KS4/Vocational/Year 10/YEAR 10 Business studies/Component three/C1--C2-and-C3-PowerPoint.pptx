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825E04-B570-448D-85ED-89968024DC93}">
  <a:tblStyle styleId="{82825E04-B570-448D-85ED-89968024DC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{82825E04-B570-448D-85ED-89968024DC93}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