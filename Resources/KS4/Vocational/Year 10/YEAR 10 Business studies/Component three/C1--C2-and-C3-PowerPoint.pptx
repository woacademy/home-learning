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2F6320-53C0-46C6-9C38-DA67D290D015}">
  <a:tblStyle styleId="{CD2F6320-53C0-46C6-9C38-DA67D290D0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{CD2F6320-53C0-46C6-9C38-DA67D290D015}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