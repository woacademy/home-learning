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112780-FDD4-4842-B9CD-771FD112868F}">
  <a:tblStyle styleId="{52112780-FDD4-4842-B9CD-771FD11286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{52112780-FDD4-4842-B9CD-771FD112868F}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