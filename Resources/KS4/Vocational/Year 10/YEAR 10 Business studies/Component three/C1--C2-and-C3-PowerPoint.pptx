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8D63A-5636-4660-8872-B6078A2BE1A4}">
  <a:tblStyle styleId="{3048D63A-5636-4660-8872-B6078A2BE1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{3048D63A-5636-4660-8872-B6078A2BE1A4}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