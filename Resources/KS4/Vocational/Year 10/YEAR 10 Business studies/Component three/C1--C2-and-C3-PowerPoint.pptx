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0F7B98-3AB4-4EC1-BD4D-0603BA50216B}">
  <a:tblStyle styleId="{820F7B98-3AB4-4EC1-BD4D-0603BA5021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{820F7B98-3AB4-4EC1-BD4D-0603BA50216B}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