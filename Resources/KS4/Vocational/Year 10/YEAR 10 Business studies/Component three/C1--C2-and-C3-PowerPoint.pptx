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E6BCB6-79D0-4C93-83B3-11728A546C4E}">
  <a:tblStyle styleId="{1FE6BCB6-79D0-4C93-83B3-11728A546C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{1FE6BCB6-79D0-4C93-83B3-11728A546C4E}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