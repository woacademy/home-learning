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370606-47A1-45B1-AC3F-7FD37A51A87A}">
  <a:tblStyle styleId="{62370606-47A1-45B1-AC3F-7FD37A51A8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{62370606-47A1-45B1-AC3F-7FD37A51A87A}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