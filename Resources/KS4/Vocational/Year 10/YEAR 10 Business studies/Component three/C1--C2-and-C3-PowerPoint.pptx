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83840E-64B5-4A66-B74A-BADFA41F39A3}">
  <a:tblStyle styleId="{C883840E-64B5-4A66-B74A-BADFA41F39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{C883840E-64B5-4A66-B74A-BADFA41F39A3}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