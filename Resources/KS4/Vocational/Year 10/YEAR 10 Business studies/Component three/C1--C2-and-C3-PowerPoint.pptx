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152BE6-7362-4C5A-9CE8-EC9FFC5D11B8}">
  <a:tblStyle styleId="{CB152BE6-7362-4C5A-9CE8-EC9FFC5D11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{CB152BE6-7362-4C5A-9CE8-EC9FFC5D11B8}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