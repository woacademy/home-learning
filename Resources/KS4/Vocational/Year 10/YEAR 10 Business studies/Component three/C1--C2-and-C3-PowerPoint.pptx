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42E2EB-951A-45FC-88E0-BE295B2563CA}">
  <a:tblStyle styleId="{1942E2EB-951A-45FC-88E0-BE295B2563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{1942E2EB-951A-45FC-88E0-BE295B2563CA}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