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92D8CE-D9F7-491A-A704-83D93AE02304}">
  <a:tblStyle styleId="{2A92D8CE-D9F7-491A-A704-83D93AE023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{2A92D8CE-D9F7-491A-A704-83D93AE02304}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