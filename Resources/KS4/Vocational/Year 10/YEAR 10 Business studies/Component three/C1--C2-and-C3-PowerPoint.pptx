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3284AD-537D-44A4-AC7E-46F0EFAB834F}">
  <a:tblStyle styleId="{133284AD-537D-44A4-AC7E-46F0EFAB83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{133284AD-537D-44A4-AC7E-46F0EFAB834F}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