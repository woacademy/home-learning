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986105-58FA-4BFA-9EB7-5C8312AEF497}">
  <a:tblStyle styleId="{90986105-58FA-4BFA-9EB7-5C8312AEF4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{90986105-58FA-4BFA-9EB7-5C8312AEF497}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