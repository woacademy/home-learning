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7A8E82-7DB0-4BF9-A64F-2074F2AC2EE8}">
  <a:tblStyle styleId="{527A8E82-7DB0-4BF9-A64F-2074F2AC2E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{527A8E82-7DB0-4BF9-A64F-2074F2AC2EE8}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