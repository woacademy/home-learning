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63215D6-3039-4946-8A57-EEF71ABD40B5}">
  <a:tblStyle styleId="{A63215D6-3039-4946-8A57-EEF71ABD40B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{A63215D6-3039-4946-8A57-EEF71ABD40B5}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