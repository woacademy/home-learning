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4984C6-C07A-4FCB-8516-56C90826CC4E}">
  <a:tblStyle styleId="{BF4984C6-C07A-4FCB-8516-56C90826CC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{BF4984C6-C07A-4FCB-8516-56C90826CC4E}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