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09F7B5-11E3-4B42-B070-97CC4070FA6F}">
  <a:tblStyle styleId="{1D09F7B5-11E3-4B42-B070-97CC4070FA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{1D09F7B5-11E3-4B42-B070-97CC4070FA6F}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