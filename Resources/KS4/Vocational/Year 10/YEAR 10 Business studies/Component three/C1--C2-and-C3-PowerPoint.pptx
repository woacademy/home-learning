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8EACA2-4E00-46EB-AD50-FECA1251691F}">
  <a:tblStyle styleId="{448EACA2-4E00-46EB-AD50-FECA125169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{448EACA2-4E00-46EB-AD50-FECA1251691F}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