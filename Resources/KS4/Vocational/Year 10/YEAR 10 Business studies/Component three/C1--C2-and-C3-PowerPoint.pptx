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D7AEB8-48FB-41B4-BDF1-C75422E88005}">
  <a:tblStyle styleId="{40D7AEB8-48FB-41B4-BDF1-C75422E880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{40D7AEB8-48FB-41B4-BDF1-C75422E88005}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