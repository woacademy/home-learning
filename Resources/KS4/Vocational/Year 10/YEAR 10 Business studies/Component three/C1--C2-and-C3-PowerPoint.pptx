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286482-5C10-480D-BC3C-6EDA48513499}">
  <a:tblStyle styleId="{4B286482-5C10-480D-BC3C-6EDA485134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{4B286482-5C10-480D-BC3C-6EDA48513499}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