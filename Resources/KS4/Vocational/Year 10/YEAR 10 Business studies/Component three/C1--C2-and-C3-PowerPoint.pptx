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0907043-E67F-425B-AA10-09B69052DF83}">
  <a:tblStyle styleId="{80907043-E67F-425B-AA10-09B69052DF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{80907043-E67F-425B-AA10-09B69052DF83}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