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6E6C38-6BCC-479C-BC03-97939FB8E5DE}">
  <a:tblStyle styleId="{FD6E6C38-6BCC-479C-BC03-97939FB8E5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{FD6E6C38-6BCC-479C-BC03-97939FB8E5DE}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