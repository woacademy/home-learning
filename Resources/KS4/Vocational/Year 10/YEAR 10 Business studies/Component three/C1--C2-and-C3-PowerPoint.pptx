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9A43E5-D022-48C9-8AB3-A2A955D20266}">
  <a:tblStyle styleId="{FB9A43E5-D022-48C9-8AB3-A2A955D20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{FB9A43E5-D022-48C9-8AB3-A2A955D20266}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