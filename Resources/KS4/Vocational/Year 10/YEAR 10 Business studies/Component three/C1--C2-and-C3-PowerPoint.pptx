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074CAA-A7D7-42B9-8F07-CF459D60DF05}">
  <a:tblStyle styleId="{0E074CAA-A7D7-42B9-8F07-CF459D60DF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{0E074CAA-A7D7-42B9-8F07-CF459D60DF05}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