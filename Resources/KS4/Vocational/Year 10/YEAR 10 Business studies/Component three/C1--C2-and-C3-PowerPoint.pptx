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667D9A-EA00-4078-914C-FFA07659788F}">
  <a:tblStyle styleId="{99667D9A-EA00-4078-914C-FFA0765978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{99667D9A-EA00-4078-914C-FFA07659788F}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