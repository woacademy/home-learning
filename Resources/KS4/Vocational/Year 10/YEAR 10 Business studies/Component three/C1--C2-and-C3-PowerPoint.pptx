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B000D-E75D-40D5-AA46-9BB009CBB7FA}">
  <a:tblStyle styleId="{737B000D-E75D-40D5-AA46-9BB009CBB7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{737B000D-E75D-40D5-AA46-9BB009CBB7FA}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