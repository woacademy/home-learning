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1DCD88-CAA8-468B-AB78-FA556F0B8A64}">
  <a:tblStyle styleId="{CB1DCD88-CAA8-468B-AB78-FA556F0B8A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{CB1DCD88-CAA8-468B-AB78-FA556F0B8A64}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