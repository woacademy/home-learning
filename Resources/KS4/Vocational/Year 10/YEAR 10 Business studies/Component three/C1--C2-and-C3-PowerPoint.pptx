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1546F5-8256-402A-92DC-C7D9083C2C40}">
  <a:tblStyle styleId="{8F1546F5-8256-402A-92DC-C7D9083C2C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{8F1546F5-8256-402A-92DC-C7D9083C2C40}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