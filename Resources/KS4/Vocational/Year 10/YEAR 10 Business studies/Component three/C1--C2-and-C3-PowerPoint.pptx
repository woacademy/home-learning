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43B7BF-FB30-44FB-A530-AE5258D6F5CE}">
  <a:tblStyle styleId="{EF43B7BF-FB30-44FB-A530-AE5258D6F5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{EF43B7BF-FB30-44FB-A530-AE5258D6F5CE}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