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39E330-B330-41CA-81F0-F998CE976649}">
  <a:tblStyle styleId="{5E39E330-B330-41CA-81F0-F998CE9766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{5E39E330-B330-41CA-81F0-F998CE976649}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