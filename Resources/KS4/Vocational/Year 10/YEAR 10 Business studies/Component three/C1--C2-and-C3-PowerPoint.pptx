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E043AD-89A1-4FFA-9168-44FF185B9771}">
  <a:tblStyle styleId="{CFE043AD-89A1-4FFA-9168-44FF185B97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{CFE043AD-89A1-4FFA-9168-44FF185B9771}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