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7D89C2-D613-4B74-AD2E-20802C80F3FA}">
  <a:tblStyle styleId="{D37D89C2-D613-4B74-AD2E-20802C80F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{D37D89C2-D613-4B74-AD2E-20802C80F3FA}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