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5FA8A45-30C7-4A38-9CAA-25AD8B4B6075}">
  <a:tblStyle styleId="{A5FA8A45-30C7-4A38-9CAA-25AD8B4B607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{A5FA8A45-30C7-4A38-9CAA-25AD8B4B6075}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