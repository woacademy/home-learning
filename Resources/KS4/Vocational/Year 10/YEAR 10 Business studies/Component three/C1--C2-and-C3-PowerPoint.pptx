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F87218-8FF8-4E2D-8897-CF8CA34FC7F7}">
  <a:tblStyle styleId="{11F87218-8FF8-4E2D-8897-CF8CA34FC7F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{11F87218-8FF8-4E2D-8897-CF8CA34FC7F7}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