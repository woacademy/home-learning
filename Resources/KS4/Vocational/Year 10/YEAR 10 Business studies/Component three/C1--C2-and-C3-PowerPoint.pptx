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A51199-E874-4B89-BBF0-564F0CBA7F2C}">
  <a:tblStyle styleId="{F1A51199-E874-4B89-BBF0-564F0CBA7F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{F1A51199-E874-4B89-BBF0-564F0CBA7F2C}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