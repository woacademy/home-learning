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9A764A-9F62-4135-B56A-64414DD6330F}">
  <a:tblStyle styleId="{2F9A764A-9F62-4135-B56A-64414DD633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{2F9A764A-9F62-4135-B56A-64414DD6330F}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