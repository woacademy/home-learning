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A4CAEB-0F86-4FCF-9C62-A8D35CB4973E}">
  <a:tblStyle styleId="{46A4CAEB-0F86-4FCF-9C62-A8D35CB497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{46A4CAEB-0F86-4FCF-9C62-A8D35CB4973E}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