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827A64-D593-4B74-89AC-48C844718C16}">
  <a:tblStyle styleId="{EF827A64-D593-4B74-89AC-48C844718C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{EF827A64-D593-4B74-89AC-48C844718C16}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