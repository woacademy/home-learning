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4D0FE9-DBBB-46E4-9973-3AC0B227CEC2}">
  <a:tblStyle styleId="{F84D0FE9-DBBB-46E4-9973-3AC0B227CE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{F84D0FE9-DBBB-46E4-9973-3AC0B227CEC2}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