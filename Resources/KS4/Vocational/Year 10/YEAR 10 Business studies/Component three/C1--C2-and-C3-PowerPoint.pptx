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2622E5-AA69-4AC8-9CED-F4360579DA1F}">
  <a:tblStyle styleId="{2F2622E5-AA69-4AC8-9CED-F4360579DA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{2F2622E5-AA69-4AC8-9CED-F4360579DA1F}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