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0F4F56-C206-46C3-8ACA-FAF2FFE29510}">
  <a:tblStyle styleId="{C70F4F56-C206-46C3-8ACA-FAF2FFE295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{C70F4F56-C206-46C3-8ACA-FAF2FFE29510}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