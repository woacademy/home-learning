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1C4BF1-196E-4CBC-8E76-997FA73978DE}">
  <a:tblStyle styleId="{131C4BF1-196E-4CBC-8E76-997FA73978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{131C4BF1-196E-4CBC-8E76-997FA73978DE}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