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C69F61-0429-4B2C-BC9B-CBF44F72749E}">
  <a:tblStyle styleId="{4DC69F61-0429-4B2C-BC9B-CBF44F7274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{4DC69F61-0429-4B2C-BC9B-CBF44F72749E}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