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411AB00-FB34-43E9-A3F6-C303A55E5550}">
  <a:tblStyle styleId="{A411AB00-FB34-43E9-A3F6-C303A55E555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{A411AB00-FB34-43E9-A3F6-C303A55E5550}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