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113C9F-0623-4DFA-B2AE-C3CE75994396}">
  <a:tblStyle styleId="{CC113C9F-0623-4DFA-B2AE-C3CE759943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{CC113C9F-0623-4DFA-B2AE-C3CE75994396}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