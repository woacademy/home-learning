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6872B1-0207-401B-BA69-C8137E34ED5A}">
  <a:tblStyle styleId="{656872B1-0207-401B-BA69-C8137E34ED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{656872B1-0207-401B-BA69-C8137E34ED5A}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