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843619-0EDF-4FBD-9E9A-B3DB7476ECB2}">
  <a:tblStyle styleId="{89843619-0EDF-4FBD-9E9A-B3DB7476EC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{89843619-0EDF-4FBD-9E9A-B3DB7476ECB2}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