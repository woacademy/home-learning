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2B1A7F-42E0-4E8C-B1E6-622055492CD4}">
  <a:tblStyle styleId="{752B1A7F-42E0-4E8C-B1E6-622055492C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{752B1A7F-42E0-4E8C-B1E6-622055492CD4}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