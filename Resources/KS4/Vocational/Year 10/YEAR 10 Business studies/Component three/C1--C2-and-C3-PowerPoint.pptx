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B7269D-37F7-46FF-AC3C-E26E7C18039F}">
  <a:tblStyle styleId="{CEB7269D-37F7-46FF-AC3C-E26E7C1803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{CEB7269D-37F7-46FF-AC3C-E26E7C18039F}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