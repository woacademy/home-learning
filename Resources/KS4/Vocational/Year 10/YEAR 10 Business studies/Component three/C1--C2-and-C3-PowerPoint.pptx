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389863D-27FF-4290-B140-763D5B3AF9F0}">
  <a:tblStyle styleId="{A389863D-27FF-4290-B140-763D5B3AF9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{A389863D-27FF-4290-B140-763D5B3AF9F0}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