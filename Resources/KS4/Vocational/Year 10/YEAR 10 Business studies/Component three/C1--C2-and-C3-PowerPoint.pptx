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FD1A71-2AB0-4D86-9464-DE5B4D655605}">
  <a:tblStyle styleId="{93FD1A71-2AB0-4D86-9464-DE5B4D6556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{93FD1A71-2AB0-4D86-9464-DE5B4D655605}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