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947560-5361-430F-8E12-FEBF6C02CEFA}">
  <a:tblStyle styleId="{8F947560-5361-430F-8E12-FEBF6C02CE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{8F947560-5361-430F-8E12-FEBF6C02CEFA}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