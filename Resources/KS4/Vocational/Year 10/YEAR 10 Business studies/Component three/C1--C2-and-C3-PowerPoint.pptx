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E08E7-4A86-4362-9876-D359DE4666A1}">
  <a:tblStyle styleId="{A72E08E7-4A86-4362-9876-D359DE4666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{A72E08E7-4A86-4362-9876-D359DE4666A1}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