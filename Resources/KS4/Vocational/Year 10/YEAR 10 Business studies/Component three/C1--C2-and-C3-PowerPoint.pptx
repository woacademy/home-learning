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5D871E-616F-478A-B00F-6FAD0E26FCF0}">
  <a:tblStyle styleId="{4F5D871E-616F-478A-B00F-6FAD0E26FC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{4F5D871E-616F-478A-B00F-6FAD0E26FCF0}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