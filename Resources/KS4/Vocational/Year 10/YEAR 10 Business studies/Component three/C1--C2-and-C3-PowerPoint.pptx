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20FE5FD-D9EC-4A69-A41C-2FC222666D55}">
  <a:tblStyle styleId="{820FE5FD-D9EC-4A69-A41C-2FC222666D5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{820FE5FD-D9EC-4A69-A41C-2FC222666D55}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