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EC54FB-887C-4D20-AE48-AA0F5BB3A7B0}">
  <a:tblStyle styleId="{2DEC54FB-887C-4D20-AE48-AA0F5BB3A7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{2DEC54FB-887C-4D20-AE48-AA0F5BB3A7B0}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