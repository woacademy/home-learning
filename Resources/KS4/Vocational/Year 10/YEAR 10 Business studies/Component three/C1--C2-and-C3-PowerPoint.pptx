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60CDFD-62DE-47C0-BAD1-8AF377139787}">
  <a:tblStyle styleId="{7460CDFD-62DE-47C0-BAD1-8AF3771397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{7460CDFD-62DE-47C0-BAD1-8AF377139787}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