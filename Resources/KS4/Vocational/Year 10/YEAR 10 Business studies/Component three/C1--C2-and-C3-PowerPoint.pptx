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6177154-FD69-402C-82E4-80446896644B}">
  <a:tblStyle styleId="{86177154-FD69-402C-82E4-80446896644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{86177154-FD69-402C-82E4-80446896644B}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