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87EA59E-83E3-4A87-A8A1-CBD5E6FA9D0E}">
  <a:tblStyle styleId="{F87EA59E-83E3-4A87-A8A1-CBD5E6FA9D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{F87EA59E-83E3-4A87-A8A1-CBD5E6FA9D0E}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