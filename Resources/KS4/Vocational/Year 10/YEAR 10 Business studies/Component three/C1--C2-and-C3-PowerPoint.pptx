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59F6DE-DDC4-40F2-85A7-9428B1AE3C65}">
  <a:tblStyle styleId="{4559F6DE-DDC4-40F2-85A7-9428B1AE3C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{4559F6DE-DDC4-40F2-85A7-9428B1AE3C65}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