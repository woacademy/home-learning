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EA4BD5-3392-4BAC-9272-A9267C3BECB8}">
  <a:tblStyle styleId="{EDEA4BD5-3392-4BAC-9272-A9267C3BE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{EDEA4BD5-3392-4BAC-9272-A9267C3BECB8}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