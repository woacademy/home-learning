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26805C-C1CB-4F41-A444-B683F6430F03}">
  <a:tblStyle styleId="{FA26805C-C1CB-4F41-A444-B683F6430F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{FA26805C-C1CB-4F41-A444-B683F6430F03}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