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4ECD53EE-86F7-44D2-8C84-C473E58DFB4D}">
  <a:tblStyle styleId="{4ECD53EE-86F7-44D2-8C84-C473E58DFB4D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5.png"/><Relationship Id="rId4" Type="http://schemas.openxmlformats.org/officeDocument/2006/relationships/image" Target="../media/image12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1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6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9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8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7.png"/><Relationship Id="rId4" Type="http://schemas.openxmlformats.org/officeDocument/2006/relationships/image" Target="../media/image10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{4ECD53EE-86F7-44D2-8C84-C473E58DFB4D}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