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4A4CB4-2EEF-4108-8520-145653A2F958}">
  <a:tblStyle styleId="{3F4A4CB4-2EEF-4108-8520-145653A2F9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{3F4A4CB4-2EEF-4108-8520-145653A2F958}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