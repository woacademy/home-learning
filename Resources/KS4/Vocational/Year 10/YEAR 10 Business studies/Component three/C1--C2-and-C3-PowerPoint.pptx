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354814-3B56-4D51-BC02-53002E9109D7}">
  <a:tblStyle styleId="{3A354814-3B56-4D51-BC02-53002E9109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{3A354814-3B56-4D51-BC02-53002E9109D7}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