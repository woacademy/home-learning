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572AC-C6C3-4407-9A2E-5178567CBD0B}">
  <a:tblStyle styleId="{131572AC-C6C3-4407-9A2E-5178567CBD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{131572AC-C6C3-4407-9A2E-5178567CBD0B}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