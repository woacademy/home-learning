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961212-1610-4CF4-B2B1-16A9E42A1B83}">
  <a:tblStyle styleId="{FB961212-1610-4CF4-B2B1-16A9E42A1B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{FB961212-1610-4CF4-B2B1-16A9E42A1B83}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