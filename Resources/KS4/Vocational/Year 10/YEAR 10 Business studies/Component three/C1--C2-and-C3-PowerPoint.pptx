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4361B4-CA6B-483D-9881-29F5E9D5AD94}">
  <a:tblStyle styleId="{704361B4-CA6B-483D-9881-29F5E9D5AD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{704361B4-CA6B-483D-9881-29F5E9D5AD94}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