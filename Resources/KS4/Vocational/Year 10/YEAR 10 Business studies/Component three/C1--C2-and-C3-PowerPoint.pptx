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FD96DD-495C-4F2A-9AA6-A23CA5A7DFC6}">
  <a:tblStyle styleId="{C6FD96DD-495C-4F2A-9AA6-A23CA5A7DF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{C6FD96DD-495C-4F2A-9AA6-A23CA5A7DFC6}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