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8D817E-B5C8-4D0A-B271-176824B65549}">
  <a:tblStyle styleId="{148D817E-B5C8-4D0A-B271-176824B655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{148D817E-B5C8-4D0A-B271-176824B65549}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