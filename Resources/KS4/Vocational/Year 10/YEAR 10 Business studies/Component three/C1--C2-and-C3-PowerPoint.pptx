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2E9D03-5BCD-454C-B11E-7D172EB6BD67}">
  <a:tblStyle styleId="{A72E9D03-5BCD-454C-B11E-7D172EB6BD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{A72E9D03-5BCD-454C-B11E-7D172EB6BD67}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