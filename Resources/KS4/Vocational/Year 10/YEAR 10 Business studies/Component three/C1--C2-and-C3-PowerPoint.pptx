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28E388-1957-400C-974A-DD30D3EDE2AB}">
  <a:tblStyle styleId="{3D28E388-1957-400C-974A-DD30D3EDE2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{3D28E388-1957-400C-974A-DD30D3EDE2AB}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