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2EBFDA-F588-49E0-A969-786FEC6D9507}">
  <a:tblStyle styleId="{462EBFDA-F588-49E0-A969-786FEC6D95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{462EBFDA-F588-49E0-A969-786FEC6D9507}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