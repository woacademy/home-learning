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BA8A79E-85F7-4E8A-A36E-1E2421C9CC8B}">
  <a:tblStyle styleId="{0BA8A79E-85F7-4E8A-A36E-1E2421C9CC8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{0BA8A79E-85F7-4E8A-A36E-1E2421C9CC8B}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