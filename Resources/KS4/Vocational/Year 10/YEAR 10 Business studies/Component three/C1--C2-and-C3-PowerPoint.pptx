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072DB-0246-4595-9D1E-0C4EEABD1F85}">
  <a:tblStyle styleId="{8BE072DB-0246-4595-9D1E-0C4EEABD1F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{8BE072DB-0246-4595-9D1E-0C4EEABD1F85}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