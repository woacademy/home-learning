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46F94-2C6C-4A7F-A9CD-4CFE31AE03CE}">
  <a:tblStyle styleId="{57846F94-2C6C-4A7F-A9CD-4CFE31AE0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{57846F94-2C6C-4A7F-A9CD-4CFE31AE03CE}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