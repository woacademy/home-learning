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0A42D4-809D-4A4F-A1B8-0A78C68F7633}">
  <a:tblStyle styleId="{0F0A42D4-809D-4A4F-A1B8-0A78C68F76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{0F0A42D4-809D-4A4F-A1B8-0A78C68F7633}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