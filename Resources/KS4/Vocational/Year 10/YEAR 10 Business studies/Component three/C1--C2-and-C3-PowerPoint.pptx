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DC9548-886F-4671-833B-46A5E0C64598}">
  <a:tblStyle styleId="{36DC9548-886F-4671-833B-46A5E0C6459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{36DC9548-886F-4671-833B-46A5E0C64598}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