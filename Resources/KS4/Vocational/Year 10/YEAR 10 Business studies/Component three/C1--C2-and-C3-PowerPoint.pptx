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97D77D-F87D-4364-8C50-E2EFEE0EF6EB}">
  <a:tblStyle styleId="{7A97D77D-F87D-4364-8C50-E2EFEE0EF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{7A97D77D-F87D-4364-8C50-E2EFEE0EF6EB}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