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F063CB-C343-43DB-9AA3-2C32800642FE}">
  <a:tblStyle styleId="{8AF063CB-C343-43DB-9AA3-2C32800642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{8AF063CB-C343-43DB-9AA3-2C32800642FE}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