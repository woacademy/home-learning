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0A07D4-8611-44DD-9FDC-634E5EED2575}">
  <a:tblStyle styleId="{060A07D4-8611-44DD-9FDC-634E5EED25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{060A07D4-8611-44DD-9FDC-634E5EED2575}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