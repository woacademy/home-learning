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234E43-E660-48E5-8A96-16AAE593B375}">
  <a:tblStyle styleId="{66234E43-E660-48E5-8A96-16AAE593B37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{66234E43-E660-48E5-8A96-16AAE593B375}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