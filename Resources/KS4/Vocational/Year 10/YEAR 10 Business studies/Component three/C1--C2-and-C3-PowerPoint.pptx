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9F795A-15F8-4075-9A65-8AAA234402F2}">
  <a:tblStyle styleId="{5F9F795A-15F8-4075-9A65-8AAA234402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{5F9F795A-15F8-4075-9A65-8AAA234402F2}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