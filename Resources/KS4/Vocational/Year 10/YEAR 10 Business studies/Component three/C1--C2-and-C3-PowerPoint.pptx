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12960-44FA-4061-B9D5-097C665288D2}">
  <a:tblStyle styleId="{2F112960-44FA-4061-B9D5-097C665288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{2F112960-44FA-4061-B9D5-097C665288D2}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