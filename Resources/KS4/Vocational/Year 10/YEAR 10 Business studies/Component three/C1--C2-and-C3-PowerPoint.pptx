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514D64-3ACE-479E-B10F-0322DBC59294}">
  <a:tblStyle styleId="{3F514D64-3ACE-479E-B10F-0322DBC592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{3F514D64-3ACE-479E-B10F-0322DBC59294}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