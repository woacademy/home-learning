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E3F88B-4C3C-47DF-9442-27E01F8BD8D0}">
  <a:tblStyle styleId="{55E3F88B-4C3C-47DF-9442-27E01F8BD8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{55E3F88B-4C3C-47DF-9442-27E01F8BD8D0}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