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A62441-24FC-4019-9C6A-6BD77FA484D5}">
  <a:tblStyle styleId="{C3A62441-24FC-4019-9C6A-6BD77FA484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{C3A62441-24FC-4019-9C6A-6BD77FA484D5}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