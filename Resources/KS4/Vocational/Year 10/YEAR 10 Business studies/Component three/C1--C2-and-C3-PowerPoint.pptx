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9A3607-FB47-42C2-A50F-8C7FC817F45D}">
  <a:tblStyle styleId="{259A3607-FB47-42C2-A50F-8C7FC817F4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{259A3607-FB47-42C2-A50F-8C7FC817F45D}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