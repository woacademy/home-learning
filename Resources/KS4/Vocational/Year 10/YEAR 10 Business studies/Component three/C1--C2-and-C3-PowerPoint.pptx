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87DB9F-21F1-49E0-9E25-8DD443B0E6BF}">
  <a:tblStyle styleId="{FB87DB9F-21F1-49E0-9E25-8DD443B0E6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{FB87DB9F-21F1-49E0-9E25-8DD443B0E6BF}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