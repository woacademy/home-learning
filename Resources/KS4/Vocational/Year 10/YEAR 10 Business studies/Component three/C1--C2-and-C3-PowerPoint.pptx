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2E151B-03BA-4036-B8E5-AC9305A7081F}">
  <a:tblStyle styleId="{1C2E151B-03BA-4036-B8E5-AC9305A708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{1C2E151B-03BA-4036-B8E5-AC9305A7081F}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