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E17E4E-CE31-4498-B5EF-E90226CB4741}">
  <a:tblStyle styleId="{C8E17E4E-CE31-4498-B5EF-E90226CB47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{C8E17E4E-CE31-4498-B5EF-E90226CB4741}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