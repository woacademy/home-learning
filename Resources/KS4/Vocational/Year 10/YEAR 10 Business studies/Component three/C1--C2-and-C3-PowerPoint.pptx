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8EC07-6CA9-4783-B7B9-7709A5723DC7}">
  <a:tblStyle styleId="{85C8EC07-6CA9-4783-B7B9-7709A5723D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{85C8EC07-6CA9-4783-B7B9-7709A5723DC7}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