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CF22E0-139A-43D7-ADCB-4803F28A24B2}">
  <a:tblStyle styleId="{A1CF22E0-139A-43D7-ADCB-4803F28A24B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{A1CF22E0-139A-43D7-ADCB-4803F28A24B2}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