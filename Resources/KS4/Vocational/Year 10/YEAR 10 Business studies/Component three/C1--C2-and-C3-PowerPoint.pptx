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EC889-8CCD-4D44-BC30-01BFEF8ED822}">
  <a:tblStyle styleId="{39AEC889-8CCD-4D44-BC30-01BFEF8ED8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{39AEC889-8CCD-4D44-BC30-01BFEF8ED822}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