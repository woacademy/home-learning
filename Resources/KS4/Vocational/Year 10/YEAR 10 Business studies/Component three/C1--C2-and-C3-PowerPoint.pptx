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00163F-F087-4EA7-870E-C8F014E345E1}">
  <a:tblStyle styleId="{FA00163F-F087-4EA7-870E-C8F014E345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{FA00163F-F087-4EA7-870E-C8F014E345E1}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