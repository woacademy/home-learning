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138C5D5-F39F-4750-9CC4-9DC716683820}">
  <a:tblStyle styleId="{7138C5D5-F39F-4750-9CC4-9DC71668382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{7138C5D5-F39F-4750-9CC4-9DC716683820}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