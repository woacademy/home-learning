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22A3D7-A0C3-41C3-8C0B-5E524BBACD02}">
  <a:tblStyle styleId="{6E22A3D7-A0C3-41C3-8C0B-5E524BBACD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{6E22A3D7-A0C3-41C3-8C0B-5E524BBACD02}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