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E9E4F3-8A7D-4DC0-8458-EFD772DCE945}">
  <a:tblStyle styleId="{98E9E4F3-8A7D-4DC0-8458-EFD772DCE9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{98E9E4F3-8A7D-4DC0-8458-EFD772DCE945}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