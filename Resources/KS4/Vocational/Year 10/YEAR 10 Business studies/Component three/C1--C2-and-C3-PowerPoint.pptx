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C2F2A0-2C57-49FF-A42B-77BC4A69314A}">
  <a:tblStyle styleId="{C9C2F2A0-2C57-49FF-A42B-77BC4A693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{C9C2F2A0-2C57-49FF-A42B-77BC4A69314A}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