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190747-3347-49FD-9E43-6405A2028CDB}">
  <a:tblStyle styleId="{4B190747-3347-49FD-9E43-6405A2028C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{4B190747-3347-49FD-9E43-6405A2028CDB}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