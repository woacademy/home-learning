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A5E5076-9532-473D-A564-D56CE4280365}">
  <a:tblStyle styleId="{8A5E5076-9532-473D-A564-D56CE42803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{8A5E5076-9532-473D-A564-D56CE4280365}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