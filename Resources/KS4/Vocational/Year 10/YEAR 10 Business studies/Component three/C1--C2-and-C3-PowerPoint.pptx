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57743D-4A04-4778-89F0-05FCC75AD0AB}">
  <a:tblStyle styleId="{9157743D-4A04-4778-89F0-05FCC75AD0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{9157743D-4A04-4778-89F0-05FCC75AD0AB}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