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4FD16D-B912-4516-A0CE-429F2CA03149}">
  <a:tblStyle styleId="{184FD16D-B912-4516-A0CE-429F2CA031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{184FD16D-B912-4516-A0CE-429F2CA03149}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