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E4D08CC-70A3-440A-8AAD-5BB9A9B3FEB6}">
  <a:tblStyle styleId="{0E4D08CC-70A3-440A-8AAD-5BB9A9B3FEB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{0E4D08CC-70A3-440A-8AAD-5BB9A9B3FEB6}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