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3D3531-242E-4B86-99BE-6231B4DB625B}">
  <a:tblStyle styleId="{543D3531-242E-4B86-99BE-6231B4DB62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{543D3531-242E-4B86-99BE-6231B4DB625B}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