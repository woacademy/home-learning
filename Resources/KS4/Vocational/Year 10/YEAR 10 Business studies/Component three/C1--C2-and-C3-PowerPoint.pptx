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98C8B8-A4A4-49BD-9709-C0AE1902FCED}">
  <a:tblStyle styleId="{CA98C8B8-A4A4-49BD-9709-C0AE1902FC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{CA98C8B8-A4A4-49BD-9709-C0AE1902FCED}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