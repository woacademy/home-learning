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BEA8AC-BEB3-49D4-845C-DC7073D474A0}">
  <a:tblStyle styleId="{4ABEA8AC-BEB3-49D4-845C-DC7073D474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{4ABEA8AC-BEB3-49D4-845C-DC7073D474A0}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