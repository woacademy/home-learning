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971F36-CB95-4094-92C6-CBD9F4E74A81}">
  <a:tblStyle styleId="{45971F36-CB95-4094-92C6-CBD9F4E74A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{45971F36-CB95-4094-92C6-CBD9F4E74A81}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