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2B5D81-9178-43F3-9E44-1CBF833C48F8}">
  <a:tblStyle styleId="{082B5D81-9178-43F3-9E44-1CBF833C48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{082B5D81-9178-43F3-9E44-1CBF833C48F8}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