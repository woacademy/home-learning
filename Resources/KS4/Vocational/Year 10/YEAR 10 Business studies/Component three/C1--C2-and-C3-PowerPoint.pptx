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FBB8D9-BAF5-4CCF-95AC-11F01F523D46}">
  <a:tblStyle styleId="{11FBB8D9-BAF5-4CCF-95AC-11F01F523D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{11FBB8D9-BAF5-4CCF-95AC-11F01F523D46}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