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E16C15-42AE-4971-B034-22A70422911C}">
  <a:tblStyle styleId="{C2E16C15-42AE-4971-B034-22A7042291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{C2E16C15-42AE-4971-B034-22A70422911C}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