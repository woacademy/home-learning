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BEC7E84-C5CB-4A1F-9F16-3869F14B32C6}">
  <a:tblStyle styleId="{4BEC7E84-C5CB-4A1F-9F16-3869F14B32C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{4BEC7E84-C5CB-4A1F-9F16-3869F14B32C6}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