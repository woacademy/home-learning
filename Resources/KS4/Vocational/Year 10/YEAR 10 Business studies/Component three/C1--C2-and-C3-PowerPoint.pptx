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9E2E61-D080-4B17-A192-E8979D2EAF3B}">
  <a:tblStyle styleId="{239E2E61-D080-4B17-A192-E8979D2EAF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{239E2E61-D080-4B17-A192-E8979D2EAF3B}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