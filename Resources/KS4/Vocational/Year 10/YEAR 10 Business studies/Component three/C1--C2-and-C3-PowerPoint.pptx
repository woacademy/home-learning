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4D58125-CC18-4942-9B63-6C4F483DEADF}">
  <a:tblStyle styleId="{B4D58125-CC18-4942-9B63-6C4F483DEAD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{B4D58125-CC18-4942-9B63-6C4F483DEADF}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