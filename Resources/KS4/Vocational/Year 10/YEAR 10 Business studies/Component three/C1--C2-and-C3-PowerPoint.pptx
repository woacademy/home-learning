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B813D7-926F-45E3-8DD0-5872CCA500B1}">
  <a:tblStyle styleId="{5AB813D7-926F-45E3-8DD0-5872CCA500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{5AB813D7-926F-45E3-8DD0-5872CCA500B1}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