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314AE0-F9A1-4E29-99A5-EF5FAACD5386}">
  <a:tblStyle styleId="{EA314AE0-F9A1-4E29-99A5-EF5FAACD53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{EA314AE0-F9A1-4E29-99A5-EF5FAACD5386}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