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A8C5BC-9833-4A36-B479-9F6D0F9BE0B9}">
  <a:tblStyle styleId="{47A8C5BC-9833-4A36-B479-9F6D0F9BE0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{47A8C5BC-9833-4A36-B479-9F6D0F9BE0B9}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