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63684-F1CD-41D5-8104-47A478C7D01B}">
  <a:tblStyle styleId="{DBD63684-F1CD-41D5-8104-47A478C7D0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{DBD63684-F1CD-41D5-8104-47A478C7D01B}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