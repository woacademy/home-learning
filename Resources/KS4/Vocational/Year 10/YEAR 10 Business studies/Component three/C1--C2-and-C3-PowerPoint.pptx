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83BFDD-46CD-4712-B815-DDB8B2A12F7D}">
  <a:tblStyle styleId="{6883BFDD-46CD-4712-B815-DDB8B2A12F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{6883BFDD-46CD-4712-B815-DDB8B2A12F7D}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