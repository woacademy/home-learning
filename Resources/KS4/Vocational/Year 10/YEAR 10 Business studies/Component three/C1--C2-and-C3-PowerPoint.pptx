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451EF5-6251-469F-A712-562E20E8B2D5}">
  <a:tblStyle styleId="{C3451EF5-6251-469F-A712-562E20E8B2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{C3451EF5-6251-469F-A712-562E20E8B2D5}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