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FD2C0A-95ED-4F40-AF31-114F8B0FEF7C}">
  <a:tblStyle styleId="{29FD2C0A-95ED-4F40-AF31-114F8B0FEF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{29FD2C0A-95ED-4F40-AF31-114F8B0FEF7C}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