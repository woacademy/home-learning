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CF1DC1-D87B-42B4-B30A-F52BD0DFA2BC}">
  <a:tblStyle styleId="{26CF1DC1-D87B-42B4-B30A-F52BD0DFA2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{26CF1DC1-D87B-42B4-B30A-F52BD0DFA2BC}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