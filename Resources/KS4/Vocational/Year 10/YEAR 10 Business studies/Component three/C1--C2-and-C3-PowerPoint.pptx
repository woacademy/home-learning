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DEA3EE-474D-4948-80EA-8B4D3F64D76F}">
  <a:tblStyle styleId="{89DEA3EE-474D-4948-80EA-8B4D3F64D7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{89DEA3EE-474D-4948-80EA-8B4D3F64D76F}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