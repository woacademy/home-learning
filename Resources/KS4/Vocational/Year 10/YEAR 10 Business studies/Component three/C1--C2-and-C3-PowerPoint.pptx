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2432FD-470D-4D78-BBFA-04CEFF9AFB7A}">
  <a:tblStyle styleId="{372432FD-470D-4D78-BBFA-04CEFF9AFB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{372432FD-470D-4D78-BBFA-04CEFF9AFB7A}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