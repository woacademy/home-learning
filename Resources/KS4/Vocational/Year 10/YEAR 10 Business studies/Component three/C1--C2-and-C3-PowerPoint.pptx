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964DD7-284D-469F-B8CA-A03F4789D4EF}">
  <a:tblStyle styleId="{8B964DD7-284D-469F-B8CA-A03F4789D4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{8B964DD7-284D-469F-B8CA-A03F4789D4EF}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