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B12968-B64B-423D-BBAB-87E27590E90A}">
  <a:tblStyle styleId="{33B12968-B64B-423D-BBAB-87E27590E9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{33B12968-B64B-423D-BBAB-87E27590E90A}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