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F1723EF-F060-4B15-8466-79A0D43216D8}">
  <a:tblStyle styleId="{3F1723EF-F060-4B15-8466-79A0D43216D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1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2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{3F1723EF-F060-4B15-8466-79A0D43216D8}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