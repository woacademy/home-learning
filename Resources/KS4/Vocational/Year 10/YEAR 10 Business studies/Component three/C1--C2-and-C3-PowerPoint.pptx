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CDF70B-5EEF-43E7-9CEB-E2A6405B7646}">
  <a:tblStyle styleId="{0BCDF70B-5EEF-43E7-9CEB-E2A6405B76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{0BCDF70B-5EEF-43E7-9CEB-E2A6405B7646}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