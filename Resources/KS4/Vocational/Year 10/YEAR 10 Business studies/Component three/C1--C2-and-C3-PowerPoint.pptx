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93AAF7-6805-48EB-B723-0B1756F7C6D3}">
  <a:tblStyle styleId="{8F93AAF7-6805-48EB-B723-0B1756F7C6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{8F93AAF7-6805-48EB-B723-0B1756F7C6D3}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