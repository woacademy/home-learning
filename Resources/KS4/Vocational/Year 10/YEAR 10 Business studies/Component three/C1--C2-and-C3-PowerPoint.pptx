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9EDEA-AA10-4E79-96CD-C6C6F6BDA48F}">
  <a:tblStyle styleId="{E7D9EDEA-AA10-4E79-96CD-C6C6F6BDA4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{E7D9EDEA-AA10-4E79-96CD-C6C6F6BDA48F}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