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BFB2FF-F0EF-4A03-B6DF-545429EEDFD2}">
  <a:tblStyle styleId="{4DBFB2FF-F0EF-4A03-B6DF-545429EEDF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{4DBFB2FF-F0EF-4A03-B6DF-545429EEDFD2}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