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3D8691-15E2-404A-BFAE-298BBD613CE7}">
  <a:tblStyle styleId="{683D8691-15E2-404A-BFAE-298BBD613C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{683D8691-15E2-404A-BFAE-298BBD613CE7}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