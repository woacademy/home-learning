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E6F3AE-6A1F-4A90-BFCF-72413FED7A14}">
  <a:tblStyle styleId="{E8E6F3AE-6A1F-4A90-BFCF-72413FED7A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{E8E6F3AE-6A1F-4A90-BFCF-72413FED7A14}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