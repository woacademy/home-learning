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7BB1A07-FE00-4526-A5E3-6AEEEA2B93C2}">
  <a:tblStyle styleId="{17BB1A07-FE00-4526-A5E3-6AEEEA2B93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{17BB1A07-FE00-4526-A5E3-6AEEEA2B93C2}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