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7D59B6-89D1-441B-8ADE-A168DFA025A8}">
  <a:tblStyle styleId="{7F7D59B6-89D1-441B-8ADE-A168DFA025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{7F7D59B6-89D1-441B-8ADE-A168DFA025A8}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