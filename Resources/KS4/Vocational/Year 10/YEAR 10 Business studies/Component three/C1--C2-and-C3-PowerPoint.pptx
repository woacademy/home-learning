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3448D5-DBD3-41A9-A1F1-9BD99FCC71AB}">
  <a:tblStyle styleId="{3C3448D5-DBD3-41A9-A1F1-9BD99FCC71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{3C3448D5-DBD3-41A9-A1F1-9BD99FCC71AB}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