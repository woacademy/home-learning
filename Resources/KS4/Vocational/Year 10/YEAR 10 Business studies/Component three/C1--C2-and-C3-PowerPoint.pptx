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CCB724-E2B4-423F-B3BD-A2D6113CC9BE}">
  <a:tblStyle styleId="{0ECCB724-E2B4-423F-B3BD-A2D6113CC9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{0ECCB724-E2B4-423F-B3BD-A2D6113CC9BE}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