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81430F-2388-46D0-A667-E4CAC8DA3599}">
  <a:tblStyle styleId="{AE81430F-2388-46D0-A667-E4CAC8DA35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{AE81430F-2388-46D0-A667-E4CAC8DA3599}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