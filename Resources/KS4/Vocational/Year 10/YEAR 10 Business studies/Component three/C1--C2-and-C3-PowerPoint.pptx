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1FC41-A3A2-44C8-A068-3616354E645F}">
  <a:tblStyle styleId="{1E21FC41-A3A2-44C8-A068-3616354E64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{1E21FC41-A3A2-44C8-A068-3616354E645F}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