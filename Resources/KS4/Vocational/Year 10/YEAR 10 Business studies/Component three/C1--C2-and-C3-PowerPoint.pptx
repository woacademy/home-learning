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10D1D9-8D14-466E-B808-38D4AD9B79F4}">
  <a:tblStyle styleId="{8D10D1D9-8D14-466E-B808-38D4AD9B79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{8D10D1D9-8D14-466E-B808-38D4AD9B79F4}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