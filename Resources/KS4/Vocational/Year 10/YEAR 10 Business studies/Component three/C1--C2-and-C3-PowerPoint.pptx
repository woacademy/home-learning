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28D1279-2437-4FA3-AD82-E52B88FC552F}">
  <a:tblStyle styleId="{928D1279-2437-4FA3-AD82-E52B88FC552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{928D1279-2437-4FA3-AD82-E52B88FC552F}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