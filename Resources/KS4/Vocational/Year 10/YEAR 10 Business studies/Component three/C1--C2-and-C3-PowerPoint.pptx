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F6845BA-98EA-48BE-8FF5-79543A529362}">
  <a:tblStyle styleId="{EF6845BA-98EA-48BE-8FF5-79543A52936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{EF6845BA-98EA-48BE-8FF5-79543A529362}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