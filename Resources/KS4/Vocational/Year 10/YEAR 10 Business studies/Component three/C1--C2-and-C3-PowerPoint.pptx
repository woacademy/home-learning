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730986-3710-48FB-A34C-79DD8B0C8772}">
  <a:tblStyle styleId="{34730986-3710-48FB-A34C-79DD8B0C87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{34730986-3710-48FB-A34C-79DD8B0C8772}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