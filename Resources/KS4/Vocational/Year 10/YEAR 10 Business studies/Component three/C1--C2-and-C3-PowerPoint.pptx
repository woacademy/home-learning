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CDD13E-0509-4144-A0FC-A110143B3A3A}">
  <a:tblStyle styleId="{E7CDD13E-0509-4144-A0FC-A110143B3A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{E7CDD13E-0509-4144-A0FC-A110143B3A3A}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