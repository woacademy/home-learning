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DB29B84-CCE5-4A8A-870D-9246F2E99C49}">
  <a:tblStyle styleId="{2DB29B84-CCE5-4A8A-870D-9246F2E99C4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{2DB29B84-CCE5-4A8A-870D-9246F2E99C49}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