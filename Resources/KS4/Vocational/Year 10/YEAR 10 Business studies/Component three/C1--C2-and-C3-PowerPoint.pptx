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89A8E9-863D-4667-A40C-01CC8C31F453}">
  <a:tblStyle styleId="{1689A8E9-863D-4667-A40C-01CC8C31F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{1689A8E9-863D-4667-A40C-01CC8C31F453}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