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06740F-D404-422A-8C42-758A90CD0CBC}">
  <a:tblStyle styleId="{F306740F-D404-422A-8C42-758A90CD0C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{F306740F-D404-422A-8C42-758A90CD0CBC}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