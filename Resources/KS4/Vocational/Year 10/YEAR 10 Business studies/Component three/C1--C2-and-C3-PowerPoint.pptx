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FE5943-4263-433C-9CEA-1C9AD4F6969D}">
  <a:tblStyle styleId="{68FE5943-4263-433C-9CEA-1C9AD4F696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{68FE5943-4263-433C-9CEA-1C9AD4F6969D}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