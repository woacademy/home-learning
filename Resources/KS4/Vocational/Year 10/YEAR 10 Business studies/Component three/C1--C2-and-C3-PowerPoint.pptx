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D232F9-63B2-430F-AB76-8722BEC3C8A5}">
  <a:tblStyle styleId="{0BD232F9-63B2-430F-AB76-8722BEC3C8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{0BD232F9-63B2-430F-AB76-8722BEC3C8A5}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