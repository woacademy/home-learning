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E2A102-5FC8-4984-A77F-1133C76D2B77}">
  <a:tblStyle styleId="{ABE2A102-5FC8-4984-A77F-1133C76D2B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{ABE2A102-5FC8-4984-A77F-1133C76D2B77}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