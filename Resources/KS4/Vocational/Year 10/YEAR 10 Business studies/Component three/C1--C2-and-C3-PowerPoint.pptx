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A7FFB9-E64B-4A7F-8F6E-FF8416A8D5F5}">
  <a:tblStyle styleId="{61A7FFB9-E64B-4A7F-8F6E-FF8416A8D5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{61A7FFB9-E64B-4A7F-8F6E-FF8416A8D5F5}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