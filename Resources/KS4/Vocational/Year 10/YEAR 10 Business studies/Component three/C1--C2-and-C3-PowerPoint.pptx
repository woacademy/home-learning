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290A6-BF9D-4C0D-AA03-E379C7105F1D}">
  <a:tblStyle styleId="{B0F290A6-BF9D-4C0D-AA03-E379C7105F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{B0F290A6-BF9D-4C0D-AA03-E379C7105F1D}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