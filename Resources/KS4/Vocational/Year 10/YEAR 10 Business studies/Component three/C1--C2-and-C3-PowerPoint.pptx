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0A90D-B5BF-4095-B2B0-BE8BBF14C4B1}">
  <a:tblStyle styleId="{EE90A90D-B5BF-4095-B2B0-BE8BBF14C4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{EE90A90D-B5BF-4095-B2B0-BE8BBF14C4B1}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