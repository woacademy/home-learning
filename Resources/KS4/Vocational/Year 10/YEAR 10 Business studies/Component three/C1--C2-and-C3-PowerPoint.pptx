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74A252-8DFF-4700-930A-CB9ED2614969}">
  <a:tblStyle styleId="{0474A252-8DFF-4700-930A-CB9ED26149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{0474A252-8DFF-4700-930A-CB9ED2614969}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