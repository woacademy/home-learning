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A28723-6C05-4A1A-A3E0-0547293353A4}">
  <a:tblStyle styleId="{98A28723-6C05-4A1A-A3E0-0547293353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{98A28723-6C05-4A1A-A3E0-0547293353A4}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