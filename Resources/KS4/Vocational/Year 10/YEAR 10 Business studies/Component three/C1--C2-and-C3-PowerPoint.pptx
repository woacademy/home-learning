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680742-0308-463B-8E27-346B41CD3674}">
  <a:tblStyle styleId="{9D680742-0308-463B-8E27-346B41CD36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{9D680742-0308-463B-8E27-346B41CD3674}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