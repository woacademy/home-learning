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42185A-98A4-4C09-94BD-BB0F2CC218CF}">
  <a:tblStyle styleId="{9342185A-98A4-4C09-94BD-BB0F2CC218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{9342185A-98A4-4C09-94BD-BB0F2CC218CF}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