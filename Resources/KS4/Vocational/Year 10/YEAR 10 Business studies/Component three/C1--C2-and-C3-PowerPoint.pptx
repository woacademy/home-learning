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9AD3C1-BD82-4C5A-9F40-B67209B4C6D0}">
  <a:tblStyle styleId="{909AD3C1-BD82-4C5A-9F40-B67209B4C6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{909AD3C1-BD82-4C5A-9F40-B67209B4C6D0}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