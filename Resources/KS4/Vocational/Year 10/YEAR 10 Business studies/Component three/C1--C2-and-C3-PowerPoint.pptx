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55E508A-D569-486B-9768-0C488B1D81E0}">
  <a:tblStyle styleId="{155E508A-D569-486B-9768-0C488B1D81E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{155E508A-D569-486B-9768-0C488B1D81E0}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