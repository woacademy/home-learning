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923ED8-E707-4F75-A9F3-078C62E48BD0}">
  <a:tblStyle styleId="{E5923ED8-E707-4F75-A9F3-078C62E48B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{E5923ED8-E707-4F75-A9F3-078C62E48BD0}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