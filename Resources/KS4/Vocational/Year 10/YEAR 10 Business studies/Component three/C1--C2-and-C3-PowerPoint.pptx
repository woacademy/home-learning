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ADD31-8C3F-40BB-9F07-D1CE337C7D99}">
  <a:tblStyle styleId="{A04ADD31-8C3F-40BB-9F07-D1CE337C7D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{A04ADD31-8C3F-40BB-9F07-D1CE337C7D99}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