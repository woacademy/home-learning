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4DF2FA-408C-408A-9154-1780BE4904DA}">
  <a:tblStyle styleId="{534DF2FA-408C-408A-9154-1780BE4904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{534DF2FA-408C-408A-9154-1780BE4904DA}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