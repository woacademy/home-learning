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3242CB-0D71-4006-9719-8B63130D6E48}">
  <a:tblStyle styleId="{433242CB-0D71-4006-9719-8B63130D6E4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{433242CB-0D71-4006-9719-8B63130D6E48}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