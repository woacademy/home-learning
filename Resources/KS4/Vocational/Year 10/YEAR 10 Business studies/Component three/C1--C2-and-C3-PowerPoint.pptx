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B913AF-F535-4A32-855F-97D5109E9D8A}">
  <a:tblStyle styleId="{09B913AF-F535-4A32-855F-97D5109E9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{09B913AF-F535-4A32-855F-97D5109E9D8A}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