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213F61-9ACF-433E-A78B-CEDE8B0AB78E}">
  <a:tblStyle styleId="{87213F61-9ACF-433E-A78B-CEDE8B0AB7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{87213F61-9ACF-433E-A78B-CEDE8B0AB78E}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