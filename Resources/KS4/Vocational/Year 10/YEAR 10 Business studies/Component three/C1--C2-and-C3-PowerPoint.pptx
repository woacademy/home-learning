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C257F1D-B19D-41A1-A89B-2C5B49ADFAE3}">
  <a:tblStyle styleId="{8C257F1D-B19D-41A1-A89B-2C5B49ADFAE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{8C257F1D-B19D-41A1-A89B-2C5B49ADFAE3}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