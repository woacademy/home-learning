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CD8109-2C1C-44D6-8E9C-7F38B41DB6B7}">
  <a:tblStyle styleId="{B8CD8109-2C1C-44D6-8E9C-7F38B41DB6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{B8CD8109-2C1C-44D6-8E9C-7F38B41DB6B7}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