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9490D1-F2BC-4D02-8223-7E9BC1AE3816}">
  <a:tblStyle styleId="{0D9490D1-F2BC-4D02-8223-7E9BC1AE38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{0D9490D1-F2BC-4D02-8223-7E9BC1AE3816}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