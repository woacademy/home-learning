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8FCD75B-F6F3-4814-8114-923482EEF019}">
  <a:tblStyle styleId="{48FCD75B-F6F3-4814-8114-923482EEF01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7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{48FCD75B-F6F3-4814-8114-923482EEF019}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