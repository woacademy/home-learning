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3F8582-9C17-4C4E-93A0-5F135EABAA86}">
  <a:tblStyle styleId="{423F8582-9C17-4C4E-93A0-5F135EABAA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{423F8582-9C17-4C4E-93A0-5F135EABAA86}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