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65A7A5-5371-4C35-81FA-9BBCE22A4718}">
  <a:tblStyle styleId="{3665A7A5-5371-4C35-81FA-9BBCE22A47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{3665A7A5-5371-4C35-81FA-9BBCE22A4718}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