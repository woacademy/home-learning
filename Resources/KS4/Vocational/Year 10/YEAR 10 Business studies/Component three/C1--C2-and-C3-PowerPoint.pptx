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7CA718-9F2F-4366-9A92-312A41073262}">
  <a:tblStyle styleId="{5E7CA718-9F2F-4366-9A92-312A410732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{5E7CA718-9F2F-4366-9A92-312A41073262}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