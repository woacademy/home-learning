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0EE40B-B068-436D-88D5-B2C0B92FD5A4}">
  <a:tblStyle styleId="{5A0EE40B-B068-436D-88D5-B2C0B92FD5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{5A0EE40B-B068-436D-88D5-B2C0B92FD5A4}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