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4FB2B4-D3B5-4201-8ADE-BA2CA2E18535}">
  <a:tblStyle styleId="{4E4FB2B4-D3B5-4201-8ADE-BA2CA2E185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{4E4FB2B4-D3B5-4201-8ADE-BA2CA2E18535}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