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BE2D4-5C20-44A7-858A-677D192C8417}">
  <a:tblStyle styleId="{A05BE2D4-5C20-44A7-858A-677D192C84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{A05BE2D4-5C20-44A7-858A-677D192C8417}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