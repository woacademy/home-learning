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45DB4F-FF91-44E0-9BAC-A1D7EEFF8546}">
  <a:tblStyle styleId="{7145DB4F-FF91-44E0-9BAC-A1D7EEFF85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{7145DB4F-FF91-44E0-9BAC-A1D7EEFF8546}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