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17F844-A91E-4E01-98F2-557D07A79D36}">
  <a:tblStyle styleId="{3917F844-A91E-4E01-98F2-557D07A79D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{3917F844-A91E-4E01-98F2-557D07A79D36}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