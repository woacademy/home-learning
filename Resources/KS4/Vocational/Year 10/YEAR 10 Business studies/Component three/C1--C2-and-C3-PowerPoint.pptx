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F3980F-E8B6-4FC6-AA52-108055DBF4EC}">
  <a:tblStyle styleId="{7DF3980F-E8B6-4FC6-AA52-108055DBF4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{7DF3980F-E8B6-4FC6-AA52-108055DBF4EC}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