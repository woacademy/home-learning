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6DE31E-10DC-4831-B096-671CECD5A073}">
  <a:tblStyle styleId="{446DE31E-10DC-4831-B096-671CECD5A0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{446DE31E-10DC-4831-B096-671CECD5A073}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