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D97E21-B1DA-46EC-93A0-460744B3AFC6}">
  <a:tblStyle styleId="{D1D97E21-B1DA-46EC-93A0-460744B3AF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{D1D97E21-B1DA-46EC-93A0-460744B3AFC6}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