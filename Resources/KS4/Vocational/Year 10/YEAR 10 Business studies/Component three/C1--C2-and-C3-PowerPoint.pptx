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596F0A1-DFA3-4AA7-A884-6C689FF13F48}">
  <a:tblStyle styleId="{F596F0A1-DFA3-4AA7-A884-6C689FF13F4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{F596F0A1-DFA3-4AA7-A884-6C689FF13F48}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