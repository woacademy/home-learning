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74289C0-C243-4D44-9563-912A0AF20149}">
  <a:tblStyle styleId="{174289C0-C243-4D44-9563-912A0AF201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{174289C0-C243-4D44-9563-912A0AF20149}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