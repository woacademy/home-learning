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E199E4D-A252-4A4B-B00E-14873B3475B5}">
  <a:tblStyle styleId="{7E199E4D-A252-4A4B-B00E-14873B3475B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{7E199E4D-A252-4A4B-B00E-14873B3475B5}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