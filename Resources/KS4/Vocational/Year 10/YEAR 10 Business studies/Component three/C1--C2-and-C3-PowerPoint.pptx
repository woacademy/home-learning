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A34B9-51D4-4425-B232-E5D3DBD94BB1}">
  <a:tblStyle styleId="{DEDA34B9-51D4-4425-B232-E5D3DBD94B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{DEDA34B9-51D4-4425-B232-E5D3DBD94BB1}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