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2811CD-D08C-4572-A536-E7A56E467218}">
  <a:tblStyle styleId="{C52811CD-D08C-4572-A536-E7A56E4672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{C52811CD-D08C-4572-A536-E7A56E467218}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