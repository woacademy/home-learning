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474900D-FFB9-4DB2-8A67-A472C092E3C0}">
  <a:tblStyle styleId="{2474900D-FFB9-4DB2-8A67-A472C092E3C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{2474900D-FFB9-4DB2-8A67-A472C092E3C0}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