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465F54-0C88-4F3B-8EE5-A0312F03E851}">
  <a:tblStyle styleId="{01465F54-0C88-4F3B-8EE5-A0312F03E8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{01465F54-0C88-4F3B-8EE5-A0312F03E851}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