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AF57B5-714C-433B-8D5A-055424D81F4D}">
  <a:tblStyle styleId="{9FAF57B5-714C-433B-8D5A-055424D81F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{9FAF57B5-714C-433B-8D5A-055424D81F4D}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