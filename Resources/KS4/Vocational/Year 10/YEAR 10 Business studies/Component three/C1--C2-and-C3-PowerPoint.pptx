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A94927-90A0-4C2C-8B93-09DC247B1BCB}">
  <a:tblStyle styleId="{E5A94927-90A0-4C2C-8B93-09DC247B1B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{E5A94927-90A0-4C2C-8B93-09DC247B1BCB}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