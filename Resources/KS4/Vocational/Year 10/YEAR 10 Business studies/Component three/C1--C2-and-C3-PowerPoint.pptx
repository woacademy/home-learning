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583089-64D2-4C24-A717-6ED88D7F8453}">
  <a:tblStyle styleId="{C5583089-64D2-4C24-A717-6ED88D7F84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{C5583089-64D2-4C24-A717-6ED88D7F8453}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