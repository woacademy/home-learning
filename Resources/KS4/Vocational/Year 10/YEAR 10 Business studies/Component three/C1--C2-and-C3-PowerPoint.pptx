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D0BD4-AB9E-4981-ADF0-D9CAAF976BD8}">
  <a:tblStyle styleId="{1A4D0BD4-AB9E-4981-ADF0-D9CAAF976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{1A4D0BD4-AB9E-4981-ADF0-D9CAAF976BD8}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