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297D30-3534-4EA0-ADC3-F74A86F51716}">
  <a:tblStyle styleId="{15297D30-3534-4EA0-ADC3-F74A86F517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{15297D30-3534-4EA0-ADC3-F74A86F51716}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