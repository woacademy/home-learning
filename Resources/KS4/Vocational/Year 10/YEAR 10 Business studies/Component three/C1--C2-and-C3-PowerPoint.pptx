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C93FB-808E-4E9B-93CD-903E13B279DD}">
  <a:tblStyle styleId="{CE1C93FB-808E-4E9B-93CD-903E13B279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{CE1C93FB-808E-4E9B-93CD-903E13B279DD}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