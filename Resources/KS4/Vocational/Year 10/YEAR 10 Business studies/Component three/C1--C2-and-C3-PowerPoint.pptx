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04EF510-C320-47DC-8683-795820E28744}">
  <a:tblStyle styleId="{004EF510-C320-47DC-8683-795820E287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{004EF510-C320-47DC-8683-795820E28744}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