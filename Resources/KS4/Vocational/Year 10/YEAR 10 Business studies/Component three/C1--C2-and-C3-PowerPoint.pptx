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7812FE-EAA3-42ED-9F82-AAF2850A73D5}">
  <a:tblStyle styleId="{917812FE-EAA3-42ED-9F82-AAF2850A73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{917812FE-EAA3-42ED-9F82-AAF2850A73D5}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