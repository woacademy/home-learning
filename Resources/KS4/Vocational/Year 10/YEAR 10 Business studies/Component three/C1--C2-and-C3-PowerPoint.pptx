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42FAF8-B46B-402B-AE2C-62A3C96ED841}">
  <a:tblStyle styleId="{1142FAF8-B46B-402B-AE2C-62A3C96ED8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{1142FAF8-B46B-402B-AE2C-62A3C96ED841}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