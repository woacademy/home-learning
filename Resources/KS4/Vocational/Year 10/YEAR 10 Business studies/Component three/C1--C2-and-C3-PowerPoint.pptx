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F3D5E9A-9970-492C-A3B4-29C508382314}">
  <a:tblStyle styleId="{FF3D5E9A-9970-492C-A3B4-29C50838231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{FF3D5E9A-9970-492C-A3B4-29C508382314}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