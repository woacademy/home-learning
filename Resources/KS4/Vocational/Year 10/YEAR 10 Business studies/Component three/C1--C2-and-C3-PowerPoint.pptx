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75E324D-BEF3-4D8E-A1F6-CE866E9F6F94}">
  <a:tblStyle styleId="{F75E324D-BEF3-4D8E-A1F6-CE866E9F6F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{F75E324D-BEF3-4D8E-A1F6-CE866E9F6F94}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