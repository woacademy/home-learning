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ADD01D-6A84-45ED-BE05-020CD7FBC3DC}">
  <a:tblStyle styleId="{A4ADD01D-6A84-45ED-BE05-020CD7FBC3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{A4ADD01D-6A84-45ED-BE05-020CD7FBC3DC}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