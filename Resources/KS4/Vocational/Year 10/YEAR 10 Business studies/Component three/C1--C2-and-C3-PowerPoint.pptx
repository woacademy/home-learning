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B5FE5A-8313-4247-A1A2-C0D177C9C8FA}">
  <a:tblStyle styleId="{DEB5FE5A-8313-4247-A1A2-C0D177C9C8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{DEB5FE5A-8313-4247-A1A2-C0D177C9C8FA}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