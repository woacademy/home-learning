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FF3030-B927-47AF-B913-4A779E3270DF}">
  <a:tblStyle styleId="{02FF3030-B927-47AF-B913-4A779E3270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{02FF3030-B927-47AF-B913-4A779E3270DF}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