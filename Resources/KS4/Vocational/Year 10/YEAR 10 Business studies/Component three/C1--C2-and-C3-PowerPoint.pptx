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7A45E5-2758-48D4-8FFD-37915188D0FF}">
  <a:tblStyle styleId="{CE7A45E5-2758-48D4-8FFD-37915188D0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{CE7A45E5-2758-48D4-8FFD-37915188D0FF}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