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D76AEB-E120-4399-B1BF-2DE6621716D9}">
  <a:tblStyle styleId="{B0D76AEB-E120-4399-B1BF-2DE6621716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{B0D76AEB-E120-4399-B1BF-2DE6621716D9}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