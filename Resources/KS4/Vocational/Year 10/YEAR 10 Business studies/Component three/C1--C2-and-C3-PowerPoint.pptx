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51A6B4-FEBA-4AE3-BF02-5BE07C659A7C}">
  <a:tblStyle styleId="{8E51A6B4-FEBA-4AE3-BF02-5BE07C659A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{8E51A6B4-FEBA-4AE3-BF02-5BE07C659A7C}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