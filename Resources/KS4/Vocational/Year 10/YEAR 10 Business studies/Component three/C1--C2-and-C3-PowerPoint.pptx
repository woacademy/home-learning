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29F3A-395E-4DF2-A519-05C76252457D}">
  <a:tblStyle styleId="{A3529F3A-395E-4DF2-A519-05C7625245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{A3529F3A-395E-4DF2-A519-05C76252457D}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