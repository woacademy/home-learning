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3232A-C8B8-4CC6-A588-F8C4225CDF2A}">
  <a:tblStyle styleId="{ED03232A-C8B8-4CC6-A588-F8C4225CD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{ED03232A-C8B8-4CC6-A588-F8C4225CDF2A}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