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84CF75-35ED-4150-9C78-BB284766D29E}">
  <a:tblStyle styleId="{7E84CF75-35ED-4150-9C78-BB284766D2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{7E84CF75-35ED-4150-9C78-BB284766D29E}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