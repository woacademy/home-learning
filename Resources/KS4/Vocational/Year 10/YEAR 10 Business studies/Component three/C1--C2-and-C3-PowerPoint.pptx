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D96922-8EEB-4352-9341-1346608B403E}">
  <a:tblStyle styleId="{EAD96922-8EEB-4352-9341-1346608B40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{EAD96922-8EEB-4352-9341-1346608B403E}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