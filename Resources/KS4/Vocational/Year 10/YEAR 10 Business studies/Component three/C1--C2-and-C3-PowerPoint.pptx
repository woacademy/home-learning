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ECCA0B-4537-4CBE-861B-C039D6FA62B1}">
  <a:tblStyle styleId="{ADECCA0B-4537-4CBE-861B-C039D6FA62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{ADECCA0B-4537-4CBE-861B-C039D6FA62B1}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