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5426BB-1B00-4927-A356-730F2D690407}">
  <a:tblStyle styleId="{5C5426BB-1B00-4927-A356-730F2D6904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{5C5426BB-1B00-4927-A356-730F2D690407}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