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7410AE-6C21-4546-86D2-F7DB853C1C7E}">
  <a:tblStyle styleId="{977410AE-6C21-4546-86D2-F7DB853C1C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{977410AE-6C21-4546-86D2-F7DB853C1C7E}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