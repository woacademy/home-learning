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02AABE-7B96-4DC3-90A3-51F020466E73}">
  <a:tblStyle styleId="{BC02AABE-7B96-4DC3-90A3-51F020466E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{BC02AABE-7B96-4DC3-90A3-51F020466E73}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