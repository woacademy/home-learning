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B6BE5C-8E0A-49A2-A2B3-538C6114A2DC}">
  <a:tblStyle styleId="{F4B6BE5C-8E0A-49A2-A2B3-538C6114A2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{F4B6BE5C-8E0A-49A2-A2B3-538C6114A2DC}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