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B4647-2AA6-41A0-A38B-A4C129547C34}">
  <a:tblStyle styleId="{915B4647-2AA6-41A0-A38B-A4C129547C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{915B4647-2AA6-41A0-A38B-A4C129547C34}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