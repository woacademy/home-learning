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3122E8-EF97-46EC-B5DD-31BC4BD04D46}">
  <a:tblStyle styleId="{773122E8-EF97-46EC-B5DD-31BC4BD04D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{773122E8-EF97-46EC-B5DD-31BC4BD04D46}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