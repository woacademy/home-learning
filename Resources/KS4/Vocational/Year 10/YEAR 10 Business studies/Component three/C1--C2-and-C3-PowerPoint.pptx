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EEF784-62EB-4A46-A5CF-0F10DEE923B5}">
  <a:tblStyle styleId="{0EEEF784-62EB-4A46-A5CF-0F10DEE923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{0EEEF784-62EB-4A46-A5CF-0F10DEE923B5}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