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6403BF4-DDD0-42A6-A5FE-7FADD816764D}">
  <a:tblStyle styleId="{A6403BF4-DDD0-42A6-A5FE-7FADD816764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{A6403BF4-DDD0-42A6-A5FE-7FADD816764D}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