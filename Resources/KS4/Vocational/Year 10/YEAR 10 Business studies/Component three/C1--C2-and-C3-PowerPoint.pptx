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4582B1-975A-418B-856D-F521C0602DC7}">
  <a:tblStyle styleId="{574582B1-975A-418B-856D-F521C0602D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{574582B1-975A-418B-856D-F521C0602DC7}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