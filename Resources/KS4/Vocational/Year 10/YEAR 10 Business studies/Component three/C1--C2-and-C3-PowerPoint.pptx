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FCAC5B-AFBA-4232-92B7-272A966FA18A}">
  <a:tblStyle styleId="{BCFCAC5B-AFBA-4232-92B7-272A966FA1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{BCFCAC5B-AFBA-4232-92B7-272A966FA18A}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