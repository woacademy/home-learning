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6791216-D944-4978-AD92-2E9C5CE91061}">
  <a:tblStyle styleId="{66791216-D944-4978-AD92-2E9C5CE910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{66791216-D944-4978-AD92-2E9C5CE91061}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