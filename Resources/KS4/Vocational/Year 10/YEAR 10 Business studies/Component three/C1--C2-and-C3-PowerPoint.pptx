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AA7A76-12E6-469F-A2E0-B817AC9D00C1}">
  <a:tblStyle styleId="{F7AA7A76-12E6-469F-A2E0-B817AC9D00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{F7AA7A76-12E6-469F-A2E0-B817AC9D00C1}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