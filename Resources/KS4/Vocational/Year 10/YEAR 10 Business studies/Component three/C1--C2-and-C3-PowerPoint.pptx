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10A96-6462-49A9-859F-B87F8B847B0F}">
  <a:tblStyle styleId="{F8B10A96-6462-49A9-859F-B87F8B847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{F8B10A96-6462-49A9-859F-B87F8B847B0F}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