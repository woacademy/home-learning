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FDFB0F-0849-4B45-BD51-217C39BB6EAC}">
  <a:tblStyle styleId="{9EFDFB0F-0849-4B45-BD51-217C39BB6E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{9EFDFB0F-0849-4B45-BD51-217C39BB6EAC}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