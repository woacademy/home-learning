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086534-9F75-4301-A3E3-E58C2DB79CE7}">
  <a:tblStyle styleId="{CF086534-9F75-4301-A3E3-E58C2DB79CE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{CF086534-9F75-4301-A3E3-E58C2DB79CE7}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