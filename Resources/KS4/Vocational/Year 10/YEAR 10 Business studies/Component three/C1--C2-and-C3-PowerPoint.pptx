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88EC6B-CD22-4C4E-BEC7-6791FA8F37DA}">
  <a:tblStyle styleId="{A388EC6B-CD22-4C4E-BEC7-6791FA8F3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{A388EC6B-CD22-4C4E-BEC7-6791FA8F37DA}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