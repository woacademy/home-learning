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B5F44D-310B-4C3C-9B03-1784D0F4CB35}">
  <a:tblStyle styleId="{1DB5F44D-310B-4C3C-9B03-1784D0F4CB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{1DB5F44D-310B-4C3C-9B03-1784D0F4CB35}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