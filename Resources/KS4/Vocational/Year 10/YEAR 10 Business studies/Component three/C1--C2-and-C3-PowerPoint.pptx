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A8759-0DBA-459E-87C6-2A1DB742C1D9}">
  <a:tblStyle styleId="{311A8759-0DBA-459E-87C6-2A1DB742C1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{311A8759-0DBA-459E-87C6-2A1DB742C1D9}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