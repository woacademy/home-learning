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6A89B5-B66A-40A0-BBA2-9786678FF229}">
  <a:tblStyle styleId="{526A89B5-B66A-40A0-BBA2-9786678FF2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{526A89B5-B66A-40A0-BBA2-9786678FF229}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