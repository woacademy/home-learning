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2EBC97-F049-4C74-8262-6CFBAD4D9305}">
  <a:tblStyle styleId="{642EBC97-F049-4C74-8262-6CFBAD4D93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{642EBC97-F049-4C74-8262-6CFBAD4D9305}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