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500206-0688-42D8-B9E7-BC33D8D4F35F}">
  <a:tblStyle styleId="{E6500206-0688-42D8-B9E7-BC33D8D4F3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{E6500206-0688-42D8-B9E7-BC33D8D4F35F}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