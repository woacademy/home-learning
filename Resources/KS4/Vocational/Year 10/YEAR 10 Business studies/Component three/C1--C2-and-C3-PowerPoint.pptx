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8532FF-9B17-4377-AB34-C2285316B406}">
  <a:tblStyle styleId="{568532FF-9B17-4377-AB34-C2285316B4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{568532FF-9B17-4377-AB34-C2285316B406}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