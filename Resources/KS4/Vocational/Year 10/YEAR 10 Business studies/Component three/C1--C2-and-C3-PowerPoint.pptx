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D87702-0F7D-4FF3-8C28-B66BABD51709}">
  <a:tblStyle styleId="{CCD87702-0F7D-4FF3-8C28-B66BABD517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{CCD87702-0F7D-4FF3-8C28-B66BABD51709}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