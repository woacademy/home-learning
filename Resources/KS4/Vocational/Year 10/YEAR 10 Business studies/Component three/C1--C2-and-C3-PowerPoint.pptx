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581B4-8331-470E-BB5C-04CE1CBFCDFE}">
  <a:tblStyle styleId="{884581B4-8331-470E-BB5C-04CE1CBFCD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{884581B4-8331-470E-BB5C-04CE1CBFCDFE}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