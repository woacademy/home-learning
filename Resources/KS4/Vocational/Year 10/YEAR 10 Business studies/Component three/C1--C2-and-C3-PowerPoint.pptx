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715B0C-FD6E-4172-A9BF-F3B1A7354BC5}">
  <a:tblStyle styleId="{59715B0C-FD6E-4172-A9BF-F3B1A7354B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{59715B0C-FD6E-4172-A9BF-F3B1A7354BC5}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