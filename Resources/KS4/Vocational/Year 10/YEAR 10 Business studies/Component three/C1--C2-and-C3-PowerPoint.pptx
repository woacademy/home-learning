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AD902E-0781-46A4-A64E-DB7B0E5D3454}">
  <a:tblStyle styleId="{6EAD902E-0781-46A4-A64E-DB7B0E5D34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{6EAD902E-0781-46A4-A64E-DB7B0E5D3454}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