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A9BC87-DF57-41DF-9469-7A849056030A}">
  <a:tblStyle styleId="{0BA9BC87-DF57-41DF-9469-7A84905603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{0BA9BC87-DF57-41DF-9469-7A849056030A}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