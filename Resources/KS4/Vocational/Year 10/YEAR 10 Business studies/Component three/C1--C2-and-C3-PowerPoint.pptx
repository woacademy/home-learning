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8922D5-0029-4320-868B-BD13315155F5}">
  <a:tblStyle styleId="{138922D5-0029-4320-868B-BD1331515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{138922D5-0029-4320-868B-BD13315155F5}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