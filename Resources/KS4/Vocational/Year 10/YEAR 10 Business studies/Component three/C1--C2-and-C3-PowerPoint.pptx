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ACFC08-7736-4411-87D1-92398AADE231}">
  <a:tblStyle styleId="{64ACFC08-7736-4411-87D1-92398AADE2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{64ACFC08-7736-4411-87D1-92398AADE231}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