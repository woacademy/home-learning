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A8EF02-4A23-4DD0-9239-35A2F9C71849}">
  <a:tblStyle styleId="{12A8EF02-4A23-4DD0-9239-35A2F9C718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{12A8EF02-4A23-4DD0-9239-35A2F9C71849}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