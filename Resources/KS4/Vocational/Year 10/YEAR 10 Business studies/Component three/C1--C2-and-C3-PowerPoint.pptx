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20D464-E5CA-4FBD-B7B6-0DB598CFF30B}">
  <a:tblStyle styleId="{FA20D464-E5CA-4FBD-B7B6-0DB598CFF3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{FA20D464-E5CA-4FBD-B7B6-0DB598CFF30B}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