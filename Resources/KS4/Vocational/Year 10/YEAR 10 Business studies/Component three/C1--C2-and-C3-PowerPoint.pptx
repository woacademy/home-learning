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5DC7B1-C7BE-4EE1-9A72-B2470A961598}">
  <a:tblStyle styleId="{075DC7B1-C7BE-4EE1-9A72-B2470A9615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{075DC7B1-C7BE-4EE1-9A72-B2470A961598}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