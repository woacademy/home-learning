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C986BE-C682-4AB5-91EF-E2969DCA9351}">
  <a:tblStyle styleId="{3AC986BE-C682-4AB5-91EF-E2969DCA93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{3AC986BE-C682-4AB5-91EF-E2969DCA9351}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