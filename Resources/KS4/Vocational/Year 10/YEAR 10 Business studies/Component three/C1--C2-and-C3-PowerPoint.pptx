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9EF1681-D619-4586-A250-B2F2FEFAFDFE}">
  <a:tblStyle styleId="{19EF1681-D619-4586-A250-B2F2FEFAFD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{19EF1681-D619-4586-A250-B2F2FEFAFDFE}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