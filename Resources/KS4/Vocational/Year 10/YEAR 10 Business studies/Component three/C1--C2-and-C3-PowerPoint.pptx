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42CD0C-1E1E-4429-8473-096E3BCC9A46}">
  <a:tblStyle styleId="{8C42CD0C-1E1E-4429-8473-096E3BCC9A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{8C42CD0C-1E1E-4429-8473-096E3BCC9A46}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