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396C6E-00F7-4967-8BBB-99A26DA8D2F5}">
  <a:tblStyle styleId="{6A396C6E-00F7-4967-8BBB-99A26DA8D2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{6A396C6E-00F7-4967-8BBB-99A26DA8D2F5}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