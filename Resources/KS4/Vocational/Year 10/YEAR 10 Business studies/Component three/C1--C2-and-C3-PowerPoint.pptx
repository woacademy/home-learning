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79B9E7-1E43-47D7-AF3C-034E09D1D628}">
  <a:tblStyle styleId="{C279B9E7-1E43-47D7-AF3C-034E09D1D6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{C279B9E7-1E43-47D7-AF3C-034E09D1D628}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