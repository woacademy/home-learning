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F34203-A0B1-4407-A908-38D06D4B6146}">
  <a:tblStyle styleId="{24F34203-A0B1-4407-A908-38D06D4B61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{24F34203-A0B1-4407-A908-38D06D4B6146}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