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D6D566-F5A0-4EF2-9A0D-3A615E6BB88A}">
  <a:tblStyle styleId="{39D6D566-F5A0-4EF2-9A0D-3A615E6BB88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{39D6D566-F5A0-4EF2-9A0D-3A615E6BB88A}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