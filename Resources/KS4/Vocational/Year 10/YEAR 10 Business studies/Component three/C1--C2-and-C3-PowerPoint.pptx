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B2694C-2499-4B9E-8347-FD4B85B2084F}">
  <a:tblStyle styleId="{FFB2694C-2499-4B9E-8347-FD4B85B208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{FFB2694C-2499-4B9E-8347-FD4B85B2084F}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