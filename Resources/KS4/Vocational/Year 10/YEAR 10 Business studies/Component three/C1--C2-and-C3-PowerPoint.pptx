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CF4901-7CB6-4C31-A12D-898C2C3DB166}">
  <a:tblStyle styleId="{4ECF4901-7CB6-4C31-A12D-898C2C3DB1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{4ECF4901-7CB6-4C31-A12D-898C2C3DB166}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