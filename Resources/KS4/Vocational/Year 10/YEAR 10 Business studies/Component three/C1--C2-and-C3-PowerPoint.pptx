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444A1A-D0D1-4136-8BD5-40366DCEBEFE}">
  <a:tblStyle styleId="{7F444A1A-D0D1-4136-8BD5-40366DCEBE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{7F444A1A-D0D1-4136-8BD5-40366DCEBEFE}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