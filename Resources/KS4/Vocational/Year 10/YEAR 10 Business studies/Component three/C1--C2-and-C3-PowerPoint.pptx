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0D46A8E-7635-47C5-B3B0-4AF28B835EB0}">
  <a:tblStyle styleId="{E0D46A8E-7635-47C5-B3B0-4AF28B835EB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{E0D46A8E-7635-47C5-B3B0-4AF28B835EB0}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