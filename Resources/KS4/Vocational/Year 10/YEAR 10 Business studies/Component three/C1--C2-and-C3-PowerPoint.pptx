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E98470-FFC1-45BA-A0C4-3D393BE1B9A4}">
  <a:tblStyle styleId="{B1E98470-FFC1-45BA-A0C4-3D393BE1B9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{B1E98470-FFC1-45BA-A0C4-3D393BE1B9A4}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