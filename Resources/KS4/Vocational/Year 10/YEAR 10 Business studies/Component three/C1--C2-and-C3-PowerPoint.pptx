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24BD47-4CFB-4D74-B5E7-0E5F77FFA6DE}">
  <a:tblStyle styleId="{8924BD47-4CFB-4D74-B5E7-0E5F77FFA6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{8924BD47-4CFB-4D74-B5E7-0E5F77FFA6DE}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