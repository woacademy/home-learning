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634BDE-D7A7-41AD-8E8D-1388B964719A}">
  <a:tblStyle styleId="{5D634BDE-D7A7-41AD-8E8D-1388B96471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{5D634BDE-D7A7-41AD-8E8D-1388B964719A}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