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87D6F4-31C2-4F79-B944-F2C940DEB2C3}">
  <a:tblStyle styleId="{6B87D6F4-31C2-4F79-B944-F2C940DEB2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{6B87D6F4-31C2-4F79-B944-F2C940DEB2C3}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