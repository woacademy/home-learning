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4E1B4F-3C6F-45D7-A8A5-C8EB4A6FE096}">
  <a:tblStyle styleId="{FC4E1B4F-3C6F-45D7-A8A5-C8EB4A6FE0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{FC4E1B4F-3C6F-45D7-A8A5-C8EB4A6FE096}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