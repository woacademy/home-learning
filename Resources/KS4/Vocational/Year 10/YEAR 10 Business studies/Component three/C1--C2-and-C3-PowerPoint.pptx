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8A61B5-E2C4-46C1-84F4-39E69320ED88}">
  <a:tblStyle styleId="{708A61B5-E2C4-46C1-84F4-39E69320ED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{708A61B5-E2C4-46C1-84F4-39E69320ED88}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