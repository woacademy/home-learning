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14E970-E04F-4F8D-8E9C-8063651F0AB5}">
  <a:tblStyle styleId="{6314E970-E04F-4F8D-8E9C-8063651F0A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{6314E970-E04F-4F8D-8E9C-8063651F0AB5}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