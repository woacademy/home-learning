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D3069-E90C-4F78-98FB-018C4920E2FA}">
  <a:tblStyle styleId="{6B3D3069-E90C-4F78-98FB-018C4920E2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{6B3D3069-E90C-4F78-98FB-018C4920E2FA}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