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CEAE72D-D5C2-4394-8AF3-F72D6C793E48}">
  <a:tblStyle styleId="{FCEAE72D-D5C2-4394-8AF3-F72D6C793E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{FCEAE72D-D5C2-4394-8AF3-F72D6C793E48}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