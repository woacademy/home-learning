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162639-4238-42F1-BCF1-09A375C39855}">
  <a:tblStyle styleId="{3D162639-4238-42F1-BCF1-09A375C398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{3D162639-4238-42F1-BCF1-09A375C39855}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