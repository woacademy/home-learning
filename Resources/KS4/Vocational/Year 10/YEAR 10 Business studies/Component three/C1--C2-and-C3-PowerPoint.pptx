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E31384-FEC6-4D8A-9231-1B7A8ED0DFD2}">
  <a:tblStyle styleId="{48E31384-FEC6-4D8A-9231-1B7A8ED0DF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{48E31384-FEC6-4D8A-9231-1B7A8ED0DFD2}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