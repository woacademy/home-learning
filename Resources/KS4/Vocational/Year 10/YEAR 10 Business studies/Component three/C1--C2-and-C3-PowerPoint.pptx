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AF9B7E-B782-40EC-B9A6-225C80457B2D}">
  <a:tblStyle styleId="{CBAF9B7E-B782-40EC-B9A6-225C80457B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{CBAF9B7E-B782-40EC-B9A6-225C80457B2D}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