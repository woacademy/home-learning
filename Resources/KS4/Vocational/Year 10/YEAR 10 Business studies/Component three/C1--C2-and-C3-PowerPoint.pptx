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7B4D7C-E802-468B-9334-908E2ADF45B5}">
  <a:tblStyle styleId="{007B4D7C-E802-468B-9334-908E2ADF45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{007B4D7C-E802-468B-9334-908E2ADF45B5}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