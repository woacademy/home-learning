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38D785-7E5A-4DCF-B48F-0616FC27C1FC}">
  <a:tblStyle styleId="{6C38D785-7E5A-4DCF-B48F-0616FC27C1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{6C38D785-7E5A-4DCF-B48F-0616FC27C1FC}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