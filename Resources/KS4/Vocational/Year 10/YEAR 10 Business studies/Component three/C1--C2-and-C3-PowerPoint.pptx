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B16281-49CF-43AB-BDAF-AAD2AC14E0C5}">
  <a:tblStyle styleId="{39B16281-49CF-43AB-BDAF-AAD2AC14E0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{39B16281-49CF-43AB-BDAF-AAD2AC14E0C5}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