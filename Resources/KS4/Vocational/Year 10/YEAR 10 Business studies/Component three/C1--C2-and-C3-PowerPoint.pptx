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E66679-ACA9-41AD-881A-E3962B952670}">
  <a:tblStyle styleId="{55E66679-ACA9-41AD-881A-E3962B95267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{55E66679-ACA9-41AD-881A-E3962B952670}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