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CA752F-7DEB-4038-A192-2061270EFD7B}">
  <a:tblStyle styleId="{95CA752F-7DEB-4038-A192-2061270EF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{95CA752F-7DEB-4038-A192-2061270EFD7B}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