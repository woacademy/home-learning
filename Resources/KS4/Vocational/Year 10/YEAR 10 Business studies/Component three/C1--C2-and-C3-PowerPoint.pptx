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24C16F-8F06-49BC-80B8-1F1A5338C1EC}">
  <a:tblStyle styleId="{B924C16F-8F06-49BC-80B8-1F1A5338C1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{B924C16F-8F06-49BC-80B8-1F1A5338C1EC}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