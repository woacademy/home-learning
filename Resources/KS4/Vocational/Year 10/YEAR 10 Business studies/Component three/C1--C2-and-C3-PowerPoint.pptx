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46D1D6-1C70-425C-A836-D19992568B92}">
  <a:tblStyle styleId="{3A46D1D6-1C70-425C-A836-D19992568B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{3A46D1D6-1C70-425C-A836-D19992568B92}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