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B8E6D-C58A-408D-8127-BB3214814D36}">
  <a:tblStyle styleId="{AFAB8E6D-C58A-408D-8127-BB3214814D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{AFAB8E6D-C58A-408D-8127-BB3214814D36}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