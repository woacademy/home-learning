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868B6-EBAF-46B1-809C-BCD483F1320C}">
  <a:tblStyle styleId="{39C868B6-EBAF-46B1-809C-BCD483F132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{39C868B6-EBAF-46B1-809C-BCD483F1320C}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