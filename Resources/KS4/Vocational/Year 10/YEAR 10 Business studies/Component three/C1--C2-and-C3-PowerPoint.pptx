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E1CFC1-0AC4-42B7-969E-33F402DCB37A}">
  <a:tblStyle styleId="{36E1CFC1-0AC4-42B7-969E-33F402DCB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{36E1CFC1-0AC4-42B7-969E-33F402DCB37A}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