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7F0779-3036-4B6C-958E-195804D0899B}">
  <a:tblStyle styleId="{4F7F0779-3036-4B6C-958E-195804D089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{4F7F0779-3036-4B6C-958E-195804D0899B}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