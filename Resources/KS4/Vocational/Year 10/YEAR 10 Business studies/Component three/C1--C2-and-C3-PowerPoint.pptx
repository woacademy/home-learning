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9ED4ED-969A-4CA2-9E0A-C581FFCDEF52}">
  <a:tblStyle styleId="{489ED4ED-969A-4CA2-9E0A-C581FFCDEF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{489ED4ED-969A-4CA2-9E0A-C581FFCDEF52}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