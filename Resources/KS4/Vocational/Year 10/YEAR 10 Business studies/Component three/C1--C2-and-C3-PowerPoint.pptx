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D8EDC9F-1AC9-4E87-82A1-E72496B7596A}">
  <a:tblStyle styleId="{AD8EDC9F-1AC9-4E87-82A1-E72496B759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{AD8EDC9F-1AC9-4E87-82A1-E72496B7596A}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