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C8DD92-4006-4753-A7C4-309DE4A3ACE6}">
  <a:tblStyle styleId="{9BC8DD92-4006-4753-A7C4-309DE4A3AC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{9BC8DD92-4006-4753-A7C4-309DE4A3ACE6}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