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F2F912-264C-44F8-9C8D-6FF5A31F8E8B}">
  <a:tblStyle styleId="{62F2F912-264C-44F8-9C8D-6FF5A31F8E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{62F2F912-264C-44F8-9C8D-6FF5A31F8E8B}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