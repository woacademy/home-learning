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16954A-4437-4E1B-A833-A61415E0D9C4}">
  <a:tblStyle styleId="{8116954A-4437-4E1B-A833-A61415E0D9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{8116954A-4437-4E1B-A833-A61415E0D9C4}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