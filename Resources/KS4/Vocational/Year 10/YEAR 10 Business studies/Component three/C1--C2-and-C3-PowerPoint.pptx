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CB02FA-B309-4E59-B3FA-A1F736AE5434}">
  <a:tblStyle styleId="{36CB02FA-B309-4E59-B3FA-A1F736AE54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{36CB02FA-B309-4E59-B3FA-A1F736AE5434}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