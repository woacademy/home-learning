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62031E-F412-4022-A3F3-0D59D85D02AC}">
  <a:tblStyle styleId="{C162031E-F412-4022-A3F3-0D59D85D02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{C162031E-F412-4022-A3F3-0D59D85D02AC}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