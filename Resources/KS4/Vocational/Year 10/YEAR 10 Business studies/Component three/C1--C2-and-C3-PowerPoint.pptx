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47CB9B0-CB9D-4DE5-BD1B-C8E3F55388B6}">
  <a:tblStyle styleId="{547CB9B0-CB9D-4DE5-BD1B-C8E3F55388B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{547CB9B0-CB9D-4DE5-BD1B-C8E3F55388B6}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