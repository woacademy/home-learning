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76E851-5207-453B-AB68-BDD7D22CE599}">
  <a:tblStyle styleId="{6976E851-5207-453B-AB68-BDD7D22CE5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{6976E851-5207-453B-AB68-BDD7D22CE599}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