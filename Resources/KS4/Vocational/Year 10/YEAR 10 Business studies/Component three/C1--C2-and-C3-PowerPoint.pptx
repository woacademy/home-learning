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8A48EA3-0AE5-4E31-934D-1DDF1753FF27}">
  <a:tblStyle styleId="{58A48EA3-0AE5-4E31-934D-1DDF1753FF2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{58A48EA3-0AE5-4E31-934D-1DDF1753FF27}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