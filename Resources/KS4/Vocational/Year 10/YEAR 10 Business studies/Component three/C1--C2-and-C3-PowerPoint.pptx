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A56B2E-F2B1-4A4F-9C8C-19C361D4E6F3}">
  <a:tblStyle styleId="{6CA56B2E-F2B1-4A4F-9C8C-19C361D4E6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{6CA56B2E-F2B1-4A4F-9C8C-19C361D4E6F3}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