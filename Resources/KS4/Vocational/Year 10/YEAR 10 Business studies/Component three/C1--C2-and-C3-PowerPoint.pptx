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8FDE9-9AFF-4EC1-9F82-E980678E7202}">
  <a:tblStyle styleId="{8B28FDE9-9AFF-4EC1-9F82-E980678E72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{8B28FDE9-9AFF-4EC1-9F82-E980678E7202}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