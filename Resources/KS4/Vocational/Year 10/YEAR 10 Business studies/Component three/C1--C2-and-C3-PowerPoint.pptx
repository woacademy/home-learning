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E9C050-5B33-4C1D-AA2E-878E4FFC8CA3}">
  <a:tblStyle styleId="{4CE9C050-5B33-4C1D-AA2E-878E4FFC8C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{4CE9C050-5B33-4C1D-AA2E-878E4FFC8CA3}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