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945C5A-6419-4278-8F60-8D0DE9E6636C}">
  <a:tblStyle styleId="{5B945C5A-6419-4278-8F60-8D0DE9E66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{5B945C5A-6419-4278-8F60-8D0DE9E6636C}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