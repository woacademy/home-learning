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15E597-93F8-4B62-B605-53F44A07AEEE}">
  <a:tblStyle styleId="{FE15E597-93F8-4B62-B605-53F44A07AE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{FE15E597-93F8-4B62-B605-53F44A07AEEE}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