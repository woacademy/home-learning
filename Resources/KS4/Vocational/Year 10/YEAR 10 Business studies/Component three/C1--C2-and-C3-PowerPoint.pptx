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EDBC86-1CCE-4153-A679-6299FCDDE260}">
  <a:tblStyle styleId="{CCEDBC86-1CCE-4153-A679-6299FCDDE2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{CCEDBC86-1CCE-4153-A679-6299FCDDE260}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