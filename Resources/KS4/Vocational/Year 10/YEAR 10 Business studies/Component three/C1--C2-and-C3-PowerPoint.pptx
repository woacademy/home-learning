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798BB7-89CD-4AC6-BBD6-9C43E04499AF}">
  <a:tblStyle styleId="{D3798BB7-89CD-4AC6-BBD6-9C43E04499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{D3798BB7-89CD-4AC6-BBD6-9C43E04499AF}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