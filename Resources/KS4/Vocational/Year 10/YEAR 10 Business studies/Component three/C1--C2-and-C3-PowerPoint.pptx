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A1530C-754E-4E84-ACD4-4E96FBA26102}">
  <a:tblStyle styleId="{91A1530C-754E-4E84-ACD4-4E96FBA261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{91A1530C-754E-4E84-ACD4-4E96FBA26102}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