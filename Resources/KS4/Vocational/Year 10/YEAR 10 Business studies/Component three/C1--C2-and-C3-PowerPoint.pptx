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E0903F-FE07-4F91-A23F-6CBAFF51A7B1}">
  <a:tblStyle styleId="{4FE0903F-FE07-4F91-A23F-6CBAFF51A7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{4FE0903F-FE07-4F91-A23F-6CBAFF51A7B1}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