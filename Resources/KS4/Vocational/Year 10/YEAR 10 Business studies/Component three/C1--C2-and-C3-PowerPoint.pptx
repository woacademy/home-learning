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73F1CE-C174-484D-9547-28CB9599D66C}">
  <a:tblStyle styleId="{3873F1CE-C174-484D-9547-28CB9599D6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{3873F1CE-C174-484D-9547-28CB9599D66C}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