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7C2BEC-4D29-4D04-9B1B-649028B194FF}">
  <a:tblStyle styleId="{CC7C2BEC-4D29-4D04-9B1B-649028B194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{CC7C2BEC-4D29-4D04-9B1B-649028B194FF}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