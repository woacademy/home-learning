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D379E-2288-4077-9B73-F84A9A6895D9}">
  <a:tblStyle styleId="{B87D379E-2288-4077-9B73-F84A9A6895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{B87D379E-2288-4077-9B73-F84A9A6895D9}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