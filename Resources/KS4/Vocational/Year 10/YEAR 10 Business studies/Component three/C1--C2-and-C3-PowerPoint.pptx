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D359EB-0141-4C0B-833F-F9BFA8E8B99D}">
  <a:tblStyle styleId="{D8D359EB-0141-4C0B-833F-F9BFA8E8B9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{D8D359EB-0141-4C0B-833F-F9BFA8E8B99D}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