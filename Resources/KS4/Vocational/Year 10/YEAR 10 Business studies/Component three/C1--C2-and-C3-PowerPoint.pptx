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9C006C7-9871-43A2-B973-67F58E39C79A}">
  <a:tblStyle styleId="{D9C006C7-9871-43A2-B973-67F58E39C7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{D9C006C7-9871-43A2-B973-67F58E39C79A}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