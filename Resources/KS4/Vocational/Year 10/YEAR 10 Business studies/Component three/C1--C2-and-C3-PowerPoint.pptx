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93C4BF-7F14-4E26-8E04-C73F11A37368}">
  <a:tblStyle styleId="{F893C4BF-7F14-4E26-8E04-C73F11A373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{F893C4BF-7F14-4E26-8E04-C73F11A37368}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