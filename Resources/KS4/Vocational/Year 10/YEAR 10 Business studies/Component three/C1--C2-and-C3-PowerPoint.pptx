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EE38C7-BF84-4E87-B1F7-804E3AA98301}">
  <a:tblStyle styleId="{2FEE38C7-BF84-4E87-B1F7-804E3AA983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{2FEE38C7-BF84-4E87-B1F7-804E3AA98301}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