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35738E2-B17E-4893-9ABE-D89A4B84C78B}">
  <a:tblStyle styleId="{C35738E2-B17E-4893-9ABE-D89A4B84C7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{C35738E2-B17E-4893-9ABE-D89A4B84C78B}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