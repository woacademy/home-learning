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2C6B1-527D-47F5-9FDF-3B7338C7FB77}">
  <a:tblStyle styleId="{98B2C6B1-527D-47F5-9FDF-3B7338C7F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{98B2C6B1-527D-47F5-9FDF-3B7338C7FB77}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