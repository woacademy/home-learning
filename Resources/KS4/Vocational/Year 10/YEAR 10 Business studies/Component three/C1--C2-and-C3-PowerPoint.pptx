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B9BD47-986C-4E41-8B6C-8E6843C5281A}">
  <a:tblStyle styleId="{E2B9BD47-986C-4E41-8B6C-8E6843C528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{E2B9BD47-986C-4E41-8B6C-8E6843C5281A}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