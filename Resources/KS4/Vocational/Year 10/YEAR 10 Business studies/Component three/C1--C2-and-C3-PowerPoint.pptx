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A23BEE-50D4-4CBA-B207-3DD6F3D15702}">
  <a:tblStyle styleId="{E2A23BEE-50D4-4CBA-B207-3DD6F3D157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{E2A23BEE-50D4-4CBA-B207-3DD6F3D15702}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