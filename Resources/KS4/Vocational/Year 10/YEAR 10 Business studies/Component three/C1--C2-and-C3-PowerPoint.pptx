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31BC8A-34E7-4E55-958C-8CDA5FE98859}">
  <a:tblStyle styleId="{2431BC8A-34E7-4E55-958C-8CDA5FE988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{2431BC8A-34E7-4E55-958C-8CDA5FE98859}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