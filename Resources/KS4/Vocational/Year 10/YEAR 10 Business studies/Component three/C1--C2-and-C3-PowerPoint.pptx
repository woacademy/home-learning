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CCEF3C-D5E8-4EC4-92A9-B65E246603FF}">
  <a:tblStyle styleId="{90CCEF3C-D5E8-4EC4-92A9-B65E246603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{90CCEF3C-D5E8-4EC4-92A9-B65E246603FF}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