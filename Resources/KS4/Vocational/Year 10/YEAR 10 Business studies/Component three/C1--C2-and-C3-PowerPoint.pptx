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0B1C87-61E2-46CE-82BE-78B8B920CD8D}">
  <a:tblStyle styleId="{2D0B1C87-61E2-46CE-82BE-78B8B920CD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{2D0B1C87-61E2-46CE-82BE-78B8B920CD8D}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