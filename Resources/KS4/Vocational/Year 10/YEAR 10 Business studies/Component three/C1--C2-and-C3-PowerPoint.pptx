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DDF8BE6-FE8C-424A-ABFD-F325E824627F}">
  <a:tblStyle styleId="{6DDF8BE6-FE8C-424A-ABFD-F325E824627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{6DDF8BE6-FE8C-424A-ABFD-F325E824627F}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