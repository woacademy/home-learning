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6AF072-6D1A-4E0F-91FF-8AD1D528EF51}">
  <a:tblStyle styleId="{686AF072-6D1A-4E0F-91FF-8AD1D528EF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{686AF072-6D1A-4E0F-91FF-8AD1D528EF51}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