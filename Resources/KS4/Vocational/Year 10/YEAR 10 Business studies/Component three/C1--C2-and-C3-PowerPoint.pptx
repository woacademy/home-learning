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F2B8DF-A53E-4BA4-A601-F6E8986FF6EF}">
  <a:tblStyle styleId="{D0F2B8DF-A53E-4BA4-A601-F6E8986FF6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{D0F2B8DF-A53E-4BA4-A601-F6E8986FF6EF}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