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4F74E-3659-4B7F-A0F2-F7CF77B1EAA1}">
  <a:tblStyle styleId="{1F24F74E-3659-4B7F-A0F2-F7CF77B1EA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{1F24F74E-3659-4B7F-A0F2-F7CF77B1EAA1}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