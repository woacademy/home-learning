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85A43D-0F24-43D5-B74B-34C7F482E31D}">
  <a:tblStyle styleId="{8485A43D-0F24-43D5-B74B-34C7F482E3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{8485A43D-0F24-43D5-B74B-34C7F482E31D}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