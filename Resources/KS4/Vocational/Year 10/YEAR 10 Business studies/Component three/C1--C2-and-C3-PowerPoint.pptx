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DF4620-68A9-4407-B2F0-721450D790CE}">
  <a:tblStyle styleId="{4BDF4620-68A9-4407-B2F0-721450D790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{4BDF4620-68A9-4407-B2F0-721450D790CE}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