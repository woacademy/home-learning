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5B4043-AA02-4698-81FF-6396A347952E}">
  <a:tblStyle styleId="{8A5B4043-AA02-4698-81FF-6396A347952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{8A5B4043-AA02-4698-81FF-6396A347952E}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