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5B5DD6-6FC7-4B32-9E19-ED35EB1B6204}">
  <a:tblStyle styleId="{D15B5DD6-6FC7-4B32-9E19-ED35EB1B62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{D15B5DD6-6FC7-4B32-9E19-ED35EB1B6204}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