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EAFA73-4650-44E6-95A8-635ED6CC181B}">
  <a:tblStyle styleId="{A8EAFA73-4650-44E6-95A8-635ED6CC18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{A8EAFA73-4650-44E6-95A8-635ED6CC181B}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