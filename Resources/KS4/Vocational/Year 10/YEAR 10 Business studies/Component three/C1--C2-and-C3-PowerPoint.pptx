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7F67AF-6D2C-4590-AC11-A600BE9B8036}">
  <a:tblStyle styleId="{127F67AF-6D2C-4590-AC11-A600BE9B80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{127F67AF-6D2C-4590-AC11-A600BE9B8036}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