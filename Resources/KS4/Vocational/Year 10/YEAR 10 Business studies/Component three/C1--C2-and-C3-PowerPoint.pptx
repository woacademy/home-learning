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8E9124-CD7A-44BF-AB2A-1A3D60076C86}">
  <a:tblStyle styleId="{D68E9124-CD7A-44BF-AB2A-1A3D60076C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{D68E9124-CD7A-44BF-AB2A-1A3D60076C86}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