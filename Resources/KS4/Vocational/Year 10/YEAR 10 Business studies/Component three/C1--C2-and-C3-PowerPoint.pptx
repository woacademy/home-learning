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196371-1950-4934-BC84-7D62C0AF2F73}">
  <a:tblStyle styleId="{71196371-1950-4934-BC84-7D62C0AF2F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{71196371-1950-4934-BC84-7D62C0AF2F73}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