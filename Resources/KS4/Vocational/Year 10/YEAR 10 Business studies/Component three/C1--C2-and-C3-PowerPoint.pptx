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EC968-6CFA-434D-AF91-1CF6D7E1EF36}">
  <a:tblStyle styleId="{763EC968-6CFA-434D-AF91-1CF6D7E1EF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{763EC968-6CFA-434D-AF91-1CF6D7E1EF36}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