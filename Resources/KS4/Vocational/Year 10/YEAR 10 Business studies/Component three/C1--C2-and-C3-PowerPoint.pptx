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A4CAEC-A51B-438E-ABE8-68FC982788C2}">
  <a:tblStyle styleId="{61A4CAEC-A51B-438E-ABE8-68FC98278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{61A4CAEC-A51B-438E-ABE8-68FC982788C2}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