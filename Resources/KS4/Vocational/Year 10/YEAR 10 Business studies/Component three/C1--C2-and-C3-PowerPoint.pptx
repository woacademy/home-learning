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291352C-5AC6-44F2-AE73-8C9B2FF4BFBC}">
  <a:tblStyle styleId="{3291352C-5AC6-44F2-AE73-8C9B2FF4BFB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{3291352C-5AC6-44F2-AE73-8C9B2FF4BFBC}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