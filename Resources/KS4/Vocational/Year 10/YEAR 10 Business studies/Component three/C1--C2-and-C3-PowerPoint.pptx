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150F83-92B4-4DDF-8D75-8C8E18E06030}">
  <a:tblStyle styleId="{81150F83-92B4-4DDF-8D75-8C8E18E060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{81150F83-92B4-4DDF-8D75-8C8E18E06030}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