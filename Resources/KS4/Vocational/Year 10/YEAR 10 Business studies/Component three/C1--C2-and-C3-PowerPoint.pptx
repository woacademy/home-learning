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497FFC-ABDE-4503-A3F8-0DAE8D59B9A2}">
  <a:tblStyle styleId="{2A497FFC-ABDE-4503-A3F8-0DAE8D59B9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{2A497FFC-ABDE-4503-A3F8-0DAE8D59B9A2}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