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0ADD52-152B-4529-BD28-40F34D4B284B}">
  <a:tblStyle styleId="{4C0ADD52-152B-4529-BD28-40F34D4B28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{4C0ADD52-152B-4529-BD28-40F34D4B284B}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