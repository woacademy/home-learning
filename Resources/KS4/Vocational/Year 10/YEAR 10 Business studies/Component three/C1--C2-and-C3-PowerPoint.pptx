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CEA203-8F88-4E4A-8FA0-88322CBF6232}">
  <a:tblStyle styleId="{7ECEA203-8F88-4E4A-8FA0-88322CBF62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{7ECEA203-8F88-4E4A-8FA0-88322CBF6232}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