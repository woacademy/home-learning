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35A825-B039-40F6-8CC4-78CE61E23EE3}">
  <a:tblStyle styleId="{AD35A825-B039-40F6-8CC4-78CE61E23EE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{AD35A825-B039-40F6-8CC4-78CE61E23EE3}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