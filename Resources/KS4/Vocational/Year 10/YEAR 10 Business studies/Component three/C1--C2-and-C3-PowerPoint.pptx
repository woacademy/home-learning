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0EC164-9753-487A-A675-FF9B788551BC}">
  <a:tblStyle styleId="{490EC164-9753-487A-A675-FF9B788551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{490EC164-9753-487A-A675-FF9B788551BC}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