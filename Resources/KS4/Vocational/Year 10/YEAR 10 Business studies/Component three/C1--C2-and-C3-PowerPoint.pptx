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320C63-DBFB-48FD-8ECA-827A4660F04D}">
  <a:tblStyle styleId="{47320C63-DBFB-48FD-8ECA-827A4660F0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{47320C63-DBFB-48FD-8ECA-827A4660F04D}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