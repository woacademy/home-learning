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F4618-CFEF-44C8-A8D0-92EBE5072FCF}">
  <a:tblStyle styleId="{78EF4618-CFEF-44C8-A8D0-92EBE5072F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{78EF4618-CFEF-44C8-A8D0-92EBE5072FCF}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