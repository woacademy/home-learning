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D9271-0075-48E4-BBAC-A6D90268D600}">
  <a:tblStyle styleId="{835D9271-0075-48E4-BBAC-A6D90268D6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{835D9271-0075-48E4-BBAC-A6D90268D600}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