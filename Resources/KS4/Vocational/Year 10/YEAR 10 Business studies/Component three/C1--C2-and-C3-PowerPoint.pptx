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05F2C7-4E51-418C-B915-2A9D076600A2}">
  <a:tblStyle styleId="{DE05F2C7-4E51-418C-B915-2A9D076600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{DE05F2C7-4E51-418C-B915-2A9D076600A2}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