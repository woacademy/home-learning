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7A7448-15EC-4743-A5B0-9EB86FC3BF56}">
  <a:tblStyle styleId="{337A7448-15EC-4743-A5B0-9EB86FC3BF5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{337A7448-15EC-4743-A5B0-9EB86FC3BF56}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