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4F5F1F-91A8-4924-A9F0-CCC4F3A6D90F}">
  <a:tblStyle styleId="{F54F5F1F-91A8-4924-A9F0-CCC4F3A6D9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{F54F5F1F-91A8-4924-A9F0-CCC4F3A6D90F}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