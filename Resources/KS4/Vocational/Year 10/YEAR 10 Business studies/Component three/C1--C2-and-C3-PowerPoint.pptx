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7EF67A-E5BB-45B7-811C-41A4F6222BEF}">
  <a:tblStyle styleId="{B87EF67A-E5BB-45B7-811C-41A4F6222B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{B87EF67A-E5BB-45B7-811C-41A4F6222BEF}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