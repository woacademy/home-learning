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79DEA8-EBBF-44B4-92C0-D228FCC40B48}">
  <a:tblStyle styleId="{1379DEA8-EBBF-44B4-92C0-D228FCC40B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{1379DEA8-EBBF-44B4-92C0-D228FCC40B48}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