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3B83A0-5A08-41E1-B458-93FBE1431F33}">
  <a:tblStyle styleId="{CA3B83A0-5A08-41E1-B458-93FBE1431F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{CA3B83A0-5A08-41E1-B458-93FBE1431F33}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