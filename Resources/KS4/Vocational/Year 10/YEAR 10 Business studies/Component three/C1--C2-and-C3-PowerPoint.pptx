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C19E07-75CC-4B3E-8802-5C050A47F215}">
  <a:tblStyle styleId="{49C19E07-75CC-4B3E-8802-5C050A47F2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{49C19E07-75CC-4B3E-8802-5C050A47F215}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