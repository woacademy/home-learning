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7266158-205F-4FEB-8C4A-A1C8C010DADF}">
  <a:tblStyle styleId="{C7266158-205F-4FEB-8C4A-A1C8C010DAD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{C7266158-205F-4FEB-8C4A-A1C8C010DADF}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