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F9D524-035C-4057-8911-40E6A3D1A2E6}">
  <a:tblStyle styleId="{C1F9D524-035C-4057-8911-40E6A3D1A2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{C1F9D524-035C-4057-8911-40E6A3D1A2E6}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