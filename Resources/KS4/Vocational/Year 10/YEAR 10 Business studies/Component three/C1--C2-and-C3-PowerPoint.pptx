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924500-9180-4544-85D6-877936B6069A}">
  <a:tblStyle styleId="{E3924500-9180-4544-85D6-877936B60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{E3924500-9180-4544-85D6-877936B6069A}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