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87AE63A-4F99-4874-B783-2E41BBE9BFD5}">
  <a:tblStyle styleId="{E87AE63A-4F99-4874-B783-2E41BBE9BFD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{E87AE63A-4F99-4874-B783-2E41BBE9BFD5}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