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44C625A-0862-4646-99D3-1F50B5616954}">
  <a:tblStyle styleId="{444C625A-0862-4646-99D3-1F50B561695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3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{444C625A-0862-4646-99D3-1F50B5616954}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