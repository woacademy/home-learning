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D3E0AE-1D24-41F3-BDC3-3EC1BF7B2C4D}">
  <a:tblStyle styleId="{CFD3E0AE-1D24-41F3-BDC3-3EC1BF7B2C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{CFD3E0AE-1D24-41F3-BDC3-3EC1BF7B2C4D}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