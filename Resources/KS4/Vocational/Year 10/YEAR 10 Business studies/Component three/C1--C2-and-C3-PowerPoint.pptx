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B68BB6-5A90-4A00-B7E2-B8EA8676267A}">
  <a:tblStyle styleId="{CEB68BB6-5A90-4A00-B7E2-B8EA867626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{CEB68BB6-5A90-4A00-B7E2-B8EA8676267A}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