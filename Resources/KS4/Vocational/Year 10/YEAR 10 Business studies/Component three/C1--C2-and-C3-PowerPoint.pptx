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D0686F-4619-4205-BE68-E34B81D8FD5A}">
  <a:tblStyle styleId="{F6D0686F-4619-4205-BE68-E34B81D8FD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{F6D0686F-4619-4205-BE68-E34B81D8FD5A}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