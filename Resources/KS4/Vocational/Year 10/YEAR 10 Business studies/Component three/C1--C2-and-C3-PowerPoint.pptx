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9331B0-0970-4A6C-9FCF-17560CFFAE26}">
  <a:tblStyle styleId="{ED9331B0-0970-4A6C-9FCF-17560CFFAE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{ED9331B0-0970-4A6C-9FCF-17560CFFAE26}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