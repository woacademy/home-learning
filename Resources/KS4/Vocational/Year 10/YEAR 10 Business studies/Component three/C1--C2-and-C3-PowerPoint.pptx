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0357B2-60D2-4D1F-9F28-496C12F3157A}">
  <a:tblStyle styleId="{EE0357B2-60D2-4D1F-9F28-496C12F315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{EE0357B2-60D2-4D1F-9F28-496C12F3157A}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