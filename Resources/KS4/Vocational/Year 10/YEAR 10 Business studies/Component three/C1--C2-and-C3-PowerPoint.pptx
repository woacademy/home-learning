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62F522-85E4-4945-A312-3428E73360C9}">
  <a:tblStyle styleId="{4662F522-85E4-4945-A312-3428E73360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{4662F522-85E4-4945-A312-3428E73360C9}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