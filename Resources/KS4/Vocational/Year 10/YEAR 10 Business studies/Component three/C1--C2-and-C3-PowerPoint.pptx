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DBB51E-5E26-4D5D-935E-24BA6A4AB0E4}">
  <a:tblStyle styleId="{4FDBB51E-5E26-4D5D-935E-24BA6A4AB0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{4FDBB51E-5E26-4D5D-935E-24BA6A4AB0E4}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