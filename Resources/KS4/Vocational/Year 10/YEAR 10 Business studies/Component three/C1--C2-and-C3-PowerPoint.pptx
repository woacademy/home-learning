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989B717-15BA-42F6-A83A-0C376228A653}">
  <a:tblStyle styleId="{5989B717-15BA-42F6-A83A-0C376228A6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{5989B717-15BA-42F6-A83A-0C376228A653}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