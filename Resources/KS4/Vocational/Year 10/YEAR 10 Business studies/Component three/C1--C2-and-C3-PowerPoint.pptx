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A9FC0C-79AD-4A18-BA7D-477A98A6CA06}">
  <a:tblStyle styleId="{EAA9FC0C-79AD-4A18-BA7D-477A98A6CA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{EAA9FC0C-79AD-4A18-BA7D-477A98A6CA06}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