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8F740A-B1C0-4E5B-9CBC-7524A360C993}">
  <a:tblStyle styleId="{F78F740A-B1C0-4E5B-9CBC-7524A360C9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{F78F740A-B1C0-4E5B-9CBC-7524A360C993}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