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BBD2D29-2A44-4AC4-B6EA-05DFCD6B89D8}">
  <a:tblStyle styleId="{ABBD2D29-2A44-4AC4-B6EA-05DFCD6B89D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8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9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6.png"/><Relationship Id="rId4" Type="http://schemas.openxmlformats.org/officeDocument/2006/relationships/image" Target="../media/image12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{ABBD2D29-2A44-4AC4-B6EA-05DFCD6B89D8}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