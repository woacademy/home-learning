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F28E74-A16D-4BF7-80A3-9CE73294CB9C}">
  <a:tblStyle styleId="{28F28E74-A16D-4BF7-80A3-9CE73294CB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{28F28E74-A16D-4BF7-80A3-9CE73294CB9C}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