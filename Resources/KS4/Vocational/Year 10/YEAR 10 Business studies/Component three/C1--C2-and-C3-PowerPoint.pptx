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B28564D-4EE3-4C62-BE48-93618CE6D114}">
  <a:tblStyle styleId="{4B28564D-4EE3-4C62-BE48-93618CE6D1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{4B28564D-4EE3-4C62-BE48-93618CE6D114}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