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0F2159-AD4A-432C-893F-9F4D994BF2E6}">
  <a:tblStyle styleId="{FC0F2159-AD4A-432C-893F-9F4D994BF2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{FC0F2159-AD4A-432C-893F-9F4D994BF2E6}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