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ECC74-F4BE-4008-AAE7-33B8ADA17C40}">
  <a:tblStyle styleId="{B18ECC74-F4BE-4008-AAE7-33B8ADA17C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{B18ECC74-F4BE-4008-AAE7-33B8ADA17C40}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