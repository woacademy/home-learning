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E3EC91-8C9F-4582-A73C-53CD54A700E0}">
  <a:tblStyle styleId="{CFE3EC91-8C9F-4582-A73C-53CD54A700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{CFE3EC91-8C9F-4582-A73C-53CD54A700E0}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