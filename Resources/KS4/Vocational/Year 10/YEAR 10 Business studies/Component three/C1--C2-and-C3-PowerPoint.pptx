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5A4FCB-9090-4F2C-9A40-7E72E7F07DAF}">
  <a:tblStyle styleId="{B25A4FCB-9090-4F2C-9A40-7E72E7F07D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{B25A4FCB-9090-4F2C-9A40-7E72E7F07DAF}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