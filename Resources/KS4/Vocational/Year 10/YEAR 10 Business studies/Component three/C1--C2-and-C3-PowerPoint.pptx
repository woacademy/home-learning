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93B957B-9450-41CD-96A0-E8466F5DDEA2}">
  <a:tblStyle styleId="{993B957B-9450-41CD-96A0-E8466F5DDEA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7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2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{993B957B-9450-41CD-96A0-E8466F5DDEA2}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