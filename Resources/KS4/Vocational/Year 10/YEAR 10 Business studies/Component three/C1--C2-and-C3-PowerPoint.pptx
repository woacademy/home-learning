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AFAA64-352C-4A6A-8987-AFCD074AE040}">
  <a:tblStyle styleId="{FDAFAA64-352C-4A6A-8987-AFCD074AE0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{FDAFAA64-352C-4A6A-8987-AFCD074AE040}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