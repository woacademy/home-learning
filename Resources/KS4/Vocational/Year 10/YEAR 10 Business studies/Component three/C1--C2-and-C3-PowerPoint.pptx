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C38BE4-B24B-4E1F-AE98-56CDF38E401A}">
  <a:tblStyle styleId="{D5C38BE4-B24B-4E1F-AE98-56CDF38E40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{D5C38BE4-B24B-4E1F-AE98-56CDF38E401A}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