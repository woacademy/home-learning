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E6964658-3C48-4A95-8712-BD379FCD0DC9}">
  <a:tblStyle styleId="{E6964658-3C48-4A95-8712-BD379FCD0DC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3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{E6964658-3C48-4A95-8712-BD379FCD0DC9}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