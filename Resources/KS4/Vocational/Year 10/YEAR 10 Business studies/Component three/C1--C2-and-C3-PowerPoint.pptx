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EB6CE23-2406-4781-BAE1-D28D6CE37321}">
  <a:tblStyle styleId="{5EB6CE23-2406-4781-BAE1-D28D6CE3732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1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{5EB6CE23-2406-4781-BAE1-D28D6CE37321}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