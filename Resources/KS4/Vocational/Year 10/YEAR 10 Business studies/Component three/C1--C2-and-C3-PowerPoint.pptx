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616FFB-77DA-4CC8-A472-C9955A383A95}">
  <a:tblStyle styleId="{AE616FFB-77DA-4CC8-A472-C9955A383A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{AE616FFB-77DA-4CC8-A472-C9955A383A95}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