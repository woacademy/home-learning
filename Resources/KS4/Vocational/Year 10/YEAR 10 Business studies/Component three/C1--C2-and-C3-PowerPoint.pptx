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AF5ADF2-1637-4DFE-832D-C93541AB41B4}">
  <a:tblStyle styleId="{DAF5ADF2-1637-4DFE-832D-C93541AB41B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6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7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0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{DAF5ADF2-1637-4DFE-832D-C93541AB41B4}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