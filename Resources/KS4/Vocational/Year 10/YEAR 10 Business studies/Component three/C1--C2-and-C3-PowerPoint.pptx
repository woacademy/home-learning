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A201B8-4ED9-4B94-AA24-58F795B80E96}">
  <a:tblStyle styleId="{8BA201B8-4ED9-4B94-AA24-58F795B80E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{8BA201B8-4ED9-4B94-AA24-58F795B80E96}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