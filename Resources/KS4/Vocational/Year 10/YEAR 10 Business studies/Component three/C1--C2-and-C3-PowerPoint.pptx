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9ECDEA6-2C57-413E-880A-AD0DE6655251}">
  <a:tblStyle styleId="{D9ECDEA6-2C57-413E-880A-AD0DE66552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{D9ECDEA6-2C57-413E-880A-AD0DE6655251}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