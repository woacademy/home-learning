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2A12E3-39F4-4ED2-9274-F1061109E0B0}">
  <a:tblStyle styleId="{7A2A12E3-39F4-4ED2-9274-F1061109E0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{7A2A12E3-39F4-4ED2-9274-F1061109E0B0}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