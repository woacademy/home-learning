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4846B8-D3A8-48EF-AAD2-5BB3EAEC0C86}">
  <a:tblStyle styleId="{AD4846B8-D3A8-48EF-AAD2-5BB3EAEC0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{AD4846B8-D3A8-48EF-AAD2-5BB3EAEC0C86}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