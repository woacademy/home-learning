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1634A9-7337-44E8-9991-5D75E8EE12E9}">
  <a:tblStyle styleId="{371634A9-7337-44E8-9991-5D75E8EE12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{371634A9-7337-44E8-9991-5D75E8EE12E9}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