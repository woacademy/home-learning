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FA8960-22F9-42D9-B878-F31DCEE99CDE}">
  <a:tblStyle styleId="{89FA8960-22F9-42D9-B878-F31DCEE99C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{89FA8960-22F9-42D9-B878-F31DCEE99CDE}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