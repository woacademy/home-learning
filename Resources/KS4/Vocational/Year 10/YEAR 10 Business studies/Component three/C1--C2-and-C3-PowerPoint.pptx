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1387889F-C516-43F9-9B4A-D5AF1015DBF1}">
  <a:tblStyle styleId="{1387889F-C516-43F9-9B4A-D5AF1015DBF1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1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Relationship Id="rId4" Type="http://schemas.openxmlformats.org/officeDocument/2006/relationships/image" Target="../media/image7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9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6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10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4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8.png"/><Relationship Id="rId4" Type="http://schemas.openxmlformats.org/officeDocument/2006/relationships/image" Target="../media/image12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{1387889F-C516-43F9-9B4A-D5AF1015DBF1}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