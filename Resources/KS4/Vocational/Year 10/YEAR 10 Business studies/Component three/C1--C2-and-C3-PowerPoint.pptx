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33A470-5D2B-4DF7-8629-27078AB671A4}">
  <a:tblStyle styleId="{0333A470-5D2B-4DF7-8629-27078AB671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{0333A470-5D2B-4DF7-8629-27078AB671A4}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