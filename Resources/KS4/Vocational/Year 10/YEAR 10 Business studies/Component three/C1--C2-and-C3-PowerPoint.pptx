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6C5E44-9954-4D0E-87C1-92094A8535DE}">
  <a:tblStyle styleId="{046C5E44-9954-4D0E-87C1-92094A8535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{046C5E44-9954-4D0E-87C1-92094A8535DE}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