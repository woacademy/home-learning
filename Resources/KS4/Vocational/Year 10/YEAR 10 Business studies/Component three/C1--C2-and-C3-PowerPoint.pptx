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8EC9D8-F656-47EA-8102-B9B48028C833}">
  <a:tblStyle styleId="{928EC9D8-F656-47EA-8102-B9B48028C8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{928EC9D8-F656-47EA-8102-B9B48028C833}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