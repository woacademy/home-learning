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4865B2-1194-4925-AE5F-FD4C62CAFAF4}">
  <a:tblStyle styleId="{404865B2-1194-4925-AE5F-FD4C62CAFA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{404865B2-1194-4925-AE5F-FD4C62CAFAF4}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