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77905B-2622-4569-AB46-0C2B584F6C6A}">
  <a:tblStyle styleId="{DF77905B-2622-4569-AB46-0C2B584F6C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{DF77905B-2622-4569-AB46-0C2B584F6C6A}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