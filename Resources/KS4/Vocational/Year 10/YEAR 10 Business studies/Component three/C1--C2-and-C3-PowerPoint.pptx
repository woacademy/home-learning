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15C163-9A4E-4EA1-AD4F-B4CA8B2B14BA}">
  <a:tblStyle styleId="{1215C163-9A4E-4EA1-AD4F-B4CA8B2B14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{1215C163-9A4E-4EA1-AD4F-B4CA8B2B14BA}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