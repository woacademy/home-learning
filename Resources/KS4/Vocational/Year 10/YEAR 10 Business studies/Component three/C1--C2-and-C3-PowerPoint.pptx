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AB6E76-48ED-4EAA-BD82-BBB9893E8CAA}">
  <a:tblStyle styleId="{A2AB6E76-48ED-4EAA-BD82-BBB9893E8C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{A2AB6E76-48ED-4EAA-BD82-BBB9893E8CAA}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