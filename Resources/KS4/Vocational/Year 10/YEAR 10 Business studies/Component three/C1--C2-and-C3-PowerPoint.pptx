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44C097-5661-404A-BC9F-3334E6D18408}">
  <a:tblStyle styleId="{1344C097-5661-404A-BC9F-3334E6D184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{1344C097-5661-404A-BC9F-3334E6D18408}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