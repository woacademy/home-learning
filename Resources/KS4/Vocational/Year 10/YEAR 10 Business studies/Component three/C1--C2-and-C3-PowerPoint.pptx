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1BBBB5-DEA6-482E-BFF0-B7C407C5BAF2}">
  <a:tblStyle styleId="{4D1BBBB5-DEA6-482E-BFF0-B7C407C5BA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{4D1BBBB5-DEA6-482E-BFF0-B7C407C5BAF2}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