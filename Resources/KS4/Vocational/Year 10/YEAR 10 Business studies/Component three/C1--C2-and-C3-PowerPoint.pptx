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710F0D-8211-44B1-BA8E-163B24DFF77D}">
  <a:tblStyle styleId="{82710F0D-8211-44B1-BA8E-163B24DFF7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{82710F0D-8211-44B1-BA8E-163B24DFF77D}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