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88B75AC-4A97-4463-883F-EC40FABD7630}">
  <a:tblStyle styleId="{188B75AC-4A97-4463-883F-EC40FABD763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{188B75AC-4A97-4463-883F-EC40FABD7630}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