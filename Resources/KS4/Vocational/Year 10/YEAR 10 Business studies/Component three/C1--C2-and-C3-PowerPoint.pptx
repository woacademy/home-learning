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BC0687-0471-435E-B40D-DF401B3E2B31}">
  <a:tblStyle styleId="{18BC0687-0471-435E-B40D-DF401B3E2B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{18BC0687-0471-435E-B40D-DF401B3E2B31}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