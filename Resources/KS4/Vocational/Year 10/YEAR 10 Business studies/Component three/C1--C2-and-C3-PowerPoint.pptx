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727F53-4CB7-46CA-AEF7-DC0EDEEDD4E0}">
  <a:tblStyle styleId="{37727F53-4CB7-46CA-AEF7-DC0EDEEDD4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{37727F53-4CB7-46CA-AEF7-DC0EDEEDD4E0}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