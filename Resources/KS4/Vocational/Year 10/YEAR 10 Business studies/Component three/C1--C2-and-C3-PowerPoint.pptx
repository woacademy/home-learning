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E71359-997C-4B18-A1C2-407007550B5C}">
  <a:tblStyle styleId="{87E71359-997C-4B18-A1C2-407007550B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{87E71359-997C-4B18-A1C2-407007550B5C}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