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86E8BA-C407-4E40-8285-AEE25D5CA72B}">
  <a:tblStyle styleId="{2F86E8BA-C407-4E40-8285-AEE25D5CA7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{2F86E8BA-C407-4E40-8285-AEE25D5CA72B}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