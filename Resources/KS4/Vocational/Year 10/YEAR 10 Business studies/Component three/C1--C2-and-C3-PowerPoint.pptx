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C2180F-6B9C-4C39-B0E4-E31C8A38A889}">
  <a:tblStyle styleId="{2AC2180F-6B9C-4C39-B0E4-E31C8A38A8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{2AC2180F-6B9C-4C39-B0E4-E31C8A38A889}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