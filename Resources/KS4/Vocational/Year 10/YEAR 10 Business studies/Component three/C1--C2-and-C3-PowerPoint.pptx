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D10862-8B04-4341-A452-6986F8DDAEED}">
  <a:tblStyle styleId="{7DD10862-8B04-4341-A452-6986F8DDAE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{7DD10862-8B04-4341-A452-6986F8DDAEED}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