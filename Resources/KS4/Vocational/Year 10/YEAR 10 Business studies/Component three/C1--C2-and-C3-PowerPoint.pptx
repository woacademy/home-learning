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1551D0-213F-4B01-8BF1-B4BF687C8E85}">
  <a:tblStyle styleId="{271551D0-213F-4B01-8BF1-B4BF687C8E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{271551D0-213F-4B01-8BF1-B4BF687C8E85}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