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008912-6605-40DE-BC96-891BA60F547A}">
  <a:tblStyle styleId="{F0008912-6605-40DE-BC96-891BA60F54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{F0008912-6605-40DE-BC96-891BA60F547A}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