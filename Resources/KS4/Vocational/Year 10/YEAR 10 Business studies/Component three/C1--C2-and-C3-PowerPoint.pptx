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6CFD10-9C11-4624-84B9-436A187FE61C}">
  <a:tblStyle styleId="{716CFD10-9C11-4624-84B9-436A187FE6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{716CFD10-9C11-4624-84B9-436A187FE61C}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