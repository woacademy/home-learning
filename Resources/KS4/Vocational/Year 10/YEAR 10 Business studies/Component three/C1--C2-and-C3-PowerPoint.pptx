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C9E09F-86A7-4516-88EC-25D71282286A}">
  <a:tblStyle styleId="{80C9E09F-86A7-4516-88EC-25D7128228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{80C9E09F-86A7-4516-88EC-25D71282286A}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