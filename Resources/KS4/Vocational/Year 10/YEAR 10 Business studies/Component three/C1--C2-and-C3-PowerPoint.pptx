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7E210E1-1F3B-48B9-99CE-33F94B32301E}">
  <a:tblStyle styleId="{B7E210E1-1F3B-48B9-99CE-33F94B3230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{B7E210E1-1F3B-48B9-99CE-33F94B32301E}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