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1EC373-AB6E-4811-88DE-0EB0831B8335}">
  <a:tblStyle styleId="{3D1EC373-AB6E-4811-88DE-0EB0831B8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{3D1EC373-AB6E-4811-88DE-0EB0831B8335}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