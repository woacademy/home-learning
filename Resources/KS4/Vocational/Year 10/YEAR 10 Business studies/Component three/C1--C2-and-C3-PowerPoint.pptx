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5536EE-E3F6-4930-943F-63E610E39D28}">
  <a:tblStyle styleId="{BF5536EE-E3F6-4930-943F-63E610E39D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{BF5536EE-E3F6-4930-943F-63E610E39D28}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