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557CB8-9D93-4C94-98E9-D5237B444F2E}">
  <a:tblStyle styleId="{5B557CB8-9D93-4C94-98E9-D5237B444F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{5B557CB8-9D93-4C94-98E9-D5237B444F2E}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