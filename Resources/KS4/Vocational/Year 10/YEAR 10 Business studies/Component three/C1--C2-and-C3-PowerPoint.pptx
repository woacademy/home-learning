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05EEF1-7193-4265-A812-C80C956F96D1}">
  <a:tblStyle styleId="{1505EEF1-7193-4265-A812-C80C956F96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{1505EEF1-7193-4265-A812-C80C956F96D1}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