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50C1F3-1BCC-46A1-BF24-C3C27BF7BD4C}">
  <a:tblStyle styleId="{E750C1F3-1BCC-46A1-BF24-C3C27BF7BD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{E750C1F3-1BCC-46A1-BF24-C3C27BF7BD4C}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