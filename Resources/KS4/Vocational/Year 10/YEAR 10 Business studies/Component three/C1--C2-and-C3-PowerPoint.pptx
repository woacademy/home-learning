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C50B81-F947-4D5F-AD77-F83EA91DA53F}">
  <a:tblStyle styleId="{D5C50B81-F947-4D5F-AD77-F83EA91DA5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{D5C50B81-F947-4D5F-AD77-F83EA91DA53F}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