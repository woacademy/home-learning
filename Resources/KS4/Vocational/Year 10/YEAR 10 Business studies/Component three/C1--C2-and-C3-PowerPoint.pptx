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72B5C0-8C95-48C9-9AE9-1C3ED0FBF493}">
  <a:tblStyle styleId="{8B72B5C0-8C95-48C9-9AE9-1C3ED0FBF4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{8B72B5C0-8C95-48C9-9AE9-1C3ED0FBF493}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