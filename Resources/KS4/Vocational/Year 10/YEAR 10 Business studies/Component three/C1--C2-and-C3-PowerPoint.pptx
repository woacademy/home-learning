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43BFAA-05F4-49EC-AA31-269E375B12E8}">
  <a:tblStyle styleId="{3543BFAA-05F4-49EC-AA31-269E375B12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{3543BFAA-05F4-49EC-AA31-269E375B12E8}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