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B524FFF-73A8-48D0-B5DE-F33275AE8275}">
  <a:tblStyle styleId="{7B524FFF-73A8-48D0-B5DE-F33275AE827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{7B524FFF-73A8-48D0-B5DE-F33275AE8275}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