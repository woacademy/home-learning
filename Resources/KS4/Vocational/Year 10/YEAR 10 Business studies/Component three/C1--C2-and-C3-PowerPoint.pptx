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E0AD763-1324-41D0-9936-EDFE193140F0}">
  <a:tblStyle styleId="{BE0AD763-1324-41D0-9936-EDFE193140F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{BE0AD763-1324-41D0-9936-EDFE193140F0}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