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9CB2A1-1FB7-4E75-8834-8E901F64BDEF}">
  <a:tblStyle styleId="{629CB2A1-1FB7-4E75-8834-8E901F64BD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{629CB2A1-1FB7-4E75-8834-8E901F64BDEF}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