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90CE00-3565-42C7-B4EB-380A34F87F78}">
  <a:tblStyle styleId="{5690CE00-3565-42C7-B4EB-380A34F87F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{5690CE00-3565-42C7-B4EB-380A34F87F78}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