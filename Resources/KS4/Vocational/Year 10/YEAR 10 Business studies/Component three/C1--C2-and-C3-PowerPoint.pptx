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2A3AC2-ED31-498C-BD72-5DDB3F80AF0D}">
  <a:tblStyle styleId="{702A3AC2-ED31-498C-BD72-5DDB3F80AF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{702A3AC2-ED31-498C-BD72-5DDB3F80AF0D}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