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584DD2-6B69-452C-98CA-39AB874755F5}">
  <a:tblStyle styleId="{EA584DD2-6B69-452C-98CA-39AB874755F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{EA584DD2-6B69-452C-98CA-39AB874755F5}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