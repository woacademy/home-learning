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702CB5-9FC9-463F-9146-393CF9D3ECE8}">
  <a:tblStyle styleId="{CD702CB5-9FC9-463F-9146-393CF9D3E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{CD702CB5-9FC9-463F-9146-393CF9D3ECE8}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