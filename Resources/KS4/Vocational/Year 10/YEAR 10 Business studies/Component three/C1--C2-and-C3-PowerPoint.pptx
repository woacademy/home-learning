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F34E058-B157-417B-8A21-889682A58D1E}">
  <a:tblStyle styleId="{FF34E058-B157-417B-8A21-889682A58D1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{FF34E058-B157-417B-8A21-889682A58D1E}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