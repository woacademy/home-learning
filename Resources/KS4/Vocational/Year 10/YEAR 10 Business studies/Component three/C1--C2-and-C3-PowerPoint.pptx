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F2EDB1-6005-4458-B93B-1E46E4E1EF7D}">
  <a:tblStyle styleId="{F3F2EDB1-6005-4458-B93B-1E46E4E1EF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{F3F2EDB1-6005-4458-B93B-1E46E4E1EF7D}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