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77A99E-33A1-424E-B896-5C10E3863D67}">
  <a:tblStyle styleId="{1C77A99E-33A1-424E-B896-5C10E3863D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{1C77A99E-33A1-424E-B896-5C10E3863D67}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