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86CB585-A46C-4B70-A72D-3257E8347820}">
  <a:tblStyle styleId="{286CB585-A46C-4B70-A72D-3257E834782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{286CB585-A46C-4B70-A72D-3257E8347820}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