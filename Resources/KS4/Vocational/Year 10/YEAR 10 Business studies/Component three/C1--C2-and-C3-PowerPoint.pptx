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37E828-A021-45EF-90DA-C5B7623C9348}">
  <a:tblStyle styleId="{6237E828-A021-45EF-90DA-C5B7623C93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{6237E828-A021-45EF-90DA-C5B7623C9348}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