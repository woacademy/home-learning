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628B5F-BB70-481F-A0D4-E6C105A7028B}">
  <a:tblStyle styleId="{6F628B5F-BB70-481F-A0D4-E6C105A702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{6F628B5F-BB70-481F-A0D4-E6C105A7028B}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