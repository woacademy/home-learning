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F72D07-D4B6-4E77-9BE3-E05570E4083F}">
  <a:tblStyle styleId="{D3F72D07-D4B6-4E77-9BE3-E05570E408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{D3F72D07-D4B6-4E77-9BE3-E05570E4083F}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