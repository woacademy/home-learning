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B5BD1-599F-4D9F-A0DB-A389D08A4983}">
  <a:tblStyle styleId="{218B5BD1-599F-4D9F-A0DB-A389D08A49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{218B5BD1-599F-4D9F-A0DB-A389D08A4983}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