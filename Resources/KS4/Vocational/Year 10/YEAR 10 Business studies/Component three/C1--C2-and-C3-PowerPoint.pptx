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06088E-24FD-4D25-9263-5FEF4B6440F9}">
  <a:tblStyle styleId="{4806088E-24FD-4D25-9263-5FEF4B6440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{4806088E-24FD-4D25-9263-5FEF4B6440F9}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