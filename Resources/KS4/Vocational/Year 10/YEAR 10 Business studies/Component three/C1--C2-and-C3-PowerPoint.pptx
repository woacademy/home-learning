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BD58B4-4035-4DCA-9BB3-DCF1DDBBA5A2}">
  <a:tblStyle styleId="{88BD58B4-4035-4DCA-9BB3-DCF1DDBBA5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{88BD58B4-4035-4DCA-9BB3-DCF1DDBBA5A2}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