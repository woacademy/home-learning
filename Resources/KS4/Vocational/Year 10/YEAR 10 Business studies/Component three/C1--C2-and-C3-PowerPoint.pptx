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F306DE4-7E56-408E-B7C0-9C0EF1457082}">
  <a:tblStyle styleId="{4F306DE4-7E56-408E-B7C0-9C0EF14570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{4F306DE4-7E56-408E-B7C0-9C0EF1457082}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