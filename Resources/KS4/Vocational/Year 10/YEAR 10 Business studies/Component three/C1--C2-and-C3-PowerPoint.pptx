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67FAB-BEC1-4A45-B45E-B9337050E7AE}">
  <a:tblStyle styleId="{B3767FAB-BEC1-4A45-B45E-B9337050E7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{B3767FAB-BEC1-4A45-B45E-B9337050E7AE}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