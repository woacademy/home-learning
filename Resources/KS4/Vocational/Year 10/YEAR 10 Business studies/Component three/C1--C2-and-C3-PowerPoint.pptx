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78BFE9-5AEE-41DB-966A-C0666A17F69C}">
  <a:tblStyle styleId="{F078BFE9-5AEE-41DB-966A-C0666A17F6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{F078BFE9-5AEE-41DB-966A-C0666A17F69C}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