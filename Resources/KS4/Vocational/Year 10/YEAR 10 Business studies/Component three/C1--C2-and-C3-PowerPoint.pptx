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3BFDCAA-6BD5-45AC-8D40-30C3AB02B3D9}">
  <a:tblStyle styleId="{93BFDCAA-6BD5-45AC-8D40-30C3AB02B3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{93BFDCAA-6BD5-45AC-8D40-30C3AB02B3D9}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