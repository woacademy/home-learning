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4AD8D13-8FD4-404B-A9D7-E25B23EA85C7}">
  <a:tblStyle styleId="{14AD8D13-8FD4-404B-A9D7-E25B23EA85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{14AD8D13-8FD4-404B-A9D7-E25B23EA85C7}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