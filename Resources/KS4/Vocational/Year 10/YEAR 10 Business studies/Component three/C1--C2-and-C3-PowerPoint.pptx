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FBB52A-D552-44D3-B31F-863EA8C145C6}">
  <a:tblStyle styleId="{2CFBB52A-D552-44D3-B31F-863EA8C145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{2CFBB52A-D552-44D3-B31F-863EA8C145C6}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