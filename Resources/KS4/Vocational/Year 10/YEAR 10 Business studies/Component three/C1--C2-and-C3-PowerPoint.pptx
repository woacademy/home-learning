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D207F4-3DA3-4568-9725-08EF988328A3}">
  <a:tblStyle styleId="{2FD207F4-3DA3-4568-9725-08EF988328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{2FD207F4-3DA3-4568-9725-08EF988328A3}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