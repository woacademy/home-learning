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8E6C19-95ED-4354-9776-FCE8A10C793B}">
  <a:tblStyle styleId="{268E6C19-95ED-4354-9776-FCE8A10C79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{268E6C19-95ED-4354-9776-FCE8A10C793B}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