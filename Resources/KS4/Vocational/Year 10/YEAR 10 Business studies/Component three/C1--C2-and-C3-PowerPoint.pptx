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5E84B3-9826-43CF-A58F-6BA3EA4EBEAE}">
  <a:tblStyle styleId="{385E84B3-9826-43CF-A58F-6BA3EA4EBE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{385E84B3-9826-43CF-A58F-6BA3EA4EBEAE}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