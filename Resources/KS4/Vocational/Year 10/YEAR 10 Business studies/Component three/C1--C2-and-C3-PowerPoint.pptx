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7976E0-E9FE-4CAF-8F20-A033E82344AF}">
  <a:tblStyle styleId="{D17976E0-E9FE-4CAF-8F20-A033E82344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{D17976E0-E9FE-4CAF-8F20-A033E82344AF}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