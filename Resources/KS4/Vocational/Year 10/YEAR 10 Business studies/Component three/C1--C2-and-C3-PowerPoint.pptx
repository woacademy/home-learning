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8AEECB-7830-45E8-9DAB-DBAE8108D6FF}">
  <a:tblStyle styleId="{238AEECB-7830-45E8-9DAB-DBAE8108D6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{238AEECB-7830-45E8-9DAB-DBAE8108D6FF}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