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AE0030-BCAF-45AD-850B-C6EC004D3F45}">
  <a:tblStyle styleId="{97AE0030-BCAF-45AD-850B-C6EC004D3F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{97AE0030-BCAF-45AD-850B-C6EC004D3F45}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