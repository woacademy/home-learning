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AF233D-7AA8-4077-8BF1-BEAE620FC2C2}">
  <a:tblStyle styleId="{06AF233D-7AA8-4077-8BF1-BEAE620FC2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{06AF233D-7AA8-4077-8BF1-BEAE620FC2C2}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