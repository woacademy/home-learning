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F63DD0-35FC-42F3-8B02-F988FE186B63}">
  <a:tblStyle styleId="{4FF63DD0-35FC-42F3-8B02-F988FE186B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{4FF63DD0-35FC-42F3-8B02-F988FE186B63}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