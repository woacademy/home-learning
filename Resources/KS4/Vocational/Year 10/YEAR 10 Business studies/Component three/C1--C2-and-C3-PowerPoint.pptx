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A274B2-8C32-454A-ACE3-CF297203A1D6}">
  <a:tblStyle styleId="{95A274B2-8C32-454A-ACE3-CF297203A1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{95A274B2-8C32-454A-ACE3-CF297203A1D6}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