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0831EA-EB22-4B34-BFA6-AE226FB86815}">
  <a:tblStyle styleId="{FA0831EA-EB22-4B34-BFA6-AE226FB868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{FA0831EA-EB22-4B34-BFA6-AE226FB86815}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