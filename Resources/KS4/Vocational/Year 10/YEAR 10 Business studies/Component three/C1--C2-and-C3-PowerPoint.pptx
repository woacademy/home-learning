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F66514-4C86-469F-8225-37C0559E3BFB}">
  <a:tblStyle styleId="{AFF66514-4C86-469F-8225-37C0559E3B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{AFF66514-4C86-469F-8225-37C0559E3BFB}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