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D58CEE-D3B4-4BDD-A68D-A287C472ED08}">
  <a:tblStyle styleId="{6DD58CEE-D3B4-4BDD-A68D-A287C472ED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{6DD58CEE-D3B4-4BDD-A68D-A287C472ED08}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