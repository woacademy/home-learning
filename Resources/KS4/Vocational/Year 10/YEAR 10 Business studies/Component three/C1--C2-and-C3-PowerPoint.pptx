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43D4B2-03F0-4C4E-9FF1-A86954A4871E}">
  <a:tblStyle styleId="{B143D4B2-03F0-4C4E-9FF1-A86954A487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{B143D4B2-03F0-4C4E-9FF1-A86954A4871E}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