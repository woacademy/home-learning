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3F972-B951-4DD9-9D5A-E7E49CC48EEC}">
  <a:tblStyle styleId="{4993F972-B951-4DD9-9D5A-E7E49CC48E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{4993F972-B951-4DD9-9D5A-E7E49CC48EEC}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