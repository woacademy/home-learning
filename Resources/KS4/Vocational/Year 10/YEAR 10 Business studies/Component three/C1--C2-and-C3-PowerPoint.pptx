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B6810F-CF81-42E4-8A00-56B2F0F332A1}">
  <a:tblStyle styleId="{43B6810F-CF81-42E4-8A00-56B2F0F332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{43B6810F-CF81-42E4-8A00-56B2F0F332A1}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