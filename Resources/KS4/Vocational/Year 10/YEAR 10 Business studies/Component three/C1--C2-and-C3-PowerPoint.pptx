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62D8E5-7C06-4409-81D6-03166EBA83AA}">
  <a:tblStyle styleId="{8362D8E5-7C06-4409-81D6-03166EBA83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{8362D8E5-7C06-4409-81D6-03166EBA83AA}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