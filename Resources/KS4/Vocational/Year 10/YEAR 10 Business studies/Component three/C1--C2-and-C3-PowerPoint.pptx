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E0DABF-8059-4EEA-ABA0-F7A4613CF02D}">
  <a:tblStyle styleId="{9EE0DABF-8059-4EEA-ABA0-F7A4613CF02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{9EE0DABF-8059-4EEA-ABA0-F7A4613CF02D}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