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FC28FB1-DAF5-4297-A578-F19B9D3E468E}">
  <a:tblStyle styleId="{7FC28FB1-DAF5-4297-A578-F19B9D3E468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{7FC28FB1-DAF5-4297-A578-F19B9D3E468E}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