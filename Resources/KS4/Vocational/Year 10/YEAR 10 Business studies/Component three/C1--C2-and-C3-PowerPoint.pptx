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E9135D-3580-4535-B13A-782F813D16D8}">
  <a:tblStyle styleId="{EEE9135D-3580-4535-B13A-782F813D16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{EEE9135D-3580-4535-B13A-782F813D16D8}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