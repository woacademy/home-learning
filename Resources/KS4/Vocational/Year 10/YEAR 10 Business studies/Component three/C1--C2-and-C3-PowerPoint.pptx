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5ADAAB-94D7-4D24-9108-F63AE5AA6204}">
  <a:tblStyle styleId="{665ADAAB-94D7-4D24-9108-F63AE5AA62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{665ADAAB-94D7-4D24-9108-F63AE5AA6204}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