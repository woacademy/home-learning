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31C6DF-0CF3-421A-A307-CBEE44FDAE6E}">
  <a:tblStyle styleId="{C931C6DF-0CF3-421A-A307-CBEE44FDAE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{C931C6DF-0CF3-421A-A307-CBEE44FDAE6E}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