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C06E1-14EF-4FE8-81BC-C86ADAB62967}">
  <a:tblStyle styleId="{A52C06E1-14EF-4FE8-81BC-C86ADAB629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{A52C06E1-14EF-4FE8-81BC-C86ADAB62967}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