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B8F0E9-730E-4563-82C3-89BFEAD99E8A}">
  <a:tblStyle styleId="{AFB8F0E9-730E-4563-82C3-89BFEAD99E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{AFB8F0E9-730E-4563-82C3-89BFEAD99E8A}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