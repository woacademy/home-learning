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5BA5C0-AB4D-4A76-B409-11263F555426}">
  <a:tblStyle styleId="{0B5BA5C0-AB4D-4A76-B409-11263F5554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{0B5BA5C0-AB4D-4A76-B409-11263F555426}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