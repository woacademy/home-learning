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CAEB03-2822-4509-8799-CE6B63C9BA06}">
  <a:tblStyle styleId="{13CAEB03-2822-4509-8799-CE6B63C9BA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{13CAEB03-2822-4509-8799-CE6B63C9BA06}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