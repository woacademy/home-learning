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7C6A0F-9975-4065-8A5E-3614EE58DCAB}">
  <a:tblStyle styleId="{B47C6A0F-9975-4065-8A5E-3614EE58DC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{B47C6A0F-9975-4065-8A5E-3614EE58DCAB}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