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7C4561-71B2-47AB-8AA2-BF868D6A6F11}">
  <a:tblStyle styleId="{E67C4561-71B2-47AB-8AA2-BF868D6A6F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{E67C4561-71B2-47AB-8AA2-BF868D6A6F11}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