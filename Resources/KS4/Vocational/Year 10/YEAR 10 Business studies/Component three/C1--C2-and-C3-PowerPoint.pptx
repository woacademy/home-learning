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E25572E-DFEF-43F4-B64E-E24FD5E2D689}">
  <a:tblStyle styleId="{5E25572E-DFEF-43F4-B64E-E24FD5E2D68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{5E25572E-DFEF-43F4-B64E-E24FD5E2D689}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