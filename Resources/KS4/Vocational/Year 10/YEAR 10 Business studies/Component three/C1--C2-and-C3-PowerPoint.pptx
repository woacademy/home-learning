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DACF2C-E33E-4EE9-94CE-0178B6282A24}">
  <a:tblStyle styleId="{01DACF2C-E33E-4EE9-94CE-0178B6282A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{01DACF2C-E33E-4EE9-94CE-0178B6282A24}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