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67B3815-6317-4C30-B17D-76BB0C407007}">
  <a:tblStyle styleId="{967B3815-6317-4C30-B17D-76BB0C4070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{967B3815-6317-4C30-B17D-76BB0C407007}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