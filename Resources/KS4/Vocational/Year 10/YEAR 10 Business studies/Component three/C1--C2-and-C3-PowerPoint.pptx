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0BE6D-03CA-4ECD-A87C-0E495E4E3825}">
  <a:tblStyle styleId="{EC60BE6D-03CA-4ECD-A87C-0E495E4E38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{EC60BE6D-03CA-4ECD-A87C-0E495E4E3825}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