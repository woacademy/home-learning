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819F38-192B-41D6-8A38-B652C4DB2A0E}">
  <a:tblStyle styleId="{64819F38-192B-41D6-8A38-B652C4DB2A0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{64819F38-192B-41D6-8A38-B652C4DB2A0E}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