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1BC429-B3B7-422D-ABB6-7A585C116288}">
  <a:tblStyle styleId="{391BC429-B3B7-422D-ABB6-7A585C1162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{391BC429-B3B7-422D-ABB6-7A585C116288}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