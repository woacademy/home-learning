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D27952-A2CF-4BCA-AD79-81AE626CBD28}">
  <a:tblStyle styleId="{5DD27952-A2CF-4BCA-AD79-81AE626CBD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{5DD27952-A2CF-4BCA-AD79-81AE626CBD28}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