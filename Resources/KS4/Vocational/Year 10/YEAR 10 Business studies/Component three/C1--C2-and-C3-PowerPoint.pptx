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062560-A60A-4C79-9F86-6404E79C26CD}">
  <a:tblStyle styleId="{A2062560-A60A-4C79-9F86-6404E79C26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{A2062560-A60A-4C79-9F86-6404E79C26CD}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