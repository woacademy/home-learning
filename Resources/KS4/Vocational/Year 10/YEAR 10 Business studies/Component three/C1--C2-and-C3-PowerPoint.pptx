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B86686-97E0-4FA8-AF24-6D51CB7FDF53}">
  <a:tblStyle styleId="{CEB86686-97E0-4FA8-AF24-6D51CB7FDF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{CEB86686-97E0-4FA8-AF24-6D51CB7FDF53}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