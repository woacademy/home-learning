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4FA378-C1DB-4A6D-8F2E-E0398C9AA37C}">
  <a:tblStyle styleId="{484FA378-C1DB-4A6D-8F2E-E0398C9AA3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{484FA378-C1DB-4A6D-8F2E-E0398C9AA37C}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