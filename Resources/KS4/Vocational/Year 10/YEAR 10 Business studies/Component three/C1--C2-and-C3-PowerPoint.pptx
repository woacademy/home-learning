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132FE5-06F1-4F6A-BDA0-BCD40B553E88}">
  <a:tblStyle styleId="{E6132FE5-06F1-4F6A-BDA0-BCD40B553E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{E6132FE5-06F1-4F6A-BDA0-BCD40B553E88}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