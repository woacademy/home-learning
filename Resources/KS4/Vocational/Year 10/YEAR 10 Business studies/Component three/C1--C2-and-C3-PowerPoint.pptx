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06E77B-0195-48B2-AD80-8960FE7DCC9C}">
  <a:tblStyle styleId="{6F06E77B-0195-48B2-AD80-8960FE7DCC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{6F06E77B-0195-48B2-AD80-8960FE7DCC9C}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