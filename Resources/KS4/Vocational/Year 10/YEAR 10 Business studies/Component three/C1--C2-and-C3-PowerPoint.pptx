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B434A2-9671-43E1-84EE-405DC9C7FCAF}">
  <a:tblStyle styleId="{DAB434A2-9671-43E1-84EE-405DC9C7FC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{DAB434A2-9671-43E1-84EE-405DC9C7FCAF}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