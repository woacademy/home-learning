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19F5CE-2401-4D03-A9F5-589D048B9D75}">
  <a:tblStyle styleId="{F119F5CE-2401-4D03-A9F5-589D048B9D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{F119F5CE-2401-4D03-A9F5-589D048B9D75}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