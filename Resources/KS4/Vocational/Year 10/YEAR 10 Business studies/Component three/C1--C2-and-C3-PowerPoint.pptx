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8FBA56-A41B-473D-AE7E-C400E1ABF48D}">
  <a:tblStyle styleId="{978FBA56-A41B-473D-AE7E-C400E1ABF4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{978FBA56-A41B-473D-AE7E-C400E1ABF48D}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