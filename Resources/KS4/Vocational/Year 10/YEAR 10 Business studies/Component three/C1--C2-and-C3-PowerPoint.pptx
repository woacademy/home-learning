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E78EF2-95C2-4DA1-8C88-14F76A710F94}">
  <a:tblStyle styleId="{48E78EF2-95C2-4DA1-8C88-14F76A710F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{48E78EF2-95C2-4DA1-8C88-14F76A710F94}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