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929DD1-DD6C-4402-B31B-79269F88D182}">
  <a:tblStyle styleId="{89929DD1-DD6C-4402-B31B-79269F88D1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{89929DD1-DD6C-4402-B31B-79269F88D182}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