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D3F123-7A42-4C84-9632-32C8DC66653A}">
  <a:tblStyle styleId="{D9D3F123-7A42-4C84-9632-32C8DC6665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{D9D3F123-7A42-4C84-9632-32C8DC66653A}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