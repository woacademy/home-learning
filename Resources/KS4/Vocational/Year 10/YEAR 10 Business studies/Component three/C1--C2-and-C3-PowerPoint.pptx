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D50C88-0768-47B9-93C0-CE1475656754}">
  <a:tblStyle styleId="{22D50C88-0768-47B9-93C0-CE14756567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{22D50C88-0768-47B9-93C0-CE1475656754}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