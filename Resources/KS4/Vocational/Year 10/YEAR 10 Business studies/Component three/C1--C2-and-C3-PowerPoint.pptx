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A70DBF-26BD-4800-B001-C2A053B7A08F}">
  <a:tblStyle styleId="{9AA70DBF-26BD-4800-B001-C2A053B7A0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{9AA70DBF-26BD-4800-B001-C2A053B7A08F}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