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956808-67CE-4607-82C4-34370F347E14}">
  <a:tblStyle styleId="{DE956808-67CE-4607-82C4-34370F347E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{DE956808-67CE-4607-82C4-34370F347E14}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