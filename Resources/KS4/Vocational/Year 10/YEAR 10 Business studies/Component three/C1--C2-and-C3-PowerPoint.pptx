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65E9C8-C789-4053-A04E-6EAE5E7EDE00}">
  <a:tblStyle styleId="{6E65E9C8-C789-4053-A04E-6EAE5E7EDE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{6E65E9C8-C789-4053-A04E-6EAE5E7EDE00}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