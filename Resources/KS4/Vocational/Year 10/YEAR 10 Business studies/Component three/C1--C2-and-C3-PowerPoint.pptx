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286484-2118-492F-821F-EF01C05DC125}">
  <a:tblStyle styleId="{B8286484-2118-492F-821F-EF01C05DC1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{B8286484-2118-492F-821F-EF01C05DC125}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