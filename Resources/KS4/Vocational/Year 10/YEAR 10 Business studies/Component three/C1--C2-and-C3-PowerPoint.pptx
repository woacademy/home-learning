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92E88F-6665-484F-933C-C9F9234955B2}">
  <a:tblStyle styleId="{8692E88F-6665-484F-933C-C9F9234955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{8692E88F-6665-484F-933C-C9F9234955B2}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