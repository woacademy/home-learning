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86EE5-289E-4071-9CE7-9584370ECCF8}">
  <a:tblStyle styleId="{BC986EE5-289E-4071-9CE7-9584370ECC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{BC986EE5-289E-4071-9CE7-9584370ECCF8}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