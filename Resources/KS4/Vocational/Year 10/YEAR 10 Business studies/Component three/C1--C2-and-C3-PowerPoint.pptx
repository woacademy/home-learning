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68DC30-CFC7-43DB-AF39-15066C957996}">
  <a:tblStyle styleId="{7568DC30-CFC7-43DB-AF39-15066C9579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{7568DC30-CFC7-43DB-AF39-15066C957996}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