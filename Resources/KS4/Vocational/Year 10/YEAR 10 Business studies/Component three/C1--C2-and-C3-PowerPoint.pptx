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FDD6E6-EE30-442C-8F51-21353DBFA062}">
  <a:tblStyle styleId="{48FDD6E6-EE30-442C-8F51-21353DBFA0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{48FDD6E6-EE30-442C-8F51-21353DBFA062}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