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33A90C-AC7F-4DE6-B366-C491598D41B3}">
  <a:tblStyle styleId="{5933A90C-AC7F-4DE6-B366-C491598D41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{5933A90C-AC7F-4DE6-B366-C491598D41B3}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