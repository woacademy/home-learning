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3AF6BF-BFCE-40A9-95D8-7FC01476779E}">
  <a:tblStyle styleId="{1D3AF6BF-BFCE-40A9-95D8-7FC0147677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{1D3AF6BF-BFCE-40A9-95D8-7FC01476779E}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