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3E1542-73D7-45FA-B64F-FE264586F382}">
  <a:tblStyle styleId="{A63E1542-73D7-45FA-B64F-FE264586F3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{A63E1542-73D7-45FA-B64F-FE264586F382}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