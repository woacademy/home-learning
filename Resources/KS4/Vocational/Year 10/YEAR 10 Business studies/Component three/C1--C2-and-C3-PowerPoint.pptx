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42672-6549-4812-BA5F-537ED8256C10}">
  <a:tblStyle styleId="{E2E42672-6549-4812-BA5F-537ED8256C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{E2E42672-6549-4812-BA5F-537ED8256C10}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