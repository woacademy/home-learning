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170C0E-D6B4-4995-871C-8D89E59557D0}">
  <a:tblStyle styleId="{CF170C0E-D6B4-4995-871C-8D89E59557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{CF170C0E-D6B4-4995-871C-8D89E59557D0}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