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539DBB-29EB-4A28-A0E5-554F04D837BC}">
  <a:tblStyle styleId="{22539DBB-29EB-4A28-A0E5-554F04D837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{22539DBB-29EB-4A28-A0E5-554F04D837BC}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