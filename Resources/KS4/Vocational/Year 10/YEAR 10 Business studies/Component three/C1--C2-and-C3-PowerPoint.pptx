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FA064A-106C-4B3F-9FBF-B3D8C058FAF4}">
  <a:tblStyle styleId="{BDFA064A-106C-4B3F-9FBF-B3D8C058FA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{BDFA064A-106C-4B3F-9FBF-B3D8C058FAF4}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