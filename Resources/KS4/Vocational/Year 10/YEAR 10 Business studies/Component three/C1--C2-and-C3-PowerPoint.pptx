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43B114-F362-4654-B965-62692601BBB6}">
  <a:tblStyle styleId="{2E43B114-F362-4654-B965-62692601BB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{2E43B114-F362-4654-B965-62692601BBB6}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