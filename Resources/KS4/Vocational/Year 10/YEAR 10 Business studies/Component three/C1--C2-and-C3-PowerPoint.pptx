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282D7C-3E53-41A3-8654-49399FA9877D}">
  <a:tblStyle styleId="{40282D7C-3E53-41A3-8654-49399FA987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{40282D7C-3E53-41A3-8654-49399FA9877D}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