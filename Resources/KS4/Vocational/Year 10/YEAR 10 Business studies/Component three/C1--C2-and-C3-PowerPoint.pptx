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12C55-EE52-4C6D-A18E-44F83DEEE6AA}">
  <a:tblStyle styleId="{28912C55-EE52-4C6D-A18E-44F83DEEE6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{28912C55-EE52-4C6D-A18E-44F83DEEE6AA}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