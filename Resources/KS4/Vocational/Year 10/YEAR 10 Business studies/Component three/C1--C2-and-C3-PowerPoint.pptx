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1CCEEA-E651-4588-AF7B-146CE0455E46}">
  <a:tblStyle styleId="{621CCEEA-E651-4588-AF7B-146CE0455E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{621CCEEA-E651-4588-AF7B-146CE0455E46}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