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1D67BD-E8DE-4EF5-9F5E-7A6D5FD12C51}">
  <a:tblStyle styleId="{B51D67BD-E8DE-4EF5-9F5E-7A6D5FD12C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{B51D67BD-E8DE-4EF5-9F5E-7A6D5FD12C51}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