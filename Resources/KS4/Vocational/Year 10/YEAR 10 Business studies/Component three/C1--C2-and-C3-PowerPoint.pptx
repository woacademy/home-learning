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3DC2AA-563B-456F-9322-20D7F104D7EC}">
  <a:tblStyle styleId="{643DC2AA-563B-456F-9322-20D7F104D7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{643DC2AA-563B-456F-9322-20D7F104D7EC}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