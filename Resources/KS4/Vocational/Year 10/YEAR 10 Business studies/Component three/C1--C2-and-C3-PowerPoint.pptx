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0DAA82-7EB3-4AF0-8209-C7A504887EE7}">
  <a:tblStyle styleId="{6E0DAA82-7EB3-4AF0-8209-C7A504887E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{6E0DAA82-7EB3-4AF0-8209-C7A504887EE7}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