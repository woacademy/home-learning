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2980AC-7948-4901-BFDC-8FF99A3CC8B9}">
  <a:tblStyle styleId="{302980AC-7948-4901-BFDC-8FF99A3CC8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{302980AC-7948-4901-BFDC-8FF99A3CC8B9}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