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27DE3E-59A7-4E13-B9AD-1DAE7016469A}">
  <a:tblStyle styleId="{5D27DE3E-59A7-4E13-B9AD-1DAE701646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{5D27DE3E-59A7-4E13-B9AD-1DAE7016469A}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