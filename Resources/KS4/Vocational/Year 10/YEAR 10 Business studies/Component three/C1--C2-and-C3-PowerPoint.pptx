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1A64B-7191-461A-BC89-2F35734F17DC}">
  <a:tblStyle styleId="{4A21A64B-7191-461A-BC89-2F35734F17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{4A21A64B-7191-461A-BC89-2F35734F17DC}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