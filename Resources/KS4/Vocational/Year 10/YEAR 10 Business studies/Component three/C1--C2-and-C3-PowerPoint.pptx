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D522A14-394D-4803-95A0-7411F077FF90}">
  <a:tblStyle styleId="{0D522A14-394D-4803-95A0-7411F077FF9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1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{0D522A14-394D-4803-95A0-7411F077FF90}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