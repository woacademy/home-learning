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2E0F42-C5EF-4DAC-A61F-52EA64249858}">
  <a:tblStyle styleId="{3B2E0F42-C5EF-4DAC-A61F-52EA642498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{3B2E0F42-C5EF-4DAC-A61F-52EA64249858}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