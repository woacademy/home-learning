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1E4A08-7EC6-4D54-90C2-868F5B70A3BB}">
  <a:tblStyle styleId="{F81E4A08-7EC6-4D54-90C2-868F5B70A3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{F81E4A08-7EC6-4D54-90C2-868F5B70A3BB}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