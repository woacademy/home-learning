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DFAC36-9B07-4B83-BC1A-3EF5311210D6}">
  <a:tblStyle styleId="{4DDFAC36-9B07-4B83-BC1A-3EF5311210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{4DDFAC36-9B07-4B83-BC1A-3EF5311210D6}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