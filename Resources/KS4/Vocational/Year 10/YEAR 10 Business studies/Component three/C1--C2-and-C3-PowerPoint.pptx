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3BC15A1-5A9E-4C9F-950A-A663258A36A0}">
  <a:tblStyle styleId="{43BC15A1-5A9E-4C9F-950A-A663258A36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{43BC15A1-5A9E-4C9F-950A-A663258A36A0}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