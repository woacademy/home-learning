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5FF665-9B3A-4761-BF25-A3F5A182504C}">
  <a:tblStyle styleId="{CE5FF665-9B3A-4761-BF25-A3F5A18250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{CE5FF665-9B3A-4761-BF25-A3F5A182504C}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