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10D524-5C6A-4485-8B90-7558EADE0760}">
  <a:tblStyle styleId="{9710D524-5C6A-4485-8B90-7558EADE07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{9710D524-5C6A-4485-8B90-7558EADE0760}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