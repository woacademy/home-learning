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D18943-65EC-4B84-A353-3A86E70599C5}">
  <a:tblStyle styleId="{79D18943-65EC-4B84-A353-3A86E70599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{79D18943-65EC-4B84-A353-3A86E70599C5}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