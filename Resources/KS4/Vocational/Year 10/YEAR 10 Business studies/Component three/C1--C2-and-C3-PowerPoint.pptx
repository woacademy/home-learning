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1A7B83-753F-4A13-959F-0E34633671E6}">
  <a:tblStyle styleId="{A31A7B83-753F-4A13-959F-0E34633671E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{A31A7B83-753F-4A13-959F-0E34633671E6}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