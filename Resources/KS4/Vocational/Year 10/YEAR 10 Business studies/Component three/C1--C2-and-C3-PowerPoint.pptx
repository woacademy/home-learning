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A7FE9-1A46-42C6-AF09-D2CD11FC1174}">
  <a:tblStyle styleId="{B58A7FE9-1A46-42C6-AF09-D2CD11FC11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{B58A7FE9-1A46-42C6-AF09-D2CD11FC1174}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