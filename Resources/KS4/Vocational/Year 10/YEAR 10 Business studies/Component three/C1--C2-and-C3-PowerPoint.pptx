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F87CF1-4007-4F60-8CFD-65003AA3933B}">
  <a:tblStyle styleId="{66F87CF1-4007-4F60-8CFD-65003AA393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{66F87CF1-4007-4F60-8CFD-65003AA3933B}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