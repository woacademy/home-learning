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1E41F5-05BC-4396-8272-231214BB2731}">
  <a:tblStyle styleId="{AC1E41F5-05BC-4396-8272-231214BB27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{AC1E41F5-05BC-4396-8272-231214BB2731}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