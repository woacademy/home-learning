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096987-94B3-4D49-BA8B-B9423037FFC3}">
  <a:tblStyle styleId="{99096987-94B3-4D49-BA8B-B9423037FFC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{99096987-94B3-4D49-BA8B-B9423037FFC3}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