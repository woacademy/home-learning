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0E5D05-28C9-4D62-A598-6D18E41F2C4C}">
  <a:tblStyle styleId="{160E5D05-28C9-4D62-A598-6D18E41F2C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{160E5D05-28C9-4D62-A598-6D18E41F2C4C}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