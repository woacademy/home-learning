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5D81948-F50A-4951-9B21-276E1367D0C4}">
  <a:tblStyle styleId="{75D81948-F50A-4951-9B21-276E1367D0C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{75D81948-F50A-4951-9B21-276E1367D0C4}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