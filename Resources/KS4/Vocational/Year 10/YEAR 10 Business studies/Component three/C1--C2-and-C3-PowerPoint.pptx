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9C2F9BA-BACC-4E58-89E5-C223D85ED6B0}">
  <a:tblStyle styleId="{A9C2F9BA-BACC-4E58-89E5-C223D85ED6B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{A9C2F9BA-BACC-4E58-89E5-C223D85ED6B0}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