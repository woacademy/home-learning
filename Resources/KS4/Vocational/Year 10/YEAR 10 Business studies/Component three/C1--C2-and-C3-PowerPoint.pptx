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F8CD4B-A115-4F44-A5B6-7D6D636D39B8}">
  <a:tblStyle styleId="{BDF8CD4B-A115-4F44-A5B6-7D6D636D39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{BDF8CD4B-A115-4F44-A5B6-7D6D636D39B8}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