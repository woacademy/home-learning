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930EF5-EFC0-4D93-83A8-C28AA1292438}">
  <a:tblStyle styleId="{66930EF5-EFC0-4D93-83A8-C28AA12924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{66930EF5-EFC0-4D93-83A8-C28AA1292438}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