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2AA44-FF31-4FB2-9169-8734D9EAD97A}">
  <a:tblStyle styleId="{C902AA44-FF31-4FB2-9169-8734D9EAD9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{C902AA44-FF31-4FB2-9169-8734D9EAD97A}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