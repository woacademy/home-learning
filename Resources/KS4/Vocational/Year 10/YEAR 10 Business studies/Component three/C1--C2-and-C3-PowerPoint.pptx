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9C69CB-B9D3-4FD3-8789-4EBBA3B6E232}">
  <a:tblStyle styleId="{299C69CB-B9D3-4FD3-8789-4EBBA3B6E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{299C69CB-B9D3-4FD3-8789-4EBBA3B6E232}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