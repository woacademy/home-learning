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4EDA45-2844-48E4-8D4C-FB826F15C6FB}">
  <a:tblStyle styleId="{624EDA45-2844-48E4-8D4C-FB826F15C6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{624EDA45-2844-48E4-8D4C-FB826F15C6FB}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