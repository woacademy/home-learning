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69C0EA-5AB1-460A-822F-852518DBED7B}">
  <a:tblStyle styleId="{C069C0EA-5AB1-460A-822F-852518DBED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{C069C0EA-5AB1-460A-822F-852518DBED7B}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