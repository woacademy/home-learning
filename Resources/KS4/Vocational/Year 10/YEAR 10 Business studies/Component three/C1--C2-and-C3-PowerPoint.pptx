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12CC1F-D664-4B2E-B0E2-9428830779C4}">
  <a:tblStyle styleId="{2112CC1F-D664-4B2E-B0E2-9428830779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{2112CC1F-D664-4B2E-B0E2-9428830779C4}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