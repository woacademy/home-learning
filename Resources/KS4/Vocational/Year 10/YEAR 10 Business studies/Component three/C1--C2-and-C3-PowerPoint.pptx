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1456F-B92A-43A7-B88E-037C870009D2}">
  <a:tblStyle styleId="{5111456F-B92A-43A7-B88E-037C870009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{5111456F-B92A-43A7-B88E-037C870009D2}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