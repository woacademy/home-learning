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CBC37F-8B34-46B2-9170-211975A42B93}">
  <a:tblStyle styleId="{F0CBC37F-8B34-46B2-9170-211975A42B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{F0CBC37F-8B34-46B2-9170-211975A42B93}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