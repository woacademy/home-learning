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F06AB4-FFA4-46B8-97A2-615965FC651B}">
  <a:tblStyle styleId="{B9F06AB4-FFA4-46B8-97A2-615965FC65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{B9F06AB4-FFA4-46B8-97A2-615965FC651B}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