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3D5022-3CD0-44A8-AA3E-4260BB4837A6}">
  <a:tblStyle styleId="{B93D5022-3CD0-44A8-AA3E-4260BB483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{B93D5022-3CD0-44A8-AA3E-4260BB4837A6}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