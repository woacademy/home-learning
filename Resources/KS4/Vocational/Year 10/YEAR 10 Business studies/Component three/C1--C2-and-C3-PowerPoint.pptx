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8C0D4D-1EBE-4CAE-9F47-C7E631F39509}">
  <a:tblStyle styleId="{FE8C0D4D-1EBE-4CAE-9F47-C7E631F395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{FE8C0D4D-1EBE-4CAE-9F47-C7E631F39509}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