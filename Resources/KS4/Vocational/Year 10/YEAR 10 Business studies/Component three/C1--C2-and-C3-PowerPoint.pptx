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40C23B-4FA6-4D91-96D5-1EA9D9A27D8C}">
  <a:tblStyle styleId="{9840C23B-4FA6-4D91-96D5-1EA9D9A27D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{9840C23B-4FA6-4D91-96D5-1EA9D9A27D8C}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