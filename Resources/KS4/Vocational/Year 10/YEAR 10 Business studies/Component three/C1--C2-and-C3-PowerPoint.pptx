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6D5E9-7C55-4DF4-BF52-1EB0BC2A337F}">
  <a:tblStyle styleId="{6ED6D5E9-7C55-4DF4-BF52-1EB0BC2A33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{6ED6D5E9-7C55-4DF4-BF52-1EB0BC2A337F}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