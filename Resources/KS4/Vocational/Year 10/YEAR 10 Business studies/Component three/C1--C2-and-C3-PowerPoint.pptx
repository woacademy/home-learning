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0487C1-A5B3-4592-A1AF-D793EC0A24E9}">
  <a:tblStyle styleId="{FC0487C1-A5B3-4592-A1AF-D793EC0A24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{FC0487C1-A5B3-4592-A1AF-D793EC0A24E9}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