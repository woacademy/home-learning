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63C861-63A5-41F1-B26D-DD76D2F30911}">
  <a:tblStyle styleId="{6563C861-63A5-41F1-B26D-DD76D2F309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{6563C861-63A5-41F1-B26D-DD76D2F30911}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