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53C583-03F8-4023-8846-661647F27689}">
  <a:tblStyle styleId="{1953C583-03F8-4023-8846-661647F276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{1953C583-03F8-4023-8846-661647F27689}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