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AF7044B-520F-47F4-AB00-DE0C6366BA2D}">
  <a:tblStyle styleId="{3AF7044B-520F-47F4-AB00-DE0C6366BA2D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9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12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{3AF7044B-520F-47F4-AB00-DE0C6366BA2D}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