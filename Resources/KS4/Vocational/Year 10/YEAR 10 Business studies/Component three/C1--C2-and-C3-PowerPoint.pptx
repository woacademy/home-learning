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D119B0-7A55-4489-B8C7-91CAE1A5E693}">
  <a:tblStyle styleId="{B1D119B0-7A55-4489-B8C7-91CAE1A5E6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{B1D119B0-7A55-4489-B8C7-91CAE1A5E693}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