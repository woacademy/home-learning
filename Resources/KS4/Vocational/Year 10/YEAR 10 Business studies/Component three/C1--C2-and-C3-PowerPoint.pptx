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5DC1F3-B025-406B-84C3-34F299455BB3}">
  <a:tblStyle styleId="{A65DC1F3-B025-406B-84C3-34F299455B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{A65DC1F3-B025-406B-84C3-34F299455BB3}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