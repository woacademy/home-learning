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638D07-230F-45BF-AD51-26B289E30BFB}">
  <a:tblStyle styleId="{88638D07-230F-45BF-AD51-26B289E30B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{88638D07-230F-45BF-AD51-26B289E30BFB}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