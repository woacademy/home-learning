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50147C-51A7-4517-99B8-4C8CA2DEF38D}">
  <a:tblStyle styleId="{2350147C-51A7-4517-99B8-4C8CA2DEF3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{2350147C-51A7-4517-99B8-4C8CA2DEF38D}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