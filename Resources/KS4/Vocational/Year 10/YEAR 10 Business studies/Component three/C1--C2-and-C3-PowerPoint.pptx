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F1E0EA-593F-436F-8330-8134015A66F7}">
  <a:tblStyle styleId="{E8F1E0EA-593F-436F-8330-8134015A66F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{E8F1E0EA-593F-436F-8330-8134015A66F7}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