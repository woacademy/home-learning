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916B4-C010-4104-9CCF-08B51E5B55A0}">
  <a:tblStyle styleId="{ECC916B4-C010-4104-9CCF-08B51E5B55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{ECC916B4-C010-4104-9CCF-08B51E5B55A0}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