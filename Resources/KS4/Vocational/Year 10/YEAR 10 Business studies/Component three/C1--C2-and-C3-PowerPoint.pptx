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388AD2-85CB-49C1-ACFB-50BE7ADA99F0}">
  <a:tblStyle styleId="{EC388AD2-85CB-49C1-ACFB-50BE7ADA99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{EC388AD2-85CB-49C1-ACFB-50BE7ADA99F0}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