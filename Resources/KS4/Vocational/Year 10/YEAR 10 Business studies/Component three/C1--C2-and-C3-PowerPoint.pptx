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36E956-CD7D-4D7A-AF82-77534A8D57E1}">
  <a:tblStyle styleId="{1836E956-CD7D-4D7A-AF82-77534A8D57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{1836E956-CD7D-4D7A-AF82-77534A8D57E1}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