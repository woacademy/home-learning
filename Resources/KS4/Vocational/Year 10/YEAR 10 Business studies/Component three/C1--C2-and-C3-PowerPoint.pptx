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ACB153-C9D9-4E21-981F-8E864134FCE5}">
  <a:tblStyle styleId="{DAACB153-C9D9-4E21-981F-8E864134FC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{DAACB153-C9D9-4E21-981F-8E864134FCE5}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