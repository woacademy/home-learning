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D50B1A-5477-4BCD-8ECA-ADA32BB496D7}">
  <a:tblStyle styleId="{5AD50B1A-5477-4BCD-8ECA-ADA32BB496D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{5AD50B1A-5477-4BCD-8ECA-ADA32BB496D7}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