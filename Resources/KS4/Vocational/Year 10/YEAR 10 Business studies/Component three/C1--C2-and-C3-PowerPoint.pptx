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32882F-94D8-47E9-A19B-EF3A0CF9EB22}">
  <a:tblStyle styleId="{9F32882F-94D8-47E9-A19B-EF3A0CF9EB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{9F32882F-94D8-47E9-A19B-EF3A0CF9EB22}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