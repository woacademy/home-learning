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C65694-8357-49D0-B0EF-74EA88BD5E8C}">
  <a:tblStyle styleId="{06C65694-8357-49D0-B0EF-74EA88BD5E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{06C65694-8357-49D0-B0EF-74EA88BD5E8C}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