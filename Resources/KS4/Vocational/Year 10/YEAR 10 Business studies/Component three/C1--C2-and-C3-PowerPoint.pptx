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49C00A-30FF-4842-B8F4-6981198F9AC3}">
  <a:tblStyle styleId="{B249C00A-30FF-4842-B8F4-6981198F9A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{B249C00A-30FF-4842-B8F4-6981198F9AC3}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