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240A89-A23B-4BCC-910A-61AAAA483265}">
  <a:tblStyle styleId="{8F240A89-A23B-4BCC-910A-61AAAA4832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{8F240A89-A23B-4BCC-910A-61AAAA483265}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