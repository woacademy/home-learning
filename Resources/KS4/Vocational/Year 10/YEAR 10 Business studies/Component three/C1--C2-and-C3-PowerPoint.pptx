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3446E7-2D4B-47F7-A582-8F0E39AC9126}">
  <a:tblStyle styleId="{953446E7-2D4B-47F7-A582-8F0E39AC91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{953446E7-2D4B-47F7-A582-8F0E39AC9126}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