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328E3D-CB71-4C13-B2BE-BDFCC61D9890}">
  <a:tblStyle styleId="{30328E3D-CB71-4C13-B2BE-BDFCC61D98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{30328E3D-CB71-4C13-B2BE-BDFCC61D9890}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