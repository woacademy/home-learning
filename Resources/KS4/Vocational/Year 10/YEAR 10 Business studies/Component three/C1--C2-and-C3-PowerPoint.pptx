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581AAD-B52E-4286-8171-301A4E072A64}">
  <a:tblStyle styleId="{96581AAD-B52E-4286-8171-301A4E072A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{96581AAD-B52E-4286-8171-301A4E072A64}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