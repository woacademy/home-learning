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642DE2-42A6-4D97-9624-D796108C548A}">
  <a:tblStyle styleId="{8A642DE2-42A6-4D97-9624-D796108C54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{8A642DE2-42A6-4D97-9624-D796108C548A}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