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D829F-C8F7-468A-83D1-F3B8C2FDE7FB}">
  <a:tblStyle styleId="{241D829F-C8F7-468A-83D1-F3B8C2FDE7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{241D829F-C8F7-468A-83D1-F3B8C2FDE7FB}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