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3EF522-6CCD-4F13-B857-856FFAFDF860}">
  <a:tblStyle styleId="{E33EF522-6CCD-4F13-B857-856FFAFDF8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{E33EF522-6CCD-4F13-B857-856FFAFDF860}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