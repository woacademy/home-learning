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AFE35B-608B-4760-8D18-0BED463E7D4C}">
  <a:tblStyle styleId="{57AFE35B-608B-4760-8D18-0BED463E7D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{57AFE35B-608B-4760-8D18-0BED463E7D4C}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