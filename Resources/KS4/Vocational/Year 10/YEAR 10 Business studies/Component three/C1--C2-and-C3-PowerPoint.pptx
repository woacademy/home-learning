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198D08-B0E9-47D7-921C-B8FFFE1DCAC5}">
  <a:tblStyle styleId="{08198D08-B0E9-47D7-921C-B8FFFE1DCA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{08198D08-B0E9-47D7-921C-B8FFFE1DCAC5}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