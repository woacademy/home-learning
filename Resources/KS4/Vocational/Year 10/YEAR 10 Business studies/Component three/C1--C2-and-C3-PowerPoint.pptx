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ED96B7E-16F6-430A-9A63-9CB9D1780CC6}">
  <a:tblStyle styleId="{DED96B7E-16F6-430A-9A63-9CB9D1780C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{DED96B7E-16F6-430A-9A63-9CB9D1780CC6}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