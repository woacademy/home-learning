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9BB728-DD0A-40EA-BDEF-791D1BD6F06C}">
  <a:tblStyle styleId="{FC9BB728-DD0A-40EA-BDEF-791D1BD6F0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{FC9BB728-DD0A-40EA-BDEF-791D1BD6F06C}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