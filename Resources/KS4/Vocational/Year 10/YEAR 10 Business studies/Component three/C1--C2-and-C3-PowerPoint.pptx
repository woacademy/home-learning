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E0984B5-6122-4764-AA93-771F846C4016}">
  <a:tblStyle styleId="{5E0984B5-6122-4764-AA93-771F846C401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{5E0984B5-6122-4764-AA93-771F846C4016}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