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5CAE35-B18D-45B1-9E6E-CEFA05929C59}">
  <a:tblStyle styleId="{B55CAE35-B18D-45B1-9E6E-CEFA05929C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{B55CAE35-B18D-45B1-9E6E-CEFA05929C59}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