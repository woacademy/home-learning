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352B4E-D349-4F5F-B760-A0EBBEF86D78}">
  <a:tblStyle styleId="{3F352B4E-D349-4F5F-B760-A0EBBEF86D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{3F352B4E-D349-4F5F-B760-A0EBBEF86D78}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