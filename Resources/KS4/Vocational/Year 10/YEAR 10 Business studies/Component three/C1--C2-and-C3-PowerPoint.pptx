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DF7752-1EFE-4AB0-9582-CB3B0152CD24}">
  <a:tblStyle styleId="{47DF7752-1EFE-4AB0-9582-CB3B0152CD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{47DF7752-1EFE-4AB0-9582-CB3B0152CD24}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