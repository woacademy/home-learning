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7C9C98-300A-4D5C-813E-531275FF3677}">
  <a:tblStyle styleId="{B57C9C98-300A-4D5C-813E-531275FF36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{B57C9C98-300A-4D5C-813E-531275FF3677}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