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0CDDAC-7F1E-4719-9E5B-94B305FB4BDF}">
  <a:tblStyle styleId="{2F0CDDAC-7F1E-4719-9E5B-94B305FB4B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{2F0CDDAC-7F1E-4719-9E5B-94B305FB4BDF}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