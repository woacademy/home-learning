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64364D8-67B9-43B9-B0F9-D5641357A309}">
  <a:tblStyle styleId="{764364D8-67B9-43B9-B0F9-D5641357A3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{764364D8-67B9-43B9-B0F9-D5641357A309}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