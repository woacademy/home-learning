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BE8261-91B8-486F-AACB-49F2246E890C}">
  <a:tblStyle styleId="{95BE8261-91B8-486F-AACB-49F2246E8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{95BE8261-91B8-486F-AACB-49F2246E890C}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