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AA90CA-5445-4C45-AA75-1EB0E9204940}">
  <a:tblStyle styleId="{10AA90CA-5445-4C45-AA75-1EB0E92049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{10AA90CA-5445-4C45-AA75-1EB0E9204940}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