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D06D0A-5156-4933-8AD9-646DDDC23FC5}">
  <a:tblStyle styleId="{9AD06D0A-5156-4933-8AD9-646DDDC23FC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{9AD06D0A-5156-4933-8AD9-646DDDC23FC5}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