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656EF6-1135-4827-8BCD-1B19D5FD11E2}">
  <a:tblStyle styleId="{40656EF6-1135-4827-8BCD-1B19D5FD11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{40656EF6-1135-4827-8BCD-1B19D5FD11E2}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