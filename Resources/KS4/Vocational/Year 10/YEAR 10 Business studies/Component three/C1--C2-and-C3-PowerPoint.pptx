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B56A1D-36A9-4E85-B595-C516F959D6D6}">
  <a:tblStyle styleId="{B0B56A1D-36A9-4E85-B595-C516F959D6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{B0B56A1D-36A9-4E85-B595-C516F959D6D6}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