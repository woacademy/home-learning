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721D7D-FEFF-4738-9D66-D93A4A49460B}">
  <a:tblStyle styleId="{BF721D7D-FEFF-4738-9D66-D93A4A4946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{BF721D7D-FEFF-4738-9D66-D93A4A49460B}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