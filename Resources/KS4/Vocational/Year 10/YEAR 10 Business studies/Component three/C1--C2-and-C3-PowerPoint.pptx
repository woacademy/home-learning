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943DA0-4392-46C2-9B1A-79F179CF56A7}">
  <a:tblStyle styleId="{8E943DA0-4392-46C2-9B1A-79F179CF56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{8E943DA0-4392-46C2-9B1A-79F179CF56A7}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