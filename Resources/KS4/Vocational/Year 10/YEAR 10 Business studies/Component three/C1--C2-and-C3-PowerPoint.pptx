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BC0A51F-2A72-4874-8C83-DBE1F9D5D719}">
  <a:tblStyle styleId="{3BC0A51F-2A72-4874-8C83-DBE1F9D5D71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{3BC0A51F-2A72-4874-8C83-DBE1F9D5D719}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