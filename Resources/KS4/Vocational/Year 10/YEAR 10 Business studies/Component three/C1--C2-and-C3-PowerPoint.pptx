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5D54B7-02FA-4C92-B835-9D51CC3C2024}">
  <a:tblStyle styleId="{995D54B7-02FA-4C92-B835-9D51CC3C20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{995D54B7-02FA-4C92-B835-9D51CC3C2024}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