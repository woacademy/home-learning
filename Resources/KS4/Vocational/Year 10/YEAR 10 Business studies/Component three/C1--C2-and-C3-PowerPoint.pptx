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E37331-E9BB-4275-B575-06325427707C}">
  <a:tblStyle styleId="{78E37331-E9BB-4275-B575-06325427707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{78E37331-E9BB-4275-B575-06325427707C}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