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F8613F3-64A5-4B9A-9FE6-FDBD103A2104}">
  <a:tblStyle styleId="{0F8613F3-64A5-4B9A-9FE6-FDBD103A21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{0F8613F3-64A5-4B9A-9FE6-FDBD103A2104}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