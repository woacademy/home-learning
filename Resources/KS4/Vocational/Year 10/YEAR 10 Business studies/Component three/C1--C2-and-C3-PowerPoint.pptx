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F7744F-56BB-492D-BBB7-54DB8FD6AB2C}">
  <a:tblStyle styleId="{D7F7744F-56BB-492D-BBB7-54DB8FD6AB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{D7F7744F-56BB-492D-BBB7-54DB8FD6AB2C}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