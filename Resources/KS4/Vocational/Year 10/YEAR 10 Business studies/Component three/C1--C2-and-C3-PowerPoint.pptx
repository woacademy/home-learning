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9E125-9387-4E17-8062-506AE8FDE951}">
  <a:tblStyle styleId="{A1F9E125-9387-4E17-8062-506AE8FDE9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{A1F9E125-9387-4E17-8062-506AE8FDE951}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