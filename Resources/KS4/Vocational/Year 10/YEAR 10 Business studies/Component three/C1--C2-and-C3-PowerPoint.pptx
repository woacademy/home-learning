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4D792-2747-4645-97F3-4802016FA517}">
  <a:tblStyle styleId="{B104D792-2747-4645-97F3-4802016FA5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{B104D792-2747-4645-97F3-4802016FA517}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