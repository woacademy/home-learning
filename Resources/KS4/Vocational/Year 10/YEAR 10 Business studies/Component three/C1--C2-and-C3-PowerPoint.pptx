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B03E30-C602-4A03-97F7-01AC393FB24B}">
  <a:tblStyle styleId="{07B03E30-C602-4A03-97F7-01AC393FB2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{07B03E30-C602-4A03-97F7-01AC393FB24B}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