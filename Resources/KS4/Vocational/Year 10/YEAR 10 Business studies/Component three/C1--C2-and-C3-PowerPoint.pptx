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5A36A-8B21-407C-B066-CD8145723E7E}">
  <a:tblStyle styleId="{1D15A36A-8B21-407C-B066-CD8145723E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{1D15A36A-8B21-407C-B066-CD8145723E7E}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