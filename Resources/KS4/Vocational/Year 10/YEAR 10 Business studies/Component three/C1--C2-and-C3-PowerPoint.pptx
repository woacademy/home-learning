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BA89BA-64A6-4F79-9DDB-7A14D53BCAFA}">
  <a:tblStyle styleId="{FBBA89BA-64A6-4F79-9DDB-7A14D53BCA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{FBBA89BA-64A6-4F79-9DDB-7A14D53BCAFA}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