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72D71C-8CC3-4968-9C3C-36928BA749B6}">
  <a:tblStyle styleId="{6472D71C-8CC3-4968-9C3C-36928BA749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{6472D71C-8CC3-4968-9C3C-36928BA749B6}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