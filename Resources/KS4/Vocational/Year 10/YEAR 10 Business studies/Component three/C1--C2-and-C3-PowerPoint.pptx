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F543F9-9B44-48DC-9374-C6F2840190DD}">
  <a:tblStyle styleId="{B9F543F9-9B44-48DC-9374-C6F2840190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{B9F543F9-9B44-48DC-9374-C6F2840190DD}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