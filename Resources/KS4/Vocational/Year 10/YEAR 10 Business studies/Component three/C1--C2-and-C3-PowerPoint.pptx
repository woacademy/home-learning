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61EE04-BE74-49EB-AE42-9759211FACC3}">
  <a:tblStyle styleId="{2761EE04-BE74-49EB-AE42-9759211FAC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{2761EE04-BE74-49EB-AE42-9759211FACC3}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