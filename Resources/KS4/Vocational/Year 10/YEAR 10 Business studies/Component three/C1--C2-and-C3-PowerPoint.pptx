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1374336-CB89-44DF-B687-1AA4A81BCF8F}">
  <a:tblStyle styleId="{D1374336-CB89-44DF-B687-1AA4A81BCF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{D1374336-CB89-44DF-B687-1AA4A81BCF8F}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