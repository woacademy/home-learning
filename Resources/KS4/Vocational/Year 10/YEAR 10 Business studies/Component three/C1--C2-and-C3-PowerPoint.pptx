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5DCA7A-26CB-4B23-BCD6-92F5A51E5D35}">
  <a:tblStyle styleId="{6E5DCA7A-26CB-4B23-BCD6-92F5A51E5D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{6E5DCA7A-26CB-4B23-BCD6-92F5A51E5D35}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