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9D4028-548A-4DE6-8E4C-B309108DBF9A}">
  <a:tblStyle styleId="{929D4028-548A-4DE6-8E4C-B309108DBF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{929D4028-548A-4DE6-8E4C-B309108DBF9A}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