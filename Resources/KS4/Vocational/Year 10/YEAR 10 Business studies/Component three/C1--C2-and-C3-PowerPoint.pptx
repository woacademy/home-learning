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E6C852-2527-42AD-A317-34126E4201F0}">
  <a:tblStyle styleId="{C9E6C852-2527-42AD-A317-34126E4201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{C9E6C852-2527-42AD-A317-34126E4201F0}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