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044B65-9609-43E8-A568-0CBED1019D1F}">
  <a:tblStyle styleId="{5E044B65-9609-43E8-A568-0CBED1019D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{5E044B65-9609-43E8-A568-0CBED1019D1F}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