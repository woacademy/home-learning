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1C6D54-1292-43AF-86E3-B27EE2C7FB2E}">
  <a:tblStyle styleId="{791C6D54-1292-43AF-86E3-B27EE2C7FB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{791C6D54-1292-43AF-86E3-B27EE2C7FB2E}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