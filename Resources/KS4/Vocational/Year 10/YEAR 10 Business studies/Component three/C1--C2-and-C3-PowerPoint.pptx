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9D8E3B-3947-4943-B46E-B43CF6994D1B}">
  <a:tblStyle styleId="{A89D8E3B-3947-4943-B46E-B43CF6994D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{A89D8E3B-3947-4943-B46E-B43CF6994D1B}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