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7C9A83-1EBB-421E-84D2-6B2568A880E6}">
  <a:tblStyle styleId="{7B7C9A83-1EBB-421E-84D2-6B2568A880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{7B7C9A83-1EBB-421E-84D2-6B2568A880E6}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