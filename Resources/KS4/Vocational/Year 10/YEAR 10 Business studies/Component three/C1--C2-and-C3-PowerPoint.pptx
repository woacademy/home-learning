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5DA985-F117-469B-9F49-952C5316A3C8}">
  <a:tblStyle styleId="{085DA985-F117-469B-9F49-952C5316A3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{085DA985-F117-469B-9F49-952C5316A3C8}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