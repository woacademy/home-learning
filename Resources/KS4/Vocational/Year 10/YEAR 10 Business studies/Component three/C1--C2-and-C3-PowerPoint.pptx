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3B0E99-6D89-4DE8-8097-C5D56400E096}">
  <a:tblStyle styleId="{953B0E99-6D89-4DE8-8097-C5D56400E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{953B0E99-6D89-4DE8-8097-C5D56400E096}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