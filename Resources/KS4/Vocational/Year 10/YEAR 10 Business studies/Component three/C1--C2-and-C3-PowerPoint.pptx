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FB998A-9247-4A46-A6B9-F912338FB2CA}">
  <a:tblStyle styleId="{52FB998A-9247-4A46-A6B9-F912338FB2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{52FB998A-9247-4A46-A6B9-F912338FB2CA}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