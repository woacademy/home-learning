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79863C-E64F-4D5E-9AD5-05DFF29AD6FA}">
  <a:tblStyle styleId="{6079863C-E64F-4D5E-9AD5-05DFF29AD6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{6079863C-E64F-4D5E-9AD5-05DFF29AD6FA}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