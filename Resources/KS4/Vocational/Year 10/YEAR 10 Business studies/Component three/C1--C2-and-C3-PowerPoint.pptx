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0FE03-93F7-4A52-81D9-4C3C8A1A4835}">
  <a:tblStyle styleId="{EC60FE03-93F7-4A52-81D9-4C3C8A1A48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{EC60FE03-93F7-4A52-81D9-4C3C8A1A4835}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