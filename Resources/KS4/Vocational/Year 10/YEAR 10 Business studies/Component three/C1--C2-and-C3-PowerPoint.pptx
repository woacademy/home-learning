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5238B-BA14-4857-95AC-2500EE2D2BE7}">
  <a:tblStyle styleId="{B705238B-BA14-4857-95AC-2500EE2D2B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{B705238B-BA14-4857-95AC-2500EE2D2BE7}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