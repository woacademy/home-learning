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61C670-7C21-4ACD-B01B-1FC3D056A65C}">
  <a:tblStyle styleId="{FF61C670-7C21-4ACD-B01B-1FC3D056A6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{FF61C670-7C21-4ACD-B01B-1FC3D056A65C}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