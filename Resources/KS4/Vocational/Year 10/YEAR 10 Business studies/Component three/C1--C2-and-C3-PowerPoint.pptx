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34BFC-12EE-47BB-BA4B-93E16E134D52}">
  <a:tblStyle styleId="{FA634BFC-12EE-47BB-BA4B-93E16E134D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{FA634BFC-12EE-47BB-BA4B-93E16E134D52}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