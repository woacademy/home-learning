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E3FF52-66DD-4ECC-8A41-883AA2F57947}">
  <a:tblStyle styleId="{FCE3FF52-66DD-4ECC-8A41-883AA2F579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{FCE3FF52-66DD-4ECC-8A41-883AA2F57947}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