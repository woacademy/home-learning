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3BF44DD-3B38-467E-8EC7-981744BDD591}">
  <a:tblStyle styleId="{D3BF44DD-3B38-467E-8EC7-981744BDD59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{D3BF44DD-3B38-467E-8EC7-981744BDD591}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