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15DAA2-15A8-4F8C-A13A-7C95E3AC426F}">
  <a:tblStyle styleId="{0115DAA2-15A8-4F8C-A13A-7C95E3AC42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{0115DAA2-15A8-4F8C-A13A-7C95E3AC426F}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