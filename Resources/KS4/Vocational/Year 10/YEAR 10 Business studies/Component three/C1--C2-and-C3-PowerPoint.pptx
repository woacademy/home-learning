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58738-17E7-4525-9628-A75F96975555}">
  <a:tblStyle styleId="{DBD58738-17E7-4525-9628-A75F969755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{DBD58738-17E7-4525-9628-A75F96975555}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