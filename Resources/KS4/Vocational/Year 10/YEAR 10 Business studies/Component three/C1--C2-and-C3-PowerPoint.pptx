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DF8D8C-13D0-47CD-8C42-2D7AE3D3EE24}">
  <a:tblStyle styleId="{A7DF8D8C-13D0-47CD-8C42-2D7AE3D3EE2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{A7DF8D8C-13D0-47CD-8C42-2D7AE3D3EE24}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