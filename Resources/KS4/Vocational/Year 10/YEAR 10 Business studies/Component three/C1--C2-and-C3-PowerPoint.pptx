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0D8A9DE8-9E90-446E-B76F-BA27711F10E3}">
  <a:tblStyle styleId="{0D8A9DE8-9E90-446E-B76F-BA27711F10E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8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6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9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1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5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12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{0D8A9DE8-9E90-446E-B76F-BA27711F10E3}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