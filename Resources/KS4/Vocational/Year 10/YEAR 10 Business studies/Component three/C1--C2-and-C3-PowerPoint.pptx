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DDECEF-3DCC-43DE-B8E7-3D076F95CB84}">
  <a:tblStyle styleId="{ABDDECEF-3DCC-43DE-B8E7-3D076F95CB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{ABDDECEF-3DCC-43DE-B8E7-3D076F95CB84}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