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EAADB-62C0-4FAB-A239-4A552B0A1344}">
  <a:tblStyle styleId="{EEFEAADB-62C0-4FAB-A239-4A552B0A13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{EEFEAADB-62C0-4FAB-A239-4A552B0A1344}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