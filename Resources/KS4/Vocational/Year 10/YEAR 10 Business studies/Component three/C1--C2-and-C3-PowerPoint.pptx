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91B089-2291-4907-A37E-475D014BCB0A}">
  <a:tblStyle styleId="{3491B089-2291-4907-A37E-475D014BCB0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{3491B089-2291-4907-A37E-475D014BCB0A}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