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A4F8D61-A0B7-4A6F-AFC5-9991143F9322}">
  <a:tblStyle styleId="{9A4F8D61-A0B7-4A6F-AFC5-9991143F932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{9A4F8D61-A0B7-4A6F-AFC5-9991143F9322}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