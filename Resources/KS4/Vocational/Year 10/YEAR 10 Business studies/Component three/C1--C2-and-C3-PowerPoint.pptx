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05D93-EB8B-40ED-89D9-561D86233328}">
  <a:tblStyle styleId="{DC805D93-EB8B-40ED-89D9-561D862333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{DC805D93-EB8B-40ED-89D9-561D86233328}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