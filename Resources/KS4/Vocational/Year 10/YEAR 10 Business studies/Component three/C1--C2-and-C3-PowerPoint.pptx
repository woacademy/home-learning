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BBDD4E-69D5-467B-ACF1-68FDAD4773C2}">
  <a:tblStyle styleId="{84BBDD4E-69D5-467B-ACF1-68FDAD4773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{84BBDD4E-69D5-467B-ACF1-68FDAD4773C2}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