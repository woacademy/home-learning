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E6357D-A0F3-46DC-A44C-2A30BCAFD2EA}">
  <a:tblStyle styleId="{4DE6357D-A0F3-46DC-A44C-2A30BCAFD2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{4DE6357D-A0F3-46DC-A44C-2A30BCAFD2EA}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