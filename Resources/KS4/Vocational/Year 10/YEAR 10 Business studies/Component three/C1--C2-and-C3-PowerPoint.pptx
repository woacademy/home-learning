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25B9FB-812A-4A78-BA16-1DACBD89A46D}">
  <a:tblStyle styleId="{6F25B9FB-812A-4A78-BA16-1DACBD89A4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{6F25B9FB-812A-4A78-BA16-1DACBD89A46D}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