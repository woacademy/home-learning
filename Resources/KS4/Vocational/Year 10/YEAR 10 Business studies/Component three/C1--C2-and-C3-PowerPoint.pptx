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129174-8A75-4473-80E4-BA8CEFB12869}">
  <a:tblStyle styleId="{6B129174-8A75-4473-80E4-BA8CEFB12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{6B129174-8A75-4473-80E4-BA8CEFB12869}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