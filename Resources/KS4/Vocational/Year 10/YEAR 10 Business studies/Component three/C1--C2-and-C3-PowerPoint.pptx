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C8DA8A-BDAE-4553-B494-379E62324FCB}">
  <a:tblStyle styleId="{90C8DA8A-BDAE-4553-B494-379E62324F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{90C8DA8A-BDAE-4553-B494-379E62324FCB}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