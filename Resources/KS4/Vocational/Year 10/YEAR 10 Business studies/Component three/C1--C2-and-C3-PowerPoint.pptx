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FFE682-24BF-40F4-BA2D-7F8C606FF975}">
  <a:tblStyle styleId="{ECFFE682-24BF-40F4-BA2D-7F8C606FF9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{ECFFE682-24BF-40F4-BA2D-7F8C606FF975}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