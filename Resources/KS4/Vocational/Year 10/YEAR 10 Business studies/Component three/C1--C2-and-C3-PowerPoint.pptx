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E0CDD9-4F03-4C4E-B6D2-8306EAF61DB7}">
  <a:tblStyle styleId="{7BE0CDD9-4F03-4C4E-B6D2-8306EAF61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{7BE0CDD9-4F03-4C4E-B6D2-8306EAF61DB7}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