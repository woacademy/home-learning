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D43230-B053-4700-9875-AE25D3E51B53}">
  <a:tblStyle styleId="{28D43230-B053-4700-9875-AE25D3E51B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{28D43230-B053-4700-9875-AE25D3E51B53}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