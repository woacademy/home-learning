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144E5E-BFC8-474F-995E-AB35617B9285}">
  <a:tblStyle styleId="{22144E5E-BFC8-474F-995E-AB35617B92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{22144E5E-BFC8-474F-995E-AB35617B9285}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