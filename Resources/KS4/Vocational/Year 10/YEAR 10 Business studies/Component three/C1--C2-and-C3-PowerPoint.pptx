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725F88-EE6A-4A04-8BD0-16179A558698}">
  <a:tblStyle styleId="{56725F88-EE6A-4A04-8BD0-16179A5586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{56725F88-EE6A-4A04-8BD0-16179A558698}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