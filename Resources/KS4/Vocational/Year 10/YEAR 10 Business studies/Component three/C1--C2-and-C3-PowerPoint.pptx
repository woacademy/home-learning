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FECD02-F41F-4D8C-A348-294066118089}">
  <a:tblStyle styleId="{43FECD02-F41F-4D8C-A348-2940661180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{43FECD02-F41F-4D8C-A348-294066118089}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