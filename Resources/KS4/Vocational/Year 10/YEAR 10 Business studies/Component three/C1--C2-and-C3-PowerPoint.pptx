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1366FF-00F6-4186-ADA6-DC82AF5B549A}">
  <a:tblStyle styleId="{F51366FF-00F6-4186-ADA6-DC82AF5B54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{F51366FF-00F6-4186-ADA6-DC82AF5B549A}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