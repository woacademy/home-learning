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A2C814-E4B7-4C65-B9EC-5745DE135792}">
  <a:tblStyle styleId="{EEA2C814-E4B7-4C65-B9EC-5745DE1357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{EEA2C814-E4B7-4C65-B9EC-5745DE135792}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