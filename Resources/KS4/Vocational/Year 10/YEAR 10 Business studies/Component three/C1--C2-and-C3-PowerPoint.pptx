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A10E8A-1E34-4B6B-9E69-6401EA11A508}">
  <a:tblStyle styleId="{01A10E8A-1E34-4B6B-9E69-6401EA11A5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{01A10E8A-1E34-4B6B-9E69-6401EA11A508}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