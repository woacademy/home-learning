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64109-23EC-4090-B230-E3A18C4F3F52}">
  <a:tblStyle styleId="{D8C64109-23EC-4090-B230-E3A18C4F3F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{D8C64109-23EC-4090-B230-E3A18C4F3F52}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