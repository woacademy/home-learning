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85409-4644-44EB-8CA0-9DC606089699}">
  <a:tblStyle styleId="{D0C85409-4644-44EB-8CA0-9DC6060896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{D0C85409-4644-44EB-8CA0-9DC606089699}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