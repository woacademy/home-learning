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71E260-6BA7-4B3F-97E5-45110876A4D6}">
  <a:tblStyle styleId="{3671E260-6BA7-4B3F-97E5-45110876A4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{3671E260-6BA7-4B3F-97E5-45110876A4D6}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