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B9008D-B324-4BA7-9004-41B609D3D1BA}">
  <a:tblStyle styleId="{65B9008D-B324-4BA7-9004-41B609D3D1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{65B9008D-B324-4BA7-9004-41B609D3D1BA}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