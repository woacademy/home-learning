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05463E-2376-4734-91B5-2806AA0A2605}">
  <a:tblStyle styleId="{AF05463E-2376-4734-91B5-2806AA0A26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{AF05463E-2376-4734-91B5-2806AA0A2605}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