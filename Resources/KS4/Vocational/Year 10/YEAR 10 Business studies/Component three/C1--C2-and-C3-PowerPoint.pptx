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B09E42-F162-46A3-9B3E-74786452C682}">
  <a:tblStyle styleId="{9BB09E42-F162-46A3-9B3E-74786452C6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{9BB09E42-F162-46A3-9B3E-74786452C682}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