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60051B-2B61-4F00-8031-E5014362A8DD}">
  <a:tblStyle styleId="{6060051B-2B61-4F00-8031-E5014362A8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{6060051B-2B61-4F00-8031-E5014362A8DD}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