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DA87F3-217B-457D-ABBE-7E5262B6CADF}">
  <a:tblStyle styleId="{4CDA87F3-217B-457D-ABBE-7E5262B6CA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{4CDA87F3-217B-457D-ABBE-7E5262B6CADF}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