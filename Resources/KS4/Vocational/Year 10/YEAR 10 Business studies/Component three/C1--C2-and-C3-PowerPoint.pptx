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5EFDAD-E902-4FAC-A1FA-6D0372A4E3DA}">
  <a:tblStyle styleId="{275EFDAD-E902-4FAC-A1FA-6D0372A4E3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{275EFDAD-E902-4FAC-A1FA-6D0372A4E3DA}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