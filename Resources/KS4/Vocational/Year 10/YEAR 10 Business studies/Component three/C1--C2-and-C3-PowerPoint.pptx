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DFF5A1-9FC6-4A92-85A5-0DDD076726D6}">
  <a:tblStyle styleId="{12DFF5A1-9FC6-4A92-85A5-0DDD076726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{12DFF5A1-9FC6-4A92-85A5-0DDD076726D6}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