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B5B88A-B498-445F-B256-499937249836}">
  <a:tblStyle styleId="{12B5B88A-B498-445F-B256-4999372498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{12B5B88A-B498-445F-B256-499937249836}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