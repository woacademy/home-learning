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A65F2C2-3BED-4989-8597-3FCF0C2C4482}">
  <a:tblStyle styleId="{BA65F2C2-3BED-4989-8597-3FCF0C2C448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png"/><Relationship Id="rId4" Type="http://schemas.openxmlformats.org/officeDocument/2006/relationships/image" Target="../media/image1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0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{BA65F2C2-3BED-4989-8597-3FCF0C2C4482}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