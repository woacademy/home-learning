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B44CD-65C6-4EE3-9437-D6C494085A77}">
  <a:tblStyle styleId="{562B44CD-65C6-4EE3-9437-D6C494085A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{562B44CD-65C6-4EE3-9437-D6C494085A77}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