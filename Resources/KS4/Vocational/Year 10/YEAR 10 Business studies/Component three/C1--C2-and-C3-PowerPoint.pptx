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1877012-033E-459F-98BF-2AD2F094BFE9}">
  <a:tblStyle styleId="{A1877012-033E-459F-98BF-2AD2F094BFE9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2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{A1877012-033E-459F-98BF-2AD2F094BFE9}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