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FDF8E0-E43A-4E6E-BCCF-6EFDF0D8E35F}">
  <a:tblStyle styleId="{78FDF8E0-E43A-4E6E-BCCF-6EFDF0D8E3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{78FDF8E0-E43A-4E6E-BCCF-6EFDF0D8E35F}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