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DC5413-3964-47D2-AD4E-2546A59799C5}">
  <a:tblStyle styleId="{55DC5413-3964-47D2-AD4E-2546A59799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{55DC5413-3964-47D2-AD4E-2546A59799C5}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