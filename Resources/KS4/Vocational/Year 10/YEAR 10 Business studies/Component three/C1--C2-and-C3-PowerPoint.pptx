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7276E-2064-4A9E-8EC7-766D3C559232}">
  <a:tblStyle styleId="{1B47276E-2064-4A9E-8EC7-766D3C559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{1B47276E-2064-4A9E-8EC7-766D3C559232}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