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A402DB-BBAB-4F32-9B40-601EC5FB485F}">
  <a:tblStyle styleId="{4FA402DB-BBAB-4F32-9B40-601EC5FB48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{4FA402DB-BBAB-4F32-9B40-601EC5FB485F}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