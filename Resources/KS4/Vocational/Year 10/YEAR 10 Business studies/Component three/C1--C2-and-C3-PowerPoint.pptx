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CD65D7-87F4-42FC-BEAC-E322D7C6017C}">
  <a:tblStyle styleId="{31CD65D7-87F4-42FC-BEAC-E322D7C601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{31CD65D7-87F4-42FC-BEAC-E322D7C6017C}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