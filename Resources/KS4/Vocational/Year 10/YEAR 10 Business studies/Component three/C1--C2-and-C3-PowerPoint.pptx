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4992E7-1F31-436C-A9C3-81F6419E67BF}">
  <a:tblStyle styleId="{894992E7-1F31-436C-A9C3-81F6419E67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{894992E7-1F31-436C-A9C3-81F6419E67BF}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