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5A92E67-9BAA-4EA3-95C1-8325933EA5C1}">
  <a:tblStyle styleId="{85A92E67-9BAA-4EA3-95C1-8325933EA5C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6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9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{85A92E67-9BAA-4EA3-95C1-8325933EA5C1}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