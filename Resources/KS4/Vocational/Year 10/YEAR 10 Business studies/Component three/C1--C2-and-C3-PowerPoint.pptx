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8709E9-6B98-4CFC-B3F8-B5BC1E723FDE}">
  <a:tblStyle styleId="{918709E9-6B98-4CFC-B3F8-B5BC1E723F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{918709E9-6B98-4CFC-B3F8-B5BC1E723FDE}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