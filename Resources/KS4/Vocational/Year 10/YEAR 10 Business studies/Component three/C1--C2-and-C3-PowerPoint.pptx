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45AE4C-7C6D-4BF5-81C0-63595AEA7BA5}">
  <a:tblStyle styleId="{D645AE4C-7C6D-4BF5-81C0-63595AEA7B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{D645AE4C-7C6D-4BF5-81C0-63595AEA7BA5}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