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6E2EB-4535-455A-B774-C1342528BD5B}">
  <a:tblStyle styleId="{5296E2EB-4535-455A-B774-C1342528BD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{5296E2EB-4535-455A-B774-C1342528BD5B}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