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8EBF68-4861-4128-B790-396D1206F888}">
  <a:tblStyle styleId="{9D8EBF68-4861-4128-B790-396D1206F8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{9D8EBF68-4861-4128-B790-396D1206F888}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