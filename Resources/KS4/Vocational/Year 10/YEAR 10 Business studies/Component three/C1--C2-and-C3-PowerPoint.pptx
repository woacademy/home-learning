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E4170D-DE63-413B-A4A6-205CD0E5B14C}">
  <a:tblStyle styleId="{CFE4170D-DE63-413B-A4A6-205CD0E5B1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{CFE4170D-DE63-413B-A4A6-205CD0E5B14C}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