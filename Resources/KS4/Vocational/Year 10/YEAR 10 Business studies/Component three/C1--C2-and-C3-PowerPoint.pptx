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C9F6B-D75F-483C-869E-74B4EF832EDD}">
  <a:tblStyle styleId="{EF9C9F6B-D75F-483C-869E-74B4EF832E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{EF9C9F6B-D75F-483C-869E-74B4EF832EDD}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