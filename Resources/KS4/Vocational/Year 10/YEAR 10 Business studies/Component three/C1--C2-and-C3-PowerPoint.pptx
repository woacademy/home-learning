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559B39-2F8F-4A54-8582-DE8446A82D85}">
  <a:tblStyle styleId="{FF559B39-2F8F-4A54-8582-DE8446A82D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{FF559B39-2F8F-4A54-8582-DE8446A82D85}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