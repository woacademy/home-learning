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6A4E25-49CE-4DB6-9B12-543ECA57B095}">
  <a:tblStyle styleId="{8B6A4E25-49CE-4DB6-9B12-543ECA57B0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{8B6A4E25-49CE-4DB6-9B12-543ECA57B095}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