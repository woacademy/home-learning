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89AE8D-F123-41B8-8F87-8485A1827FBC}">
  <a:tblStyle styleId="{0E89AE8D-F123-41B8-8F87-8485A1827F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{0E89AE8D-F123-41B8-8F87-8485A1827FBC}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