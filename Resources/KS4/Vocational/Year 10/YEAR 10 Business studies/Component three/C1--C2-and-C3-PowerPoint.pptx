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80BC8F-850A-46F9-B884-2C3A9A7B44FB}">
  <a:tblStyle styleId="{4280BC8F-850A-46F9-B884-2C3A9A7B44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{4280BC8F-850A-46F9-B884-2C3A9A7B44FB}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