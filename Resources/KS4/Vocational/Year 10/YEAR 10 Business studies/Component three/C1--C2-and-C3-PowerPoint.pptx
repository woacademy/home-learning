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F73F35-78F4-48D5-93BB-CFB572AA5B12}">
  <a:tblStyle styleId="{9AF73F35-78F4-48D5-93BB-CFB572AA5B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{9AF73F35-78F4-48D5-93BB-CFB572AA5B12}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