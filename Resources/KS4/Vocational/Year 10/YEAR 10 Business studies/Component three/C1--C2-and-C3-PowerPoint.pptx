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A5C967-A8FB-4347-BAFA-5395DC703CA7}">
  <a:tblStyle styleId="{D9A5C967-A8FB-4347-BAFA-5395DC703C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{D9A5C967-A8FB-4347-BAFA-5395DC703CA7}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