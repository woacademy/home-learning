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DFB9B8-DD1E-42D2-89A0-212AB8601F35}">
  <a:tblStyle styleId="{53DFB9B8-DD1E-42D2-89A0-212AB8601F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{53DFB9B8-DD1E-42D2-89A0-212AB8601F35}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