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624A69-940E-462A-A270-18E4697D8684}">
  <a:tblStyle styleId="{CA624A69-940E-462A-A270-18E4697D86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{CA624A69-940E-462A-A270-18E4697D8684}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