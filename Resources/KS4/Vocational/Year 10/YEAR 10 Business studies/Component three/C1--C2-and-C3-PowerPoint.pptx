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30A47F-EA13-4E65-BBA9-B8CF76977D12}">
  <a:tblStyle styleId="{0930A47F-EA13-4E65-BBA9-B8CF76977D1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{0930A47F-EA13-4E65-BBA9-B8CF76977D12}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