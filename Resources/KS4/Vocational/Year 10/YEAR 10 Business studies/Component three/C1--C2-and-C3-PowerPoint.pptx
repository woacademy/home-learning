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43D0CF-6D69-490B-8520-3573C4DDC5B3}">
  <a:tblStyle styleId="{A143D0CF-6D69-490B-8520-3573C4DDC5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{A143D0CF-6D69-490B-8520-3573C4DDC5B3}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