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D0D1B71-85A5-49B7-89E3-4EA7ED12087D}">
  <a:tblStyle styleId="{CD0D1B71-85A5-49B7-89E3-4EA7ED12087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{CD0D1B71-85A5-49B7-89E3-4EA7ED12087D}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