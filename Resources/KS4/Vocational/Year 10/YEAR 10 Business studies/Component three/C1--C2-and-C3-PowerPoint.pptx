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F37F91-54E6-44D3-927B-C912E17C1B8A}">
  <a:tblStyle styleId="{05F37F91-54E6-44D3-927B-C912E17C1B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{05F37F91-54E6-44D3-927B-C912E17C1B8A}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