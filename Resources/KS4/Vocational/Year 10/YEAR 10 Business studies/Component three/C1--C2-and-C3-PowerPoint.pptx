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6E637F-BF2B-43BB-8017-53ED37791925}">
  <a:tblStyle styleId="{9A6E637F-BF2B-43BB-8017-53ED377919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{9A6E637F-BF2B-43BB-8017-53ED37791925}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