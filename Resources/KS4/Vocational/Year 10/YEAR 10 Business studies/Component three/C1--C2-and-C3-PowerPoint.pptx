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DE702-904B-4193-B7ED-6B63833AF73A}">
  <a:tblStyle styleId="{4D6DE702-904B-4193-B7ED-6B63833AF7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{4D6DE702-904B-4193-B7ED-6B63833AF73A}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