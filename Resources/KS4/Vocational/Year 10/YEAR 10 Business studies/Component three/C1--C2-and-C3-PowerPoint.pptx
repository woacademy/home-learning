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9469AC-9EF1-4CEE-8291-168D57F923BB}">
  <a:tblStyle styleId="{B29469AC-9EF1-4CEE-8291-168D57F923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{B29469AC-9EF1-4CEE-8291-168D57F923BB}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