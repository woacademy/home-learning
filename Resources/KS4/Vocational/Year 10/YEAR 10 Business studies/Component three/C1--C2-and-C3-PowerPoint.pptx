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BFB03A8-6A5F-4447-A8B7-F7CC54FF86ED}">
  <a:tblStyle styleId="{CBFB03A8-6A5F-4447-A8B7-F7CC54FF86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{CBFB03A8-6A5F-4447-A8B7-F7CC54FF86ED}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