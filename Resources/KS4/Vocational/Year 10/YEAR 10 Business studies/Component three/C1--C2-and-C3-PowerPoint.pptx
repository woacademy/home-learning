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FE0883-E922-4677-A5D8-ADA76E6F3869}">
  <a:tblStyle styleId="{D9FE0883-E922-4677-A5D8-ADA76E6F38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{D9FE0883-E922-4677-A5D8-ADA76E6F3869}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