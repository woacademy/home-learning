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EE5F0-4D9D-4E9C-A9D3-E01A3385D6B2}">
  <a:tblStyle styleId="{31DEE5F0-4D9D-4E9C-A9D3-E01A3385D6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{31DEE5F0-4D9D-4E9C-A9D3-E01A3385D6B2}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