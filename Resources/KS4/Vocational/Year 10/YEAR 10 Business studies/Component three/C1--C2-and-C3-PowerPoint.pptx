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12F255-7F0F-4E58-90F8-2958EEE6DAC5}">
  <a:tblStyle styleId="{9312F255-7F0F-4E58-90F8-2958EEE6DA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{9312F255-7F0F-4E58-90F8-2958EEE6DAC5}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