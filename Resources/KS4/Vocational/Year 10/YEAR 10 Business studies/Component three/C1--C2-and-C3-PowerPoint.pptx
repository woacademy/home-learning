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AEE55C-3B8D-45C7-A7D3-A0D1441729B7}">
  <a:tblStyle styleId="{45AEE55C-3B8D-45C7-A7D3-A0D1441729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{45AEE55C-3B8D-45C7-A7D3-A0D1441729B7}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