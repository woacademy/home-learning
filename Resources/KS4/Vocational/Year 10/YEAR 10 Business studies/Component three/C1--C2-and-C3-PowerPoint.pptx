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F19AC-EAB8-487F-8112-28CAB6522B17}">
  <a:tblStyle styleId="{4AFF19AC-EAB8-487F-8112-28CAB6522B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{4AFF19AC-EAB8-487F-8112-28CAB6522B17}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