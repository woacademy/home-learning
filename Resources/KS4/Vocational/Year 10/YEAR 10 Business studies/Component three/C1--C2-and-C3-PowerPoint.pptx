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18E5EB-AD62-4A32-9871-EB1E84022CBD}">
  <a:tblStyle styleId="{7818E5EB-AD62-4A32-9871-EB1E84022C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{7818E5EB-AD62-4A32-9871-EB1E84022CBD}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