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49282D-061E-468A-9D2C-2D78A266E300}">
  <a:tblStyle styleId="{C749282D-061E-468A-9D2C-2D78A266E3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{C749282D-061E-468A-9D2C-2D78A266E300}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