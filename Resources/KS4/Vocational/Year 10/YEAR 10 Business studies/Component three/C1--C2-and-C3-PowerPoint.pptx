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4DAFCB-9557-4E55-A417-FB4B36CB904A}">
  <a:tblStyle styleId="{FB4DAFCB-9557-4E55-A417-FB4B36CB90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{FB4DAFCB-9557-4E55-A417-FB4B36CB904A}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