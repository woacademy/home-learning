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FB9A14-7ACD-42D9-A074-B4DA15B5959C}">
  <a:tblStyle styleId="{43FB9A14-7ACD-42D9-A074-B4DA15B595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{43FB9A14-7ACD-42D9-A074-B4DA15B5959C}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