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06162D-AE10-4582-92AD-004D486B9A93}">
  <a:tblStyle styleId="{D806162D-AE10-4582-92AD-004D486B9A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{D806162D-AE10-4582-92AD-004D486B9A93}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