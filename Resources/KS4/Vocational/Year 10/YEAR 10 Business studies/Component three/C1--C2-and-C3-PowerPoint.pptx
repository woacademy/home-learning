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55112-471F-4987-90EA-2208F6712102}">
  <a:tblStyle styleId="{64055112-471F-4987-90EA-2208F67121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{64055112-471F-4987-90EA-2208F6712102}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