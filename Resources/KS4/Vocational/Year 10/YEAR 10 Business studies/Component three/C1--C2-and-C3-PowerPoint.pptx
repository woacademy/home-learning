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7780E-C514-4A0D-965B-4E538E61023B}">
  <a:tblStyle styleId="{2F57780E-C514-4A0D-965B-4E538E6102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{2F57780E-C514-4A0D-965B-4E538E61023B}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