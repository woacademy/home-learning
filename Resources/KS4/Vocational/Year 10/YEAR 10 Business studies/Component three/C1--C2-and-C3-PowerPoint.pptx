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0E0D2B-B06D-440A-B023-5679B5933736}">
  <a:tblStyle styleId="{DE0E0D2B-B06D-440A-B023-5679B59337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{DE0E0D2B-B06D-440A-B023-5679B5933736}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