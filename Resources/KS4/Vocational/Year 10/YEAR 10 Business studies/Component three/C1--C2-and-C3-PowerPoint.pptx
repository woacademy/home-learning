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10F615E-BC91-4130-A38B-77058467BE7E}">
  <a:tblStyle styleId="{F10F615E-BC91-4130-A38B-77058467BE7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2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{F10F615E-BC91-4130-A38B-77058467BE7E}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