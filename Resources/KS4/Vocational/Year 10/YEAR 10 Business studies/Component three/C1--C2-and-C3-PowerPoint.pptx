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37BF25-071F-46E1-A8ED-770F0A3113CF}">
  <a:tblStyle styleId="{8B37BF25-071F-46E1-A8ED-770F0A3113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{8B37BF25-071F-46E1-A8ED-770F0A3113CF}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