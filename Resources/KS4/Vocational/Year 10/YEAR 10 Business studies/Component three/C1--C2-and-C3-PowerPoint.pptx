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889A28-1E4B-4E43-986F-9CB711E224E3}">
  <a:tblStyle styleId="{48889A28-1E4B-4E43-986F-9CB711E224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{48889A28-1E4B-4E43-986F-9CB711E224E3}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