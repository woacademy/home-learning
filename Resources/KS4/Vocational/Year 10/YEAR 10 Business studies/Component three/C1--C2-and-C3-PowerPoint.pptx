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264AF7-5B8E-4E8E-8306-8145DA90A97F}">
  <a:tblStyle styleId="{4A264AF7-5B8E-4E8E-8306-8145DA90A9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{4A264AF7-5B8E-4E8E-8306-8145DA90A97F}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