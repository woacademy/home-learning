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AF5F39-AAD6-4801-954C-496277901B6E}">
  <a:tblStyle styleId="{39AF5F39-AAD6-4801-954C-496277901B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{39AF5F39-AAD6-4801-954C-496277901B6E}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