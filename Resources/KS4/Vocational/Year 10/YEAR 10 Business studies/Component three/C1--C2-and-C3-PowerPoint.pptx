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78025F-48D3-45D9-9F58-F968DBDC92EB}">
  <a:tblStyle styleId="{6A78025F-48D3-45D9-9F58-F968DBDC92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{6A78025F-48D3-45D9-9F58-F968DBDC92EB}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