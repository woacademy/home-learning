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F0E799-C767-4EA3-B716-5B9E28E2B65F}">
  <a:tblStyle styleId="{CAF0E799-C767-4EA3-B716-5B9E28E2B6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{CAF0E799-C767-4EA3-B716-5B9E28E2B65F}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