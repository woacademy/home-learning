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45744D6-D448-4E12-98AC-70331AFC6070}">
  <a:tblStyle styleId="{F45744D6-D448-4E12-98AC-70331AFC60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{F45744D6-D448-4E12-98AC-70331AFC6070}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