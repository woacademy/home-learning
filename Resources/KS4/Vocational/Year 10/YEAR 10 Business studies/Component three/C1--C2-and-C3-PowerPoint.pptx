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06C8EE1-4F4D-4FF5-B783-EB6CCD008BCB}">
  <a:tblStyle styleId="{506C8EE1-4F4D-4FF5-B783-EB6CCD008B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{506C8EE1-4F4D-4FF5-B783-EB6CCD008BCB}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