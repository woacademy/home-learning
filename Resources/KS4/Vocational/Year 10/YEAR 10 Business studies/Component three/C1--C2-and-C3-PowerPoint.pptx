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0AA4D70-CA12-4E45-954A-7A5FE3864EAE}">
  <a:tblStyle styleId="{B0AA4D70-CA12-4E45-954A-7A5FE3864E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{B0AA4D70-CA12-4E45-954A-7A5FE3864EAE}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