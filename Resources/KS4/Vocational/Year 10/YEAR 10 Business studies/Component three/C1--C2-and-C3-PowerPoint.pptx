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AF0DEA8-1B87-49B4-AE9B-556DC556A03B}">
  <a:tblStyle styleId="{AAF0DEA8-1B87-49B4-AE9B-556DC556A0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{AAF0DEA8-1B87-49B4-AE9B-556DC556A03B}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