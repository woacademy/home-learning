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3B1DF4-1BF7-4570-9F3F-D3CEC60A4145}">
  <a:tblStyle styleId="{FD3B1DF4-1BF7-4570-9F3F-D3CEC60A41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{FD3B1DF4-1BF7-4570-9F3F-D3CEC60A4145}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