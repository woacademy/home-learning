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9C8474-326B-40B2-A79B-C0F84CE7D3E9}">
  <a:tblStyle styleId="{EC9C8474-326B-40B2-A79B-C0F84CE7D3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{EC9C8474-326B-40B2-A79B-C0F84CE7D3E9}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