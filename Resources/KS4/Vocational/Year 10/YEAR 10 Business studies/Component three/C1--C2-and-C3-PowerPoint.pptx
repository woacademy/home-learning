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F80E24-B242-4940-8659-AB0057A3FF64}">
  <a:tblStyle styleId="{91F80E24-B242-4940-8659-AB0057A3FF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{91F80E24-B242-4940-8659-AB0057A3FF64}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