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6A30EF-2E35-497D-9C98-97DF33D12D03}">
  <a:tblStyle styleId="{2B6A30EF-2E35-497D-9C98-97DF33D12D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{2B6A30EF-2E35-497D-9C98-97DF33D12D03}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