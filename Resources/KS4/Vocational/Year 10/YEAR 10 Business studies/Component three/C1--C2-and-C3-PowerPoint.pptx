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7E7A5-A166-4D0F-9126-150B4F9C0B73}">
  <a:tblStyle styleId="{0287E7A5-A166-4D0F-9126-150B4F9C0B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{0287E7A5-A166-4D0F-9126-150B4F9C0B73}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