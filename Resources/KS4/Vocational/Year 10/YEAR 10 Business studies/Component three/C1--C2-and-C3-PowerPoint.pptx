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D1AB903-A500-4F27-8878-527C32A0EA27}">
  <a:tblStyle styleId="{8D1AB903-A500-4F27-8878-527C32A0EA27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0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9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.png"/><Relationship Id="rId4" Type="http://schemas.openxmlformats.org/officeDocument/2006/relationships/image" Target="../media/image11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{8D1AB903-A500-4F27-8878-527C32A0EA27}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