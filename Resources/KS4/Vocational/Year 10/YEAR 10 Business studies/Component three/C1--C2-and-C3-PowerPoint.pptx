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08D572-9371-4589-8D95-C6B601C04F1B}">
  <a:tblStyle styleId="{3B08D572-9371-4589-8D95-C6B601C04F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{3B08D572-9371-4589-8D95-C6B601C04F1B}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