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DA12AA-0F4A-476D-8091-11A8DD79C5DC}">
  <a:tblStyle styleId="{14DA12AA-0F4A-476D-8091-11A8DD79C5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{14DA12AA-0F4A-476D-8091-11A8DD79C5DC}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