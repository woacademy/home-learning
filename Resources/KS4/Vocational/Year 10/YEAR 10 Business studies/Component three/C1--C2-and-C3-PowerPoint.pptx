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E3B807-E999-4915-A3D5-88544D0C6E48}">
  <a:tblStyle styleId="{AAE3B807-E999-4915-A3D5-88544D0C6E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{AAE3B807-E999-4915-A3D5-88544D0C6E48}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