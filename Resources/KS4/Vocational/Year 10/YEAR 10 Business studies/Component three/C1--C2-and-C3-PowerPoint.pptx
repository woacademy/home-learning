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7058F2-9211-4FB1-9392-BD09370397FE}">
  <a:tblStyle styleId="{057058F2-9211-4FB1-9392-BD09370397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{057058F2-9211-4FB1-9392-BD09370397FE}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