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CA9BD57-2CD9-4767-8A5C-A4D58095DBE8}">
  <a:tblStyle styleId="{6CA9BD57-2CD9-4767-8A5C-A4D58095DBE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{6CA9BD57-2CD9-4767-8A5C-A4D58095DBE8}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