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5EE1F0-5328-44F1-AF8E-BA8654298D06}">
  <a:tblStyle styleId="{5F5EE1F0-5328-44F1-AF8E-BA8654298D0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{5F5EE1F0-5328-44F1-AF8E-BA8654298D06}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