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A8E318-43E3-4D08-A8CB-3274BF60C782}">
  <a:tblStyle styleId="{11A8E318-43E3-4D08-A8CB-3274BF60C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{11A8E318-43E3-4D08-A8CB-3274BF60C782}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