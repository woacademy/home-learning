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E79C4F-6E93-4170-8624-EC24689A74E3}">
  <a:tblStyle styleId="{B2E79C4F-6E93-4170-8624-EC24689A74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{B2E79C4F-6E93-4170-8624-EC24689A74E3}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