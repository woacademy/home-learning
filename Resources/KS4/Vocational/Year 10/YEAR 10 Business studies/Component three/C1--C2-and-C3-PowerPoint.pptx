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7C6A82-99EF-4731-895F-C041D3952D60}">
  <a:tblStyle styleId="{817C6A82-99EF-4731-895F-C041D3952D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{817C6A82-99EF-4731-895F-C041D3952D60}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