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CAF57A-1635-41BD-B3A8-097FFF17AC80}">
  <a:tblStyle styleId="{83CAF57A-1635-41BD-B3A8-097FFF17AC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{83CAF57A-1635-41BD-B3A8-097FFF17AC80}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