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746227-B12B-41F6-AFDC-349F8C2762C2}">
  <a:tblStyle styleId="{C9746227-B12B-41F6-AFDC-349F8C2762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{C9746227-B12B-41F6-AFDC-349F8C2762C2}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