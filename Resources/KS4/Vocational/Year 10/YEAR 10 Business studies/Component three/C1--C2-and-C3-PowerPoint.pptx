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644445-E65F-464D-B008-1D95A5203605}">
  <a:tblStyle styleId="{B3644445-E65F-464D-B008-1D95A52036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{B3644445-E65F-464D-B008-1D95A5203605}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