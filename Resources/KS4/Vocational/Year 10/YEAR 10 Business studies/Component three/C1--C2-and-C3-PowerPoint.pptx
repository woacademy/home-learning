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643E9B-7F53-4333-9262-0CF39E9A382E}">
  <a:tblStyle styleId="{45643E9B-7F53-4333-9262-0CF39E9A38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{45643E9B-7F53-4333-9262-0CF39E9A382E}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