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2AF8AD-DFB5-40A3-BE13-A2D144D9942A}">
  <a:tblStyle styleId="{582AF8AD-DFB5-40A3-BE13-A2D144D994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{582AF8AD-DFB5-40A3-BE13-A2D144D9942A}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