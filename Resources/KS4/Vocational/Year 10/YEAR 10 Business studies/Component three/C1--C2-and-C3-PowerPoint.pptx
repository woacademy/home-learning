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AF4D29-69DF-453E-9268-EAF11DEAF7E9}">
  <a:tblStyle styleId="{BDAF4D29-69DF-453E-9268-EAF11DEAF7E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{BDAF4D29-69DF-453E-9268-EAF11DEAF7E9}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