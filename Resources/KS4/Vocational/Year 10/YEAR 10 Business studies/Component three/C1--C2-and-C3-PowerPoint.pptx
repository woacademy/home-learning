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5D46E-62C3-4E07-8254-8E25FD516F44}">
  <a:tblStyle styleId="{16C5D46E-62C3-4E07-8254-8E25FD516F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{16C5D46E-62C3-4E07-8254-8E25FD516F44}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