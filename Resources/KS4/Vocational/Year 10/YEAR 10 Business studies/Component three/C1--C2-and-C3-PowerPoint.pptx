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7E6C12-0F75-476D-9A22-3423B703AB87}">
  <a:tblStyle styleId="{597E6C12-0F75-476D-9A22-3423B703AB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{597E6C12-0F75-476D-9A22-3423B703AB87}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