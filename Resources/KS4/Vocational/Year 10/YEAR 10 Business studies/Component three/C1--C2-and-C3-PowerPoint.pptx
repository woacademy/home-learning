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567C91-641F-4CE8-91C7-F3CCC8535294}">
  <a:tblStyle styleId="{40567C91-641F-4CE8-91C7-F3CCC85352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{40567C91-641F-4CE8-91C7-F3CCC8535294}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