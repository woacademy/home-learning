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6F9605-DD0E-4399-91F9-4696435E9B8D}">
  <a:tblStyle styleId="{436F9605-DD0E-4399-91F9-4696435E9B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{436F9605-DD0E-4399-91F9-4696435E9B8D}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