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410599-BFED-4A6D-861F-B4F9359C3FC3}">
  <a:tblStyle styleId="{BF410599-BFED-4A6D-861F-B4F9359C3F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{BF410599-BFED-4A6D-861F-B4F9359C3FC3}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