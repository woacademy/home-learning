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903E95-C028-4377-A5CE-CFC312947BF3}">
  <a:tblStyle styleId="{F7903E95-C028-4377-A5CE-CFC312947B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{F7903E95-C028-4377-A5CE-CFC312947BF3}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