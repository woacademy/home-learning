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475E44-B0EA-4129-A276-A9EF3656A6F6}">
  <a:tblStyle styleId="{C1475E44-B0EA-4129-A276-A9EF3656A6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{C1475E44-B0EA-4129-A276-A9EF3656A6F6}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