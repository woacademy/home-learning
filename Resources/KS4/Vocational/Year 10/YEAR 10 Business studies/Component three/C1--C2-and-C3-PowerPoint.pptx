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7BBF4-CD23-4C88-AEA8-0580BFBA38D4}">
  <a:tblStyle styleId="{A5F7BBF4-CD23-4C88-AEA8-0580BFBA38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{A5F7BBF4-CD23-4C88-AEA8-0580BFBA38D4}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