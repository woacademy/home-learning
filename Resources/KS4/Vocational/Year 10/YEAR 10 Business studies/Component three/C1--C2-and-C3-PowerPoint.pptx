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CA5E44-EB90-4E2F-9606-C2FE8A117BA7}">
  <a:tblStyle styleId="{51CA5E44-EB90-4E2F-9606-C2FE8A117B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{51CA5E44-EB90-4E2F-9606-C2FE8A117BA7}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