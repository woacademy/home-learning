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360503-8C8F-4187-81EC-474180A01481}">
  <a:tblStyle styleId="{AF360503-8C8F-4187-81EC-474180A014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{AF360503-8C8F-4187-81EC-474180A01481}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