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4196B6-540E-473A-8982-6863B952022B}">
  <a:tblStyle styleId="{124196B6-540E-473A-8982-6863B95202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{124196B6-540E-473A-8982-6863B952022B}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