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2684E5-D0E1-44D6-936B-91BAF37819B7}">
  <a:tblStyle styleId="{9D2684E5-D0E1-44D6-936B-91BAF37819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{9D2684E5-D0E1-44D6-936B-91BAF37819B7}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