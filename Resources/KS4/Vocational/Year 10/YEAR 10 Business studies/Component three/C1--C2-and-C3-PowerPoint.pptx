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80262E-1385-4CFA-9C5C-298233357D1C}">
  <a:tblStyle styleId="{7E80262E-1385-4CFA-9C5C-298233357D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{7E80262E-1385-4CFA-9C5C-298233357D1C}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