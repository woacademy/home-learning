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B09848-BB4C-4143-9A02-4535F557AAC4}">
  <a:tblStyle styleId="{78B09848-BB4C-4143-9A02-4535F557AA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{78B09848-BB4C-4143-9A02-4535F557AAC4}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