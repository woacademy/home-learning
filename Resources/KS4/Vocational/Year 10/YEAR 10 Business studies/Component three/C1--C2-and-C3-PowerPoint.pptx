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81572C-AA1D-414F-BE87-7C1FD1499BD3}">
  <a:tblStyle styleId="{0181572C-AA1D-414F-BE87-7C1FD1499B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{0181572C-AA1D-414F-BE87-7C1FD1499BD3}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