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AC997AF-D864-49C8-A49F-E6BEC6483D5A}">
  <a:tblStyle styleId="{9AC997AF-D864-49C8-A49F-E6BEC6483D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{9AC997AF-D864-49C8-A49F-E6BEC6483D5A}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