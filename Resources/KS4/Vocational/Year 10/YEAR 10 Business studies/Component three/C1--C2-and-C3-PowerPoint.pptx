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447BCC-94C9-4818-B677-426D8858837A}">
  <a:tblStyle styleId="{05447BCC-94C9-4818-B677-426D885883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{05447BCC-94C9-4818-B677-426D8858837A}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