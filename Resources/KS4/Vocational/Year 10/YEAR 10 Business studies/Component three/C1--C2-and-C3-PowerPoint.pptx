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4F7817-ED02-4AB3-8D8E-A39F68062CFA}">
  <a:tblStyle styleId="{504F7817-ED02-4AB3-8D8E-A39F68062C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{504F7817-ED02-4AB3-8D8E-A39F68062CFA}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