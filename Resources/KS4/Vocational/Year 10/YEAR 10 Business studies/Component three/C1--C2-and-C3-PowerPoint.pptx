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9E4D065-4281-4F7D-AE41-3FA749712133}">
  <a:tblStyle styleId="{E9E4D065-4281-4F7D-AE41-3FA74971213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{E9E4D065-4281-4F7D-AE41-3FA749712133}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