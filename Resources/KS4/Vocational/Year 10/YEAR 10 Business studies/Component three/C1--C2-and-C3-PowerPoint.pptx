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78D77A-01CB-4B3C-916A-92DB60F1C0BB}">
  <a:tblStyle styleId="{0E78D77A-01CB-4B3C-916A-92DB60F1C0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{0E78D77A-01CB-4B3C-916A-92DB60F1C0BB}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