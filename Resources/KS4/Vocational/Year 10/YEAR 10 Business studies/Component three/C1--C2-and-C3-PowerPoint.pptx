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D749F22-9A14-409B-9EF6-EBE2D32B3943}">
  <a:tblStyle styleId="{2D749F22-9A14-409B-9EF6-EBE2D32B39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{2D749F22-9A14-409B-9EF6-EBE2D32B3943}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