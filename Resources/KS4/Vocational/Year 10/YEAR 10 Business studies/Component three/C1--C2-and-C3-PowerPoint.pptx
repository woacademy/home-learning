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12CAAAB-B3C1-48BD-881B-38A532799244}">
  <a:tblStyle styleId="{612CAAAB-B3C1-48BD-881B-38A5327992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{612CAAAB-B3C1-48BD-881B-38A532799244}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