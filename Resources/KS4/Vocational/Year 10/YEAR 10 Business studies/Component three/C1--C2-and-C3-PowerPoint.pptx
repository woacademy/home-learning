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4A7E85-50CD-453F-921A-CD1A838E5256}">
  <a:tblStyle styleId="{CE4A7E85-50CD-453F-921A-CD1A838E52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{CE4A7E85-50CD-453F-921A-CD1A838E5256}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