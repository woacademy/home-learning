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272E3A-0A34-4994-8B59-BEC1FA33F03E}">
  <a:tblStyle styleId="{C3272E3A-0A34-4994-8B59-BEC1FA33F0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{C3272E3A-0A34-4994-8B59-BEC1FA33F03E}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