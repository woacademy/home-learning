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EDFFF0-2651-4EA2-8DAA-0EA77AD6A1F3}">
  <a:tblStyle styleId="{7DEDFFF0-2651-4EA2-8DAA-0EA77AD6A1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{7DEDFFF0-2651-4EA2-8DAA-0EA77AD6A1F3}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