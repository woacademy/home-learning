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F0D2D-9FF0-4F83-8F48-2E3AC50467EA}">
  <a:tblStyle styleId="{C75F0D2D-9FF0-4F83-8F48-2E3AC50467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{C75F0D2D-9FF0-4F83-8F48-2E3AC50467EA}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