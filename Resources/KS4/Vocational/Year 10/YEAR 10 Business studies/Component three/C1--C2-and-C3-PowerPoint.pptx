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E4EF4E3-3E6E-44F3-8C2E-B019354D27BD}">
  <a:tblStyle styleId="{1E4EF4E3-3E6E-44F3-8C2E-B019354D27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{1E4EF4E3-3E6E-44F3-8C2E-B019354D27BD}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