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4F8BCB-97A9-4593-8574-D85BF891CFFF}">
  <a:tblStyle styleId="{874F8BCB-97A9-4593-8574-D85BF891CF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{874F8BCB-97A9-4593-8574-D85BF891CFFF}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