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26CE4-A65D-45E7-85A8-9B354395087B}">
  <a:tblStyle styleId="{C0426CE4-A65D-45E7-85A8-9B35439508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{C0426CE4-A65D-45E7-85A8-9B354395087B}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