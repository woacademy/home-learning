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6637DE-5832-48F9-AFE1-BAE8CDED8809}">
  <a:tblStyle styleId="{A76637DE-5832-48F9-AFE1-BAE8CDED88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{A76637DE-5832-48F9-AFE1-BAE8CDED8809}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