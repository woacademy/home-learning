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2331B0A-FE6F-402B-9247-E786126BA494}">
  <a:tblStyle styleId="{32331B0A-FE6F-402B-9247-E786126BA49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8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2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{32331B0A-FE6F-402B-9247-E786126BA494}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