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D16A77-B3ED-45B6-944C-326B81B201BF}">
  <a:tblStyle styleId="{F3D16A77-B3ED-45B6-944C-326B81B201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{F3D16A77-B3ED-45B6-944C-326B81B201BF}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