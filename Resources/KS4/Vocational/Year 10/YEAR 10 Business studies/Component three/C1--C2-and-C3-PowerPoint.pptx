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5182D3-C8E1-4184-9C43-200EBC909C9C}">
  <a:tblStyle styleId="{605182D3-C8E1-4184-9C43-200EBC909C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{605182D3-C8E1-4184-9C43-200EBC909C9C}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