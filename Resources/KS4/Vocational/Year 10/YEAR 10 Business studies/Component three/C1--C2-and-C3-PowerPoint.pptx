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BF9DFDF-84C2-4CAB-86A0-4933000BEC12}">
  <a:tblStyle styleId="{BBF9DFDF-84C2-4CAB-86A0-4933000BEC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{BBF9DFDF-84C2-4CAB-86A0-4933000BEC12}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