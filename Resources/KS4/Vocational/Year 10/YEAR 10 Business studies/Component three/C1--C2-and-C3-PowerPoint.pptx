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EE6C4D-2E79-4764-8FA0-01E318AF9A9F}">
  <a:tblStyle styleId="{28EE6C4D-2E79-4764-8FA0-01E318AF9A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{28EE6C4D-2E79-4764-8FA0-01E318AF9A9F}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