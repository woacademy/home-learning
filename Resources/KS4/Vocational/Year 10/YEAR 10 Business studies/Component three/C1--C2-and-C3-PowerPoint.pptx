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ED52DF-1319-446B-A9D4-F23C82CDF241}">
  <a:tblStyle styleId="{8CED52DF-1319-446B-A9D4-F23C82CDF2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{8CED52DF-1319-446B-A9D4-F23C82CDF241}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