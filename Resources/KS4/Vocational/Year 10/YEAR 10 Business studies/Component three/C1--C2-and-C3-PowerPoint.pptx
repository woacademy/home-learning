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8C9EDD-F6BF-4554-8906-2A546BAB75D5}">
  <a:tblStyle styleId="{528C9EDD-F6BF-4554-8906-2A546BAB75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{528C9EDD-F6BF-4554-8906-2A546BAB75D5}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