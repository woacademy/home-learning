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FE0D3B-4A6E-4866-948F-58ABBC388D51}">
  <a:tblStyle styleId="{AAFE0D3B-4A6E-4866-948F-58ABBC388D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{AAFE0D3B-4A6E-4866-948F-58ABBC388D51}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