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D87542-790B-475D-A78E-5FB88BABABEF}">
  <a:tblStyle styleId="{1BD87542-790B-475D-A78E-5FB88BABAB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{1BD87542-790B-475D-A78E-5FB88BABABEF}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