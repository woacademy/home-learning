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17D5E5-F540-481D-B16E-EF3F083BFF2A}">
  <a:tblStyle styleId="{5E17D5E5-F540-481D-B16E-EF3F083BF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{5E17D5E5-F540-481D-B16E-EF3F083BFF2A}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