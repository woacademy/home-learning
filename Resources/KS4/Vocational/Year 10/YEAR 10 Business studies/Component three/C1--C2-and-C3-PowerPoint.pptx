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7B5029-E678-424C-8F58-7F5BBA097CB4}">
  <a:tblStyle styleId="{5F7B5029-E678-424C-8F58-7F5BBA097C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{5F7B5029-E678-424C-8F58-7F5BBA097CB4}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