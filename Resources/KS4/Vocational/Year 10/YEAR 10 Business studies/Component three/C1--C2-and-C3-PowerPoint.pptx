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91453B-6A4A-4D53-A6B9-AB087B95A4C2}">
  <a:tblStyle styleId="{0091453B-6A4A-4D53-A6B9-AB087B95A4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{0091453B-6A4A-4D53-A6B9-AB087B95A4C2}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