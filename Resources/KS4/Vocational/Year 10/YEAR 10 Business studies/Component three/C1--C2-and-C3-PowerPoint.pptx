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0572F-6347-4753-BED1-818E7F0F680A}">
  <a:tblStyle styleId="{1170572F-6347-4753-BED1-818E7F0F68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{1170572F-6347-4753-BED1-818E7F0F680A}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