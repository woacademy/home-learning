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CDF2B-BC30-4062-8CD7-0AF84FBB15DD}">
  <a:tblStyle styleId="{21CCDF2B-BC30-4062-8CD7-0AF84FBB1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{21CCDF2B-BC30-4062-8CD7-0AF84FBB15DD}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