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5AF599-3C4D-4017-84B5-363635C005AE}">
  <a:tblStyle styleId="{555AF599-3C4D-4017-84B5-363635C005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{555AF599-3C4D-4017-84B5-363635C005AE}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