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727A85-E63B-46B9-9744-13F84CCF24AF}">
  <a:tblStyle styleId="{43727A85-E63B-46B9-9744-13F84CCF24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{43727A85-E63B-46B9-9744-13F84CCF24AF}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