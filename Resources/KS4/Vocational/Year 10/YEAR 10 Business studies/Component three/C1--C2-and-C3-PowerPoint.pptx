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D21A4E-B4A5-45D2-AA6E-C38790A68374}">
  <a:tblStyle styleId="{69D21A4E-B4A5-45D2-AA6E-C38790A683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{69D21A4E-B4A5-45D2-AA6E-C38790A68374}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