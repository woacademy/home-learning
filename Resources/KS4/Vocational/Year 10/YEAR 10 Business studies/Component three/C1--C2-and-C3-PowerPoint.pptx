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FB63B13-D1C4-40FE-97B5-A4FD720B4789}">
  <a:tblStyle styleId="{0FB63B13-D1C4-40FE-97B5-A4FD720B478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2.png"/><Relationship Id="rId4" Type="http://schemas.openxmlformats.org/officeDocument/2006/relationships/image" Target="../media/image10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8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1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9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5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{0FB63B13-D1C4-40FE-97B5-A4FD720B4789}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