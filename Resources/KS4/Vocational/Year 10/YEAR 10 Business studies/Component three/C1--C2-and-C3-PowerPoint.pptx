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60B7E6-DBB7-48F9-994F-407BA4AB07F6}">
  <a:tblStyle styleId="{D460B7E6-DBB7-48F9-994F-407BA4AB07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{D460B7E6-DBB7-48F9-994F-407BA4AB07F6}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