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B94991-292F-448C-812B-CB0196A8B5D1}">
  <a:tblStyle styleId="{3CB94991-292F-448C-812B-CB0196A8B5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{3CB94991-292F-448C-812B-CB0196A8B5D1}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