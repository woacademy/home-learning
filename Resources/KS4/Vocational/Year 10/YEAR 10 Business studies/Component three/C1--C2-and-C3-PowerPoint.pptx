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CC703E-09D4-4678-ACA3-4DB7B934F7E6}">
  <a:tblStyle styleId="{1ECC703E-09D4-4678-ACA3-4DB7B934F7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{1ECC703E-09D4-4678-ACA3-4DB7B934F7E6}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