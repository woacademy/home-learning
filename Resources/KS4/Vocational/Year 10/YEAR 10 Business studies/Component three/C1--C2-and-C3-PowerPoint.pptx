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2BDDA9-1FC1-45BF-866F-2903E5FFAAB4}">
  <a:tblStyle styleId="{912BDDA9-1FC1-45BF-866F-2903E5FFAA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{912BDDA9-1FC1-45BF-866F-2903E5FFAAB4}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