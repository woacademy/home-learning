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A486096-10B5-4152-9E8F-0BE4219A96A3}">
  <a:tblStyle styleId="{3A486096-10B5-4152-9E8F-0BE4219A96A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{3A486096-10B5-4152-9E8F-0BE4219A96A3}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