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A65C4D-2436-4EAB-A9FC-BB88E5F4D6E6}">
  <a:tblStyle styleId="{0EA65C4D-2436-4EAB-A9FC-BB88E5F4D6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{0EA65C4D-2436-4EAB-A9FC-BB88E5F4D6E6}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