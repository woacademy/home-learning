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8F26958-F13E-40CB-8CCC-69A622190AF5}">
  <a:tblStyle styleId="{38F26958-F13E-40CB-8CCC-69A622190AF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{38F26958-F13E-40CB-8CCC-69A622190AF5}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