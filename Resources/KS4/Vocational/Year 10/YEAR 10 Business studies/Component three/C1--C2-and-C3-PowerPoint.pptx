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2C3A2A-D51C-40EF-A3BE-458E2B83BF63}">
  <a:tblStyle styleId="{992C3A2A-D51C-40EF-A3BE-458E2B83BF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{992C3A2A-D51C-40EF-A3BE-458E2B83BF63}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