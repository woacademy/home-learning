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6EFBD0-79D9-43FB-8408-6E738B3D8775}">
  <a:tblStyle styleId="{DB6EFBD0-79D9-43FB-8408-6E738B3D87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{DB6EFBD0-79D9-43FB-8408-6E738B3D8775}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