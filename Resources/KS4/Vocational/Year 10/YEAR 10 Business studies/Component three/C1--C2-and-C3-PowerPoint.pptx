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5DB88A-CE90-4272-8358-535B16D1B150}">
  <a:tblStyle styleId="{D55DB88A-CE90-4272-8358-535B16D1B15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{D55DB88A-CE90-4272-8358-535B16D1B150}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