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F5792C04-86D2-4D7E-951C-0D2437742CE7}">
  <a:tblStyle styleId="{F5792C04-86D2-4D7E-951C-0D2437742CE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10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{F5792C04-86D2-4D7E-951C-0D2437742CE7}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