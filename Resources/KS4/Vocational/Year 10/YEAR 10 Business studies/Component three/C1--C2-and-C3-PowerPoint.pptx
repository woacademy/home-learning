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39200F-5176-4DA9-8CF9-C34EF5F11CE4}">
  <a:tblStyle styleId="{BE39200F-5176-4DA9-8CF9-C34EF5F11C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{BE39200F-5176-4DA9-8CF9-C34EF5F11CE4}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