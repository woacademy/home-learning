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D1A78E-2B2D-46F9-8426-FAC98A94359E}">
  <a:tblStyle styleId="{D4D1A78E-2B2D-46F9-8426-FAC98A9435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{D4D1A78E-2B2D-46F9-8426-FAC98A94359E}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