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4DE004-301E-45CD-961C-3CE321E3147E}">
  <a:tblStyle styleId="{4C4DE004-301E-45CD-961C-3CE321E314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{4C4DE004-301E-45CD-961C-3CE321E3147E}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