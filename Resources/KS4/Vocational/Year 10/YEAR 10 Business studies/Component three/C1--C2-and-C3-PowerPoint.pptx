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7C4D73-B044-4641-84A6-B1B0309958A7}">
  <a:tblStyle styleId="{677C4D73-B044-4641-84A6-B1B0309958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{677C4D73-B044-4641-84A6-B1B0309958A7}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