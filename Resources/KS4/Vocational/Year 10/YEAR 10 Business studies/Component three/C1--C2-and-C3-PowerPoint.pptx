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64ACC8-2F85-4B1B-A6EB-6F2317CC4750}">
  <a:tblStyle styleId="{5764ACC8-2F85-4B1B-A6EB-6F2317CC47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{5764ACC8-2F85-4B1B-A6EB-6F2317CC4750}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