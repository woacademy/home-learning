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B88A02-7E73-4624-B22F-F4A1E50E9463}">
  <a:tblStyle styleId="{03B88A02-7E73-4624-B22F-F4A1E50E94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{03B88A02-7E73-4624-B22F-F4A1E50E9463}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