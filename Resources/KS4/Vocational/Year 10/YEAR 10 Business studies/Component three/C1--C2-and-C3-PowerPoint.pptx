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5C42E9-A262-4B2E-B51E-355F3C8DD6F2}">
  <a:tblStyle styleId="{DB5C42E9-A262-4B2E-B51E-355F3C8DD6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{DB5C42E9-A262-4B2E-B51E-355F3C8DD6F2}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