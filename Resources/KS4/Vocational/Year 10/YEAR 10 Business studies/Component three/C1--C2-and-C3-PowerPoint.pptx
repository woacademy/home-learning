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DB1803-4905-4A67-9CC9-030483EBB864}">
  <a:tblStyle styleId="{ACDB1803-4905-4A67-9CC9-030483EBB8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{ACDB1803-4905-4A67-9CC9-030483EBB864}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