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F9CAF4-08D0-4AC4-A292-7CFB91A47698}">
  <a:tblStyle styleId="{93F9CAF4-08D0-4AC4-A292-7CFB91A476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{93F9CAF4-08D0-4AC4-A292-7CFB91A47698}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