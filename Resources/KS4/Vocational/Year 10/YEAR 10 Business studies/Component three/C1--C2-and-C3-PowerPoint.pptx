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DB7C83-1780-41CD-8437-440A134DFBF7}">
  <a:tblStyle styleId="{99DB7C83-1780-41CD-8437-440A134DFB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{99DB7C83-1780-41CD-8437-440A134DFBF7}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