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A0E212-DEE8-4851-BF25-F6FA03AB74F7}">
  <a:tblStyle styleId="{3AA0E212-DEE8-4851-BF25-F6FA03AB74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{3AA0E212-DEE8-4851-BF25-F6FA03AB74F7}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