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1939FB7-3290-47AD-BD39-B52AB19BA247}">
  <a:tblStyle styleId="{41939FB7-3290-47AD-BD39-B52AB19BA24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{41939FB7-3290-47AD-BD39-B52AB19BA247}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