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DF55C3-A641-4369-8688-C302D92FA199}">
  <a:tblStyle styleId="{5FDF55C3-A641-4369-8688-C302D92FA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{5FDF55C3-A641-4369-8688-C302D92FA199}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