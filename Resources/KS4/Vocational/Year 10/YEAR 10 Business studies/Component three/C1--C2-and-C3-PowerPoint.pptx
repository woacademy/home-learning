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39864-78AB-41E9-A1AD-94918EFD27EB}">
  <a:tblStyle styleId="{1CC39864-78AB-41E9-A1AD-94918EFD27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{1CC39864-78AB-41E9-A1AD-94918EFD27EB}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