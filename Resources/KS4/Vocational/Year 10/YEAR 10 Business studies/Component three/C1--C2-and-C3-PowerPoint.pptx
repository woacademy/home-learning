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75FE7-2B5B-445D-9C23-4818B5EA0A99}">
  <a:tblStyle styleId="{5E275FE7-2B5B-445D-9C23-4818B5EA0A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{5E275FE7-2B5B-445D-9C23-4818B5EA0A99}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