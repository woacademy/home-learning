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0520202-0AB7-4CAB-952A-7F7F95B5DA54}">
  <a:tblStyle styleId="{10520202-0AB7-4CAB-952A-7F7F95B5DA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{10520202-0AB7-4CAB-952A-7F7F95B5DA54}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