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C381B1-BA64-48C1-ABA4-F7EAC0B196FA}">
  <a:tblStyle styleId="{B5C381B1-BA64-48C1-ABA4-F7EAC0B196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{B5C381B1-BA64-48C1-ABA4-F7EAC0B196FA}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