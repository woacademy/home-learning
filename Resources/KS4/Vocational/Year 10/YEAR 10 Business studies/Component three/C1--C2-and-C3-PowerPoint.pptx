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DF4457F-56D2-4096-8359-451276E9840A}">
  <a:tblStyle styleId="{3DF4457F-56D2-4096-8359-451276E9840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{3DF4457F-56D2-4096-8359-451276E9840A}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