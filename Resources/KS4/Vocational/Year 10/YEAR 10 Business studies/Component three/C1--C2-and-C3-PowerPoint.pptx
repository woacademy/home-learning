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530D38-EF0F-40D7-85D9-2417E435DCCC}">
  <a:tblStyle styleId="{2C530D38-EF0F-40D7-85D9-2417E435DC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{2C530D38-EF0F-40D7-85D9-2417E435DCCC}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