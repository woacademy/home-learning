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CDDC58-A701-4E75-B879-62B540543A21}">
  <a:tblStyle styleId="{A4CDDC58-A701-4E75-B879-62B540543A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{A4CDDC58-A701-4E75-B879-62B540543A21}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