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8C024E-3489-4556-9F94-F82CCE8E0E78}">
  <a:tblStyle styleId="{788C024E-3489-4556-9F94-F82CCE8E0E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{788C024E-3489-4556-9F94-F82CCE8E0E78}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