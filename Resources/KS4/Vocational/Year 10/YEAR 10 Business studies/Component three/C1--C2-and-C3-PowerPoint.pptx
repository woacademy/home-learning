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7819E5-6E8A-42ED-88D7-4C2733F65F90}">
  <a:tblStyle styleId="{C67819E5-6E8A-42ED-88D7-4C2733F65F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{C67819E5-6E8A-42ED-88D7-4C2733F65F90}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