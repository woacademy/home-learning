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0A7018-544D-410F-852D-E9EF5BEC9A1E}">
  <a:tblStyle styleId="{DC0A7018-544D-410F-852D-E9EF5BEC9A1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{DC0A7018-544D-410F-852D-E9EF5BEC9A1E}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