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2A6E23-07E0-4400-B432-90DE9311B5BF}">
  <a:tblStyle styleId="{F72A6E23-07E0-4400-B432-90DE9311B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{F72A6E23-07E0-4400-B432-90DE9311B5BF}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