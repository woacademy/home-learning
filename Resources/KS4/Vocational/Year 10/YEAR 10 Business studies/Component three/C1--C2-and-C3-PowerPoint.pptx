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563F5F-685E-4928-919D-0023DEE2BCBE}">
  <a:tblStyle styleId="{3D563F5F-685E-4928-919D-0023DEE2BC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{3D563F5F-685E-4928-919D-0023DEE2BCBE}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