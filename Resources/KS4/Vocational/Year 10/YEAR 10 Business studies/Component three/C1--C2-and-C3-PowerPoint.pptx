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CF82A3E-99A7-49E4-A03A-3EB91268AEB2}">
  <a:tblStyle styleId="{1CF82A3E-99A7-49E4-A03A-3EB91268AE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{1CF82A3E-99A7-49E4-A03A-3EB91268AEB2}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