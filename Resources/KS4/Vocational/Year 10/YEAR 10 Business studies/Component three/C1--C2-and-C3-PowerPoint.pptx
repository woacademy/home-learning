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9BFC03-25F2-4646-9627-E20015CDA8EA}">
  <a:tblStyle styleId="{3A9BFC03-25F2-4646-9627-E20015CDA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{3A9BFC03-25F2-4646-9627-E20015CDA8EA}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