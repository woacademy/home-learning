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4AA9AF-BCB8-4B8D-BBDF-9A1707383F2A}">
  <a:tblStyle styleId="{6A4AA9AF-BCB8-4B8D-BBDF-9A1707383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{6A4AA9AF-BCB8-4B8D-BBDF-9A1707383F2A}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