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D81670-4741-4D7D-94E6-512D8572AF5A}">
  <a:tblStyle styleId="{43D81670-4741-4D7D-94E6-512D8572AF5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{43D81670-4741-4D7D-94E6-512D8572AF5A}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