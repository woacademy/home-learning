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76EB07-5AAB-4B0A-AFC2-C653CCBF4E8F}">
  <a:tblStyle styleId="{B876EB07-5AAB-4B0A-AFC2-C653CCBF4E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{B876EB07-5AAB-4B0A-AFC2-C653CCBF4E8F}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