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42EEE8-51D3-4874-91BE-F585DB14B380}">
  <a:tblStyle styleId="{5F42EEE8-51D3-4874-91BE-F585DB14B3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{5F42EEE8-51D3-4874-91BE-F585DB14B380}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