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0B36DD-70E6-484B-8BEA-757ADA3D77FE}">
  <a:tblStyle styleId="{2B0B36DD-70E6-484B-8BEA-757ADA3D77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{2B0B36DD-70E6-484B-8BEA-757ADA3D77FE}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