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45D744-8876-4539-A132-42B5CE8D2560}">
  <a:tblStyle styleId="{8E45D744-8876-4539-A132-42B5CE8D25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{8E45D744-8876-4539-A132-42B5CE8D2560}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