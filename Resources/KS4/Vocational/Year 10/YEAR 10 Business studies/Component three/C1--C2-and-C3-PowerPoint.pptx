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691FF6-7453-4061-BD81-AB72698AE962}">
  <a:tblStyle styleId="{9F691FF6-7453-4061-BD81-AB72698AE9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{9F691FF6-7453-4061-BD81-AB72698AE962}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