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48DDA8-4A02-4864-B600-7DAECF0C303D}">
  <a:tblStyle styleId="{7348DDA8-4A02-4864-B600-7DAECF0C30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{7348DDA8-4A02-4864-B600-7DAECF0C303D}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