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9898517-333F-4F76-ADFA-9CB0CC7E808D}">
  <a:tblStyle styleId="{59898517-333F-4F76-ADFA-9CB0CC7E80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{59898517-333F-4F76-ADFA-9CB0CC7E808D}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