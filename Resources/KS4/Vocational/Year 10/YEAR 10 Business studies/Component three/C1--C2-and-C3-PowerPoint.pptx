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11DBD6-FA0D-421E-AC1B-BEA078357564}">
  <a:tblStyle styleId="{8F11DBD6-FA0D-421E-AC1B-BEA0783575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{8F11DBD6-FA0D-421E-AC1B-BEA078357564}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