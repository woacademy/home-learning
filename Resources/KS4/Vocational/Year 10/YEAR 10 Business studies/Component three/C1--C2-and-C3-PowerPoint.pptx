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B5DEB-574A-4EBE-B45C-CD0EFF028EC3}">
  <a:tblStyle styleId="{85BB5DEB-574A-4EBE-B45C-CD0EFF028E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{85BB5DEB-574A-4EBE-B45C-CD0EFF028EC3}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