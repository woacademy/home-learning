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9F01519-4898-4B14-80E6-56CDCBF296A0}">
  <a:tblStyle styleId="{49F01519-4898-4B14-80E6-56CDCBF296A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{49F01519-4898-4B14-80E6-56CDCBF296A0}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