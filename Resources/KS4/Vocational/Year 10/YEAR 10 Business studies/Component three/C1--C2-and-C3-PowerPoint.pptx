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9374A0-C673-43DB-940D-168D0A1FF52F}">
  <a:tblStyle styleId="{8D9374A0-C673-43DB-940D-168D0A1FF5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{8D9374A0-C673-43DB-940D-168D0A1FF52F}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