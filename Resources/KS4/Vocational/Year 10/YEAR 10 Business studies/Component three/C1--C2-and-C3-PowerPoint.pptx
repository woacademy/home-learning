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F925F96-633E-4692-BE33-50CF4D2DD3B2}">
  <a:tblStyle styleId="{5F925F96-633E-4692-BE33-50CF4D2DD3B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{5F925F96-633E-4692-BE33-50CF4D2DD3B2}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