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88000B-2B78-436A-84E5-AF48C84C9681}">
  <a:tblStyle styleId="{5388000B-2B78-436A-84E5-AF48C84C96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{5388000B-2B78-436A-84E5-AF48C84C9681}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