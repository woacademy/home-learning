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A4292-DF77-4FDC-B61B-0FFBC65074A9}">
  <a:tblStyle styleId="{8DAA4292-DF77-4FDC-B61B-0FFBC65074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{8DAA4292-DF77-4FDC-B61B-0FFBC65074A9}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