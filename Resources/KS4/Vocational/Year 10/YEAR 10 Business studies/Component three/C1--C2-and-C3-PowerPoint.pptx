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77D3D6-D936-469F-A1A2-7EFD385E58C6}">
  <a:tblStyle styleId="{0A77D3D6-D936-469F-A1A2-7EFD385E58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{0A77D3D6-D936-469F-A1A2-7EFD385E58C6}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