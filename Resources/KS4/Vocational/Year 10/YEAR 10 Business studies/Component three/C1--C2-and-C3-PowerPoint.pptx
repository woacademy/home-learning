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5ED29-71DF-46F3-A39C-DE455D945766}">
  <a:tblStyle styleId="{4B25ED29-71DF-46F3-A39C-DE455D9457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{4B25ED29-71DF-46F3-A39C-DE455D945766}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