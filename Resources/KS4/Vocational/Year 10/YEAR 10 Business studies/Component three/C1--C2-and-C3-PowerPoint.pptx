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1AB9ED-5BDD-4661-8CC7-06E439B48BA3}">
  <a:tblStyle styleId="{201AB9ED-5BDD-4661-8CC7-06E439B48B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{201AB9ED-5BDD-4661-8CC7-06E439B48BA3}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