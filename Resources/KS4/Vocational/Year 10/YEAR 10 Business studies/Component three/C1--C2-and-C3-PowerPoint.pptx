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C8708-E26E-44C6-9A1D-FC990DE63E06}">
  <a:tblStyle styleId="{737C8708-E26E-44C6-9A1D-FC990DE63E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{737C8708-E26E-44C6-9A1D-FC990DE63E06}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