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DD178-C2D7-40FB-BF56-B8065A997997}">
  <a:tblStyle styleId="{7BADD178-C2D7-40FB-BF56-B8065A9979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{7BADD178-C2D7-40FB-BF56-B8065A997997}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