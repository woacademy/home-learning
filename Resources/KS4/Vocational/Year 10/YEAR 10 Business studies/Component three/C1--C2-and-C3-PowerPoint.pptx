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326D3A-9DBE-4AED-A7AD-F34A38CCB2EC}">
  <a:tblStyle styleId="{53326D3A-9DBE-4AED-A7AD-F34A38CCB2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{53326D3A-9DBE-4AED-A7AD-F34A38CCB2EC}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