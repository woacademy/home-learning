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9417DF-7343-409F-9DB8-63DAB11BC2CA}">
  <a:tblStyle styleId="{4E9417DF-7343-409F-9DB8-63DAB11BC2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{4E9417DF-7343-409F-9DB8-63DAB11BC2CA}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