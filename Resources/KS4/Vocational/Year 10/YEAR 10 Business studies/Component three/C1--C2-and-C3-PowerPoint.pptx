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851EE6-2D86-4DF3-896E-10B1DD3D27EC}">
  <a:tblStyle styleId="{80851EE6-2D86-4DF3-896E-10B1DD3D27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{80851EE6-2D86-4DF3-896E-10B1DD3D27EC}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