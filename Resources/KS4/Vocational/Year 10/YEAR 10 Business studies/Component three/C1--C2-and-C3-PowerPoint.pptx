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F5A6D-131F-42F0-AF11-A8E7DE5071B0}">
  <a:tblStyle styleId="{3DBF5A6D-131F-42F0-AF11-A8E7DE5071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{3DBF5A6D-131F-42F0-AF11-A8E7DE5071B0}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