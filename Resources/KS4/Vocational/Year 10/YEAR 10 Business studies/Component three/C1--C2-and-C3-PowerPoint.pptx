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754533-FB8A-472E-8902-BAA6E7026946}">
  <a:tblStyle styleId="{DB754533-FB8A-472E-8902-BAA6E70269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{DB754533-FB8A-472E-8902-BAA6E7026946}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