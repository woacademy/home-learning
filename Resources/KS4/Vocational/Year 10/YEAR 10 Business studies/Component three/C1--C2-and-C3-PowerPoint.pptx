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C712D6-7305-488E-9E78-CCAC8478769D}">
  <a:tblStyle styleId="{9EC712D6-7305-488E-9E78-CCAC847876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{9EC712D6-7305-488E-9E78-CCAC8478769D}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