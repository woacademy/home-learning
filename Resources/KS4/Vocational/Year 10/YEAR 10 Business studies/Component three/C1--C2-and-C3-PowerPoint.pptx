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32BC8-906C-44C0-B0EC-B265DB9DCF49}">
  <a:tblStyle styleId="{27E32BC8-906C-44C0-B0EC-B265DB9DCF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{27E32BC8-906C-44C0-B0EC-B265DB9DCF49}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