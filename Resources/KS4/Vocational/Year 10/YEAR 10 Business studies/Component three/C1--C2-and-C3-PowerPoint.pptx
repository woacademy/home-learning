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FA6155-F3FB-4A83-BF86-F0EFAB2A6986}">
  <a:tblStyle styleId="{A9FA6155-F3FB-4A83-BF86-F0EFAB2A69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{A9FA6155-F3FB-4A83-BF86-F0EFAB2A6986}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