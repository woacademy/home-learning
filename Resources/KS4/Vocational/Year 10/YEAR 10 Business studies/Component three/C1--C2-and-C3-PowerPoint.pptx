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F63C49-D459-4393-8F40-64FE271DEC78}">
  <a:tblStyle styleId="{D2F63C49-D459-4393-8F40-64FE271DEC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{D2F63C49-D459-4393-8F40-64FE271DEC78}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