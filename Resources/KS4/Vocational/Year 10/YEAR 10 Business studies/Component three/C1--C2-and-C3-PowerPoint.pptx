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1365AD-C558-4DA5-9D0A-1C4DDE803A83}">
  <a:tblStyle styleId="{4A1365AD-C558-4DA5-9D0A-1C4DDE803A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{4A1365AD-C558-4DA5-9D0A-1C4DDE803A83}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