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B5E3E-8136-4CA5-A7A0-E4EB64488939}">
  <a:tblStyle styleId="{A09B5E3E-8136-4CA5-A7A0-E4EB64488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{A09B5E3E-8136-4CA5-A7A0-E4EB64488939}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