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45EED6D-479C-46BC-A603-846AFE72C6FD}">
  <a:tblStyle styleId="{F45EED6D-479C-46BC-A603-846AFE72C6F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{F45EED6D-479C-46BC-A603-846AFE72C6FD}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