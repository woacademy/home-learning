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0C9F76-6ECB-44B6-9C16-118BDE638AB3}">
  <a:tblStyle styleId="{F40C9F76-6ECB-44B6-9C16-118BDE638A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{F40C9F76-6ECB-44B6-9C16-118BDE638AB3}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