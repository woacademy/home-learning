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EB521-4059-4B4E-A1BF-DC60C70860F8}">
  <a:tblStyle styleId="{785EB521-4059-4B4E-A1BF-DC60C70860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{785EB521-4059-4B4E-A1BF-DC60C70860F8}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