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F83D91-35A6-4C5F-A382-D75D150776A9}">
  <a:tblStyle styleId="{36F83D91-35A6-4C5F-A382-D75D150776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{36F83D91-35A6-4C5F-A382-D75D150776A9}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