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2F5A2-E23C-4986-BE3A-E0C56EAA31EA}">
  <a:tblStyle styleId="{A432F5A2-E23C-4986-BE3A-E0C56EAA31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{A432F5A2-E23C-4986-BE3A-E0C56EAA31EA}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