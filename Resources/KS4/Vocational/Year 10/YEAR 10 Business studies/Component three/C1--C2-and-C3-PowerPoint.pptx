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A11820-A69C-4ACE-8651-8FAE49B92871}">
  <a:tblStyle styleId="{1CA11820-A69C-4ACE-8651-8FAE49B928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{1CA11820-A69C-4ACE-8651-8FAE49B92871}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