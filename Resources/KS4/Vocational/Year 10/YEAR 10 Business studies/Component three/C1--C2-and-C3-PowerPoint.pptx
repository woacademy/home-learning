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1CF0FF-52AA-4FEF-862C-B0B93F731B36}">
  <a:tblStyle styleId="{681CF0FF-52AA-4FEF-862C-B0B93F731B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{681CF0FF-52AA-4FEF-862C-B0B93F731B36}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