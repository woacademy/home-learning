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6B0F3F-66C9-4FCE-AF42-61F3C64392D9}">
  <a:tblStyle styleId="{BA6B0F3F-66C9-4FCE-AF42-61F3C64392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{BA6B0F3F-66C9-4FCE-AF42-61F3C64392D9}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