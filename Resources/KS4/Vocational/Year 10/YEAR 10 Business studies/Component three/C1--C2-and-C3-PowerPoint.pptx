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1570C3-58E4-4DDA-BC0A-9B19170E7ED1}">
  <a:tblStyle styleId="{9E1570C3-58E4-4DDA-BC0A-9B19170E7E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{9E1570C3-58E4-4DDA-BC0A-9B19170E7ED1}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