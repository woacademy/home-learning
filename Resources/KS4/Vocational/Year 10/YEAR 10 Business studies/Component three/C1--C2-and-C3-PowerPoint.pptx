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A2033BC-69E6-4CA7-B6AB-9E45C2127F87}">
  <a:tblStyle styleId="{EA2033BC-69E6-4CA7-B6AB-9E45C2127F8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{EA2033BC-69E6-4CA7-B6AB-9E45C2127F87}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