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0361D5A-159F-4389-84CF-10623EF04D78}">
  <a:tblStyle styleId="{50361D5A-159F-4389-84CF-10623EF04D7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{50361D5A-159F-4389-84CF-10623EF04D78}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