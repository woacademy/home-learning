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03DD4-932E-43B2-AEA2-F4686BC08E6A}">
  <a:tblStyle styleId="{A6003DD4-932E-43B2-AEA2-F4686BC08E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{A6003DD4-932E-43B2-AEA2-F4686BC08E6A}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