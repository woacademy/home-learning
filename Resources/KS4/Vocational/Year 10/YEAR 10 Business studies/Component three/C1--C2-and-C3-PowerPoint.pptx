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32BBA1-EF86-4C45-A51E-CA389E70DC3B}">
  <a:tblStyle styleId="{4832BBA1-EF86-4C45-A51E-CA389E70DC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{4832BBA1-EF86-4C45-A51E-CA389E70DC3B}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