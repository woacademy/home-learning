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BFD2D-27E2-4E15-B907-74AC1BAF14F5}">
  <a:tblStyle styleId="{C1CBFD2D-27E2-4E15-B907-74AC1BAF14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{C1CBFD2D-27E2-4E15-B907-74AC1BAF14F5}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