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A09807-36CA-40F8-BBAA-55330986E2C7}">
  <a:tblStyle styleId="{C6A09807-36CA-40F8-BBAA-55330986E2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{C6A09807-36CA-40F8-BBAA-55330986E2C7}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