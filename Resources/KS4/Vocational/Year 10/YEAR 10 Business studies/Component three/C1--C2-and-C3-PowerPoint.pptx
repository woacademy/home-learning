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D6FA27-E09D-46DF-A219-A671B759AB85}">
  <a:tblStyle styleId="{7CD6FA27-E09D-46DF-A219-A671B759AB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{7CD6FA27-E09D-46DF-A219-A671B759AB85}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