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DFD677-4FB9-4294-B017-F39D1BD23B71}">
  <a:tblStyle styleId="{40DFD677-4FB9-4294-B017-F39D1BD23B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{40DFD677-4FB9-4294-B017-F39D1BD23B71}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