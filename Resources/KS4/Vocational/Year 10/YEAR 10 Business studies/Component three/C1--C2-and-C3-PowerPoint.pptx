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B2A5D6-29F2-4FED-885C-087BC2CA1364}">
  <a:tblStyle styleId="{61B2A5D6-29F2-4FED-885C-087BC2CA13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{61B2A5D6-29F2-4FED-885C-087BC2CA1364}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