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940302-3E19-42B3-B160-E3914A32D212}">
  <a:tblStyle styleId="{96940302-3E19-42B3-B160-E3914A32D2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{96940302-3E19-42B3-B160-E3914A32D212}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