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C42311-B8C4-4BB4-B1A1-84F9EB6533F4}">
  <a:tblStyle styleId="{68C42311-B8C4-4BB4-B1A1-84F9EB6533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{68C42311-B8C4-4BB4-B1A1-84F9EB6533F4}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