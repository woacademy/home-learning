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2B5B32-C7BE-46BF-9F80-0C8C666AAB4F}">
  <a:tblStyle styleId="{802B5B32-C7BE-46BF-9F80-0C8C666AAB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{802B5B32-C7BE-46BF-9F80-0C8C666AAB4F}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