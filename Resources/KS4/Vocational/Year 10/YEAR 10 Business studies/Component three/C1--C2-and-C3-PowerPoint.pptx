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9F64A6-990D-4A26-9555-CFE7795F6EA0}">
  <a:tblStyle styleId="{EF9F64A6-990D-4A26-9555-CFE7795F6E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{EF9F64A6-990D-4A26-9555-CFE7795F6EA0}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