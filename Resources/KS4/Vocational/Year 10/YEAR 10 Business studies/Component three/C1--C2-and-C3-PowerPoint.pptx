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30F439-9F3F-43D2-94A4-2D095FB80DFF}">
  <a:tblStyle styleId="{E230F439-9F3F-43D2-94A4-2D095FB80D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{E230F439-9F3F-43D2-94A4-2D095FB80DFF}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