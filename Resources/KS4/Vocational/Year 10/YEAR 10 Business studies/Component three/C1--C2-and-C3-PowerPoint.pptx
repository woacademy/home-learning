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883855-71E6-403F-AED1-A5E6FAD4BB2C}">
  <a:tblStyle styleId="{40883855-71E6-403F-AED1-A5E6FAD4BB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{40883855-71E6-403F-AED1-A5E6FAD4BB2C}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