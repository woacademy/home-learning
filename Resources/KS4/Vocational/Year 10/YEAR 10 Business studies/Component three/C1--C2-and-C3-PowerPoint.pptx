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8038BF-B735-495F-990D-B86FB38A8CB8}">
  <a:tblStyle styleId="{A78038BF-B735-495F-990D-B86FB38A8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{A78038BF-B735-495F-990D-B86FB38A8CB8}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