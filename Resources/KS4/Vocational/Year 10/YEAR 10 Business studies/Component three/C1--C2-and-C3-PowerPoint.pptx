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1A903C-233B-463E-A4DD-0BD32571C81C}">
  <a:tblStyle styleId="{F31A903C-233B-463E-A4DD-0BD32571C8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{F31A903C-233B-463E-A4DD-0BD32571C81C}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