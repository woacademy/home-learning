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EE309F-6415-48B7-895F-736631AFA7DB}">
  <a:tblStyle styleId="{DCEE309F-6415-48B7-895F-736631AFA7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{DCEE309F-6415-48B7-895F-736631AFA7DB}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