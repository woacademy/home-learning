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CB0D2C-E08D-4E9F-A7FA-DACAB438CA0A}">
  <a:tblStyle styleId="{98CB0D2C-E08D-4E9F-A7FA-DACAB438CA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{98CB0D2C-E08D-4E9F-A7FA-DACAB438CA0A}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