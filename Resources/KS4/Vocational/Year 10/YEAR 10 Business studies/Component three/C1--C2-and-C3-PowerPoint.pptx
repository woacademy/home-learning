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C8AFDD-BB89-46CB-B92F-8CBA918E9B04}">
  <a:tblStyle styleId="{23C8AFDD-BB89-46CB-B92F-8CBA918E9B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{23C8AFDD-BB89-46CB-B92F-8CBA918E9B04}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