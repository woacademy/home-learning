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6C7E44-AF8B-4992-85DB-5A2CACDB19D9}">
  <a:tblStyle styleId="{706C7E44-AF8B-4992-85DB-5A2CACDB19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{706C7E44-AF8B-4992-85DB-5A2CACDB19D9}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