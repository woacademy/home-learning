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B04939-12D0-4C58-B56C-74319DD486A1}">
  <a:tblStyle styleId="{56B04939-12D0-4C58-B56C-74319DD486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{56B04939-12D0-4C58-B56C-74319DD486A1}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