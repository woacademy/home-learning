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168817D-A291-4499-B4EC-9F75A206D8B6}">
  <a:tblStyle styleId="{7168817D-A291-4499-B4EC-9F75A206D8B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{7168817D-A291-4499-B4EC-9F75A206D8B6}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