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D20A6D-EBC6-4B87-AD29-A77E924511F2}">
  <a:tblStyle styleId="{6CD20A6D-EBC6-4B87-AD29-A77E924511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{6CD20A6D-EBC6-4B87-AD29-A77E924511F2}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