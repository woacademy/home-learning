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B562D3-1EFB-4CA6-862C-5F3C1CA5E717}">
  <a:tblStyle styleId="{5DB562D3-1EFB-4CA6-862C-5F3C1CA5E7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{5DB562D3-1EFB-4CA6-862C-5F3C1CA5E717}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