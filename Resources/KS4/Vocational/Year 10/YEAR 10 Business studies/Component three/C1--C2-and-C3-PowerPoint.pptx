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DEA422-55D1-409C-8D54-84C8F44379E4}">
  <a:tblStyle styleId="{4DDEA422-55D1-409C-8D54-84C8F44379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{4DDEA422-55D1-409C-8D54-84C8F44379E4}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