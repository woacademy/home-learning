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8AF4B0-1BDF-46C2-890C-F5D00F9DA6D8}">
  <a:tblStyle styleId="{CB8AF4B0-1BDF-46C2-890C-F5D00F9DA6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{CB8AF4B0-1BDF-46C2-890C-F5D00F9DA6D8}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