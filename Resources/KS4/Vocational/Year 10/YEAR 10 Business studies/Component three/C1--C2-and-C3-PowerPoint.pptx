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798477-98B8-40C2-BD84-6DA8DB974B5C}">
  <a:tblStyle styleId="{98798477-98B8-40C2-BD84-6DA8DB974B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{98798477-98B8-40C2-BD84-6DA8DB974B5C}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