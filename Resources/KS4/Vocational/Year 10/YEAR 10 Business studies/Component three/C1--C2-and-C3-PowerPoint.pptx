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16B6C9-BB67-4D2C-A3BE-F84FB8AC4A07}">
  <a:tblStyle styleId="{3716B6C9-BB67-4D2C-A3BE-F84FB8AC4A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{3716B6C9-BB67-4D2C-A3BE-F84FB8AC4A07}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