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F373E4-3D2C-4E3E-A300-C99AAA1DA205}">
  <a:tblStyle styleId="{A6F373E4-3D2C-4E3E-A300-C99AAA1DA2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{A6F373E4-3D2C-4E3E-A300-C99AAA1DA205}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