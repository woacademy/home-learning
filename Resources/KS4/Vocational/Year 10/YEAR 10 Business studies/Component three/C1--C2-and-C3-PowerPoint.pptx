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6ABFB2-01E8-4572-BFBA-FDEFCF583DCF}">
  <a:tblStyle styleId="{0C6ABFB2-01E8-4572-BFBA-FDEFCF583D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{0C6ABFB2-01E8-4572-BFBA-FDEFCF583DCF}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