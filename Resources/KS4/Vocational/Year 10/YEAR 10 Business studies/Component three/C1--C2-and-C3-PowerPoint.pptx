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404828A-3141-497E-A459-DA69C17A52D4}">
  <a:tblStyle styleId="{2404828A-3141-497E-A459-DA69C17A52D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0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Relationship Id="rId4" Type="http://schemas.openxmlformats.org/officeDocument/2006/relationships/image" Target="../media/image1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8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4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6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5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{2404828A-3141-497E-A459-DA69C17A52D4}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