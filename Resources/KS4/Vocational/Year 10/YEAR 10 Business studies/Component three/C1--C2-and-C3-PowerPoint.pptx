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04C61C-BD9E-4D88-8F46-FCBBC2A79461}">
  <a:tblStyle styleId="{FE04C61C-BD9E-4D88-8F46-FCBBC2A794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{FE04C61C-BD9E-4D88-8F46-FCBBC2A79461}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