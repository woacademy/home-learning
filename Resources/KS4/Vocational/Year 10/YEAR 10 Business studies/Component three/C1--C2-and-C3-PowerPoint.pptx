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45CDD3-FE1A-413E-89C6-A674B53FC78D}">
  <a:tblStyle styleId="{7C45CDD3-FE1A-413E-89C6-A674B53FC7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{7C45CDD3-FE1A-413E-89C6-A674B53FC78D}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