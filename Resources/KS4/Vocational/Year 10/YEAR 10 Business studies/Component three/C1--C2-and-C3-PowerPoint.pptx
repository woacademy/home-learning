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79EA64-AA99-4633-B5FE-FD851714927D}">
  <a:tblStyle styleId="{E079EA64-AA99-4633-B5FE-FD85171492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{E079EA64-AA99-4633-B5FE-FD851714927D}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