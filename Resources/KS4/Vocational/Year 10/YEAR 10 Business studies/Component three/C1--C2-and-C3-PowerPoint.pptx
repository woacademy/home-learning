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BB0EFDC-27A5-48C8-80B4-06E0E8402E2C}">
  <a:tblStyle styleId="{FBB0EFDC-27A5-48C8-80B4-06E0E8402E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{FBB0EFDC-27A5-48C8-80B4-06E0E8402E2C}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