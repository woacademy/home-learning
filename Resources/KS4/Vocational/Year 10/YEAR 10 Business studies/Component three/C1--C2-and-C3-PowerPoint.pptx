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FA85F0-C439-4C99-939F-1090CDBA7051}">
  <a:tblStyle styleId="{5BFA85F0-C439-4C99-939F-1090CDBA70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{5BFA85F0-C439-4C99-939F-1090CDBA7051}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