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8BBE8E-F8F4-4899-BEF1-1816B35F06C1}">
  <a:tblStyle styleId="{A18BBE8E-F8F4-4899-BEF1-1816B35F06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{A18BBE8E-F8F4-4899-BEF1-1816B35F06C1}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