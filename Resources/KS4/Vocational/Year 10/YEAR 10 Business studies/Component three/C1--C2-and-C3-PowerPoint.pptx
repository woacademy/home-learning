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233C0-18BA-441F-90C6-2FBB2956D308}">
  <a:tblStyle styleId="{6C3233C0-18BA-441F-90C6-2FBB2956D3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{6C3233C0-18BA-441F-90C6-2FBB2956D308}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