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4611DE-C600-4690-822A-E6BEEB1F261D}">
  <a:tblStyle styleId="{514611DE-C600-4690-822A-E6BEEB1F26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{514611DE-C600-4690-822A-E6BEEB1F261D}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