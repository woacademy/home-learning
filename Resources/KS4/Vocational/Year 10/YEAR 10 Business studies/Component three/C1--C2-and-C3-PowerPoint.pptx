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189ECD-DDDD-467C-8652-D1A23857EF72}">
  <a:tblStyle styleId="{92189ECD-DDDD-467C-8652-D1A23857EF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{92189ECD-DDDD-467C-8652-D1A23857EF72}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