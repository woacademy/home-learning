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803272-0A34-4E15-88DD-778CA48B251B}">
  <a:tblStyle styleId="{06803272-0A34-4E15-88DD-778CA48B25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{06803272-0A34-4E15-88DD-778CA48B251B}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