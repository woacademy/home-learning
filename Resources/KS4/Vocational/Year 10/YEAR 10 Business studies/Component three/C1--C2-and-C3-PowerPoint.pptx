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496728-B941-4398-B0E9-E2A6313EB5A9}">
  <a:tblStyle styleId="{FA496728-B941-4398-B0E9-E2A6313EB5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{FA496728-B941-4398-B0E9-E2A6313EB5A9}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