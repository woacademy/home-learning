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D46E4D-649C-4346-A7D2-71F479DC9325}">
  <a:tblStyle styleId="{76D46E4D-649C-4346-A7D2-71F479DC93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{76D46E4D-649C-4346-A7D2-71F479DC9325}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