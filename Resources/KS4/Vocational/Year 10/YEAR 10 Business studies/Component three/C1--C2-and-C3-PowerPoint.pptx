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3E6255-A3AA-4A03-98E2-F31ED60E64FA}">
  <a:tblStyle styleId="{933E6255-A3AA-4A03-98E2-F31ED60E64F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{933E6255-A3AA-4A03-98E2-F31ED60E64FA}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