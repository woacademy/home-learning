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E915FF-528B-43EA-ABB2-10906230DD09}">
  <a:tblStyle styleId="{CBE915FF-528B-43EA-ABB2-10906230DD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{CBE915FF-528B-43EA-ABB2-10906230DD09}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