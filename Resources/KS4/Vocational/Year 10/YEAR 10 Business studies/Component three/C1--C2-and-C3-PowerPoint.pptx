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7478D8-88B0-4556-9401-DE1BE05C4624}">
  <a:tblStyle styleId="{BE7478D8-88B0-4556-9401-DE1BE05C46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{BE7478D8-88B0-4556-9401-DE1BE05C4624}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