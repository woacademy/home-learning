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250F5-821B-4995-A1BD-537B13B3EA25}">
  <a:tblStyle styleId="{4E9250F5-821B-4995-A1BD-537B13B3EA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{4E9250F5-821B-4995-A1BD-537B13B3EA25}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