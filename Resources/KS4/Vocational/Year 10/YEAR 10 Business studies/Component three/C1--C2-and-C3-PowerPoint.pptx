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24B20A-C123-4E4B-AB3C-3B01365B60B9}">
  <a:tblStyle styleId="{7624B20A-C123-4E4B-AB3C-3B01365B60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{7624B20A-C123-4E4B-AB3C-3B01365B60B9}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