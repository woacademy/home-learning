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D31C6A-ADC7-4B79-B231-51DFA47D7E94}">
  <a:tblStyle styleId="{93D31C6A-ADC7-4B79-B231-51DFA47D7E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{93D31C6A-ADC7-4B79-B231-51DFA47D7E94}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