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2A380A-673A-41D5-948C-68984AB51EA2}">
  <a:tblStyle styleId="{A52A380A-673A-41D5-948C-68984AB51E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{A52A380A-673A-41D5-948C-68984AB51EA2}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