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8F81B65-EC75-4BFF-8213-0B6E70A65A3F}">
  <a:tblStyle styleId="{88F81B65-EC75-4BFF-8213-0B6E70A65A3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{88F81B65-EC75-4BFF-8213-0B6E70A65A3F}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