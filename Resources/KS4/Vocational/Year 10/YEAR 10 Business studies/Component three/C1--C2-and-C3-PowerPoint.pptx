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3647DA-B9BC-4A6A-8BCA-7E66CDC8A672}">
  <a:tblStyle styleId="{BD3647DA-B9BC-4A6A-8BCA-7E66CDC8A67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{BD3647DA-B9BC-4A6A-8BCA-7E66CDC8A672}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