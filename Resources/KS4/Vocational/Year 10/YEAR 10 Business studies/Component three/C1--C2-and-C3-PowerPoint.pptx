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AE36A3-B079-4AFC-BD34-7CA7C59D4C00}">
  <a:tblStyle styleId="{8EAE36A3-B079-4AFC-BD34-7CA7C59D4C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{8EAE36A3-B079-4AFC-BD34-7CA7C59D4C00}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