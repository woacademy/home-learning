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F9CFD1-7B23-4069-AA80-EDCC7D8BD21C}">
  <a:tblStyle styleId="{04F9CFD1-7B23-4069-AA80-EDCC7D8BD2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{04F9CFD1-7B23-4069-AA80-EDCC7D8BD21C}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