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84D3F-4D1C-4D34-975F-5DE23D56F9AD}">
  <a:tblStyle styleId="{33284D3F-4D1C-4D34-975F-5DE23D56F9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{33284D3F-4D1C-4D34-975F-5DE23D56F9AD}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