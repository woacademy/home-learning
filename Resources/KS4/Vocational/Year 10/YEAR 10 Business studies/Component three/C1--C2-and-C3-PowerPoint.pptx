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6ABE556-2C5E-468A-A0E2-44780AA3F239}">
  <a:tblStyle styleId="{26ABE556-2C5E-468A-A0E2-44780AA3F2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{26ABE556-2C5E-468A-A0E2-44780AA3F239}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