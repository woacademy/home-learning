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129B3E-0348-4C61-B7A8-652FC8418A25}">
  <a:tblStyle styleId="{C5129B3E-0348-4C61-B7A8-652FC8418A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{C5129B3E-0348-4C61-B7A8-652FC8418A25}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