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7011A6-6F63-4EA1-9A26-81C020E901AB}">
  <a:tblStyle styleId="{E67011A6-6F63-4EA1-9A26-81C020E901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{E67011A6-6F63-4EA1-9A26-81C020E901AB}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