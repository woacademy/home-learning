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29D867-0716-46A9-8272-A473B7CD02A6}">
  <a:tblStyle styleId="{2D29D867-0716-46A9-8272-A473B7CD02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{2D29D867-0716-46A9-8272-A473B7CD02A6}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