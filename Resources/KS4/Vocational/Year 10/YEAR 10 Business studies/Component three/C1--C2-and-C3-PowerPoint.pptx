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B5AE4F-F25A-41C6-9548-C6AB86C7F901}">
  <a:tblStyle styleId="{ADB5AE4F-F25A-41C6-9548-C6AB86C7F9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{ADB5AE4F-F25A-41C6-9548-C6AB86C7F901}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