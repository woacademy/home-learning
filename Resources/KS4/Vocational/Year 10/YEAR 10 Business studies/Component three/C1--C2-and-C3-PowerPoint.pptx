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A7B6D9-E556-44B8-821E-E862C28F086B}">
  <a:tblStyle styleId="{DFA7B6D9-E556-44B8-821E-E862C28F08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{DFA7B6D9-E556-44B8-821E-E862C28F086B}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