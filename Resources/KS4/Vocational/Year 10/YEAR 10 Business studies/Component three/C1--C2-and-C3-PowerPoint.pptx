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E76656-F5D1-4372-90C7-2755D72156AE}">
  <a:tblStyle styleId="{E7E76656-F5D1-4372-90C7-2755D72156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{E7E76656-F5D1-4372-90C7-2755D72156AE}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