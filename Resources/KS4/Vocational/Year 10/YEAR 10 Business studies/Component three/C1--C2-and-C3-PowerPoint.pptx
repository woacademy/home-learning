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9F0452-FA6B-4740-B759-E7592FF8119B}">
  <a:tblStyle styleId="{DB9F0452-FA6B-4740-B759-E7592FF811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{DB9F0452-FA6B-4740-B759-E7592FF8119B}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