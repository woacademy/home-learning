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E489BA-BBB7-4293-81B7-DFD7FBDE267F}">
  <a:tblStyle styleId="{4AE489BA-BBB7-4293-81B7-DFD7FBDE267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{4AE489BA-BBB7-4293-81B7-DFD7FBDE267F}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