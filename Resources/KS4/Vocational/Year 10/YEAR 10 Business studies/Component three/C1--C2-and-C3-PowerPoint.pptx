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2190FF-67DE-4A46-8268-B69F9A5FDD8E}">
  <a:tblStyle styleId="{582190FF-67DE-4A46-8268-B69F9A5FDD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{582190FF-67DE-4A46-8268-B69F9A5FDD8E}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