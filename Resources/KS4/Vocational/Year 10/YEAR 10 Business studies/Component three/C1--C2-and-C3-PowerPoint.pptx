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43469-8225-484B-97E2-41E81F5C4297}">
  <a:tblStyle styleId="{EF643469-8225-484B-97E2-41E81F5C42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{EF643469-8225-484B-97E2-41E81F5C4297}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