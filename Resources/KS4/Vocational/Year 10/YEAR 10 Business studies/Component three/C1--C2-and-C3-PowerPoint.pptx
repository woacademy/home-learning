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776E8-4DE5-4FBD-9BE0-D6258F431A53}">
  <a:tblStyle styleId="{F5A776E8-4DE5-4FBD-9BE0-D6258F431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{F5A776E8-4DE5-4FBD-9BE0-D6258F431A53}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