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512268-DAC1-474C-B6E3-A0525CCEFC13}">
  <a:tblStyle styleId="{C8512268-DAC1-474C-B6E3-A0525CCEFC1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{C8512268-DAC1-474C-B6E3-A0525CCEFC13}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