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4BD4AB-0ED7-42C4-A34B-752F1EECEB43}">
  <a:tblStyle styleId="{F94BD4AB-0ED7-42C4-A34B-752F1EECEB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{F94BD4AB-0ED7-42C4-A34B-752F1EECEB43}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