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F47321-3CFB-4B97-81C2-5368BEC9C96E}">
  <a:tblStyle styleId="{1BF47321-3CFB-4B97-81C2-5368BEC9C9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{1BF47321-3CFB-4B97-81C2-5368BEC9C96E}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