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DA79E7-186F-409A-BC4B-CA52BE539560}">
  <a:tblStyle styleId="{49DA79E7-186F-409A-BC4B-CA52BE5395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{49DA79E7-186F-409A-BC4B-CA52BE539560}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