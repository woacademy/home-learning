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53473D4-D2C5-4C3C-BA7A-92582FB8AC45}">
  <a:tblStyle styleId="{E53473D4-D2C5-4C3C-BA7A-92582FB8AC4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{E53473D4-D2C5-4C3C-BA7A-92582FB8AC45}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