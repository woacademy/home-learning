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D73454-52F6-4DC5-9E72-9951327B0F4D}">
  <a:tblStyle styleId="{35D73454-52F6-4DC5-9E72-9951327B0F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{35D73454-52F6-4DC5-9E72-9951327B0F4D}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