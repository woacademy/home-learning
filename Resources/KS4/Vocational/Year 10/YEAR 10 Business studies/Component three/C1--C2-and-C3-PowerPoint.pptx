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C053F5-FCF9-480E-ABD8-650E61DDE299}">
  <a:tblStyle styleId="{78C053F5-FCF9-480E-ABD8-650E61DDE2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{78C053F5-FCF9-480E-ABD8-650E61DDE299}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