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C005B9-140E-4D1A-85F1-A03B7BE82A07}">
  <a:tblStyle styleId="{03C005B9-140E-4D1A-85F1-A03B7BE82A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{03C005B9-140E-4D1A-85F1-A03B7BE82A07}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