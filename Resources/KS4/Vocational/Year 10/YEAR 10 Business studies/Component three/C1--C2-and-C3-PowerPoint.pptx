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8ABFA-CE0D-4B24-81CD-1DFA060A6D26}">
  <a:tblStyle styleId="{ECC8ABFA-CE0D-4B24-81CD-1DFA060A6D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{ECC8ABFA-CE0D-4B24-81CD-1DFA060A6D26}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