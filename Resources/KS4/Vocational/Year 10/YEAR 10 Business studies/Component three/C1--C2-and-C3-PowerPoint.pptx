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ADCD52-011F-44AC-9E1C-CE9F300972A9}">
  <a:tblStyle styleId="{6AADCD52-011F-44AC-9E1C-CE9F300972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{6AADCD52-011F-44AC-9E1C-CE9F300972A9}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