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532807-F927-4F86-8BEA-ADD8C9BC0575}">
  <a:tblStyle styleId="{DE532807-F927-4F86-8BEA-ADD8C9BC057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{DE532807-F927-4F86-8BEA-ADD8C9BC0575}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