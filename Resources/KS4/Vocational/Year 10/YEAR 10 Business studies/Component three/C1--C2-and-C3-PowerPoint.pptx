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2AD623-EA1F-4DAE-92E1-EF2FC855AB0D}">
  <a:tblStyle styleId="{5A2AD623-EA1F-4DAE-92E1-EF2FC855AB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{5A2AD623-EA1F-4DAE-92E1-EF2FC855AB0D}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