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D41E90-C217-4AEE-B10F-B9B6BD5497BF}">
  <a:tblStyle styleId="{D8D41E90-C217-4AEE-B10F-B9B6BD5497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{D8D41E90-C217-4AEE-B10F-B9B6BD5497BF}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