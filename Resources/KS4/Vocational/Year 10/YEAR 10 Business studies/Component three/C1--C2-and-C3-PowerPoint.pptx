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971104-2E2D-448C-B220-833095FAF950}">
  <a:tblStyle styleId="{34971104-2E2D-448C-B220-833095FAF95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{34971104-2E2D-448C-B220-833095FAF950}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