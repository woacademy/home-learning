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176060-F502-48A4-83EE-FA492B86EB41}">
  <a:tblStyle styleId="{83176060-F502-48A4-83EE-FA492B86EB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{83176060-F502-48A4-83EE-FA492B86EB41}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