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8E402F-1521-4FB0-B58D-85107D4729E8}">
  <a:tblStyle styleId="{CA8E402F-1521-4FB0-B58D-85107D4729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{CA8E402F-1521-4FB0-B58D-85107D4729E8}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