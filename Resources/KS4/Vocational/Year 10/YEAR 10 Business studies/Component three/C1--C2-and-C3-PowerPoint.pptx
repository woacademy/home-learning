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694EE-3AA2-4D8C-8BEF-63B90CE609CF}">
  <a:tblStyle styleId="{6A6694EE-3AA2-4D8C-8BEF-63B90CE609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{6A6694EE-3AA2-4D8C-8BEF-63B90CE609CF}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