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8870EF-B774-49CF-B366-F511071082A3}">
  <a:tblStyle styleId="{408870EF-B774-49CF-B366-F511071082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{408870EF-B774-49CF-B366-F511071082A3}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