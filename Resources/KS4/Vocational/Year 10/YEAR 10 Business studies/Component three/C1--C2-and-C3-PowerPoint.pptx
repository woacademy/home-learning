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158B86-EDD5-4926-B231-87CB7202FECA}">
  <a:tblStyle styleId="{4E158B86-EDD5-4926-B231-87CB7202FE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{4E158B86-EDD5-4926-B231-87CB7202FECA}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