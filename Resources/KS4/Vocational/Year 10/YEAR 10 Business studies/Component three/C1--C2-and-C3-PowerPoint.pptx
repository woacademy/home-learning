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0F0C80-6DD6-4211-A7C5-700A4B6A5F7E}">
  <a:tblStyle styleId="{840F0C80-6DD6-4211-A7C5-700A4B6A5F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{840F0C80-6DD6-4211-A7C5-700A4B6A5F7E}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