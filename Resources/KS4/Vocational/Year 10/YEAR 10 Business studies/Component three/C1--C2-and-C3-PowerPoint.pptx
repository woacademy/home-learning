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1E80CF-1B9D-4DEC-8006-CEEDAAF790FB}">
  <a:tblStyle styleId="{1B1E80CF-1B9D-4DEC-8006-CEEDAAF790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{1B1E80CF-1B9D-4DEC-8006-CEEDAAF790FB}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