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A180FF-5909-4EC7-9D67-A73D5DE4298C}">
  <a:tblStyle styleId="{35A180FF-5909-4EC7-9D67-A73D5DE429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{35A180FF-5909-4EC7-9D67-A73D5DE4298C}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