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565DE3-A47A-4C85-8B38-68D4855F65CC}">
  <a:tblStyle styleId="{15565DE3-A47A-4C85-8B38-68D4855F65C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{15565DE3-A47A-4C85-8B38-68D4855F65CC}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