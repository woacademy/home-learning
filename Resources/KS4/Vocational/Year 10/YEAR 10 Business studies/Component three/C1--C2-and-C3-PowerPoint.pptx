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36B996-8767-4786-8AB7-96C0633FC615}">
  <a:tblStyle styleId="{B336B996-8767-4786-8AB7-96C0633FC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{B336B996-8767-4786-8AB7-96C0633FC615}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