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7618C-D0AF-451F-83DE-023BDEBF05F0}">
  <a:tblStyle styleId="{83C7618C-D0AF-451F-83DE-023BDEBF05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{83C7618C-D0AF-451F-83DE-023BDEBF05F0}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