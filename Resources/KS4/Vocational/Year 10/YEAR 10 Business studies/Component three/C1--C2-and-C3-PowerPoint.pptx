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F3000A-46C1-4F0F-939C-A9C89827EA46}">
  <a:tblStyle styleId="{41F3000A-46C1-4F0F-939C-A9C89827EA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{41F3000A-46C1-4F0F-939C-A9C89827EA46}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