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E50A7-B659-472F-AC2E-FE37D68DB37D}">
  <a:tblStyle styleId="{B2DE50A7-B659-472F-AC2E-FE37D68DB3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{B2DE50A7-B659-472F-AC2E-FE37D68DB37D}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