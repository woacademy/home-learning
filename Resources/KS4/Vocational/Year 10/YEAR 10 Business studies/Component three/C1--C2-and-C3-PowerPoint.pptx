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F11778-14FF-49FE-9D4D-703FAF34099B}">
  <a:tblStyle styleId="{E4F11778-14FF-49FE-9D4D-703FAF3409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{E4F11778-14FF-49FE-9D4D-703FAF34099B}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