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A33A0E-E384-451C-A724-88C6FFD9217F}">
  <a:tblStyle styleId="{94A33A0E-E384-451C-A724-88C6FFD921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{94A33A0E-E384-451C-A724-88C6FFD9217F}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