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DCFCE-A950-44F3-9CF9-98B9CCB46A75}">
  <a:tblStyle styleId="{568DCFCE-A950-44F3-9CF9-98B9CCB46A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{568DCFCE-A950-44F3-9CF9-98B9CCB46A75}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