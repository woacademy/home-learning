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A7ABAF-AC3E-4720-988E-E961B28B7A5B}">
  <a:tblStyle styleId="{C7A7ABAF-AC3E-4720-988E-E961B28B7A5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{C7A7ABAF-AC3E-4720-988E-E961B28B7A5B}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