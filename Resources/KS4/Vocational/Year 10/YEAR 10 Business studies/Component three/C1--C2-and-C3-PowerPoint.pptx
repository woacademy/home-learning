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60F39-80FA-451F-9B6D-8E1229C31572}">
  <a:tblStyle styleId="{ECC60F39-80FA-451F-9B6D-8E1229C315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{ECC60F39-80FA-451F-9B6D-8E1229C31572}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