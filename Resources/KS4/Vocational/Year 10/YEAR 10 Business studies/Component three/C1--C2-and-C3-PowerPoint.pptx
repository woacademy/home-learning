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55E505-B615-4FC4-BC94-7B837E8CC128}">
  <a:tblStyle styleId="{9F55E505-B615-4FC4-BC94-7B837E8CC1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{9F55E505-B615-4FC4-BC94-7B837E8CC128}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