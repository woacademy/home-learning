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D51BF9-FE70-4DC0-96B2-BB7EDDCD9F1C}">
  <a:tblStyle styleId="{27D51BF9-FE70-4DC0-96B2-BB7EDDCD9F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{27D51BF9-FE70-4DC0-96B2-BB7EDDCD9F1C}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