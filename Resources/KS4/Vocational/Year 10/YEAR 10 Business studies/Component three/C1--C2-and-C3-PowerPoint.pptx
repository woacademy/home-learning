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3A3683-FFBF-4C27-9F01-004744ECDA4F}">
  <a:tblStyle styleId="{0F3A3683-FFBF-4C27-9F01-004744ECDA4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{0F3A3683-FFBF-4C27-9F01-004744ECDA4F}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