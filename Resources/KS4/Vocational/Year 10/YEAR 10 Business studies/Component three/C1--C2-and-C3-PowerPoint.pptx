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ADF7E1-D310-4D15-864C-52A7D1E4D12E}">
  <a:tblStyle styleId="{2BADF7E1-D310-4D15-864C-52A7D1E4D1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{2BADF7E1-D310-4D15-864C-52A7D1E4D12E}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