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BE3ED3-DD00-454C-9452-299554787D81}">
  <a:tblStyle styleId="{0DBE3ED3-DD00-454C-9452-299554787D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{0DBE3ED3-DD00-454C-9452-299554787D81}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