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C20EB1-D291-423F-A229-A32794797CE2}">
  <a:tblStyle styleId="{0FC20EB1-D291-423F-A229-A32794797C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{0FC20EB1-D291-423F-A229-A32794797CE2}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