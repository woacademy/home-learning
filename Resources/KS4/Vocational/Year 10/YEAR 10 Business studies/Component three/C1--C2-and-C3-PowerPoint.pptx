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FF307-EAFD-4737-B143-51519029E462}">
  <a:tblStyle styleId="{F75FF307-EAFD-4737-B143-51519029E4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{F75FF307-EAFD-4737-B143-51519029E462}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