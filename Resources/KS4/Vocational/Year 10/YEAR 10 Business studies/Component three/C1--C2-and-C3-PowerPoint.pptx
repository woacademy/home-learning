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18719D-6AF3-4B3D-B37C-4EC4B01A4BF6}">
  <a:tblStyle styleId="{7518719D-6AF3-4B3D-B37C-4EC4B01A4B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{7518719D-6AF3-4B3D-B37C-4EC4B01A4BF6}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