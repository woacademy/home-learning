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5502E-198E-4D47-AC86-835334D1197D}">
  <a:tblStyle styleId="{6D75502E-198E-4D47-AC86-835334D119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{6D75502E-198E-4D47-AC86-835334D1197D}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