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15B658-CB8F-43DE-99B0-8CE726E70A24}">
  <a:tblStyle styleId="{8215B658-CB8F-43DE-99B0-8CE726E70A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{8215B658-CB8F-43DE-99B0-8CE726E70A24}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