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DFF4A2-5932-4997-8ACB-DA090B613D20}">
  <a:tblStyle styleId="{0ADFF4A2-5932-4997-8ACB-DA090B613D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{0ADFF4A2-5932-4997-8ACB-DA090B613D20}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