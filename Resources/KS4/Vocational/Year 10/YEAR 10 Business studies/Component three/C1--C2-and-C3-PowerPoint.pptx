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9CB6AE7-2485-4F3F-BD00-EE487F7264D7}">
  <a:tblStyle styleId="{E9CB6AE7-2485-4F3F-BD00-EE487F7264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{E9CB6AE7-2485-4F3F-BD00-EE487F7264D7}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