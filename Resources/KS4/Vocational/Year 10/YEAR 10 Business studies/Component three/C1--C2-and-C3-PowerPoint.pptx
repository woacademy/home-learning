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9B9AB4-6FA2-47C3-A391-B927D9E0DC4C}">
  <a:tblStyle styleId="{269B9AB4-6FA2-47C3-A391-B927D9E0D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{269B9AB4-6FA2-47C3-A391-B927D9E0DC4C}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