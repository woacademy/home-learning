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4A0020-FC19-4ACD-8B50-29D54281F44B}">
  <a:tblStyle styleId="{2B4A0020-FC19-4ACD-8B50-29D54281F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{2B4A0020-FC19-4ACD-8B50-29D54281F44B}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