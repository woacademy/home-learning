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071FBC-AD5B-439C-A380-1A13BA14BF51}">
  <a:tblStyle styleId="{F0071FBC-AD5B-439C-A380-1A13BA14BF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{F0071FBC-AD5B-439C-A380-1A13BA14BF51}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