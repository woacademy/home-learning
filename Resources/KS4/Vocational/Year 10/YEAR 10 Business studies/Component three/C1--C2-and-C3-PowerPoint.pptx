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A6B4FF3-4774-48C7-B3DD-B69F8A549B34}">
  <a:tblStyle styleId="{8A6B4FF3-4774-48C7-B3DD-B69F8A549B3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{8A6B4FF3-4774-48C7-B3DD-B69F8A549B34}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