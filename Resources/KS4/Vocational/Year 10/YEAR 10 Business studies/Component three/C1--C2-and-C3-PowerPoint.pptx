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FFE8651-706B-4BB3-8CA4-B03441F218D4}">
  <a:tblStyle styleId="{AFFE8651-706B-4BB3-8CA4-B03441F218D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{AFFE8651-706B-4BB3-8CA4-B03441F218D4}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