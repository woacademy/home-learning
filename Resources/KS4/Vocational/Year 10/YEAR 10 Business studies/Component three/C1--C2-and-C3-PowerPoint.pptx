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505D50-8139-42E6-9BBF-9D79E410A7D2}">
  <a:tblStyle styleId="{E1505D50-8139-42E6-9BBF-9D79E410A7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{E1505D50-8139-42E6-9BBF-9D79E410A7D2}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