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02BA5A-60D3-4568-A207-9E396BAAA7B0}">
  <a:tblStyle styleId="{2C02BA5A-60D3-4568-A207-9E396BAAA7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{2C02BA5A-60D3-4568-A207-9E396BAAA7B0}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