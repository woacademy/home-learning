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4B2A09-7F2C-4E4A-8F76-C3AE0ED87230}">
  <a:tblStyle styleId="{374B2A09-7F2C-4E4A-8F76-C3AE0ED872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{374B2A09-7F2C-4E4A-8F76-C3AE0ED87230}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