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4C9359-CE04-43CA-9EC9-4CA6D2BEBE88}">
  <a:tblStyle styleId="{C64C9359-CE04-43CA-9EC9-4CA6D2BEB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{C64C9359-CE04-43CA-9EC9-4CA6D2BEBE88}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