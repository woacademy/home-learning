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EC672E-F9B7-477D-B116-145D002103FC}">
  <a:tblStyle styleId="{77EC672E-F9B7-477D-B116-145D002103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{77EC672E-F9B7-477D-B116-145D002103FC}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