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05E479-2C0C-4005-A40C-1B6BD457E5C1}">
  <a:tblStyle styleId="{1805E479-2C0C-4005-A40C-1B6BD457E5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{1805E479-2C0C-4005-A40C-1B6BD457E5C1}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