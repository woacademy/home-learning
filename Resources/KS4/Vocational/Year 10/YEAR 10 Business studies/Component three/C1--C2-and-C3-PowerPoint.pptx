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6DC423-D4D1-45BE-99C1-C0973E3D638F}">
  <a:tblStyle styleId="{E36DC423-D4D1-45BE-99C1-C0973E3D63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{E36DC423-D4D1-45BE-99C1-C0973E3D638F}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