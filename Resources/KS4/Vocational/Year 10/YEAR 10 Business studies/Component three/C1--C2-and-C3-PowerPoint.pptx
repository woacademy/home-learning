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EE3FB-081D-45C8-B48F-990C31D18896}">
  <a:tblStyle styleId="{895EE3FB-081D-45C8-B48F-990C31D188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{895EE3FB-081D-45C8-B48F-990C31D18896}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