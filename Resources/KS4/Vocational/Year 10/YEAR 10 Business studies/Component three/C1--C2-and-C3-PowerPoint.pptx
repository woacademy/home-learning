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D82DBB-466A-4290-9812-E93B730D1D94}">
  <a:tblStyle styleId="{82D82DBB-466A-4290-9812-E93B730D1D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{82D82DBB-466A-4290-9812-E93B730D1D94}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