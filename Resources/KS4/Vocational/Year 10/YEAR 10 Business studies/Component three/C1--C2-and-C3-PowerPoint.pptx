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B8D019-6117-4D5F-8605-85306CB4D527}">
  <a:tblStyle styleId="{07B8D019-6117-4D5F-8605-85306CB4D5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{07B8D019-6117-4D5F-8605-85306CB4D527}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