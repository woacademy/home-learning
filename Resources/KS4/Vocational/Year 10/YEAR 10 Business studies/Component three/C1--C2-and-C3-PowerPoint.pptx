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EA1D48-8B3E-403A-9461-450E68F896A3}">
  <a:tblStyle styleId="{3EEA1D48-8B3E-403A-9461-450E68F896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{3EEA1D48-8B3E-403A-9461-450E68F896A3}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