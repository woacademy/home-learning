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34C5E-7FAD-440F-ABA0-652DD8929E81}">
  <a:tblStyle styleId="{0C134C5E-7FAD-440F-ABA0-652DD8929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{0C134C5E-7FAD-440F-ABA0-652DD8929E81}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