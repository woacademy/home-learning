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E8017C-ACCE-436E-94C6-40FC3E8F40AF}">
  <a:tblStyle styleId="{66E8017C-ACCE-436E-94C6-40FC3E8F40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{66E8017C-ACCE-436E-94C6-40FC3E8F40AF}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