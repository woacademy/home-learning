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8DD433-7219-4E54-AC5F-EE00BB8F63E8}">
  <a:tblStyle styleId="{FA8DD433-7219-4E54-AC5F-EE00BB8F63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{FA8DD433-7219-4E54-AC5F-EE00BB8F63E8}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