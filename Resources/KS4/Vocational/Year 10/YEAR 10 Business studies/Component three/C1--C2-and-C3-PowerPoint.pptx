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613C46-F14D-4365-B830-907EF086D804}">
  <a:tblStyle styleId="{7C613C46-F14D-4365-B830-907EF086D8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{7C613C46-F14D-4365-B830-907EF086D804}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