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6F79E-A154-4744-9B54-4EC0A45D4CDE}">
  <a:tblStyle styleId="{1A96F79E-A154-4744-9B54-4EC0A45D4C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{1A96F79E-A154-4744-9B54-4EC0A45D4CDE}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