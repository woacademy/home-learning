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8FA256-A90B-433C-BFF4-2225FAACE429}">
  <a:tblStyle styleId="{DE8FA256-A90B-433C-BFF4-2225FAACE4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{DE8FA256-A90B-433C-BFF4-2225FAACE429}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