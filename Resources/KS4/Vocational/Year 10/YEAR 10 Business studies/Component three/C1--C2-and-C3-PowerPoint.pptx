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6E3807-C107-4655-B959-E81B1F0F2D60}">
  <a:tblStyle styleId="{E56E3807-C107-4655-B959-E81B1F0F2D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{E56E3807-C107-4655-B959-E81B1F0F2D60}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