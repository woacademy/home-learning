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3BD935-FFDC-4CA6-80F6-6DF3F1911D78}">
  <a:tblStyle styleId="{663BD935-FFDC-4CA6-80F6-6DF3F1911D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{663BD935-FFDC-4CA6-80F6-6DF3F1911D78}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