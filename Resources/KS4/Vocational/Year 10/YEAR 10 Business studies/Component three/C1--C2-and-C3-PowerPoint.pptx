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920D07-E5D0-42A3-85B5-1D25FA7EB22D}">
  <a:tblStyle styleId="{A3920D07-E5D0-42A3-85B5-1D25FA7EB2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{A3920D07-E5D0-42A3-85B5-1D25FA7EB22D}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