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52C311-3FFA-4782-A076-4571989A056C}">
  <a:tblStyle styleId="{B952C311-3FFA-4782-A076-4571989A05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{B952C311-3FFA-4782-A076-4571989A056C}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