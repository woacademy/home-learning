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AC1BBA2-E1AB-4115-9D61-EC0A95876E6C}">
  <a:tblStyle styleId="{CAC1BBA2-E1AB-4115-9D61-EC0A95876E6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8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5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{CAC1BBA2-E1AB-4115-9D61-EC0A95876E6C}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