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B54C8A-2EA4-47E3-8C05-0C72A4C73368}">
  <a:tblStyle styleId="{C3B54C8A-2EA4-47E3-8C05-0C72A4C733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{C3B54C8A-2EA4-47E3-8C05-0C72A4C73368}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