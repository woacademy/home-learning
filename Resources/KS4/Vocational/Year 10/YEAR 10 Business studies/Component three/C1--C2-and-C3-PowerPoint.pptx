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54102D-3C78-4E96-A59D-3A30CBA32A11}">
  <a:tblStyle styleId="{7C54102D-3C78-4E96-A59D-3A30CBA32A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{7C54102D-3C78-4E96-A59D-3A30CBA32A11}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