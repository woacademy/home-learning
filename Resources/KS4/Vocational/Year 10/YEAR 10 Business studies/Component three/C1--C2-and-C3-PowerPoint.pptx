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653E04-0AB0-4F8C-B779-8745388DFB72}">
  <a:tblStyle styleId="{39653E04-0AB0-4F8C-B779-8745388DFB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{39653E04-0AB0-4F8C-B779-8745388DFB72}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