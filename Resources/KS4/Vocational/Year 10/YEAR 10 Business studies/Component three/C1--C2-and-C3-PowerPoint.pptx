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F77B21E-5F0E-43A2-A859-C65F5E86DE2D}">
  <a:tblStyle styleId="{CF77B21E-5F0E-43A2-A859-C65F5E86DE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{CF77B21E-5F0E-43A2-A859-C65F5E86DE2D}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