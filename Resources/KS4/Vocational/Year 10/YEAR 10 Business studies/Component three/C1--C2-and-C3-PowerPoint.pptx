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F79A425-D52D-4CDA-B8C7-F90919F5ED8C}">
  <a:tblStyle styleId="{6F79A425-D52D-4CDA-B8C7-F90919F5E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{6F79A425-D52D-4CDA-B8C7-F90919F5ED8C}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