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2E252A-D11F-49E2-BDA4-DB73D628AC32}">
  <a:tblStyle styleId="{2D2E252A-D11F-49E2-BDA4-DB73D628AC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{2D2E252A-D11F-49E2-BDA4-DB73D628AC32}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