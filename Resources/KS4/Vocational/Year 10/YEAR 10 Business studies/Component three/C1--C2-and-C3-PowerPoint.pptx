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4DE337-FAA6-4C30-94D6-FBB16A5BB1BF}">
  <a:tblStyle styleId="{354DE337-FAA6-4C30-94D6-FBB16A5BB1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{354DE337-FAA6-4C30-94D6-FBB16A5BB1BF}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