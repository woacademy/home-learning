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60BBD2-DE85-4C5F-A179-6C12DA9819E4}">
  <a:tblStyle styleId="{3060BBD2-DE85-4C5F-A179-6C12DA9819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{3060BBD2-DE85-4C5F-A179-6C12DA9819E4}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