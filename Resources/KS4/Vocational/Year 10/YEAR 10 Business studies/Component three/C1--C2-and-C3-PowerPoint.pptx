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2D614A-C9D0-4E26-B16F-D405C53D3410}">
  <a:tblStyle styleId="{AF2D614A-C9D0-4E26-B16F-D405C53D34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{AF2D614A-C9D0-4E26-B16F-D405C53D3410}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