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37D7C6-5153-4391-BADF-B66D297830E3}">
  <a:tblStyle styleId="{3B37D7C6-5153-4391-BADF-B66D29783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{3B37D7C6-5153-4391-BADF-B66D297830E3}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