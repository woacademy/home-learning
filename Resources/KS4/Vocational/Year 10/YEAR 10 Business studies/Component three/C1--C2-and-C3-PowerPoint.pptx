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DB841B-590F-412E-B102-28B5B76EE8B4}">
  <a:tblStyle styleId="{8ADB841B-590F-412E-B102-28B5B76EE8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{8ADB841B-590F-412E-B102-28B5B76EE8B4}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