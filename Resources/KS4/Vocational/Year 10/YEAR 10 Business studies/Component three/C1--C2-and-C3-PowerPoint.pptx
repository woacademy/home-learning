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73156F-5722-4AA0-9FE4-88CC6D680518}">
  <a:tblStyle styleId="{6E73156F-5722-4AA0-9FE4-88CC6D6805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{6E73156F-5722-4AA0-9FE4-88CC6D680518}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