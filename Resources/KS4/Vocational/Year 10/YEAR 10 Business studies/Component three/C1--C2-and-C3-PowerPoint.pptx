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26386E-C90B-4B20-85DA-3244907729E6}">
  <a:tblStyle styleId="{F926386E-C90B-4B20-85DA-3244907729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{F926386E-C90B-4B20-85DA-3244907729E6}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