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3648E2-71F0-40AD-B359-806425C46CB2}">
  <a:tblStyle styleId="{4F3648E2-71F0-40AD-B359-806425C46C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{4F3648E2-71F0-40AD-B359-806425C46CB2}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