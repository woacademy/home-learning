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E4C9B7-33AE-43F1-9E94-A9ECB17CD59D}">
  <a:tblStyle styleId="{B9E4C9B7-33AE-43F1-9E94-A9ECB17CD5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{B9E4C9B7-33AE-43F1-9E94-A9ECB17CD59D}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