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15F4CD-EF40-4715-A593-B438510657BF}">
  <a:tblStyle styleId="{0F15F4CD-EF40-4715-A593-B438510657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{0F15F4CD-EF40-4715-A593-B438510657BF}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