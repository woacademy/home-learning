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35D398-7363-4B9F-9BC8-36DDF6B50A34}">
  <a:tblStyle styleId="{D435D398-7363-4B9F-9BC8-36DDF6B50A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{D435D398-7363-4B9F-9BC8-36DDF6B50A34}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