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C43810-53EB-45E8-A790-BC84F5F85DB8}">
  <a:tblStyle styleId="{6FC43810-53EB-45E8-A790-BC84F5F85D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{6FC43810-53EB-45E8-A790-BC84F5F85DB8}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