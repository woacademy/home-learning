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98154B-9BF4-43B1-A2BB-F49104BF620D}">
  <a:tblStyle styleId="{AD98154B-9BF4-43B1-A2BB-F49104BF62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{AD98154B-9BF4-43B1-A2BB-F49104BF620D}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