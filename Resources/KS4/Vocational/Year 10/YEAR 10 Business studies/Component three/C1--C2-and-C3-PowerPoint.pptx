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A37B8D-5803-488D-BE19-F761767179D5}">
  <a:tblStyle styleId="{DAA37B8D-5803-488D-BE19-F761767179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{DAA37B8D-5803-488D-BE19-F761767179D5}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