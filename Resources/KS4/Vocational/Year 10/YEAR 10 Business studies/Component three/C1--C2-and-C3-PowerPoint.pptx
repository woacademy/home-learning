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FECF83-57AD-4DB4-89D0-5F35CECE9369}">
  <a:tblStyle styleId="{1DFECF83-57AD-4DB4-89D0-5F35CECE93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{1DFECF83-57AD-4DB4-89D0-5F35CECE9369}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