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2B452F-3A9D-444E-934B-2743F5EFCB77}">
  <a:tblStyle styleId="{132B452F-3A9D-444E-934B-2743F5EFCB7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{132B452F-3A9D-444E-934B-2743F5EFCB77}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