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710AA3-B494-4D8C-8770-88A793B87F22}">
  <a:tblStyle styleId="{AB710AA3-B494-4D8C-8770-88A793B87F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{AB710AA3-B494-4D8C-8770-88A793B87F22}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