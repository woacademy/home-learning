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D63194-C5F9-4FC2-A436-5A08CA252EF3}">
  <a:tblStyle styleId="{1DD63194-C5F9-4FC2-A436-5A08CA252E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{1DD63194-C5F9-4FC2-A436-5A08CA252EF3}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