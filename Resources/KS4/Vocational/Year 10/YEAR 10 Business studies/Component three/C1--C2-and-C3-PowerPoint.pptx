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C2B16B-3022-4C09-B3BB-F24F4632D264}">
  <a:tblStyle styleId="{C6C2B16B-3022-4C09-B3BB-F24F4632D2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{C6C2B16B-3022-4C09-B3BB-F24F4632D264}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