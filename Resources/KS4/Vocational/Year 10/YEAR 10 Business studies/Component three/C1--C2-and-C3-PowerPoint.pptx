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122885-01CC-4604-9379-8FDB8C2CA600}">
  <a:tblStyle styleId="{94122885-01CC-4604-9379-8FDB8C2CA6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{94122885-01CC-4604-9379-8FDB8C2CA600}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