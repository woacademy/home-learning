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276BCF-713C-4510-8767-858863D07618}">
  <a:tblStyle styleId="{D8276BCF-713C-4510-8767-858863D076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{D8276BCF-713C-4510-8767-858863D07618}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