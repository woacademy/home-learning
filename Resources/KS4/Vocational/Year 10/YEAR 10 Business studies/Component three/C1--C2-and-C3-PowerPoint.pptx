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2450F6-DC2D-43D2-9877-B6BEBAF37377}">
  <a:tblStyle styleId="{9C2450F6-DC2D-43D2-9877-B6BEBAF373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{9C2450F6-DC2D-43D2-9877-B6BEBAF37377}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