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D4103C-875B-4F71-BCD6-E43640027DB9}">
  <a:tblStyle styleId="{C4D4103C-875B-4F71-BCD6-E43640027D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{C4D4103C-875B-4F71-BCD6-E43640027DB9}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