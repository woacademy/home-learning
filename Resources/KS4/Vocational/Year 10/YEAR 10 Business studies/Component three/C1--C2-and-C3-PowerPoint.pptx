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0FBC196-0CDC-439D-8C2E-5963D7FC9219}">
  <a:tblStyle styleId="{60FBC196-0CDC-439D-8C2E-5963D7FC921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{60FBC196-0CDC-439D-8C2E-5963D7FC9219}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