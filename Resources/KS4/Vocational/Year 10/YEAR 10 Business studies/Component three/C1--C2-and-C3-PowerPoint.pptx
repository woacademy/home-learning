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FE7210-1D39-4F69-86F9-4027D4B22480}">
  <a:tblStyle styleId="{B1FE7210-1D39-4F69-86F9-4027D4B2248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{B1FE7210-1D39-4F69-86F9-4027D4B22480}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