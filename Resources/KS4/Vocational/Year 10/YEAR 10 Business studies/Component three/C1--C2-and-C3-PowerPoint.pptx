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45C6FB-8263-42FA-BB74-4F7F3EADFF43}">
  <a:tblStyle styleId="{1645C6FB-8263-42FA-BB74-4F7F3EADFF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{1645C6FB-8263-42FA-BB74-4F7F3EADFF43}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