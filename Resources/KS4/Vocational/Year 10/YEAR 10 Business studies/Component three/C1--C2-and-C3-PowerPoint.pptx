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5F9C46-4BB4-4C94-A200-3EF72F7D5C0D}">
  <a:tblStyle styleId="{7B5F9C46-4BB4-4C94-A200-3EF72F7D5C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{7B5F9C46-4BB4-4C94-A200-3EF72F7D5C0D}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