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66E1C3-9594-45AE-BE32-9C9D55D014CA}">
  <a:tblStyle styleId="{3466E1C3-9594-45AE-BE32-9C9D55D014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{3466E1C3-9594-45AE-BE32-9C9D55D014CA}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