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9FA32D-EE6C-43B6-8CA2-BB224CFBCAA0}">
  <a:tblStyle styleId="{FE9FA32D-EE6C-43B6-8CA2-BB224CFBCA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{FE9FA32D-EE6C-43B6-8CA2-BB224CFBCAA0}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