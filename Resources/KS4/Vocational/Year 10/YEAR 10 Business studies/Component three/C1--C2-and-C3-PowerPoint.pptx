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50EA52-8C4E-46A3-B3E3-A56B6D0B9BED}">
  <a:tblStyle styleId="{9950EA52-8C4E-46A3-B3E3-A56B6D0B9B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{9950EA52-8C4E-46A3-B3E3-A56B6D0B9BED}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