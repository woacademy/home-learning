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B1A62FA-E9AE-4151-BFBF-88CBBEC09E97}">
  <a:tblStyle styleId="{BB1A62FA-E9AE-4151-BFBF-88CBBEC09E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{BB1A62FA-E9AE-4151-BFBF-88CBBEC09E97}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