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ABB343-879C-4EEE-93AE-314B2390C223}">
  <a:tblStyle styleId="{60ABB343-879C-4EEE-93AE-314B2390C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{60ABB343-879C-4EEE-93AE-314B2390C223}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