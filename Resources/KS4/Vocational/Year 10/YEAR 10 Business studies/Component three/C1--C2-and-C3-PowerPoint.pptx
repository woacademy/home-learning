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8EF360-25D2-43EA-80F7-99DB07C8C0F6}">
  <a:tblStyle styleId="{AB8EF360-25D2-43EA-80F7-99DB07C8C0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{AB8EF360-25D2-43EA-80F7-99DB07C8C0F6}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