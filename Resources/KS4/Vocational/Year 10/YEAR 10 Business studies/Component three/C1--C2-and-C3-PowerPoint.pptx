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3E8853-65C5-4059-A761-C64355EB490E}">
  <a:tblStyle styleId="{393E8853-65C5-4059-A761-C64355EB49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{393E8853-65C5-4059-A761-C64355EB490E}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