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9D2E65-CFC9-43B4-B332-C83EB8D38EF2}">
  <a:tblStyle styleId="{D59D2E65-CFC9-43B4-B332-C83EB8D38E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{D59D2E65-CFC9-43B4-B332-C83EB8D38EF2}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