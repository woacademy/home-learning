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240BB6-9C38-48DD-B4D8-ED168711FC3B}">
  <a:tblStyle styleId="{C5240BB6-9C38-48DD-B4D8-ED168711FC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{C5240BB6-9C38-48DD-B4D8-ED168711FC3B}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