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1FCD2B-D078-4DAD-88A7-56E42C43AF31}">
  <a:tblStyle styleId="{2C1FCD2B-D078-4DAD-88A7-56E42C43AF3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{2C1FCD2B-D078-4DAD-88A7-56E42C43AF31}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