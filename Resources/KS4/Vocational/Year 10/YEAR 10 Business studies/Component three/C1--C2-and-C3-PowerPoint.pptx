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BF3A9E-2820-4BDB-937D-9D758EFF8FE9}">
  <a:tblStyle styleId="{B6BF3A9E-2820-4BDB-937D-9D758EFF8F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{B6BF3A9E-2820-4BDB-937D-9D758EFF8FE9}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