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A31A0-9AB7-4452-916C-824555916FE0}">
  <a:tblStyle styleId="{8C5A31A0-9AB7-4452-916C-824555916F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{8C5A31A0-9AB7-4452-916C-824555916FE0}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