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D08A7-0E38-465A-9900-A971A7DE7534}">
  <a:tblStyle styleId="{A39D08A7-0E38-465A-9900-A971A7DE75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{A39D08A7-0E38-465A-9900-A971A7DE7534}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