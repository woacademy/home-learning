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2F7126-1ED4-4BD8-BE63-BE0DC4ECFCDD}">
  <a:tblStyle styleId="{E02F7126-1ED4-4BD8-BE63-BE0DC4ECFC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{E02F7126-1ED4-4BD8-BE63-BE0DC4ECFCDD}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