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1EC27C-87AF-4F90-9437-DF5BF2A69178}">
  <a:tblStyle styleId="{E11EC27C-87AF-4F90-9437-DF5BF2A691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{E11EC27C-87AF-4F90-9437-DF5BF2A69178}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