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07D837-88A9-46FF-9119-FABC6805D081}">
  <a:tblStyle styleId="{6B07D837-88A9-46FF-9119-FABC6805D0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{6B07D837-88A9-46FF-9119-FABC6805D081}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