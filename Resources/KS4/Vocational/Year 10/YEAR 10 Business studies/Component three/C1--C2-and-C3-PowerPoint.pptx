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30943CE1-1E72-4B71-BD86-E46DBF3D3826}">
  <a:tblStyle styleId="{30943CE1-1E72-4B71-BD86-E46DBF3D382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{30943CE1-1E72-4B71-BD86-E46DBF3D3826}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