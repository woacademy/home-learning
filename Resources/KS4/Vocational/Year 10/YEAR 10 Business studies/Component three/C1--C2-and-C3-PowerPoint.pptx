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C07FDB-9786-442C-9495-951C01437314}">
  <a:tblStyle styleId="{B3C07FDB-9786-442C-9495-951C014373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{B3C07FDB-9786-442C-9495-951C01437314}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