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C31945-6287-4DA7-BC84-24C33CD35A05}">
  <a:tblStyle styleId="{DFC31945-6287-4DA7-BC84-24C33CD35A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{DFC31945-6287-4DA7-BC84-24C33CD35A05}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