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B9AEF68-1933-47A3-9000-3CF2534D2AA0}">
  <a:tblStyle styleId="{FB9AEF68-1933-47A3-9000-3CF2534D2AA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0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{FB9AEF68-1933-47A3-9000-3CF2534D2AA0}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