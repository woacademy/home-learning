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30E61D-B96C-466D-B509-D6919E20F086}">
  <a:tblStyle styleId="{F330E61D-B96C-466D-B509-D6919E20F0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{F330E61D-B96C-466D-B509-D6919E20F086}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