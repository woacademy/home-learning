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8DFA67-F479-474D-95D4-C84CE05A2D4A}">
  <a:tblStyle styleId="{248DFA67-F479-474D-95D4-C84CE05A2D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{248DFA67-F479-474D-95D4-C84CE05A2D4A}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