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BD62C6-AF69-4DCC-849E-EE0504F55B70}">
  <a:tblStyle styleId="{65BD62C6-AF69-4DCC-849E-EE0504F55B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{65BD62C6-AF69-4DCC-849E-EE0504F55B70}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