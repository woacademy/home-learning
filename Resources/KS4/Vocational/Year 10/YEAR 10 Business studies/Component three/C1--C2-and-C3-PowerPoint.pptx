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A4FD75-EA17-4A4C-BCE9-5A616FD7FB33}">
  <a:tblStyle styleId="{8DA4FD75-EA17-4A4C-BCE9-5A616FD7FB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{8DA4FD75-EA17-4A4C-BCE9-5A616FD7FB33}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