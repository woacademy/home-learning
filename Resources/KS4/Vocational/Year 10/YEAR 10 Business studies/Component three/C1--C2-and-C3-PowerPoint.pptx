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CFF19D-354D-4082-AAE7-C836B630D594}">
  <a:tblStyle styleId="{16CFF19D-354D-4082-AAE7-C836B630D5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{16CFF19D-354D-4082-AAE7-C836B630D594}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