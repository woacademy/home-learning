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02F0F3-7B70-4BF5-B697-4833A431FA09}">
  <a:tblStyle styleId="{CD02F0F3-7B70-4BF5-B697-4833A431FA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{CD02F0F3-7B70-4BF5-B697-4833A431FA09}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