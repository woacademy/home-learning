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E07802E-BF4B-42EC-8D1C-E8C7CFD1ADA0}">
  <a:tblStyle styleId="{FE07802E-BF4B-42EC-8D1C-E8C7CFD1ADA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{FE07802E-BF4B-42EC-8D1C-E8C7CFD1ADA0}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