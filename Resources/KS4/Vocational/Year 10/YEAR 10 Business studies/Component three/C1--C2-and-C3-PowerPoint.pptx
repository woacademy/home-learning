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26879-4558-48B1-B9B4-CCA65A3E5CE3}">
  <a:tblStyle styleId="{ABD26879-4558-48B1-B9B4-CCA65A3E5C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{ABD26879-4558-48B1-B9B4-CCA65A3E5CE3}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