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92BF46-9DA6-4DC0-86C2-700A84A571C1}">
  <a:tblStyle styleId="{6992BF46-9DA6-4DC0-86C2-700A84A571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{6992BF46-9DA6-4DC0-86C2-700A84A571C1}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