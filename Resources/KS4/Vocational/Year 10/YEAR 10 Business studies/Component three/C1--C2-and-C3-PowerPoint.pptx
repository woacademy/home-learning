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634070-4277-4C46-92F8-6A94669162AC}">
  <a:tblStyle styleId="{70634070-4277-4C46-92F8-6A94669162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{70634070-4277-4C46-92F8-6A94669162AC}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