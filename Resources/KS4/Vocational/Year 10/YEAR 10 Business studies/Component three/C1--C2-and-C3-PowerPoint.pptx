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C8625A5-3751-496C-B6A1-0C0D227E361E}">
  <a:tblStyle styleId="{4C8625A5-3751-496C-B6A1-0C0D227E361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{4C8625A5-3751-496C-B6A1-0C0D227E361E}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