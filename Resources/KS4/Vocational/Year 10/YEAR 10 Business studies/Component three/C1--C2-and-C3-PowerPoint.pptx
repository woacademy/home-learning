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A9B659-B4B4-4867-8184-CD1EDB0FF732}">
  <a:tblStyle styleId="{4BA9B659-B4B4-4867-8184-CD1EDB0FF7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{4BA9B659-B4B4-4867-8184-CD1EDB0FF732}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