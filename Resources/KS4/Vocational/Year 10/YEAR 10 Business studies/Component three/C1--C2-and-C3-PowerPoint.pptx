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5367BF-AF85-46E3-91E7-2219D23D49AD}">
  <a:tblStyle styleId="{EB5367BF-AF85-46E3-91E7-2219D23D49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{EB5367BF-AF85-46E3-91E7-2219D23D49AD}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