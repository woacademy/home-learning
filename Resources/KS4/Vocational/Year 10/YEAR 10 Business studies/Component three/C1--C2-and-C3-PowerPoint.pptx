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0EFE24-FF31-4528-989A-E6DD7AC07927}">
  <a:tblStyle styleId="{A30EFE24-FF31-4528-989A-E6DD7AC079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{A30EFE24-FF31-4528-989A-E6DD7AC07927}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