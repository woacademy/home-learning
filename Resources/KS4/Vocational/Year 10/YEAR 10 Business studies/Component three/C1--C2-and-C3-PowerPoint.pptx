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D49F6-6DF2-4123-A91A-B1331873895D}">
  <a:tblStyle styleId="{914D49F6-6DF2-4123-A91A-B133187389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{914D49F6-6DF2-4123-A91A-B1331873895D}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