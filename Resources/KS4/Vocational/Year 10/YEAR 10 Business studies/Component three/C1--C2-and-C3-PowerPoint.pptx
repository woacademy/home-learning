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AE3B76-4DBC-4395-875A-A3B0B0DB1FBA}">
  <a:tblStyle styleId="{D0AE3B76-4DBC-4395-875A-A3B0B0DB1F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{D0AE3B76-4DBC-4395-875A-A3B0B0DB1FBA}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