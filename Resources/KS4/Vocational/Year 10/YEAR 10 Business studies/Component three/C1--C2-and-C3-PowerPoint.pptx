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70FA5D-22BF-47B0-9787-609BD44AD113}">
  <a:tblStyle styleId="{9D70FA5D-22BF-47B0-9787-609BD44AD1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{9D70FA5D-22BF-47B0-9787-609BD44AD113}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