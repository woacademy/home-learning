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87A476F-7EC3-42F3-8D94-0E7F334DA768}">
  <a:tblStyle styleId="{287A476F-7EC3-42F3-8D94-0E7F334DA7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{287A476F-7EC3-42F3-8D94-0E7F334DA768}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