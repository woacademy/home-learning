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F2B751-ED73-47C1-A6DF-AE8AE5F9BFD7}">
  <a:tblStyle styleId="{53F2B751-ED73-47C1-A6DF-AE8AE5F9BF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{53F2B751-ED73-47C1-A6DF-AE8AE5F9BFD7}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