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95A18-B825-475F-8785-FCB16EB12A39}">
  <a:tblStyle styleId="{D6595A18-B825-475F-8785-FCB16EB12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{D6595A18-B825-475F-8785-FCB16EB12A39}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