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F52EF3-7BFF-4F44-8B23-1AE66FF1CD0E}">
  <a:tblStyle styleId="{3BF52EF3-7BFF-4F44-8B23-1AE66FF1CD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{3BF52EF3-7BFF-4F44-8B23-1AE66FF1CD0E}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