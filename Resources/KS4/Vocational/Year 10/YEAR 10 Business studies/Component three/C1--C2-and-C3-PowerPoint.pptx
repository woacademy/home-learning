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E230A3-76EE-4B86-BDE0-B7DA77C477F0}">
  <a:tblStyle styleId="{45E230A3-76EE-4B86-BDE0-B7DA77C477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{45E230A3-76EE-4B86-BDE0-B7DA77C477F0}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