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6BD515-2CFC-4A4D-BF2E-98F8DD726D8A}">
  <a:tblStyle styleId="{FB6BD515-2CFC-4A4D-BF2E-98F8DD726D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{FB6BD515-2CFC-4A4D-BF2E-98F8DD726D8A}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