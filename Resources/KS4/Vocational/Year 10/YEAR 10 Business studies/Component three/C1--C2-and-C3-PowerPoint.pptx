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F94E42-7CAA-4E64-ABC1-B186BD3AE47D}">
  <a:tblStyle styleId="{A3F94E42-7CAA-4E64-ABC1-B186BD3AE4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{A3F94E42-7CAA-4E64-ABC1-B186BD3AE47D}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