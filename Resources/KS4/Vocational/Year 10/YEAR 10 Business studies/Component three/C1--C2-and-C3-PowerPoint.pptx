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BFBA40-6926-4CA9-819D-BD0C286EB4DF}">
  <a:tblStyle styleId="{57BFBA40-6926-4CA9-819D-BD0C286EB4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{57BFBA40-6926-4CA9-819D-BD0C286EB4DF}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