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4BFA346-A6FC-4850-858C-BD6FA4150BE5}">
  <a:tblStyle styleId="{94BFA346-A6FC-4850-858C-BD6FA4150B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{94BFA346-A6FC-4850-858C-BD6FA4150BE5}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