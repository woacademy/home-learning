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446381-3BF1-4968-8280-A2E0A53AF2EE}">
  <a:tblStyle styleId="{F4446381-3BF1-4968-8280-A2E0A53AF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{F4446381-3BF1-4968-8280-A2E0A53AF2EE}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