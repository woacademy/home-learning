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37A4948-018F-413E-B42D-DEFA81B3B860}">
  <a:tblStyle styleId="{E37A4948-018F-413E-B42D-DEFA81B3B86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9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1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2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{E37A4948-018F-413E-B42D-DEFA81B3B860}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