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428BD-7C84-4611-B7DF-77B3A4D2C058}">
  <a:tblStyle styleId="{1C7428BD-7C84-4611-B7DF-77B3A4D2C0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{1C7428BD-7C84-4611-B7DF-77B3A4D2C058}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