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8FF16FB-B394-42A1-9B94-AFE4F47944EF}">
  <a:tblStyle styleId="{28FF16FB-B394-42A1-9B94-AFE4F47944E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{28FF16FB-B394-42A1-9B94-AFE4F47944EF}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