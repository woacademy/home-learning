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FECCA7-2A20-4D3B-B918-311E2D5F2588}">
  <a:tblStyle styleId="{D6FECCA7-2A20-4D3B-B918-311E2D5F25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{D6FECCA7-2A20-4D3B-B918-311E2D5F2588}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