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F3FBEA-EFB6-45F8-AD1E-0DC9E37A808D}">
  <a:tblStyle styleId="{3FF3FBEA-EFB6-45F8-AD1E-0DC9E37A8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{3FF3FBEA-EFB6-45F8-AD1E-0DC9E37A808D}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