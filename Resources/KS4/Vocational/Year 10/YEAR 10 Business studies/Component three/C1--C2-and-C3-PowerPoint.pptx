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3037E4-2C6D-4CDD-AA00-01ECDA5A0EEB}">
  <a:tblStyle styleId="{D93037E4-2C6D-4CDD-AA00-01ECDA5A0E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{D93037E4-2C6D-4CDD-AA00-01ECDA5A0EEB}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