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EFC344-8E50-4FF9-B538-86B8A88A0860}">
  <a:tblStyle styleId="{FCEFC344-8E50-4FF9-B538-86B8A88A08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{FCEFC344-8E50-4FF9-B538-86B8A88A0860}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