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35929B-9578-4FFD-8EB9-7423238BDACB}">
  <a:tblStyle styleId="{E835929B-9578-4FFD-8EB9-7423238BDA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{E835929B-9578-4FFD-8EB9-7423238BDACB}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