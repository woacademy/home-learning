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B7D3C5-0A99-417F-AB58-77EE5811C7A3}">
  <a:tblStyle styleId="{ABB7D3C5-0A99-417F-AB58-77EE5811C7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{ABB7D3C5-0A99-417F-AB58-77EE5811C7A3}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