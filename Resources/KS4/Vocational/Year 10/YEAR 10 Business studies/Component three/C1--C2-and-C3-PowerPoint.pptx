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D60A19-FB2B-481B-9F84-8C1B58B0AE3B}">
  <a:tblStyle styleId="{D9D60A19-FB2B-481B-9F84-8C1B58B0AE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{D9D60A19-FB2B-481B-9F84-8C1B58B0AE3B}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