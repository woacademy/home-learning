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4D72E5-BC67-4C13-8395-2D772C734F72}">
  <a:tblStyle styleId="{CB4D72E5-BC67-4C13-8395-2D772C734F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{CB4D72E5-BC67-4C13-8395-2D772C734F72}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