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3553BE-5BE9-456A-B232-3B9E5ED94C03}">
  <a:tblStyle styleId="{BF3553BE-5BE9-456A-B232-3B9E5ED94C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{BF3553BE-5BE9-456A-B232-3B9E5ED94C03}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