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324BA0-1DD0-4457-BBD8-7B46BC802A34}">
  <a:tblStyle styleId="{42324BA0-1DD0-4457-BBD8-7B46BC802A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{42324BA0-1DD0-4457-BBD8-7B46BC802A34}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