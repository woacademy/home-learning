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AC51D-CA77-4F46-9CA2-B40C40DD2206}">
  <a:tblStyle styleId="{1F2AC51D-CA77-4F46-9CA2-B40C40DD22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{1F2AC51D-CA77-4F46-9CA2-B40C40DD2206}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