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B1C3A2-D37F-46B6-86F9-4D93AC6F1957}">
  <a:tblStyle styleId="{A4B1C3A2-D37F-46B6-86F9-4D93AC6F1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{A4B1C3A2-D37F-46B6-86F9-4D93AC6F1957}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