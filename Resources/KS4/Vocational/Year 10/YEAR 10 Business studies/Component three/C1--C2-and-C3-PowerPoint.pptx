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54CC00-09DB-47BE-80EF-902B01AB34FF}">
  <a:tblStyle styleId="{B154CC00-09DB-47BE-80EF-902B01AB34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{B154CC00-09DB-47BE-80EF-902B01AB34FF}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