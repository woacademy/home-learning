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7A6A28-3580-48E0-B226-65CC42E7ECCB}">
  <a:tblStyle styleId="{FC7A6A28-3580-48E0-B226-65CC42E7EC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{FC7A6A28-3580-48E0-B226-65CC42E7ECCB}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