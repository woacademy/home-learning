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64CED1-19A1-4F9B-AE7B-E39A45ED35D8}">
  <a:tblStyle styleId="{A664CED1-19A1-4F9B-AE7B-E39A45ED35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{A664CED1-19A1-4F9B-AE7B-E39A45ED35D8}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