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BBAFE7-4F3A-4ABD-85B4-0C78D4C6695F}">
  <a:tblStyle styleId="{9CBBAFE7-4F3A-4ABD-85B4-0C78D4C669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{9CBBAFE7-4F3A-4ABD-85B4-0C78D4C6695F}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