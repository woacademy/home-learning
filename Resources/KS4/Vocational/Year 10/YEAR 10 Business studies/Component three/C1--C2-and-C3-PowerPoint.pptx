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0C8932-44DB-4526-97D1-23510408D182}">
  <a:tblStyle styleId="{E20C8932-44DB-4526-97D1-23510408D1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{E20C8932-44DB-4526-97D1-23510408D182}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