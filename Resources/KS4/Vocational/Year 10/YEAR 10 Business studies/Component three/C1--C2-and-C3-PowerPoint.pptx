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D2A874-65D9-48AA-89E6-2754FE8E0400}">
  <a:tblStyle styleId="{A3D2A874-65D9-48AA-89E6-2754FE8E04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{A3D2A874-65D9-48AA-89E6-2754FE8E0400}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