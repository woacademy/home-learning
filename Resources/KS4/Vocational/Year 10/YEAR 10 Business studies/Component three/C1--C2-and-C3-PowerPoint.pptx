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B098EB3-D864-4BC4-B932-A4D2F3057A25}">
  <a:tblStyle styleId="{0B098EB3-D864-4BC4-B932-A4D2F3057A2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{0B098EB3-D864-4BC4-B932-A4D2F3057A25}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