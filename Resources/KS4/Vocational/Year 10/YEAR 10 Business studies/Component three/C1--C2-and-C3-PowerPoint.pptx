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F057E9-8BEF-4804-9966-F87B7871F3B4}">
  <a:tblStyle styleId="{8DF057E9-8BEF-4804-9966-F87B7871F3B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{8DF057E9-8BEF-4804-9966-F87B7871F3B4}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