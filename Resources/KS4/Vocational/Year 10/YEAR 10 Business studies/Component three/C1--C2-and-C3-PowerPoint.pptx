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D76B19-7085-4A9D-9CDA-D1110A320EF9}">
  <a:tblStyle styleId="{85D76B19-7085-4A9D-9CDA-D1110A320E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{85D76B19-7085-4A9D-9CDA-D1110A320EF9}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