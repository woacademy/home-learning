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2AB418-4EA0-4B78-966F-2499F5839832}">
  <a:tblStyle styleId="{D12AB418-4EA0-4B78-966F-2499F58398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{D12AB418-4EA0-4B78-966F-2499F5839832}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