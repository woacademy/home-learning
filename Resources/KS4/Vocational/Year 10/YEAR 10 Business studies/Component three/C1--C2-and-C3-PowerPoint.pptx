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93F401-D1E3-4179-9F27-45A5BD2652CF}">
  <a:tblStyle styleId="{D193F401-D1E3-4179-9F27-45A5BD2652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{D193F401-D1E3-4179-9F27-45A5BD2652CF}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