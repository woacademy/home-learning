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5B8434-51E5-4073-BE37-4FC979F0813C}">
  <a:tblStyle styleId="{4D5B8434-51E5-4073-BE37-4FC979F081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{4D5B8434-51E5-4073-BE37-4FC979F0813C}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