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004371-24EB-476B-A841-29F10175AE00}">
  <a:tblStyle styleId="{91004371-24EB-476B-A841-29F10175AE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{91004371-24EB-476B-A841-29F10175AE00}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