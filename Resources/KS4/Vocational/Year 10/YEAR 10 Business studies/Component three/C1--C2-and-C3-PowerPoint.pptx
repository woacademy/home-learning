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EE5D48-014A-4761-9B6A-B22AD6EB74B4}">
  <a:tblStyle styleId="{3AEE5D48-014A-4761-9B6A-B22AD6EB74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{3AEE5D48-014A-4761-9B6A-B22AD6EB74B4}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