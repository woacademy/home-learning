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404A07-D5D5-402F-9DFF-4C3783AB4316}">
  <a:tblStyle styleId="{51404A07-D5D5-402F-9DFF-4C3783AB43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{51404A07-D5D5-402F-9DFF-4C3783AB4316}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