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A8BA1F-51FA-439F-9F01-3420ACB0801C}">
  <a:tblStyle styleId="{7FA8BA1F-51FA-439F-9F01-3420ACB080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{7FA8BA1F-51FA-439F-9F01-3420ACB0801C}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