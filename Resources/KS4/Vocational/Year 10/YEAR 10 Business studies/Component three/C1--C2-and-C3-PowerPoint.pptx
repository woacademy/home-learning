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29191-F1A4-4761-B483-E40F8D684E5F}">
  <a:tblStyle styleId="{EE629191-F1A4-4761-B483-E40F8D684E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{EE629191-F1A4-4761-B483-E40F8D684E5F}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