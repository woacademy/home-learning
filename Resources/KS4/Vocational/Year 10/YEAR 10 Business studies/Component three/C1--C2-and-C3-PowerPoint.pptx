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F057C7-F52E-4D01-AAAA-8FF446F33001}">
  <a:tblStyle styleId="{91F057C7-F52E-4D01-AAAA-8FF446F330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{91F057C7-F52E-4D01-AAAA-8FF446F33001}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