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35974C-958F-4862-9008-E37ADB580B0B}">
  <a:tblStyle styleId="{7D35974C-958F-4862-9008-E37ADB580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{7D35974C-958F-4862-9008-E37ADB580B0B}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