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31848E3-3BBE-4D15-B556-15C7150B9D85}">
  <a:tblStyle styleId="{931848E3-3BBE-4D15-B556-15C7150B9D8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{931848E3-3BBE-4D15-B556-15C7150B9D85}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