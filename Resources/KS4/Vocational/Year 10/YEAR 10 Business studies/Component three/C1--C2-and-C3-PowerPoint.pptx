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AB9C49-34CF-4F5B-9FC1-BEBBAD2CA97A}">
  <a:tblStyle styleId="{DEAB9C49-34CF-4F5B-9FC1-BEBBAD2CA9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{DEAB9C49-34CF-4F5B-9FC1-BEBBAD2CA97A}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