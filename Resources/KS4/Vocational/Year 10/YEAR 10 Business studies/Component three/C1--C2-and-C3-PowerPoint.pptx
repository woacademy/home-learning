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E8E94F-C89F-40DF-81A5-B9E8FDBD7A9F}">
  <a:tblStyle styleId="{35E8E94F-C89F-40DF-81A5-B9E8FDBD7A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{35E8E94F-C89F-40DF-81A5-B9E8FDBD7A9F}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