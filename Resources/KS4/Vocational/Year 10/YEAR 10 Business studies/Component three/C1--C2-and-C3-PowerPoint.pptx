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201212-E7B4-4EF8-8AAA-ED61329D6947}">
  <a:tblStyle styleId="{A1201212-E7B4-4EF8-8AAA-ED61329D694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{A1201212-E7B4-4EF8-8AAA-ED61329D6947}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