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333DEF-3B7F-4167-B71A-E190157EACFB}">
  <a:tblStyle styleId="{E1333DEF-3B7F-4167-B71A-E190157EAC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{E1333DEF-3B7F-4167-B71A-E190157EACFB}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