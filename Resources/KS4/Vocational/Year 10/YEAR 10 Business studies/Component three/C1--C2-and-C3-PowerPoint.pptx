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783ABF-3B04-4429-BE77-ACF97EA22533}">
  <a:tblStyle styleId="{DA783ABF-3B04-4429-BE77-ACF97EA225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{DA783ABF-3B04-4429-BE77-ACF97EA22533}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