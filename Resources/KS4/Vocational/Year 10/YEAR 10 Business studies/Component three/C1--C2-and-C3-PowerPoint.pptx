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0BAD36-ECD0-40DC-8212-4901379EACAB}">
  <a:tblStyle styleId="{7D0BAD36-ECD0-40DC-8212-4901379EAC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{7D0BAD36-ECD0-40DC-8212-4901379EACAB}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