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1D0C8E-A5B5-4785-8EC8-579F48F7C6C6}">
  <a:tblStyle styleId="{191D0C8E-A5B5-4785-8EC8-579F48F7C6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{191D0C8E-A5B5-4785-8EC8-579F48F7C6C6}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