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1DA6A3-7028-4C36-9E3A-5C64109389E3}">
  <a:tblStyle styleId="{321DA6A3-7028-4C36-9E3A-5C64109389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{321DA6A3-7028-4C36-9E3A-5C64109389E3}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