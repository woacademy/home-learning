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92622A-F46E-4E50-8190-44144DC205A2}">
  <a:tblStyle styleId="{9892622A-F46E-4E50-8190-44144DC205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{9892622A-F46E-4E50-8190-44144DC205A2}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