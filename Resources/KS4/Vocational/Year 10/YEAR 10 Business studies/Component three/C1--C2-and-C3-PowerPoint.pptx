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85B958-CD31-4CC4-946B-56E327F7B0FB}">
  <a:tblStyle styleId="{FA85B958-CD31-4CC4-946B-56E327F7B0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{FA85B958-CD31-4CC4-946B-56E327F7B0FB}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