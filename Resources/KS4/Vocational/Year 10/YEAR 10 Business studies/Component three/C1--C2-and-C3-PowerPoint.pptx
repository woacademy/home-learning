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B8639E-B2A6-455D-B1AF-ACF7E855B703}">
  <a:tblStyle styleId="{BBB8639E-B2A6-455D-B1AF-ACF7E855B7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{BBB8639E-B2A6-455D-B1AF-ACF7E855B703}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