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C1CE28-DAA6-4D50-92D3-F9BEF691D21A}">
  <a:tblStyle styleId="{22C1CE28-DAA6-4D50-92D3-F9BEF691D2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{22C1CE28-DAA6-4D50-92D3-F9BEF691D21A}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