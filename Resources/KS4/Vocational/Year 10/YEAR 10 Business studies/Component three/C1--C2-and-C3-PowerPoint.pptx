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240AD5-6795-4614-8E9E-A038EB864ABB}">
  <a:tblStyle styleId="{7C240AD5-6795-4614-8E9E-A038EB864A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{7C240AD5-6795-4614-8E9E-A038EB864ABB}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