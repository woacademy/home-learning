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F979EA-53C4-4EA7-A421-17378CD10D5D}">
  <a:tblStyle styleId="{2AF979EA-53C4-4EA7-A421-17378CD10D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{2AF979EA-53C4-4EA7-A421-17378CD10D5D}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