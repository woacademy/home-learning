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6EB863-AD86-4A10-8FA5-DC06CB0A7D10}">
  <a:tblStyle styleId="{7F6EB863-AD86-4A10-8FA5-DC06CB0A7D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{7F6EB863-AD86-4A10-8FA5-DC06CB0A7D10}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