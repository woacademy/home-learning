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81968B-07B2-4A90-9943-C9DAC1D7DE68}">
  <a:tblStyle styleId="{3D81968B-07B2-4A90-9943-C9DAC1D7DE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{3D81968B-07B2-4A90-9943-C9DAC1D7DE68}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