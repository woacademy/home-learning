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35D456-9FF9-45CF-9D1B-BAD7814350F2}">
  <a:tblStyle styleId="{6C35D456-9FF9-45CF-9D1B-BAD7814350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{6C35D456-9FF9-45CF-9D1B-BAD7814350F2}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