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CD9495-8E73-47A6-81E8-0D5404CABAD3}">
  <a:tblStyle styleId="{B0CD9495-8E73-47A6-81E8-0D5404CABA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{B0CD9495-8E73-47A6-81E8-0D5404CABAD3}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