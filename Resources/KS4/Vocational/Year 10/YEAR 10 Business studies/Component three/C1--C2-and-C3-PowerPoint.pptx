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618E348-79E5-470C-9622-DF764782B211}">
  <a:tblStyle styleId="{3618E348-79E5-470C-9622-DF764782B2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{3618E348-79E5-470C-9622-DF764782B211}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