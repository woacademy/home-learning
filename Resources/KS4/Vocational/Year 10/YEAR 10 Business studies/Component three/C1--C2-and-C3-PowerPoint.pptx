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66A84A-89E0-41D9-A095-D9BE9625A93A}">
  <a:tblStyle styleId="{0966A84A-89E0-41D9-A095-D9BE9625A9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{0966A84A-89E0-41D9-A095-D9BE9625A93A}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