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0DA2F4-6C4C-4C58-973C-6CD65BA107D2}">
  <a:tblStyle styleId="{8E0DA2F4-6C4C-4C58-973C-6CD65BA107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{8E0DA2F4-6C4C-4C58-973C-6CD65BA107D2}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