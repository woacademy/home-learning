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3C08AE-8676-4A70-8113-59AC66CA31AE}">
  <a:tblStyle styleId="{D53C08AE-8676-4A70-8113-59AC66CA3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{D53C08AE-8676-4A70-8113-59AC66CA31AE}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