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8D1971-85ED-480C-8C92-CFD7A5F326A9}">
  <a:tblStyle styleId="{3B8D1971-85ED-480C-8C92-CFD7A5F326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{3B8D1971-85ED-480C-8C92-CFD7A5F326A9}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