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E50A60-EF06-4DED-BD33-786D7F2D4F89}">
  <a:tblStyle styleId="{5BE50A60-EF06-4DED-BD33-786D7F2D4F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{5BE50A60-EF06-4DED-BD33-786D7F2D4F89}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