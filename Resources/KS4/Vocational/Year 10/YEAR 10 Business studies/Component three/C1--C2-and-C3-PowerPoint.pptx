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C19E6B-8A16-4AEE-BD26-8076AC6F12F2}">
  <a:tblStyle styleId="{26C19E6B-8A16-4AEE-BD26-8076AC6F12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{26C19E6B-8A16-4AEE-BD26-8076AC6F12F2}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