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AA04DF-7E3B-44E5-B1DE-E2153604B7CE}">
  <a:tblStyle styleId="{53AA04DF-7E3B-44E5-B1DE-E2153604B7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{53AA04DF-7E3B-44E5-B1DE-E2153604B7CE}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