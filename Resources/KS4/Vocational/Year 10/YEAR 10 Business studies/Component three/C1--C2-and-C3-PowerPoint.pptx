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18C3448-EBB2-484F-A303-A2DD690E6DB1}">
  <a:tblStyle styleId="{D18C3448-EBB2-484F-A303-A2DD690E6DB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{D18C3448-EBB2-484F-A303-A2DD690E6DB1}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