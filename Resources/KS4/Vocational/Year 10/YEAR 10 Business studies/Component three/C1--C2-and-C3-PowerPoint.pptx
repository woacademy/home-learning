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641ED8-188B-4ABE-A8C6-70D3291DE6AD}">
  <a:tblStyle styleId="{51641ED8-188B-4ABE-A8C6-70D3291DE6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{51641ED8-188B-4ABE-A8C6-70D3291DE6AD}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