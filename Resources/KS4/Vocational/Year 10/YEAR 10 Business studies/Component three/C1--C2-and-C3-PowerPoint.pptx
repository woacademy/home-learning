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47BAD6-C896-4CC8-8B9E-427E26CF0F5D}">
  <a:tblStyle styleId="{4F47BAD6-C896-4CC8-8B9E-427E26CF0F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{4F47BAD6-C896-4CC8-8B9E-427E26CF0F5D}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