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0A32B6-0831-4B58-8B53-05D65B1B4E7C}">
  <a:tblStyle styleId="{CF0A32B6-0831-4B58-8B53-05D65B1B4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{CF0A32B6-0831-4B58-8B53-05D65B1B4E7C}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