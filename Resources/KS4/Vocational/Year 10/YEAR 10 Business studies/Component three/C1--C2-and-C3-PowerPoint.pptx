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DB37DC3-B169-469D-925F-07536F918ACE}">
  <a:tblStyle styleId="{0DB37DC3-B169-469D-925F-07536F918AC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{0DB37DC3-B169-469D-925F-07536F918ACE}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