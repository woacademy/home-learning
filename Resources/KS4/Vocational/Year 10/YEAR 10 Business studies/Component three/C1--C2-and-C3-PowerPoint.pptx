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8330A9-1AB1-437F-B61C-B41C1D64AA0F}">
  <a:tblStyle styleId="{918330A9-1AB1-437F-B61C-B41C1D64AA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{918330A9-1AB1-437F-B61C-B41C1D64AA0F}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