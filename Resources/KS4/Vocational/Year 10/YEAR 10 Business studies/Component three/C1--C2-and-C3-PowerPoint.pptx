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7FA854-FF2C-4EF3-8FD7-BE690DBBE764}">
  <a:tblStyle styleId="{4F7FA854-FF2C-4EF3-8FD7-BE690DBBE7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{4F7FA854-FF2C-4EF3-8FD7-BE690DBBE764}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