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B6A6B4A-59E8-4F54-997B-99F478A48588}">
  <a:tblStyle styleId="{EB6A6B4A-59E8-4F54-997B-99F478A485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{EB6A6B4A-59E8-4F54-997B-99F478A48588}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