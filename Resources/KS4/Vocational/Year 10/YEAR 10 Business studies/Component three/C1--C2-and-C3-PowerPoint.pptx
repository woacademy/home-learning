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4AF35D-07E6-44DC-8259-B47AB14120E8}">
  <a:tblStyle styleId="{274AF35D-07E6-44DC-8259-B47AB14120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{274AF35D-07E6-44DC-8259-B47AB14120E8}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