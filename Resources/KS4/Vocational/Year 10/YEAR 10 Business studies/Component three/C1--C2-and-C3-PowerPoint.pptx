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93C71B-66F5-4D60-8151-94D5DC0BA679}">
  <a:tblStyle styleId="{2093C71B-66F5-4D60-8151-94D5DC0BA6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{2093C71B-66F5-4D60-8151-94D5DC0BA679}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