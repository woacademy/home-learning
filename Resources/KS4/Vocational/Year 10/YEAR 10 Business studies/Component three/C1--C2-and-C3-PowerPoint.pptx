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00A307-8ED9-4526-9613-AB546F80B2EB}">
  <a:tblStyle styleId="{EC00A307-8ED9-4526-9613-AB546F80B2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{EC00A307-8ED9-4526-9613-AB546F80B2EB}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