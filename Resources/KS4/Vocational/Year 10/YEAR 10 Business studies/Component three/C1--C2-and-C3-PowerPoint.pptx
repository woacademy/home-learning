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A2C512-8BF3-4CBD-A9D9-626FE26F7B73}">
  <a:tblStyle styleId="{A8A2C512-8BF3-4CBD-A9D9-626FE26F7B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{A8A2C512-8BF3-4CBD-A9D9-626FE26F7B73}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