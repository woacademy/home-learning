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2D2657D-F96B-4F3D-9F6B-E78A7BDDD6ED}">
  <a:tblStyle styleId="{72D2657D-F96B-4F3D-9F6B-E78A7BDDD6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{72D2657D-F96B-4F3D-9F6B-E78A7BDDD6ED}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