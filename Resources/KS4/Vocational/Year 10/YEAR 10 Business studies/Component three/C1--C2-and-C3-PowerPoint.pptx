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19AB9C-3FCF-43EC-AD14-B6139F48F853}">
  <a:tblStyle styleId="{8019AB9C-3FCF-43EC-AD14-B6139F48F8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{8019AB9C-3FCF-43EC-AD14-B6139F48F853}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