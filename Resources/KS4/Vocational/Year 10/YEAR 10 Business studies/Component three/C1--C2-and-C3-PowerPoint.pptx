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3BEFFA-036F-4B17-941D-5058E394E569}">
  <a:tblStyle styleId="{F53BEFFA-036F-4B17-941D-5058E394E5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{F53BEFFA-036F-4B17-941D-5058E394E569}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