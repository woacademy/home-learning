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06CFE7-ACA3-42CC-9850-4C02AF0F54C4}">
  <a:tblStyle styleId="{2506CFE7-ACA3-42CC-9850-4C02AF0F54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{2506CFE7-ACA3-42CC-9850-4C02AF0F54C4}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