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D1B01A-9CEB-476D-B096-123662127712}">
  <a:tblStyle styleId="{13D1B01A-9CEB-476D-B096-1236621277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{13D1B01A-9CEB-476D-B096-123662127712}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