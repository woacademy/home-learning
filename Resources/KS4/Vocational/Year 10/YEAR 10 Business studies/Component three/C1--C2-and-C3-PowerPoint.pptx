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0EE53B-AF5F-4B9F-A87A-C1A05A9A03BA}">
  <a:tblStyle styleId="{F50EE53B-AF5F-4B9F-A87A-C1A05A9A03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{F50EE53B-AF5F-4B9F-A87A-C1A05A9A03BA}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