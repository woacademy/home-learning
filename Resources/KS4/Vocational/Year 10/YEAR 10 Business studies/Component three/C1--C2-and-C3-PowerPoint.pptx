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A6BA6-8B08-4227-BED1-2C8BD509BAC2}">
  <a:tblStyle styleId="{1BFA6BA6-8B08-4227-BED1-2C8BD509BA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{1BFA6BA6-8B08-4227-BED1-2C8BD509BAC2}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