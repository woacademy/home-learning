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B1AC1D-78C6-4F16-99BA-39BFDA701C3D}">
  <a:tblStyle styleId="{79B1AC1D-78C6-4F16-99BA-39BFDA701C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{79B1AC1D-78C6-4F16-99BA-39BFDA701C3D}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