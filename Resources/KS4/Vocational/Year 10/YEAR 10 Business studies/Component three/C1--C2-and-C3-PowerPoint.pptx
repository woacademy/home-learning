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5A164-ADDE-4451-A2B0-1993F6DBCFF0}">
  <a:tblStyle styleId="{A355A164-ADDE-4451-A2B0-1993F6DBCF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{A355A164-ADDE-4451-A2B0-1993F6DBCFF0}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