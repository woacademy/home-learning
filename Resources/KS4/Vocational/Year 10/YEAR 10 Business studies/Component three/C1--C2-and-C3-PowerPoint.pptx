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5F0DA-FFD9-4E95-BA13-E6A5609EB5B4}">
  <a:tblStyle styleId="{5045F0DA-FFD9-4E95-BA13-E6A5609EB5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{5045F0DA-FFD9-4E95-BA13-E6A5609EB5B4}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