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8C6E59-A1ED-4C0D-B80F-713E7304C2D6}">
  <a:tblStyle styleId="{148C6E59-A1ED-4C0D-B80F-713E7304C2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{148C6E59-A1ED-4C0D-B80F-713E7304C2D6}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