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B8707-F67D-4EC1-9379-541A1FBE2E2E}">
  <a:tblStyle styleId="{8A1B8707-F67D-4EC1-9379-541A1FBE2E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{8A1B8707-F67D-4EC1-9379-541A1FBE2E2E}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