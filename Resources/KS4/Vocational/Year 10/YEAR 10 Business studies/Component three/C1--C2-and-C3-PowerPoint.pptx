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B82D58-2D41-416C-9D3A-C861C279E427}">
  <a:tblStyle styleId="{9BB82D58-2D41-416C-9D3A-C861C279E4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{9BB82D58-2D41-416C-9D3A-C861C279E427}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