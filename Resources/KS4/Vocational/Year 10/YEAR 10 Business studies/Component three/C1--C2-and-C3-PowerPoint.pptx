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AD4F1F-A650-4026-BF36-2ADE7A6C75E2}">
  <a:tblStyle styleId="{B0AD4F1F-A650-4026-BF36-2ADE7A6C75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{B0AD4F1F-A650-4026-BF36-2ADE7A6C75E2}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