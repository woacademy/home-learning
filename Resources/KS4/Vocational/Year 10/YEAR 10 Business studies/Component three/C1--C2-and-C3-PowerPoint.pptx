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60CF9F-C41A-4B5A-9AFD-9C81C2546D8C}">
  <a:tblStyle styleId="{1960CF9F-C41A-4B5A-9AFD-9C81C2546D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{1960CF9F-C41A-4B5A-9AFD-9C81C2546D8C}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