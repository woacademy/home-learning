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854312-E763-4362-AE32-1D3A4BC16B2E}">
  <a:tblStyle styleId="{FF854312-E763-4362-AE32-1D3A4BC16B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{FF854312-E763-4362-AE32-1D3A4BC16B2E}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