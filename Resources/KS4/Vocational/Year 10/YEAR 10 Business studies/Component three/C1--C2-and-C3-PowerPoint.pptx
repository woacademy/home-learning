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DBFA52-30E1-440E-BA14-08D59B00EADC}">
  <a:tblStyle styleId="{C1DBFA52-30E1-440E-BA14-08D59B00EA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{C1DBFA52-30E1-440E-BA14-08D59B00EADC}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