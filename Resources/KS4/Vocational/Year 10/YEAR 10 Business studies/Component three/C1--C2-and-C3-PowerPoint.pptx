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48F1B5-D439-46DA-9E5A-9B9A272D272C}">
  <a:tblStyle styleId="{6048F1B5-D439-46DA-9E5A-9B9A272D27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{6048F1B5-D439-46DA-9E5A-9B9A272D272C}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