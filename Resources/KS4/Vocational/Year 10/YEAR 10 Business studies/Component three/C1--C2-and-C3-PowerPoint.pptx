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5F9AB2-A36E-4761-8E0C-A2BD64FBFEA5}">
  <a:tblStyle styleId="{255F9AB2-A36E-4761-8E0C-A2BD64FBFE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{255F9AB2-A36E-4761-8E0C-A2BD64FBFEA5}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