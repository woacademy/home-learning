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84BAE0-2308-458E-B75A-006D64AF455D}">
  <a:tblStyle styleId="{6284BAE0-2308-458E-B75A-006D64AF45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{6284BAE0-2308-458E-B75A-006D64AF455D}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