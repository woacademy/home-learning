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5A66DC7-38E2-42DE-BDCB-3B04FCA97D36}">
  <a:tblStyle styleId="{05A66DC7-38E2-42DE-BDCB-3B04FCA97D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{05A66DC7-38E2-42DE-BDCB-3B04FCA97D36}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