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727325-E919-4DD0-90D6-69DE9FD1F191}">
  <a:tblStyle styleId="{05727325-E919-4DD0-90D6-69DE9FD1F1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{05727325-E919-4DD0-90D6-69DE9FD1F191}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