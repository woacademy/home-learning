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147D40-2931-4D54-B2A8-1E2E544FE72C}">
  <a:tblStyle styleId="{95147D40-2931-4D54-B2A8-1E2E544FE7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{95147D40-2931-4D54-B2A8-1E2E544FE72C}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