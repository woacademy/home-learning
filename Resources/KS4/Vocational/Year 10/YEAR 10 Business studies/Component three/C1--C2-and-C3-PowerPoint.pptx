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636F57-6AB2-4D8F-8EE6-3AE27CE344AD}">
  <a:tblStyle styleId="{C6636F57-6AB2-4D8F-8EE6-3AE27CE344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{C6636F57-6AB2-4D8F-8EE6-3AE27CE344AD}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