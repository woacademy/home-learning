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232659-E4A6-4A43-B519-9AE84ED7B513}">
  <a:tblStyle styleId="{10232659-E4A6-4A43-B519-9AE84ED7B5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{10232659-E4A6-4A43-B519-9AE84ED7B513}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