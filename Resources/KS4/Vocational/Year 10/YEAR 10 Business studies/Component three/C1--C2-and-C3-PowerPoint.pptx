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7503B1-D865-49DE-9E7A-6170B41364CE}">
  <a:tblStyle styleId="{797503B1-D865-49DE-9E7A-6170B41364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{797503B1-D865-49DE-9E7A-6170B41364CE}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