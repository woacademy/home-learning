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D93873-1EA9-45B0-B165-6ED1F300718B}">
  <a:tblStyle styleId="{A1D93873-1EA9-45B0-B165-6ED1F30071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{A1D93873-1EA9-45B0-B165-6ED1F300718B}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