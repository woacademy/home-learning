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5A1E24-2442-4E3A-AE41-523C1F131A2B}">
  <a:tblStyle styleId="{935A1E24-2442-4E3A-AE41-523C1F131A2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{935A1E24-2442-4E3A-AE41-523C1F131A2B}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