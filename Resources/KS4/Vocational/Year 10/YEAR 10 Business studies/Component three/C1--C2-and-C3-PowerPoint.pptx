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D4E4281-7B95-4127-B7BA-E9DB4C975B19}">
  <a:tblStyle styleId="{5D4E4281-7B95-4127-B7BA-E9DB4C975B1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7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4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{5D4E4281-7B95-4127-B7BA-E9DB4C975B19}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