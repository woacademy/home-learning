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BAF77C-0DCF-4993-A45C-27BB85DE211A}">
  <a:tblStyle styleId="{80BAF77C-0DCF-4993-A45C-27BB85DE2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{80BAF77C-0DCF-4993-A45C-27BB85DE211A}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