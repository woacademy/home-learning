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3E7C38-30AF-4339-A8E5-D3FEEDB820D3}">
  <a:tblStyle styleId="{5E3E7C38-30AF-4339-A8E5-D3FEEDB820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{5E3E7C38-30AF-4339-A8E5-D3FEEDB820D3}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