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E0DA3F-C0CB-471E-84D1-A91ABD3D4298}">
  <a:tblStyle styleId="{03E0DA3F-C0CB-471E-84D1-A91ABD3D42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{03E0DA3F-C0CB-471E-84D1-A91ABD3D4298}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