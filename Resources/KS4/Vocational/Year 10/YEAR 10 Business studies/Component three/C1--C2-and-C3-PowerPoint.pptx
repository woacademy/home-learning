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A983F8B-15A0-4A67-A1E9-094BC51F2E19}">
  <a:tblStyle styleId="{CA983F8B-15A0-4A67-A1E9-094BC51F2E1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2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{CA983F8B-15A0-4A67-A1E9-094BC51F2E19}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