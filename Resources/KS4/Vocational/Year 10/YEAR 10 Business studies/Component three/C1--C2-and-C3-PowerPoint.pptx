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418BD9-0748-49F7-AF14-661D4682FD78}">
  <a:tblStyle styleId="{A4418BD9-0748-49F7-AF14-661D4682FD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{A4418BD9-0748-49F7-AF14-661D4682FD78}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