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C32BD3-FF84-4CD8-A5EE-A1CA88A91473}">
  <a:tblStyle styleId="{38C32BD3-FF84-4CD8-A5EE-A1CA88A914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{38C32BD3-FF84-4CD8-A5EE-A1CA88A91473}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