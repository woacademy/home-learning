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DE3857-680E-4594-9BCC-FCDF63411091}">
  <a:tblStyle styleId="{F9DE3857-680E-4594-9BCC-FCDF634110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{F9DE3857-680E-4594-9BCC-FCDF63411091}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