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FC31DD-F993-4F2A-8132-4859A159F08B}">
  <a:tblStyle styleId="{B4FC31DD-F993-4F2A-8132-4859A159F0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{B4FC31DD-F993-4F2A-8132-4859A159F08B}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