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CFFB61-8866-4151-9324-4E3CC9B2118A}">
  <a:tblStyle styleId="{2ECFFB61-8866-4151-9324-4E3CC9B211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{2ECFFB61-8866-4151-9324-4E3CC9B2118A}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