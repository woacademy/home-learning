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36B43CD1-529D-4E7B-B22B-E5BB066188C2}">
  <a:tblStyle styleId="{36B43CD1-529D-4E7B-B22B-E5BB066188C2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3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4.png"/><Relationship Id="rId4" Type="http://schemas.openxmlformats.org/officeDocument/2006/relationships/image" Target="../media/image5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7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8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2.png"/><Relationship Id="rId4" Type="http://schemas.openxmlformats.org/officeDocument/2006/relationships/image" Target="../media/image10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{36B43CD1-529D-4E7B-B22B-E5BB066188C2}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