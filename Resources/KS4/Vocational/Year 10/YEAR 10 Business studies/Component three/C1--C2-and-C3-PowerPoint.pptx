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4B33FE-D009-44E3-86E0-13FACCC6971B}">
  <a:tblStyle styleId="{3E4B33FE-D009-44E3-86E0-13FACCC69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{3E4B33FE-D009-44E3-86E0-13FACCC6971B}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