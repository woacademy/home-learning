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7A8E47-A924-4B6C-B2C5-619F95BDEC4D}">
  <a:tblStyle styleId="{F57A8E47-A924-4B6C-B2C5-619F95BDEC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{F57A8E47-A924-4B6C-B2C5-619F95BDEC4D}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