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676BDA-B73B-41DD-8339-F71615C47B82}">
  <a:tblStyle styleId="{45676BDA-B73B-41DD-8339-F71615C47B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{45676BDA-B73B-41DD-8339-F71615C47B82}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