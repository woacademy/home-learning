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92C402-A939-4581-9EB8-755294CC5C47}">
  <a:tblStyle styleId="{DB92C402-A939-4581-9EB8-755294CC5C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{DB92C402-A939-4581-9EB8-755294CC5C47}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