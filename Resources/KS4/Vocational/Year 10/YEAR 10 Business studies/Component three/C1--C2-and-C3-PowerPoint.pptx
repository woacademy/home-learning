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34D3EB7-BF24-4AE5-934A-8E87978A45B3}">
  <a:tblStyle styleId="{B34D3EB7-BF24-4AE5-934A-8E87978A45B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Relationship Id="rId4" Type="http://schemas.openxmlformats.org/officeDocument/2006/relationships/image" Target="../media/image9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{B34D3EB7-BF24-4AE5-934A-8E87978A45B3}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