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D37C59-B23A-41D7-AF32-D87805DF8335}">
  <a:tblStyle styleId="{43D37C59-B23A-41D7-AF32-D87805DF83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{43D37C59-B23A-41D7-AF32-D87805DF8335}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