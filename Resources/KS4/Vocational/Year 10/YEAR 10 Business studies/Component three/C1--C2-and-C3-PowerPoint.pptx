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E0E91F-B337-4195-9CE4-9DA6DF4F6F3C}">
  <a:tblStyle styleId="{25E0E91F-B337-4195-9CE4-9DA6DF4F6F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{25E0E91F-B337-4195-9CE4-9DA6DF4F6F3C}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