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CC4AC3-72EE-4EDE-B43B-D2968239DB05}">
  <a:tblStyle styleId="{C5CC4AC3-72EE-4EDE-B43B-D2968239DB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{C5CC4AC3-72EE-4EDE-B43B-D2968239DB05}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