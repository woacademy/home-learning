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662AC7-E4A3-49F7-875A-0E644C24A9F9}">
  <a:tblStyle styleId="{8A662AC7-E4A3-49F7-875A-0E644C24A9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{8A662AC7-E4A3-49F7-875A-0E644C24A9F9}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