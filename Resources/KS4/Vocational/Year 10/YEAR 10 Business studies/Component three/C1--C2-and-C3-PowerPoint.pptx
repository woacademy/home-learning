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A4804C-647B-4FE7-ABF0-17C140731385}">
  <a:tblStyle styleId="{94A4804C-647B-4FE7-ABF0-17C1407313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{94A4804C-647B-4FE7-ABF0-17C140731385}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