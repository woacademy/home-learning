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9E344B-02FD-42DA-AB22-E1764ECC2FAD}">
  <a:tblStyle styleId="{D19E344B-02FD-42DA-AB22-E1764ECC2F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{D19E344B-02FD-42DA-AB22-E1764ECC2FAD}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