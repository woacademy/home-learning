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8DDE91-A301-43FF-AB95-F5FBBF2635D4}">
  <a:tblStyle styleId="{E88DDE91-A301-43FF-AB95-F5FBBF2635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{E88DDE91-A301-43FF-AB95-F5FBBF2635D4}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