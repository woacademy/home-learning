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9CEB8F-E44E-4393-AE1A-AC67955BA70D}">
  <a:tblStyle styleId="{429CEB8F-E44E-4393-AE1A-AC67955BA7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{429CEB8F-E44E-4393-AE1A-AC67955BA70D}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