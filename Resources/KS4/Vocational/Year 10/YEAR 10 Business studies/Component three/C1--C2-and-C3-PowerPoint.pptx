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5ADAD-707B-48E0-A1FC-E6D2CE0CC754}">
  <a:tblStyle styleId="{2595ADAD-707B-48E0-A1FC-E6D2CE0CC7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{2595ADAD-707B-48E0-A1FC-E6D2CE0CC754}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