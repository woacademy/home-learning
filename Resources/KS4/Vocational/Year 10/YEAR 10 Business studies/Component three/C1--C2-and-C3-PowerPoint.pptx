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0928E1-A4D9-413C-9AC7-864705342194}">
  <a:tblStyle styleId="{F50928E1-A4D9-413C-9AC7-8647053421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{F50928E1-A4D9-413C-9AC7-864705342194}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