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411BB4-5655-49CE-92CF-63933D54D4E1}">
  <a:tblStyle styleId="{8F411BB4-5655-49CE-92CF-63933D54D4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{8F411BB4-5655-49CE-92CF-63933D54D4E1}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