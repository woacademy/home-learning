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5104F8-5D52-430D-BE43-02FFF41E97F3}">
  <a:tblStyle styleId="{E05104F8-5D52-430D-BE43-02FFF41E97F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{E05104F8-5D52-430D-BE43-02FFF41E97F3}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