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179329-FBD7-490D-8BAB-F002A4DB4B67}">
  <a:tblStyle styleId="{B6179329-FBD7-490D-8BAB-F002A4DB4B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{B6179329-FBD7-490D-8BAB-F002A4DB4B67}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