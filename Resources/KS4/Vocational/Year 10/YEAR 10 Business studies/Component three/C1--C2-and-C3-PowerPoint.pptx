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5B2867-467B-4F5C-B189-4926E63691F3}">
  <a:tblStyle styleId="{A55B2867-467B-4F5C-B189-4926E63691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{A55B2867-467B-4F5C-B189-4926E63691F3}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