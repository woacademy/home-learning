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57EF61-03F1-4A9D-9CE7-58399C14D794}">
  <a:tblStyle styleId="{BA57EF61-03F1-4A9D-9CE7-58399C14D7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{BA57EF61-03F1-4A9D-9CE7-58399C14D794}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