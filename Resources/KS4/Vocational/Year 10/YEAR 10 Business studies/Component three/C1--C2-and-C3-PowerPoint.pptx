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7499CC-EDF6-4915-B9C2-D4EA30044CA6}">
  <a:tblStyle styleId="{757499CC-EDF6-4915-B9C2-D4EA30044C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{757499CC-EDF6-4915-B9C2-D4EA30044CA6}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