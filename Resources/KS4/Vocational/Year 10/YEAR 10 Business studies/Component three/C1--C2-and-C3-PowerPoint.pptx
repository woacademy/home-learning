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52C491-E31E-4E41-AD65-ED1773F4DDAD}">
  <a:tblStyle styleId="{2552C491-E31E-4E41-AD65-ED1773F4DD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{2552C491-E31E-4E41-AD65-ED1773F4DDAD}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