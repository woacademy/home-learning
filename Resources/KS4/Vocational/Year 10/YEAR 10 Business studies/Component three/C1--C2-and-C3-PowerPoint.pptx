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1C666BA-BD9D-45E5-A789-83596BB4AFB4}">
  <a:tblStyle styleId="{F1C666BA-BD9D-45E5-A789-83596BB4AFB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{F1C666BA-BD9D-45E5-A789-83596BB4AFB4}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