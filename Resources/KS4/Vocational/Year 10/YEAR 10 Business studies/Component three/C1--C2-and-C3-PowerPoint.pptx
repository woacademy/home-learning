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2D201B-B66E-43A9-8944-39A7B7B7B64E}">
  <a:tblStyle styleId="{012D201B-B66E-43A9-8944-39A7B7B7B6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{012D201B-B66E-43A9-8944-39A7B7B7B64E}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