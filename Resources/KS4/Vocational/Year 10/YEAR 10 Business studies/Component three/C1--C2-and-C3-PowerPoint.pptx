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99C137-0B0F-486F-A21B-8CBD8A8B0E33}">
  <a:tblStyle styleId="{CA99C137-0B0F-486F-A21B-8CBD8A8B0E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{CA99C137-0B0F-486F-A21B-8CBD8A8B0E33}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