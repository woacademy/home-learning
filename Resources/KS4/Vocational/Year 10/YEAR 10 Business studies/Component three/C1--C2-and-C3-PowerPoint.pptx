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459EE7-CB50-41CD-B45F-622137C7ECBA}">
  <a:tblStyle styleId="{D7459EE7-CB50-41CD-B45F-622137C7EC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{D7459EE7-CB50-41CD-B45F-622137C7ECBA}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