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254231-698A-49A4-9A8D-6A2969467084}">
  <a:tblStyle styleId="{6E254231-698A-49A4-9A8D-6A29694670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{6E254231-698A-49A4-9A8D-6A2969467084}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