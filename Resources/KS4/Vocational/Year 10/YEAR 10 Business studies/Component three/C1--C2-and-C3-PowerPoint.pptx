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145C51-BADA-4A71-9FDB-90CA6D4CA910}">
  <a:tblStyle styleId="{3D145C51-BADA-4A71-9FDB-90CA6D4CA9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{3D145C51-BADA-4A71-9FDB-90CA6D4CA910}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