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87F93F-FEA7-4542-874C-2B9C1D4A6CE7}">
  <a:tblStyle styleId="{0487F93F-FEA7-4542-874C-2B9C1D4A6C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{0487F93F-FEA7-4542-874C-2B9C1D4A6CE7}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