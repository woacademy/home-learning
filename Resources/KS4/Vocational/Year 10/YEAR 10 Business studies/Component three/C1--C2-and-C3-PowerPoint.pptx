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75B4D8-9723-40A0-853A-42A320065EBB}">
  <a:tblStyle styleId="{A475B4D8-9723-40A0-853A-42A320065E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{A475B4D8-9723-40A0-853A-42A320065EBB}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