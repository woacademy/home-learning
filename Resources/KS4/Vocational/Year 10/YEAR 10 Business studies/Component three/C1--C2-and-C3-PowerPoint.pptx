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618169-AAAD-45AF-B223-790E656A14A0}">
  <a:tblStyle styleId="{7E618169-AAAD-45AF-B223-790E656A14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{7E618169-AAAD-45AF-B223-790E656A14A0}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