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963B0F-F896-4027-BB50-06BACB1D4B0C}">
  <a:tblStyle styleId="{52963B0F-F896-4027-BB50-06BACB1D4B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{52963B0F-F896-4027-BB50-06BACB1D4B0C}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