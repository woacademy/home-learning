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C600AF-7E15-4024-BBA8-B48FB1DE0B09}">
  <a:tblStyle styleId="{14C600AF-7E15-4024-BBA8-B48FB1DE0B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{14C600AF-7E15-4024-BBA8-B48FB1DE0B09}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