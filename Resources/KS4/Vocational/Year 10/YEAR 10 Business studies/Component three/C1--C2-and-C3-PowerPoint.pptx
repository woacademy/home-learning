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671DAF-82D8-4B11-8303-34A4EB25D3FE}">
  <a:tblStyle styleId="{B0671DAF-82D8-4B11-8303-34A4EB25D3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{B0671DAF-82D8-4B11-8303-34A4EB25D3FE}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