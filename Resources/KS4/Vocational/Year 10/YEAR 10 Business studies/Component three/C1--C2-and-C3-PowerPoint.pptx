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1A7DCF6-C188-40DF-90AE-149903249840}">
  <a:tblStyle styleId="{91A7DCF6-C188-40DF-90AE-14990324984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{91A7DCF6-C188-40DF-90AE-149903249840}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