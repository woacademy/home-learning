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D85111-AD99-42EF-963E-90DE0F3ACEA7}">
  <a:tblStyle styleId="{6ED85111-AD99-42EF-963E-90DE0F3ACE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{6ED85111-AD99-42EF-963E-90DE0F3ACEA7}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