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8EFC194-E042-4091-B8BA-0DCF43A9A71C}">
  <a:tblStyle styleId="{88EFC194-E042-4091-B8BA-0DCF43A9A71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1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5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{88EFC194-E042-4091-B8BA-0DCF43A9A71C}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