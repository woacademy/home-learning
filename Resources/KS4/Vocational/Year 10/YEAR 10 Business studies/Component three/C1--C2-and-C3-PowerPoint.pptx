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1A6264-5574-42CB-A377-8F2B837935DE}">
  <a:tblStyle styleId="{C71A6264-5574-42CB-A377-8F2B837935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{C71A6264-5574-42CB-A377-8F2B837935DE}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