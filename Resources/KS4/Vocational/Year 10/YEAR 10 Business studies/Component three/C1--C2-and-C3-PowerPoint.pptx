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A6E7E-A6DC-4AE0-B404-D32F2376D06B}">
  <a:tblStyle styleId="{46DA6E7E-A6DC-4AE0-B404-D32F2376D0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{46DA6E7E-A6DC-4AE0-B404-D32F2376D06B}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