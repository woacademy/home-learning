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B5B0B2-AB0F-4BAB-BFE6-06CFE7FA633F}">
  <a:tblStyle styleId="{EEB5B0B2-AB0F-4BAB-BFE6-06CFE7FA63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{EEB5B0B2-AB0F-4BAB-BFE6-06CFE7FA633F}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