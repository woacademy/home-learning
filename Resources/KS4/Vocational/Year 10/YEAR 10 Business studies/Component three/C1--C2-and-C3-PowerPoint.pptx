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08F25F-1A2F-47C7-BD4D-6E4C9402E0DB}">
  <a:tblStyle styleId="{BA08F25F-1A2F-47C7-BD4D-6E4C9402E0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{BA08F25F-1A2F-47C7-BD4D-6E4C9402E0DB}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