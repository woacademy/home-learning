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5F73EC-E87E-459E-BD21-6B2870A5113A}">
  <a:tblStyle styleId="{815F73EC-E87E-459E-BD21-6B2870A51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{815F73EC-E87E-459E-BD21-6B2870A5113A}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