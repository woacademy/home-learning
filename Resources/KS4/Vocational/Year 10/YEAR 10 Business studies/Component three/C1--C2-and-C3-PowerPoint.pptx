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10380A-5DFF-4B4F-9CFA-EAD38923DC8B}">
  <a:tblStyle styleId="{9810380A-5DFF-4B4F-9CFA-EAD38923DC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{9810380A-5DFF-4B4F-9CFA-EAD38923DC8B}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