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B30E93-9AAC-4C99-99C7-5C4D1432103A}">
  <a:tblStyle styleId="{E9B30E93-9AAC-4C99-99C7-5C4D143210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{E9B30E93-9AAC-4C99-99C7-5C4D1432103A}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