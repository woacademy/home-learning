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3C7897-04A0-46F9-BDB0-8E7A824ED441}">
  <a:tblStyle styleId="{8F3C7897-04A0-46F9-BDB0-8E7A824ED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{8F3C7897-04A0-46F9-BDB0-8E7A824ED441}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