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BF1B2F-37C6-420F-9E91-BCA691266D33}">
  <a:tblStyle styleId="{D2BF1B2F-37C6-420F-9E91-BCA691266D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{D2BF1B2F-37C6-420F-9E91-BCA691266D33}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