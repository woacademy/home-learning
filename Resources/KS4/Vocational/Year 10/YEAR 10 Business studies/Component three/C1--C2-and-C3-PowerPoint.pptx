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95135B-D9E4-4107-BA68-4D580099DB59}">
  <a:tblStyle styleId="{6C95135B-D9E4-4107-BA68-4D580099DB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{6C95135B-D9E4-4107-BA68-4D580099DB59}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