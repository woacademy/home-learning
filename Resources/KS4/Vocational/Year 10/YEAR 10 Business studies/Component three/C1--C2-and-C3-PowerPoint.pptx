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91129B-67A2-49AD-8884-F3F01E079F16}">
  <a:tblStyle styleId="{0891129B-67A2-49AD-8884-F3F01E079F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{0891129B-67A2-49AD-8884-F3F01E079F16}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