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4522BFA-13F7-4748-9510-36A907650A4A}">
  <a:tblStyle styleId="{A4522BFA-13F7-4748-9510-36A907650A4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{A4522BFA-13F7-4748-9510-36A907650A4A}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