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EAA019-ADDA-42DE-8495-2FF29C93D4DE}">
  <a:tblStyle styleId="{BAEAA019-ADDA-42DE-8495-2FF29C93D4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{BAEAA019-ADDA-42DE-8495-2FF29C93D4DE}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