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E0E14C-611F-49DB-9B7F-0372A237B46F}">
  <a:tblStyle styleId="{6DE0E14C-611F-49DB-9B7F-0372A237B4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{6DE0E14C-611F-49DB-9B7F-0372A237B46F}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