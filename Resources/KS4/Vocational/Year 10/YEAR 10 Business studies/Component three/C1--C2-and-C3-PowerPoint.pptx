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03359A-5344-4149-BB27-ED856AA5D73E}">
  <a:tblStyle styleId="{AE03359A-5344-4149-BB27-ED856AA5D7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{AE03359A-5344-4149-BB27-ED856AA5D73E}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