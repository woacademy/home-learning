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A75CF-C8F5-4EDA-AA54-BB1849033F8E}">
  <a:tblStyle styleId="{894A75CF-C8F5-4EDA-AA54-BB1849033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{894A75CF-C8F5-4EDA-AA54-BB1849033F8E}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