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FCFE7-E65D-4532-AA0D-110FB22B14FB}">
  <a:tblStyle styleId="{64AFCFE7-E65D-4532-AA0D-110FB22B14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{64AFCFE7-E65D-4532-AA0D-110FB22B14FB}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