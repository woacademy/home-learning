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4E507-51BD-4B54-AD8F-2D2D405D3EA8}">
  <a:tblStyle styleId="{B3E4E507-51BD-4B54-AD8F-2D2D405D3E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{B3E4E507-51BD-4B54-AD8F-2D2D405D3EA8}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