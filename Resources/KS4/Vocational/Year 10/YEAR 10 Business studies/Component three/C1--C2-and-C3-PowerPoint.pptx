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6DF827-C96D-4BCE-A514-7C68881B08F2}">
  <a:tblStyle styleId="{456DF827-C96D-4BCE-A514-7C68881B08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{456DF827-C96D-4BCE-A514-7C68881B08F2}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