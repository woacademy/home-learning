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81C535-9D92-4D2D-A1DB-556C5870FE39}">
  <a:tblStyle styleId="{8C81C535-9D92-4D2D-A1DB-556C5870FE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{8C81C535-9D92-4D2D-A1DB-556C5870FE39}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