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12AFAB-382C-4194-89AF-5E15DE2E8DF9}">
  <a:tblStyle styleId="{8712AFAB-382C-4194-89AF-5E15DE2E8D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{8712AFAB-382C-4194-89AF-5E15DE2E8DF9}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