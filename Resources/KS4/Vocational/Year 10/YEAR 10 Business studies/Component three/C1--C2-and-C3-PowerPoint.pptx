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3BFA19-53C3-49E2-910F-D1FF4F5D116C}">
  <a:tblStyle styleId="{723BFA19-53C3-49E2-910F-D1FF4F5D11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{723BFA19-53C3-49E2-910F-D1FF4F5D116C}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