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F83F57-282E-4937-AE77-5900974DCE57}">
  <a:tblStyle styleId="{BCF83F57-282E-4937-AE77-5900974DCE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{BCF83F57-282E-4937-AE77-5900974DCE57}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