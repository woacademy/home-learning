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5914AF-121A-436D-9A54-DA91D3FC84E4}">
  <a:tblStyle styleId="{C45914AF-121A-436D-9A54-DA91D3FC84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{C45914AF-121A-436D-9A54-DA91D3FC84E4}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