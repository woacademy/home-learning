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466BB-5740-4C8C-87A1-E9F46EDE083F}">
  <a:tblStyle styleId="{A8D466BB-5740-4C8C-87A1-E9F46EDE08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{A8D466BB-5740-4C8C-87A1-E9F46EDE083F}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