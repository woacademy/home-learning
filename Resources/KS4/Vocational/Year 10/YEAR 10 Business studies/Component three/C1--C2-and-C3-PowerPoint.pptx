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A1B49-EFAE-4478-A2A4-C04CC80F3D09}">
  <a:tblStyle styleId="{49EA1B49-EFAE-4478-A2A4-C04CC80F3D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{49EA1B49-EFAE-4478-A2A4-C04CC80F3D09}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