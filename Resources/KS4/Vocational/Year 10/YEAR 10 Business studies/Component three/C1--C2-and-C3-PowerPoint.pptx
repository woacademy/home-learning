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119FCB-EFB6-424C-9EBD-9976F4835A86}">
  <a:tblStyle styleId="{40119FCB-EFB6-424C-9EBD-9976F4835A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{40119FCB-EFB6-424C-9EBD-9976F4835A86}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