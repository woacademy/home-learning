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A7012-A035-4B9B-B983-27895EE737A6}">
  <a:tblStyle styleId="{4EFA7012-A035-4B9B-B983-27895EE737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{4EFA7012-A035-4B9B-B983-27895EE737A6}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