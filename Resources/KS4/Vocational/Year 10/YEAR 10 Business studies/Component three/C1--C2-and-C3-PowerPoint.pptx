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A449E3-4E0A-4B1B-8E98-DF184CFE92C1}">
  <a:tblStyle styleId="{C8A449E3-4E0A-4B1B-8E98-DF184CFE92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{C8A449E3-4E0A-4B1B-8E98-DF184CFE92C1}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