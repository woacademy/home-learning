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E8EAE3-15E0-4B0F-B3D7-3A2FB5DBF5F1}">
  <a:tblStyle styleId="{66E8EAE3-15E0-4B0F-B3D7-3A2FB5DBF5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{66E8EAE3-15E0-4B0F-B3D7-3A2FB5DBF5F1}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