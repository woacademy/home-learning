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CD0698-54FA-4E02-AC50-27C56032887E}">
  <a:tblStyle styleId="{E6CD0698-54FA-4E02-AC50-27C5603288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{E6CD0698-54FA-4E02-AC50-27C56032887E}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