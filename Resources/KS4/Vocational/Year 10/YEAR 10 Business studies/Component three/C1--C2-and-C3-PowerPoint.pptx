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9CA0AB-D7E1-4808-B327-14581975988C}">
  <a:tblStyle styleId="{D79CA0AB-D7E1-4808-B327-1458197598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{D79CA0AB-D7E1-4808-B327-14581975988C}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