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D9393-BEAF-4468-9A37-6DA4B5DB8F55}">
  <a:tblStyle styleId="{DE8D9393-BEAF-4468-9A37-6DA4B5DB8F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{DE8D9393-BEAF-4468-9A37-6DA4B5DB8F55}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