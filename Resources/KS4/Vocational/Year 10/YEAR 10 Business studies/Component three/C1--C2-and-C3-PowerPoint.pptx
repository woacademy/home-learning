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F0A812-3C42-42B1-8AB0-CD885F428A97}">
  <a:tblStyle styleId="{2EF0A812-3C42-42B1-8AB0-CD885F428A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{2EF0A812-3C42-42B1-8AB0-CD885F428A97}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