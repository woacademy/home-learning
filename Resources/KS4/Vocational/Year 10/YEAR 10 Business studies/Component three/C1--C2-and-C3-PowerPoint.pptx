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9479C-4CD6-4B38-9310-7E9A4C750CB9}">
  <a:tblStyle styleId="{3E89479C-4CD6-4B38-9310-7E9A4C750C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{3E89479C-4CD6-4B38-9310-7E9A4C750CB9}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