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2FCD5D-7AC9-4DC0-837D-DDE850CFE131}">
  <a:tblStyle styleId="{132FCD5D-7AC9-4DC0-837D-DDE850CFE1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{132FCD5D-7AC9-4DC0-837D-DDE850CFE131}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