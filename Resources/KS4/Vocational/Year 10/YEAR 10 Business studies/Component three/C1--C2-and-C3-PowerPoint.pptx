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7DCCB-6A82-4573-98E4-2650E23EDCAA}">
  <a:tblStyle styleId="{6077DCCB-6A82-4573-98E4-2650E23EDC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{6077DCCB-6A82-4573-98E4-2650E23EDCAA}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