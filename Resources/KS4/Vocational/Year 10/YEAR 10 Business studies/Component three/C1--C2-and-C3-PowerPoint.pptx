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97FC23-A9DF-4672-9FD9-CB5B9F6DD9DF}">
  <a:tblStyle styleId="{C597FC23-A9DF-4672-9FD9-CB5B9F6DD9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{C597FC23-A9DF-4672-9FD9-CB5B9F6DD9DF}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