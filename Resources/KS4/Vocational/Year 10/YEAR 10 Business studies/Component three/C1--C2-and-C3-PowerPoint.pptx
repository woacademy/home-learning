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02955A-85E9-4937-93E2-7D3B068E1F7C}">
  <a:tblStyle styleId="{6002955A-85E9-4937-93E2-7D3B068E1F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{6002955A-85E9-4937-93E2-7D3B068E1F7C}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