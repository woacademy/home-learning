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A870B-8196-46C4-8386-E778ADFAA569}">
  <a:tblStyle styleId="{A74A870B-8196-46C4-8386-E778ADFAA5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{A74A870B-8196-46C4-8386-E778ADFAA569}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