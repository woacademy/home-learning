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B70AAC-3655-402B-838D-548E8444083B}">
  <a:tblStyle styleId="{67B70AAC-3655-402B-838D-548E844408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{67B70AAC-3655-402B-838D-548E8444083B}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