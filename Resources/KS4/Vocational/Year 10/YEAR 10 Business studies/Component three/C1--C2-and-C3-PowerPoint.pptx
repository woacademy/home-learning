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56B189-1B7E-44E8-8833-096FC8491F4E}">
  <a:tblStyle styleId="{5F56B189-1B7E-44E8-8833-096FC8491F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{5F56B189-1B7E-44E8-8833-096FC8491F4E}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