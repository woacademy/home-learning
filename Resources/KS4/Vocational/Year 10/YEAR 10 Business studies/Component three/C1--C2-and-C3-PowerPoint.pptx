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6491FF-8DB0-46F5-AF82-74B1548AC65A}">
  <a:tblStyle styleId="{0B6491FF-8DB0-46F5-AF82-74B1548AC6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{0B6491FF-8DB0-46F5-AF82-74B1548AC65A}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