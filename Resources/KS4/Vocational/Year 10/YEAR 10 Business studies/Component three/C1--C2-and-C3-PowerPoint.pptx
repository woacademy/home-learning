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6969F4B-0D13-4B9F-A5E3-6076199AEAA6}">
  <a:tblStyle styleId="{86969F4B-0D13-4B9F-A5E3-6076199AEA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{86969F4B-0D13-4B9F-A5E3-6076199AEAA6}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