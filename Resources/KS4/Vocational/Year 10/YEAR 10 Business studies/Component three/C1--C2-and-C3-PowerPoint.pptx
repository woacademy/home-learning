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2302FD-AC6C-4E96-B559-8292B72D53B7}">
  <a:tblStyle styleId="{522302FD-AC6C-4E96-B559-8292B72D53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{522302FD-AC6C-4E96-B559-8292B72D53B7}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