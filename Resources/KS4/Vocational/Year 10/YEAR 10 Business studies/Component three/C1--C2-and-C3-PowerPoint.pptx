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687720-3613-413D-BDDD-63B578DCC454}">
  <a:tblStyle styleId="{FD687720-3613-413D-BDDD-63B578DCC4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{FD687720-3613-413D-BDDD-63B578DCC454}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