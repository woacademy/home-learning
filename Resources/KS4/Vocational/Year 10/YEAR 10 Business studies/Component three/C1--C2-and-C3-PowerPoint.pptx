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6598DE-DCE9-4156-BD9F-D39332A39909}">
  <a:tblStyle styleId="{416598DE-DCE9-4156-BD9F-D39332A399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{416598DE-DCE9-4156-BD9F-D39332A39909}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