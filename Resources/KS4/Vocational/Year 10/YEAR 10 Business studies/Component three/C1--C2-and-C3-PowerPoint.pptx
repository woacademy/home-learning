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008BEC-EC78-4ADC-A903-76847835CDA3}">
  <a:tblStyle styleId="{3C008BEC-EC78-4ADC-A903-76847835CD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{3C008BEC-EC78-4ADC-A903-76847835CDA3}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