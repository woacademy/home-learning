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981B3C-168A-43DC-AF3F-2BCA7A1978A2}">
  <a:tblStyle styleId="{CC981B3C-168A-43DC-AF3F-2BCA7A1978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{CC981B3C-168A-43DC-AF3F-2BCA7A1978A2}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