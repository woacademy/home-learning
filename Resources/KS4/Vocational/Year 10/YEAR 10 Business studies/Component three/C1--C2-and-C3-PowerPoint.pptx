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F833D1-7D11-4C1E-B8F6-E4C5080DDCB6}">
  <a:tblStyle styleId="{E0F833D1-7D11-4C1E-B8F6-E4C5080DDC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{E0F833D1-7D11-4C1E-B8F6-E4C5080DDCB6}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