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057EE5-0B90-4FD7-A865-190F19FABF8E}">
  <a:tblStyle styleId="{B4057EE5-0B90-4FD7-A865-190F19FABF8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{B4057EE5-0B90-4FD7-A865-190F19FABF8E}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