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C8D50C-64E3-4A32-947E-9E061851B679}">
  <a:tblStyle styleId="{4CC8D50C-64E3-4A32-947E-9E061851B6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{4CC8D50C-64E3-4A32-947E-9E061851B679}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