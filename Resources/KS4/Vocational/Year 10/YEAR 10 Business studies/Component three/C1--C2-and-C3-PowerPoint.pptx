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3DE351-FCAF-47A5-A021-DDB50A4D4BA1}">
  <a:tblStyle styleId="{FB3DE351-FCAF-47A5-A021-DDB50A4D4B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{FB3DE351-FCAF-47A5-A021-DDB50A4D4BA1}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