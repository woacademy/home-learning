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0BAE5BE-F3E2-420F-B817-A9C3F1B68120}">
  <a:tblStyle styleId="{10BAE5BE-F3E2-420F-B817-A9C3F1B6812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{10BAE5BE-F3E2-420F-B817-A9C3F1B68120}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