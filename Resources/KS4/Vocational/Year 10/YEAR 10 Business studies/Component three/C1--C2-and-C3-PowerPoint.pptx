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ACD0D7-6D9B-417D-94CC-6B0F0764DA70}">
  <a:tblStyle styleId="{E8ACD0D7-6D9B-417D-94CC-6B0F0764DA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{E8ACD0D7-6D9B-417D-94CC-6B0F0764DA70}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