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4BD8AB-D9BA-456F-ADEB-92274D1BF803}">
  <a:tblStyle styleId="{8B4BD8AB-D9BA-456F-ADEB-92274D1BF8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{8B4BD8AB-D9BA-456F-ADEB-92274D1BF803}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