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A6B9B6-8FE4-4F65-9F15-6A51902C90C0}">
  <a:tblStyle styleId="{97A6B9B6-8FE4-4F65-9F15-6A51902C90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{97A6B9B6-8FE4-4F65-9F15-6A51902C90C0}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