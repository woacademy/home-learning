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C024935-D6DF-4685-B9D6-60D999755D1A}">
  <a:tblStyle styleId="{0C024935-D6DF-4685-B9D6-60D999755D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{0C024935-D6DF-4685-B9D6-60D999755D1A}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