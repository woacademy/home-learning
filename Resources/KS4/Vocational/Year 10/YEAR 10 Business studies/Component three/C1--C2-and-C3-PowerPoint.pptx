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E71187-945B-4511-8833-E6663095FBE0}">
  <a:tblStyle styleId="{30E71187-945B-4511-8833-E6663095FB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{30E71187-945B-4511-8833-E6663095FBE0}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