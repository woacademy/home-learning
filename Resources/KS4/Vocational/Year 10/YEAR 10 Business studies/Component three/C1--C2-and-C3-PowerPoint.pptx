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EEA710-EF46-4E3E-B184-59D80CF1D7DC}">
  <a:tblStyle styleId="{83EEA710-EF46-4E3E-B184-59D80CF1D7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{83EEA710-EF46-4E3E-B184-59D80CF1D7DC}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