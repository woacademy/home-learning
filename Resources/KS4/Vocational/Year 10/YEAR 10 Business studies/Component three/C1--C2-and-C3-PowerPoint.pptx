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C16721-909F-4B57-8504-A219B2622D81}">
  <a:tblStyle styleId="{DDC16721-909F-4B57-8504-A219B2622D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{DDC16721-909F-4B57-8504-A219B2622D81}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