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D3D91C-9AA8-4FBE-B400-81104440F2BA}">
  <a:tblStyle styleId="{12D3D91C-9AA8-4FBE-B400-81104440F2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{12D3D91C-9AA8-4FBE-B400-81104440F2BA}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