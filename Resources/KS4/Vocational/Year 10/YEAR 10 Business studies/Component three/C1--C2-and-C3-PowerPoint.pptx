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64295D-EA14-4D43-A2AB-A76323403AD1}">
  <a:tblStyle styleId="{0B64295D-EA14-4D43-A2AB-A76323403A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{0B64295D-EA14-4D43-A2AB-A76323403AD1}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