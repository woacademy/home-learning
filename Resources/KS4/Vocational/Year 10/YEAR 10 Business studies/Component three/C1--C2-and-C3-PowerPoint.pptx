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572955-88B0-4D8E-9460-21900702A910}">
  <a:tblStyle styleId="{B1572955-88B0-4D8E-9460-21900702A9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{B1572955-88B0-4D8E-9460-21900702A910}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