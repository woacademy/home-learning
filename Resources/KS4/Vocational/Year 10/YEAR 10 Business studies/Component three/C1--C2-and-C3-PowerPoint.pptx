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A6F34B-2489-4CF1-AD69-4F7D05817661}">
  <a:tblStyle styleId="{8EA6F34B-2489-4CF1-AD69-4F7D058176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{8EA6F34B-2489-4CF1-AD69-4F7D05817661}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