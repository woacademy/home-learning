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C258F3-1E8A-4359-B31B-5E7822E11D9A}">
  <a:tblStyle styleId="{55C258F3-1E8A-4359-B31B-5E7822E11D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{55C258F3-1E8A-4359-B31B-5E7822E11D9A}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