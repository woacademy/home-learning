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4D55B-C9ED-4AE6-8577-17EB377EF0AF}">
  <a:tblStyle styleId="{A6E4D55B-C9ED-4AE6-8577-17EB377EF0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{A6E4D55B-C9ED-4AE6-8577-17EB377EF0AF}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