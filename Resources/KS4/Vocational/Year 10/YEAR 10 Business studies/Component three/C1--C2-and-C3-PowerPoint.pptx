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A4F5A5-87C4-4CD1-A4FF-9D0CD55F7FAB}">
  <a:tblStyle styleId="{44A4F5A5-87C4-4CD1-A4FF-9D0CD55F7F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{44A4F5A5-87C4-4CD1-A4FF-9D0CD55F7FAB}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