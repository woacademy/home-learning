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43DBFE-DD6B-44C2-BA64-69BA4998DA64}">
  <a:tblStyle styleId="{5343DBFE-DD6B-44C2-BA64-69BA4998DA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{5343DBFE-DD6B-44C2-BA64-69BA4998DA64}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