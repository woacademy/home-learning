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42410E-30A8-49D6-A219-936F02102622}">
  <a:tblStyle styleId="{F442410E-30A8-49D6-A219-936F021026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{F442410E-30A8-49D6-A219-936F02102622}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