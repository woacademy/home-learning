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5D0AF0-F360-4C8B-8C3E-F09114E5182F}">
  <a:tblStyle styleId="{885D0AF0-F360-4C8B-8C3E-F09114E518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{885D0AF0-F360-4C8B-8C3E-F09114E5182F}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