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25F14F-B7BE-4305-8A75-BC67E1322050}">
  <a:tblStyle styleId="{2A25F14F-B7BE-4305-8A75-BC67E13220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{2A25F14F-B7BE-4305-8A75-BC67E1322050}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