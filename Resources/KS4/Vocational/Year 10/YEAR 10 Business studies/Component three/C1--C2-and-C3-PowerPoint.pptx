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522C9E-4AFE-46B9-81A1-66D2F05BE705}">
  <a:tblStyle styleId="{6D522C9E-4AFE-46B9-81A1-66D2F05BE7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{6D522C9E-4AFE-46B9-81A1-66D2F05BE705}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