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0BDE17-C6A1-4782-8838-BF723C152830}">
  <a:tblStyle styleId="{7E0BDE17-C6A1-4782-8838-BF723C1528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{7E0BDE17-C6A1-4782-8838-BF723C152830}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