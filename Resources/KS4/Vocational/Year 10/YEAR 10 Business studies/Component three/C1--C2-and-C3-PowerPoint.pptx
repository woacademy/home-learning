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73BC409-EFDE-4F08-ABC4-9C29DCF37E1C}">
  <a:tblStyle styleId="{973BC409-EFDE-4F08-ABC4-9C29DCF37E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{973BC409-EFDE-4F08-ABC4-9C29DCF37E1C}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