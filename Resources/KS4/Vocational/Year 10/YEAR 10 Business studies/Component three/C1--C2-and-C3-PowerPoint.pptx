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7D3906-69DD-476F-9623-42345822A2B5}">
  <a:tblStyle styleId="{BF7D3906-69DD-476F-9623-42345822A2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{BF7D3906-69DD-476F-9623-42345822A2B5}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