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29785B-B4B5-41F6-B36A-43B70C5E3916}">
  <a:tblStyle styleId="{FC29785B-B4B5-41F6-B36A-43B70C5E39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{FC29785B-B4B5-41F6-B36A-43B70C5E3916}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