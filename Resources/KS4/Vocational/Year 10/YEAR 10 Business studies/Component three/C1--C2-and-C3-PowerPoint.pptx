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2A05C9-4A0A-4301-9A8A-DD622A79918B}">
  <a:tblStyle styleId="{952A05C9-4A0A-4301-9A8A-DD622A7991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{952A05C9-4A0A-4301-9A8A-DD622A79918B}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