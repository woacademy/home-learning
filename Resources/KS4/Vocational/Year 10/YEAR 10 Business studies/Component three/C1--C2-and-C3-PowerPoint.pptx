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5C116-22BA-4698-8499-D7A1B465C672}">
  <a:tblStyle styleId="{07B5C116-22BA-4698-8499-D7A1B465C6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{07B5C116-22BA-4698-8499-D7A1B465C672}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