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16D765-E790-4DFE-894A-85F986505945}">
  <a:tblStyle styleId="{5316D765-E790-4DFE-894A-85F98650594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{5316D765-E790-4DFE-894A-85F986505945}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