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1A9A9E-07A5-4B92-986F-28BD18F9FDB3}">
  <a:tblStyle styleId="{8A1A9A9E-07A5-4B92-986F-28BD18F9FD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{8A1A9A9E-07A5-4B92-986F-28BD18F9FDB3}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