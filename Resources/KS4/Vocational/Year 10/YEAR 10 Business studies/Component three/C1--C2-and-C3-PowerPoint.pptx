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23AECE-3A84-4C20-984B-2E501F6CC1A9}">
  <a:tblStyle styleId="{DB23AECE-3A84-4C20-984B-2E501F6CC1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{DB23AECE-3A84-4C20-984B-2E501F6CC1A9}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