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0B3589-B507-421D-AF89-3902DBFE3540}">
  <a:tblStyle styleId="{3B0B3589-B507-421D-AF89-3902DBFE3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{3B0B3589-B507-421D-AF89-3902DBFE3540}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