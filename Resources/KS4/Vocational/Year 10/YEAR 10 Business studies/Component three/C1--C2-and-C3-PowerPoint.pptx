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7D7E07-E807-4877-9795-F762F8148F5A}">
  <a:tblStyle styleId="{D47D7E07-E807-4877-9795-F762F8148F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{D47D7E07-E807-4877-9795-F762F8148F5A}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