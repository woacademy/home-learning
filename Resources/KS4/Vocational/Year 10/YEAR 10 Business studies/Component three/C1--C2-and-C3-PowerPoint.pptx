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0B3C1B-4BCE-43DE-BC20-2BC92982FBC5}">
  <a:tblStyle styleId="{EA0B3C1B-4BCE-43DE-BC20-2BC92982F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{EA0B3C1B-4BCE-43DE-BC20-2BC92982FBC5}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