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1C09ED-9630-4355-A7F9-C035D13B753F}">
  <a:tblStyle styleId="{EA1C09ED-9630-4355-A7F9-C035D13B75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{EA1C09ED-9630-4355-A7F9-C035D13B753F}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