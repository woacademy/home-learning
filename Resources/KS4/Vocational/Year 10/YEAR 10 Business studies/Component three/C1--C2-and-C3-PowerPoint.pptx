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2A5773-DD14-4DF6-B4CC-FB14BDAB2D7E}">
  <a:tblStyle styleId="{122A5773-DD14-4DF6-B4CC-FB14BDAB2D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{122A5773-DD14-4DF6-B4CC-FB14BDAB2D7E}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