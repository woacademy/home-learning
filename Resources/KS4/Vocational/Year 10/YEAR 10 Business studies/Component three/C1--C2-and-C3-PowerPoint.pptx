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24D0F1-5DAE-455B-9078-1AC965529CA6}">
  <a:tblStyle styleId="{6B24D0F1-5DAE-455B-9078-1AC965529C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{6B24D0F1-5DAE-455B-9078-1AC965529CA6}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