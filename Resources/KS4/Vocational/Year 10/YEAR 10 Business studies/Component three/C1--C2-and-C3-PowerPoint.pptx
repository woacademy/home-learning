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2C3E05-3C94-46A9-A093-307CD43D1C3E}">
  <a:tblStyle styleId="{C92C3E05-3C94-46A9-A093-307CD43D1C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{C92C3E05-3C94-46A9-A093-307CD43D1C3E}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