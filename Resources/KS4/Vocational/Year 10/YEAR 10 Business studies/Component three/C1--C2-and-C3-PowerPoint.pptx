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FB34D2-079A-4EBF-9D40-95DCA11C658F}">
  <a:tblStyle styleId="{51FB34D2-079A-4EBF-9D40-95DCA11C65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{51FB34D2-079A-4EBF-9D40-95DCA11C658F}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