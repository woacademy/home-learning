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3C93A1-9E8B-4F9E-8EC6-B2F39B0B4E06}">
  <a:tblStyle styleId="{BD3C93A1-9E8B-4F9E-8EC6-B2F39B0B4E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{BD3C93A1-9E8B-4F9E-8EC6-B2F39B0B4E06}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