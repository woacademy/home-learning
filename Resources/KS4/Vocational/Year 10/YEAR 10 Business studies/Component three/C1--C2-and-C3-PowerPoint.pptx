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7EE430-7E77-45D6-AD2A-AC04F7E86E18}">
  <a:tblStyle styleId="{717EE430-7E77-45D6-AD2A-AC04F7E86E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{717EE430-7E77-45D6-AD2A-AC04F7E86E18}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