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8E7ACA-CD11-4E54-8711-941046A71927}">
  <a:tblStyle styleId="{468E7ACA-CD11-4E54-8711-941046A719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{468E7ACA-CD11-4E54-8711-941046A71927}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