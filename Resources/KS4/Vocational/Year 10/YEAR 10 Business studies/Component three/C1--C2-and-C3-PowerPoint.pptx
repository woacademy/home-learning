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376547-9509-4BFA-B04F-4FF05F53746B}">
  <a:tblStyle styleId="{45376547-9509-4BFA-B04F-4FF05F5374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{45376547-9509-4BFA-B04F-4FF05F53746B}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