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37390B-87AF-4203-B7A7-FAC35CAEDAEF}">
  <a:tblStyle styleId="{2537390B-87AF-4203-B7A7-FAC35CAEDA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{2537390B-87AF-4203-B7A7-FAC35CAEDAEF}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