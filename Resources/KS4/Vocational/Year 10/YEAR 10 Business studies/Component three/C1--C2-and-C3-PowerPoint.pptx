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785294-00AC-4BB1-9410-074DE4C3E7A0}">
  <a:tblStyle styleId="{FF785294-00AC-4BB1-9410-074DE4C3E7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{FF785294-00AC-4BB1-9410-074DE4C3E7A0}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