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FF4153-F455-44E5-8C8E-CF55D9919240}">
  <a:tblStyle styleId="{EEFF4153-F455-44E5-8C8E-CF55D99192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{EEFF4153-F455-44E5-8C8E-CF55D9919240}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