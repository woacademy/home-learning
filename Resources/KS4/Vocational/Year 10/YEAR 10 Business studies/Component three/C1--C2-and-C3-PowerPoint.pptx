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A5D5CD-05DC-4D83-934C-1F170EA29D85}">
  <a:tblStyle styleId="{5DA5D5CD-05DC-4D83-934C-1F170EA29D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0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{5DA5D5CD-05DC-4D83-934C-1F170EA29D85}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