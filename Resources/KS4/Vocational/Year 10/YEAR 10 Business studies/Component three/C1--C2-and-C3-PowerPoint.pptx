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987B6B-422D-4811-8C52-0EB6564D6886}">
  <a:tblStyle styleId="{38987B6B-422D-4811-8C52-0EB6564D68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{38987B6B-422D-4811-8C52-0EB6564D6886}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