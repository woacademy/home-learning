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D02E2-67F7-48EE-ADD8-9F992FFFD11B}">
  <a:tblStyle styleId="{285D02E2-67F7-48EE-ADD8-9F992FFFD1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{285D02E2-67F7-48EE-ADD8-9F992FFFD11B}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