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78E7FD-8D0D-4824-A444-4B36A3259808}">
  <a:tblStyle styleId="{6E78E7FD-8D0D-4824-A444-4B36A32598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{6E78E7FD-8D0D-4824-A444-4B36A3259808}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