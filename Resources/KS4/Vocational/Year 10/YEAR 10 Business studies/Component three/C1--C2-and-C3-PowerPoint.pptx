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2E69F-BAA6-4A60-BB4B-509BD9A863B6}">
  <a:tblStyle styleId="{E202E69F-BAA6-4A60-BB4B-509BD9A86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{E202E69F-BAA6-4A60-BB4B-509BD9A863B6}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