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AAFA0B-6EAF-497F-9468-CDA11594FC73}">
  <a:tblStyle styleId="{53AAFA0B-6EAF-497F-9468-CDA11594FC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{53AAFA0B-6EAF-497F-9468-CDA11594FC73}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