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63B974-5159-407A-BD90-BD414A94BBB9}">
  <a:tblStyle styleId="{9463B974-5159-407A-BD90-BD414A94BB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{9463B974-5159-407A-BD90-BD414A94BBB9}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