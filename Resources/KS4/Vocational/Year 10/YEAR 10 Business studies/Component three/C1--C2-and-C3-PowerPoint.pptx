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2D1003-A9D5-4D67-8FE1-74B955C4A4A9}">
  <a:tblStyle styleId="{762D1003-A9D5-4D67-8FE1-74B955C4A4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{762D1003-A9D5-4D67-8FE1-74B955C4A4A9}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