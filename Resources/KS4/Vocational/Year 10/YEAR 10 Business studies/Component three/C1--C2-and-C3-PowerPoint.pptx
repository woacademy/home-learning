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02E66D-B562-4303-8DAA-A284B56813DE}">
  <a:tblStyle styleId="{A802E66D-B562-4303-8DAA-A284B56813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{A802E66D-B562-4303-8DAA-A284B56813DE}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