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AA5EB4-A1D7-419A-A2FA-3CD8E64EEF94}">
  <a:tblStyle styleId="{A6AA5EB4-A1D7-419A-A2FA-3CD8E64EEF9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2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{A6AA5EB4-A1D7-419A-A2FA-3CD8E64EEF94}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