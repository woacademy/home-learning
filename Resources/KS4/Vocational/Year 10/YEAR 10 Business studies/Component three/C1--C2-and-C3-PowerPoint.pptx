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527A27-0530-4A67-9A8D-3F85C3993625}">
  <a:tblStyle styleId="{39527A27-0530-4A67-9A8D-3F85C39936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{39527A27-0530-4A67-9A8D-3F85C3993625}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