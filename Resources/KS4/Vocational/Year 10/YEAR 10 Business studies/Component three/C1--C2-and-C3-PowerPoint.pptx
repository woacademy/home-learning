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7E9A84-9F80-4972-936A-4C11AC09BA7D}">
  <a:tblStyle styleId="{D07E9A84-9F80-4972-936A-4C11AC09BA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{D07E9A84-9F80-4972-936A-4C11AC09BA7D}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