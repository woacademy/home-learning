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3E41FF-AFAE-47F3-B734-846395CEE440}">
  <a:tblStyle styleId="{2E3E41FF-AFAE-47F3-B734-846395CEE4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{2E3E41FF-AFAE-47F3-B734-846395CEE440}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