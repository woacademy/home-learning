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E14C07-F525-4396-98E0-F4EADB67049C}">
  <a:tblStyle styleId="{4EE14C07-F525-4396-98E0-F4EADB6704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{4EE14C07-F525-4396-98E0-F4EADB67049C}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