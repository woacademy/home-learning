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068F5-85D4-481C-AF5B-F7863CBD7893}">
  <a:tblStyle styleId="{296068F5-85D4-481C-AF5B-F7863CBD78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{296068F5-85D4-481C-AF5B-F7863CBD7893}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