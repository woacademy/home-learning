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D09EBA-B531-4D62-BB65-4737B6D55004}">
  <a:tblStyle styleId="{CDD09EBA-B531-4D62-BB65-4737B6D550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{CDD09EBA-B531-4D62-BB65-4737B6D55004}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