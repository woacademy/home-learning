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2F28A6-B18B-40EC-9111-99F616B40314}">
  <a:tblStyle styleId="{D42F28A6-B18B-40EC-9111-99F616B403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{D42F28A6-B18B-40EC-9111-99F616B40314}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