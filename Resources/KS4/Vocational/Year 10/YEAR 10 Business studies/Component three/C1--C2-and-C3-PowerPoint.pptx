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2CDB09-35F2-45B8-958B-55FB48062636}">
  <a:tblStyle styleId="{D12CDB09-35F2-45B8-958B-55FB480626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{D12CDB09-35F2-45B8-958B-55FB48062636}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