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190BB3-4555-4875-B8FD-4F9AFBE0BB4E}">
  <a:tblStyle styleId="{99190BB3-4555-4875-B8FD-4F9AFBE0BB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{99190BB3-4555-4875-B8FD-4F9AFBE0BB4E}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