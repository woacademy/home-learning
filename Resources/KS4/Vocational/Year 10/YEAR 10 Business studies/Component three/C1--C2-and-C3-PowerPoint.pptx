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FCC15A-A018-42A2-86A1-8334061ADDE2}">
  <a:tblStyle styleId="{62FCC15A-A018-42A2-86A1-8334061ADD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{62FCC15A-A018-42A2-86A1-8334061ADDE2}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