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1EFAED-7E0A-4980-88F1-E3971D5599B6}">
  <a:tblStyle styleId="{811EFAED-7E0A-4980-88F1-E3971D5599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{811EFAED-7E0A-4980-88F1-E3971D5599B6}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