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0B36C-0C4F-43C1-A6A6-67346290936E}">
  <a:tblStyle styleId="{04C0B36C-0C4F-43C1-A6A6-6734629093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{04C0B36C-0C4F-43C1-A6A6-67346290936E}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