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C39EC1-A878-48F1-843F-598894BDF305}">
  <a:tblStyle styleId="{97C39EC1-A878-48F1-843F-598894BDF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{97C39EC1-A878-48F1-843F-598894BDF305}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