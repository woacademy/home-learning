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36F1E-0C90-454E-A12B-CBA7C6C5854B}">
  <a:tblStyle styleId="{DBC36F1E-0C90-454E-A12B-CBA7C6C585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{DBC36F1E-0C90-454E-A12B-CBA7C6C5854B}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