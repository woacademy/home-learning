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2E34F8-FBFA-4D6B-9D35-BE34CF8D32E7}">
  <a:tblStyle styleId="{B62E34F8-FBFA-4D6B-9D35-BE34CF8D32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{B62E34F8-FBFA-4D6B-9D35-BE34CF8D32E7}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