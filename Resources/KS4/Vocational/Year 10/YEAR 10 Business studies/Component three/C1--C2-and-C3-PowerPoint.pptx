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49537-9DD2-43EA-A6F3-2C19093A9529}">
  <a:tblStyle styleId="{1D449537-9DD2-43EA-A6F3-2C19093A95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{1D449537-9DD2-43EA-A6F3-2C19093A9529}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