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C6745C-A38D-4AC7-A29B-5675ACD3DB83}">
  <a:tblStyle styleId="{FDC6745C-A38D-4AC7-A29B-5675ACD3DB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{FDC6745C-A38D-4AC7-A29B-5675ACD3DB83}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