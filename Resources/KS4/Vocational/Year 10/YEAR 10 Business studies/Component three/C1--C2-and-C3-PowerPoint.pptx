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E648FF-2655-47D9-B146-B80F03C60A46}">
  <a:tblStyle styleId="{14E648FF-2655-47D9-B146-B80F03C60A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{14E648FF-2655-47D9-B146-B80F03C60A46}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