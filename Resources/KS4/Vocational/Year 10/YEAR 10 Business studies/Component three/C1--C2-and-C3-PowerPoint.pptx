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A4D68-D55C-4764-BAB5-A33261A8120E}">
  <a:tblStyle styleId="{A8DA4D68-D55C-4764-BAB5-A33261A812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{A8DA4D68-D55C-4764-BAB5-A33261A8120E}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