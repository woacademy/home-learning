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5FCAB60-0412-4B1E-91CC-87968215EB23}">
  <a:tblStyle styleId="{D5FCAB60-0412-4B1E-91CC-87968215EB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{D5FCAB60-0412-4B1E-91CC-87968215EB23}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