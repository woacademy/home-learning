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0232F6-7EB5-4575-951B-E70168E6B436}">
  <a:tblStyle styleId="{110232F6-7EB5-4575-951B-E70168E6B4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{110232F6-7EB5-4575-951B-E70168E6B436}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