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976C48-F194-4ACB-AD9E-980253FCC86F}">
  <a:tblStyle styleId="{3E976C48-F194-4ACB-AD9E-980253FCC8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{3E976C48-F194-4ACB-AD9E-980253FCC86F}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