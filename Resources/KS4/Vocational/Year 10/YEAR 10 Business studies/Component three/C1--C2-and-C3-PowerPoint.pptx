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3EA89-D442-41C5-8660-44FAD1105689}">
  <a:tblStyle styleId="{BA33EA89-D442-41C5-8660-44FAD1105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{BA33EA89-D442-41C5-8660-44FAD1105689}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