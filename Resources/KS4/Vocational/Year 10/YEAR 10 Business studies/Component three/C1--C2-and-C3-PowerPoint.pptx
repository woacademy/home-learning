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31FF56-527D-4BC2-A56D-4C66035B8EEB}">
  <a:tblStyle styleId="{5631FF56-527D-4BC2-A56D-4C66035B8E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{5631FF56-527D-4BC2-A56D-4C66035B8EEB}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