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D617F-5654-49D5-BC24-1746D79E2AEB}">
  <a:tblStyle styleId="{50BD617F-5654-49D5-BC24-1746D79E2A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{50BD617F-5654-49D5-BC24-1746D79E2AEB}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