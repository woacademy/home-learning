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B91027-6F34-4341-B664-E38C3264B3DA}">
  <a:tblStyle styleId="{6AB91027-6F34-4341-B664-E38C3264B3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{6AB91027-6F34-4341-B664-E38C3264B3DA}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