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D05A8B-BA82-4E27-9FD6-8536A39484EE}">
  <a:tblStyle styleId="{07D05A8B-BA82-4E27-9FD6-8536A39484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{07D05A8B-BA82-4E27-9FD6-8536A39484EE}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