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248DC5-C95B-4D3B-9A25-42516C9D07ED}">
  <a:tblStyle styleId="{3F248DC5-C95B-4D3B-9A25-42516C9D07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{3F248DC5-C95B-4D3B-9A25-42516C9D07ED}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