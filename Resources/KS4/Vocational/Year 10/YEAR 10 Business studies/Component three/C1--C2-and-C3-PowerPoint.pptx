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B10A2A-0AA2-4D18-BE4E-C62DA63BBCC6}">
  <a:tblStyle styleId="{CDB10A2A-0AA2-4D18-BE4E-C62DA63BBC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{CDB10A2A-0AA2-4D18-BE4E-C62DA63BBCC6}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