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A3339E0-7E2D-488B-9008-69E7F9F57202}">
  <a:tblStyle styleId="{7A3339E0-7E2D-488B-9008-69E7F9F5720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{7A3339E0-7E2D-488B-9008-69E7F9F57202}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