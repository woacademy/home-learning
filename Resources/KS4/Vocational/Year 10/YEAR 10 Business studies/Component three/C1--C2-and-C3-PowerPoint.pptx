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50E861-99B3-4E94-9E6B-42855477B86A}">
  <a:tblStyle styleId="{6550E861-99B3-4E94-9E6B-42855477B8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{6550E861-99B3-4E94-9E6B-42855477B86A}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