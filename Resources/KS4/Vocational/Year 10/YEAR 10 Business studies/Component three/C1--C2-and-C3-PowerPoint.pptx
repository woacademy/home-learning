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2F473C-6A67-432C-82A0-F989923D351A}">
  <a:tblStyle styleId="{D12F473C-6A67-432C-82A0-F989923D35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{D12F473C-6A67-432C-82A0-F989923D351A}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