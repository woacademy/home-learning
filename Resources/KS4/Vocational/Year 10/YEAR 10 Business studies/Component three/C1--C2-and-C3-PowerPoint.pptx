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8F3B342-A2DF-4DF9-BEC6-F4026472EBE5}">
  <a:tblStyle styleId="{48F3B342-A2DF-4DF9-BEC6-F4026472EB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{48F3B342-A2DF-4DF9-BEC6-F4026472EBE5}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