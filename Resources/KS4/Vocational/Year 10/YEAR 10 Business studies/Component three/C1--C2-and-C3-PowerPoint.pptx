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2A5F65-CA3A-4B80-B322-E75A34ABD23C}">
  <a:tblStyle styleId="{512A5F65-CA3A-4B80-B322-E75A34ABD2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{512A5F65-CA3A-4B80-B322-E75A34ABD23C}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