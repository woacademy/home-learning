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FD4BCE-4B6D-4493-B73E-64816D8EC9AB}">
  <a:tblStyle styleId="{D6FD4BCE-4B6D-4493-B73E-64816D8EC9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{D6FD4BCE-4B6D-4493-B73E-64816D8EC9AB}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