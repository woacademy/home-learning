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7D7FA9-478E-4B2F-B95B-1079B9F56D8F}">
  <a:tblStyle styleId="{8D7D7FA9-478E-4B2F-B95B-1079B9F56D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{8D7D7FA9-478E-4B2F-B95B-1079B9F56D8F}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