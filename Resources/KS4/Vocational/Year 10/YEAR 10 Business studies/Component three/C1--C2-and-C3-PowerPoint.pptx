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36FCC3-EE74-46C2-AF97-22AA1EC093BE}">
  <a:tblStyle styleId="{9D36FCC3-EE74-46C2-AF97-22AA1EC093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{9D36FCC3-EE74-46C2-AF97-22AA1EC093BE}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