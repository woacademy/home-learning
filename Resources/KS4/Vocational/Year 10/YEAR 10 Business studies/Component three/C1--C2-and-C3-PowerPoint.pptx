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2C334-1A38-4D89-9558-1BC92EF5DCCF}">
  <a:tblStyle styleId="{2092C334-1A38-4D89-9558-1BC92EF5DC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{2092C334-1A38-4D89-9558-1BC92EF5DCCF}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