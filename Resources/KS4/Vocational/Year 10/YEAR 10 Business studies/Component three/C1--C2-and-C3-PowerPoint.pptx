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F6F705-637D-4F71-A98F-18451A630784}">
  <a:tblStyle styleId="{70F6F705-637D-4F71-A98F-18451A6307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{70F6F705-637D-4F71-A98F-18451A630784}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