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B42377-AF0F-4B4D-9B24-66C22F173C80}">
  <a:tblStyle styleId="{E3B42377-AF0F-4B4D-9B24-66C22F173C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{E3B42377-AF0F-4B4D-9B24-66C22F173C80}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