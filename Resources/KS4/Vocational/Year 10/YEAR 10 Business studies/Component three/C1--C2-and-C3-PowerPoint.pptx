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56D94-28A8-4DE0-957B-36C0C27DD17C}">
  <a:tblStyle styleId="{16856D94-28A8-4DE0-957B-36C0C27DD1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{16856D94-28A8-4DE0-957B-36C0C27DD17C}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