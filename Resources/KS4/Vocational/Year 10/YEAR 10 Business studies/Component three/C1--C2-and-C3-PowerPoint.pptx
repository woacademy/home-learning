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B8904-DAB8-42F6-82E4-CB8A1E17FC1F}">
  <a:tblStyle styleId="{0EAB8904-DAB8-42F6-82E4-CB8A1E17FC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{0EAB8904-DAB8-42F6-82E4-CB8A1E17FC1F}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