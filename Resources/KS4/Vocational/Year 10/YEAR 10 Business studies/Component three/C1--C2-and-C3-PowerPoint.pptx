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401662-F5B9-47DD-B922-CD596B740829}">
  <a:tblStyle styleId="{A4401662-F5B9-47DD-B922-CD596B7408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{A4401662-F5B9-47DD-B922-CD596B740829}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