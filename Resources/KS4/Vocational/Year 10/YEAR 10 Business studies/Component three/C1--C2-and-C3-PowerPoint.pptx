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2DFD78-7A93-4D1D-BDA4-3E003C475046}">
  <a:tblStyle styleId="{262DFD78-7A93-4D1D-BDA4-3E003C4750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{262DFD78-7A93-4D1D-BDA4-3E003C475046}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