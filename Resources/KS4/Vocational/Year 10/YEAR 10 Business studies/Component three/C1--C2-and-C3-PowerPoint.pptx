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230AC9-5814-4901-8103-74336B9E440E}">
  <a:tblStyle styleId="{45230AC9-5814-4901-8103-74336B9E44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{45230AC9-5814-4901-8103-74336B9E440E}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