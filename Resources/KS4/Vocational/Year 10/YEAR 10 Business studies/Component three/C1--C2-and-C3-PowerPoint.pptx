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4AA45-DE96-47AA-BDC0-7B37D55D1018}">
  <a:tblStyle styleId="{E7D4AA45-DE96-47AA-BDC0-7B37D55D10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{E7D4AA45-DE96-47AA-BDC0-7B37D55D1018}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