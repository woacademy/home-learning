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058C57-80C6-4337-B8D8-32650D49447C}">
  <a:tblStyle styleId="{FA058C57-80C6-4337-B8D8-32650D4944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{FA058C57-80C6-4337-B8D8-32650D49447C}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