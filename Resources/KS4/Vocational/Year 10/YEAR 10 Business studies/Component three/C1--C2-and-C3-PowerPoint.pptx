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243C9A-0EAE-4CA2-B71A-961D3A441C98}">
  <a:tblStyle styleId="{AC243C9A-0EAE-4CA2-B71A-961D3A441C9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{AC243C9A-0EAE-4CA2-B71A-961D3A441C98}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