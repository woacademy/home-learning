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FCA493-588E-4AA3-8AB3-AD83A76391AC}">
  <a:tblStyle styleId="{75FCA493-588E-4AA3-8AB3-AD83A76391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{75FCA493-588E-4AA3-8AB3-AD83A76391AC}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