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978824-40A8-4445-8494-27D32A87D64F}">
  <a:tblStyle styleId="{1C978824-40A8-4445-8494-27D32A87D6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{1C978824-40A8-4445-8494-27D32A87D64F}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