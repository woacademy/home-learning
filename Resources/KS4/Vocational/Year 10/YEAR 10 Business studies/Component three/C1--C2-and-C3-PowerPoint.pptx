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D737A2-D59A-4FD8-981D-1893CFF35DEB}">
  <a:tblStyle styleId="{73D737A2-D59A-4FD8-981D-1893CFF35D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{73D737A2-D59A-4FD8-981D-1893CFF35DEB}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