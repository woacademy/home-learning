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48E7A-7A39-420F-B0B8-1D0B22042551}">
  <a:tblStyle styleId="{CE348E7A-7A39-420F-B0B8-1D0B220425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{CE348E7A-7A39-420F-B0B8-1D0B22042551}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