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E90FFC0-B970-4C2E-9D57-D1C1026EF1E6}">
  <a:tblStyle styleId="{2E90FFC0-B970-4C2E-9D57-D1C1026EF1E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2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5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{2E90FFC0-B970-4C2E-9D57-D1C1026EF1E6}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