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D4359-B7D9-4DD3-ADFC-7965B0A4B591}">
  <a:tblStyle styleId="{06ED4359-B7D9-4DD3-ADFC-7965B0A4B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{06ED4359-B7D9-4DD3-ADFC-7965B0A4B591}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