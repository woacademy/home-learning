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13BC87-9C3F-4209-AE00-7AAE30876D7F}">
  <a:tblStyle styleId="{1613BC87-9C3F-4209-AE00-7AAE30876D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{1613BC87-9C3F-4209-AE00-7AAE30876D7F}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