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6283BB-5460-4684-85C3-0F674AC602BA}">
  <a:tblStyle styleId="{A26283BB-5460-4684-85C3-0F674AC602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{A26283BB-5460-4684-85C3-0F674AC602BA}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