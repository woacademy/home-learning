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140B2B-FFC0-48D7-B4B5-7E0C640A177B}">
  <a:tblStyle styleId="{A6140B2B-FFC0-48D7-B4B5-7E0C640A17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{A6140B2B-FFC0-48D7-B4B5-7E0C640A177B}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