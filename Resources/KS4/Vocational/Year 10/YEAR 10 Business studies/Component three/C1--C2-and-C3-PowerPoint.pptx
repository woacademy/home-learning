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9A281-8C8C-4630-80D4-84B625C98B37}">
  <a:tblStyle styleId="{5789A281-8C8C-4630-80D4-84B625C98B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{5789A281-8C8C-4630-80D4-84B625C98B37}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