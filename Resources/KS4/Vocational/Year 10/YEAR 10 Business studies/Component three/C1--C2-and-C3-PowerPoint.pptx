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8127E3-D4D9-42C7-9893-B219B30E8032}">
  <a:tblStyle styleId="{3A8127E3-D4D9-42C7-9893-B219B30E80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{3A8127E3-D4D9-42C7-9893-B219B30E8032}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