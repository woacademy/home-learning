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C48809-8081-4FAB-95E0-FF283BAF0775}">
  <a:tblStyle styleId="{80C48809-8081-4FAB-95E0-FF283BAF0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{80C48809-8081-4FAB-95E0-FF283BAF0775}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