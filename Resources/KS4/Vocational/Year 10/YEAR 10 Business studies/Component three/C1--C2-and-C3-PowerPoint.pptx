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9F9FB2-DF5C-4DF4-8E06-6E6A86AA1496}">
  <a:tblStyle styleId="{419F9FB2-DF5C-4DF4-8E06-6E6A86AA14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{419F9FB2-DF5C-4DF4-8E06-6E6A86AA1496}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