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7B75B8-7B7F-4BCB-AA3B-8941C4EAAEF5}">
  <a:tblStyle styleId="{7B7B75B8-7B7F-4BCB-AA3B-8941C4EAAE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{7B7B75B8-7B7F-4BCB-AA3B-8941C4EAAEF5}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