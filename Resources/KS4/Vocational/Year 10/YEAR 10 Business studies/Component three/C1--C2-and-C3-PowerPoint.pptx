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69D2DC-A362-4009-9C6E-DE220DEC3937}">
  <a:tblStyle styleId="{8869D2DC-A362-4009-9C6E-DE220DEC39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{8869D2DC-A362-4009-9C6E-DE220DEC3937}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