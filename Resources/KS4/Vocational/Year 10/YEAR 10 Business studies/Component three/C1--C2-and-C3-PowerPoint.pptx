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1159A4-D302-4989-ACFD-ACD2C8C74A0E}">
  <a:tblStyle styleId="{081159A4-D302-4989-ACFD-ACD2C8C74A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{081159A4-D302-4989-ACFD-ACD2C8C74A0E}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