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09DCE5-8064-4DFE-9F57-6D444DBDA360}">
  <a:tblStyle styleId="{3A09DCE5-8064-4DFE-9F57-6D444DBDA3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{3A09DCE5-8064-4DFE-9F57-6D444DBDA360}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