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A70480-E6EC-4FB8-8F38-6C01A2BA2186}">
  <a:tblStyle styleId="{D5A70480-E6EC-4FB8-8F38-6C01A2BA21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{D5A70480-E6EC-4FB8-8F38-6C01A2BA2186}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