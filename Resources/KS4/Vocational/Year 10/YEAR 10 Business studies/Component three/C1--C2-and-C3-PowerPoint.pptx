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D961A9-59A9-495F-B97B-BC735C1562F3}">
  <a:tblStyle styleId="{F6D961A9-59A9-495F-B97B-BC735C1562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{F6D961A9-59A9-495F-B97B-BC735C1562F3}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