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BF05FF-085F-43D7-8114-B0EBB320057E}">
  <a:tblStyle styleId="{CDBF05FF-085F-43D7-8114-B0EBB32005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{CDBF05FF-085F-43D7-8114-B0EBB320057E}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