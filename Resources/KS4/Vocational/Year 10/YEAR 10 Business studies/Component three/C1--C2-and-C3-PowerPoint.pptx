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0167FE-FA7F-45E5-9354-1C7398DF9799}">
  <a:tblStyle styleId="{EE0167FE-FA7F-45E5-9354-1C7398DF97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{EE0167FE-FA7F-45E5-9354-1C7398DF9799}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