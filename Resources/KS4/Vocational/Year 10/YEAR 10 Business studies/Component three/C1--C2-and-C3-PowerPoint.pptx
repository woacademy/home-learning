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9E6FF8-8ECB-46FC-B3F9-AE14380111A6}">
  <a:tblStyle styleId="{DF9E6FF8-8ECB-46FC-B3F9-AE14380111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{DF9E6FF8-8ECB-46FC-B3F9-AE14380111A6}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