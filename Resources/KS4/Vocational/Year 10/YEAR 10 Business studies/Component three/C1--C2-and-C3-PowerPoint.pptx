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078B6F-2949-4440-96DE-4555A3C23BA9}">
  <a:tblStyle styleId="{5E078B6F-2949-4440-96DE-4555A3C23B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{5E078B6F-2949-4440-96DE-4555A3C23BA9}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