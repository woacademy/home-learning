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C151F7-6D2D-4F83-9243-1AB641C8375E}">
  <a:tblStyle styleId="{98C151F7-6D2D-4F83-9243-1AB641C837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{98C151F7-6D2D-4F83-9243-1AB641C8375E}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