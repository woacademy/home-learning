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AE2B78-BA89-4FE2-AF4F-2187C664F840}">
  <a:tblStyle styleId="{B4AE2B78-BA89-4FE2-AF4F-2187C664F8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{B4AE2B78-BA89-4FE2-AF4F-2187C664F840}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