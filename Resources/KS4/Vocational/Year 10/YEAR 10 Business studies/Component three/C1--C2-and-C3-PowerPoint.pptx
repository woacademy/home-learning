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9E67E1-1EE9-456D-8AEA-FC49A879CF28}">
  <a:tblStyle styleId="{6E9E67E1-1EE9-456D-8AEA-FC49A879CF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{6E9E67E1-1EE9-456D-8AEA-FC49A879CF28}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