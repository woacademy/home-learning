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234F5C-3B72-44C6-8D90-1B07EFF3192D}">
  <a:tblStyle styleId="{4D234F5C-3B72-44C6-8D90-1B07EFF319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{4D234F5C-3B72-44C6-8D90-1B07EFF3192D}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