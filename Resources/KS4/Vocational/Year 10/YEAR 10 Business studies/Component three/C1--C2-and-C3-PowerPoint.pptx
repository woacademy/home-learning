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A2C8B7-6802-46CD-8CCF-740E6B383FE8}">
  <a:tblStyle styleId="{D6A2C8B7-6802-46CD-8CCF-740E6B383F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{D6A2C8B7-6802-46CD-8CCF-740E6B383FE8}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