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191DB2-46CC-480D-93D4-2B2D2EB74088}">
  <a:tblStyle styleId="{87191DB2-46CC-480D-93D4-2B2D2EB740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{87191DB2-46CC-480D-93D4-2B2D2EB74088}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