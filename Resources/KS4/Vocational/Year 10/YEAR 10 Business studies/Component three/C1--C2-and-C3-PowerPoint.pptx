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DF05C-D51D-459B-BC34-302895F631B6}">
  <a:tblStyle styleId="{3EEDF05C-D51D-459B-BC34-302895F631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{3EEDF05C-D51D-459B-BC34-302895F631B6}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