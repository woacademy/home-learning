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14871F-9231-4903-8F3B-C9315190C464}">
  <a:tblStyle styleId="{8814871F-9231-4903-8F3B-C9315190C4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{8814871F-9231-4903-8F3B-C9315190C464}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