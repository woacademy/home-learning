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6CCA3A-6E7E-4EAC-BF08-306257A94B05}">
  <a:tblStyle styleId="{426CCA3A-6E7E-4EAC-BF08-306257A94B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{426CCA3A-6E7E-4EAC-BF08-306257A94B05}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