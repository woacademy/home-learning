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7AB7F52-2522-4AFF-AE89-ABADA5AC5143}">
  <a:tblStyle styleId="{17AB7F52-2522-4AFF-AE89-ABADA5AC514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{17AB7F52-2522-4AFF-AE89-ABADA5AC5143}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