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80B484-F9FC-430E-AA52-C8072C6838FE}">
  <a:tblStyle styleId="{7A80B484-F9FC-430E-AA52-C8072C6838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{7A80B484-F9FC-430E-AA52-C8072C6838FE}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