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AFB060-46D2-41BD-AA4F-78350E812575}">
  <a:tblStyle styleId="{06AFB060-46D2-41BD-AA4F-78350E8125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{06AFB060-46D2-41BD-AA4F-78350E812575}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