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5C1CD1-5534-4323-A0B7-87683C859B82}">
  <a:tblStyle styleId="{405C1CD1-5534-4323-A0B7-87683C859B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{405C1CD1-5534-4323-A0B7-87683C859B82}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