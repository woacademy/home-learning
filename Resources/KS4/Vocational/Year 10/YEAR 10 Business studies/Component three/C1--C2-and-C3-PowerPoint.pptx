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59902D-3B60-4289-9F30-6D196B4FD738}">
  <a:tblStyle styleId="{3D59902D-3B60-4289-9F30-6D196B4FD7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{3D59902D-3B60-4289-9F30-6D196B4FD738}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