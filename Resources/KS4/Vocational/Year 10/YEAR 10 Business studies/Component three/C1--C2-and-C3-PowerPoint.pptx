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370554-9AE4-43DC-949E-A7ABAC58902E}">
  <a:tblStyle styleId="{6C370554-9AE4-43DC-949E-A7ABAC5890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{6C370554-9AE4-43DC-949E-A7ABAC58902E}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