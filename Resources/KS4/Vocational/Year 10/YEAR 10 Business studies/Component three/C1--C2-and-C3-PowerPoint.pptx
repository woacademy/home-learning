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28129C-D986-475C-A2F0-DB2D7B0F9AF8}">
  <a:tblStyle styleId="{2628129C-D986-475C-A2F0-DB2D7B0F9A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{2628129C-D986-475C-A2F0-DB2D7B0F9AF8}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