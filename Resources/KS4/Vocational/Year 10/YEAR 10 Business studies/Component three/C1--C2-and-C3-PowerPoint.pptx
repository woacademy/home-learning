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11E3D9-BEF3-4FA8-B690-787294C5AD00}">
  <a:tblStyle styleId="{B411E3D9-BEF3-4FA8-B690-787294C5AD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{B411E3D9-BEF3-4FA8-B690-787294C5AD00}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