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45712-320F-4B73-ACAB-485353CFA4EB}">
  <a:tblStyle styleId="{CAE45712-320F-4B73-ACAB-485353CFA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{CAE45712-320F-4B73-ACAB-485353CFA4EB}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