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83FF83-D86D-478B-AF4D-9B218C991070}">
  <a:tblStyle styleId="{3083FF83-D86D-478B-AF4D-9B218C9910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{3083FF83-D86D-478B-AF4D-9B218C991070}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