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5199DA-585A-459B-9B0D-1998260ED01F}">
  <a:tblStyle styleId="{5C5199DA-585A-459B-9B0D-1998260ED0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{5C5199DA-585A-459B-9B0D-1998260ED01F}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