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221D35-A5D8-4A76-9F06-51A10F55E3FC}">
  <a:tblStyle styleId="{2F221D35-A5D8-4A76-9F06-51A10F55E3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{2F221D35-A5D8-4A76-9F06-51A10F55E3FC}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