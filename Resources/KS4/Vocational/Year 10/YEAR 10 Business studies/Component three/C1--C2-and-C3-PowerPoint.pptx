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6D4111-C599-4562-BECD-FAA1044CB70A}">
  <a:tblStyle styleId="{DB6D4111-C599-4562-BECD-FAA1044CB7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{DB6D4111-C599-4562-BECD-FAA1044CB70A}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