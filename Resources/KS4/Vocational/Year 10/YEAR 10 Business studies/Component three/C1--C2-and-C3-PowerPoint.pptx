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5847A5-8379-4622-91ED-B2EF1002B954}">
  <a:tblStyle styleId="{0F5847A5-8379-4622-91ED-B2EF1002B9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{0F5847A5-8379-4622-91ED-B2EF1002B954}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