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651DEB-035A-4936-99F3-578389E9810A}">
  <a:tblStyle styleId="{67651DEB-035A-4936-99F3-578389E981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{67651DEB-035A-4936-99F3-578389E9810A}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