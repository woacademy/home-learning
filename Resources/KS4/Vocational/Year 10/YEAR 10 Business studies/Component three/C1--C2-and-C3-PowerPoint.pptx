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8F821B7-6888-4CB8-A6EA-E3F9DC5ABBD5}">
  <a:tblStyle styleId="{78F821B7-6888-4CB8-A6EA-E3F9DC5ABB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{78F821B7-6888-4CB8-A6EA-E3F9DC5ABBD5}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