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95F7DC-2320-4F5A-BB54-3C5ABC3F412E}">
  <a:tblStyle styleId="{7695F7DC-2320-4F5A-BB54-3C5ABC3F41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{7695F7DC-2320-4F5A-BB54-3C5ABC3F412E}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