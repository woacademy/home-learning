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8DCC57-3339-49A5-BAC4-2FD05C6D1729}">
  <a:tblStyle styleId="{2B8DCC57-3339-49A5-BAC4-2FD05C6D17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{2B8DCC57-3339-49A5-BAC4-2FD05C6D1729}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