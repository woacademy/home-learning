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A208A1-E663-4805-94C6-ED10439599C2}">
  <a:tblStyle styleId="{00A208A1-E663-4805-94C6-ED10439599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{00A208A1-E663-4805-94C6-ED10439599C2}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