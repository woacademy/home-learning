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B504905-602E-41E6-A96D-35D9194D40E6}">
  <a:tblStyle styleId="{2B504905-602E-41E6-A96D-35D9194D40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9.png"/><Relationship Id="rId4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6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{2B504905-602E-41E6-A96D-35D9194D40E6}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