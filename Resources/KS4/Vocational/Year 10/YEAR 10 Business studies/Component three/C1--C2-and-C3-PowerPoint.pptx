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59F8C4-4CA7-4DB3-B5AE-655F702AAEF5}">
  <a:tblStyle styleId="{F959F8C4-4CA7-4DB3-B5AE-655F702AAE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{F959F8C4-4CA7-4DB3-B5AE-655F702AAEF5}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