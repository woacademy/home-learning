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9E5FA2-1465-475F-A5AE-040E20F39102}">
  <a:tblStyle styleId="{229E5FA2-1465-475F-A5AE-040E20F391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{229E5FA2-1465-475F-A5AE-040E20F39102}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