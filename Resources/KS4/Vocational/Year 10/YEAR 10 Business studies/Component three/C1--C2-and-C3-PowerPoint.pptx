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77649E-449B-4495-8839-C3DB9329DFBC}">
  <a:tblStyle styleId="{F177649E-449B-4495-8839-C3DB9329DF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{F177649E-449B-4495-8839-C3DB9329DFBC}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