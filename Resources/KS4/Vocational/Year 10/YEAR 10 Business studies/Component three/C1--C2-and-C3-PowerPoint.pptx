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BAFA0B-7CB6-4F7D-B655-2B8C3EB5FE42}">
  <a:tblStyle styleId="{93BAFA0B-7CB6-4F7D-B655-2B8C3EB5FE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{93BAFA0B-7CB6-4F7D-B655-2B8C3EB5FE42}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