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509781-B96C-4FEF-982D-94B1891694C5}">
  <a:tblStyle styleId="{8F509781-B96C-4FEF-982D-94B1891694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{8F509781-B96C-4FEF-982D-94B1891694C5}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