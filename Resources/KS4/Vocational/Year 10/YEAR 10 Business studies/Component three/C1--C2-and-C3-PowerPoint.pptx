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62E7E7B-CFE6-46A2-A4DA-6948B7C40943}">
  <a:tblStyle styleId="{062E7E7B-CFE6-46A2-A4DA-6948B7C4094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{062E7E7B-CFE6-46A2-A4DA-6948B7C40943}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