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F6A8A9-EB3D-4342-BFB9-D9197D37B16F}">
  <a:tblStyle styleId="{C7F6A8A9-EB3D-4342-BFB9-D9197D37B1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{C7F6A8A9-EB3D-4342-BFB9-D9197D37B16F}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