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5B53AC-10F4-44AD-8F90-D1840B832CB9}">
  <a:tblStyle styleId="{885B53AC-10F4-44AD-8F90-D1840B832C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{885B53AC-10F4-44AD-8F90-D1840B832CB9}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