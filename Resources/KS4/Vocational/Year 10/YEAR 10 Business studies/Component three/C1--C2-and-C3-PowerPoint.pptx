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FB6FA-A909-4D88-98AF-2781F9B1EA38}">
  <a:tblStyle styleId="{B3EFB6FA-A909-4D88-98AF-2781F9B1EA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{B3EFB6FA-A909-4D88-98AF-2781F9B1EA38}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