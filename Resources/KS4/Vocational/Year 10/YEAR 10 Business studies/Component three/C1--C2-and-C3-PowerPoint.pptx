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1280CC-0DBA-4FB2-9616-B38E6174520F}">
  <a:tblStyle styleId="{F41280CC-0DBA-4FB2-9616-B38E617452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{F41280CC-0DBA-4FB2-9616-B38E6174520F}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