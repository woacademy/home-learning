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ECFCA6-67BE-4FAF-BDE2-B22B47BDE962}">
  <a:tblStyle styleId="{61ECFCA6-67BE-4FAF-BDE2-B22B47BDE9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{61ECFCA6-67BE-4FAF-BDE2-B22B47BDE962}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