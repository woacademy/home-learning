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6DB4A7-9303-48FE-AA00-84B6415796D9}">
  <a:tblStyle styleId="{BF6DB4A7-9303-48FE-AA00-84B6415796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{BF6DB4A7-9303-48FE-AA00-84B6415796D9}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