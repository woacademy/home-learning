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4922CF-8A82-4010-9DF9-6A87EDD5C6EE}">
  <a:tblStyle styleId="{D54922CF-8A82-4010-9DF9-6A87EDD5C6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{D54922CF-8A82-4010-9DF9-6A87EDD5C6EE}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