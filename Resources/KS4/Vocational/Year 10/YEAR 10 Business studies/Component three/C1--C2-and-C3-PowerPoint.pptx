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A4ADB2-52E3-434C-85D5-8FA03F382D1B}">
  <a:tblStyle styleId="{95A4ADB2-52E3-434C-85D5-8FA03F382D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{95A4ADB2-52E3-434C-85D5-8FA03F382D1B}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