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014F13-DBD5-490E-9EFC-19478C57F733}">
  <a:tblStyle styleId="{9B014F13-DBD5-490E-9EFC-19478C57F7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{9B014F13-DBD5-490E-9EFC-19478C57F733}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