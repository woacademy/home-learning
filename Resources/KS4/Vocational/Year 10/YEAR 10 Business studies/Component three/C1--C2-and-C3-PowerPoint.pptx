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5F2AB0-14D0-452D-BBE6-F5F2A5A48255}">
  <a:tblStyle styleId="{005F2AB0-14D0-452D-BBE6-F5F2A5A482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{005F2AB0-14D0-452D-BBE6-F5F2A5A48255}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