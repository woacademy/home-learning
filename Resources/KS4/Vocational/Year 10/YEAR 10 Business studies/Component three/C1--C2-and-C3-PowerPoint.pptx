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363145-3ED7-449C-99B8-A43BD3C4580F}">
  <a:tblStyle styleId="{30363145-3ED7-449C-99B8-A43BD3C458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{30363145-3ED7-449C-99B8-A43BD3C4580F}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