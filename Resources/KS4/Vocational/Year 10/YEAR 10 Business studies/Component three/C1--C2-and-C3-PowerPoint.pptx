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65BA37-3312-4B44-9732-18C73889D1C2}">
  <a:tblStyle styleId="{FA65BA37-3312-4B44-9732-18C73889D1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{FA65BA37-3312-4B44-9732-18C73889D1C2}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