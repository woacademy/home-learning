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7EE8C4-9126-4DA8-AF43-19C4EE3E83C6}">
  <a:tblStyle styleId="{B07EE8C4-9126-4DA8-AF43-19C4EE3E83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{B07EE8C4-9126-4DA8-AF43-19C4EE3E83C6}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