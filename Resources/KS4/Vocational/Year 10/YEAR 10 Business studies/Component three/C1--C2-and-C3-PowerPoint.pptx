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56573-6EAA-4DA1-A3C1-69208AA8FDFA}">
  <a:tblStyle styleId="{30456573-6EAA-4DA1-A3C1-69208AA8FD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{30456573-6EAA-4DA1-A3C1-69208AA8FDFA}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