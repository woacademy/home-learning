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C5380E-C8BA-459F-95C8-1CABE32011E8}">
  <a:tblStyle styleId="{9AC5380E-C8BA-459F-95C8-1CABE32011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{9AC5380E-C8BA-459F-95C8-1CABE32011E8}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