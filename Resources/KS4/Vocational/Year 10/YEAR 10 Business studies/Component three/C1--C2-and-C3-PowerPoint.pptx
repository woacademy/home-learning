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927BFA-8D41-47FC-AF4B-AC7AF810DE52}">
  <a:tblStyle styleId="{5A927BFA-8D41-47FC-AF4B-AC7AF810D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{5A927BFA-8D41-47FC-AF4B-AC7AF810DE52}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