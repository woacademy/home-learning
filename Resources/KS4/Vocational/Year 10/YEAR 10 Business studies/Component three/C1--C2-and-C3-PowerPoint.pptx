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81128-AB93-4696-A444-510AC535FA11}">
  <a:tblStyle styleId="{B1881128-AB93-4696-A444-510AC535FA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{B1881128-AB93-4696-A444-510AC535FA11}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