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6F2FD4-027D-4949-88E4-54EB088B3D2F}">
  <a:tblStyle styleId="{6F6F2FD4-027D-4949-88E4-54EB088B3D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{6F6F2FD4-027D-4949-88E4-54EB088B3D2F}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