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DD08E75-A2A4-4D17-8C54-9F3F2A09865B}">
  <a:tblStyle styleId="{5DD08E75-A2A4-4D17-8C54-9F3F2A09865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1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6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{5DD08E75-A2A4-4D17-8C54-9F3F2A09865B}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