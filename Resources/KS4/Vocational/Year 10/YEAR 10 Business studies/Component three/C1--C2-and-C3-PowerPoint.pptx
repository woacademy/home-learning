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33AB7-BBEA-4B14-A67A-183F69DFFE61}">
  <a:tblStyle styleId="{08633AB7-BBEA-4B14-A67A-183F69DFFE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{08633AB7-BBEA-4B14-A67A-183F69DFFE61}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