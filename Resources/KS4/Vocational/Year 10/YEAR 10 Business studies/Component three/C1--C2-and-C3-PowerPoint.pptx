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2CE30A-45AF-4957-83F7-AD35600143EB}">
  <a:tblStyle styleId="{F92CE30A-45AF-4957-83F7-AD35600143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{F92CE30A-45AF-4957-83F7-AD35600143EB}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