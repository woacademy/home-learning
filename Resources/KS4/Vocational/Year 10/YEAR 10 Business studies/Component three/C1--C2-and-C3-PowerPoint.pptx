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8316CD-83D8-4847-9021-0716C8F52A30}">
  <a:tblStyle styleId="{878316CD-83D8-4847-9021-0716C8F52A3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{878316CD-83D8-4847-9021-0716C8F52A30}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