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24DCF8-8F33-4883-9518-1B6ACC789C31}">
  <a:tblStyle styleId="{2624DCF8-8F33-4883-9518-1B6ACC789C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{2624DCF8-8F33-4883-9518-1B6ACC789C31}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