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1F5F07-9A1F-4EA7-86EA-9D023214708B}">
  <a:tblStyle styleId="{061F5F07-9A1F-4EA7-86EA-9D02321470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{061F5F07-9A1F-4EA7-86EA-9D023214708B}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