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B3485C-D068-46C2-9CAB-05A6EA3FAFAD}">
  <a:tblStyle styleId="{7EB3485C-D068-46C2-9CAB-05A6EA3FAF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{7EB3485C-D068-46C2-9CAB-05A6EA3FAFAD}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