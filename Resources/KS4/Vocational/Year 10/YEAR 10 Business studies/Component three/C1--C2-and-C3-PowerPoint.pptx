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7681D7-769E-4732-B765-051E8A52D204}">
  <a:tblStyle styleId="{067681D7-769E-4732-B765-051E8A52D2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{067681D7-769E-4732-B765-051E8A52D204}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