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224CF2-4F5A-4C44-B396-9E745FF98EF9}">
  <a:tblStyle styleId="{39224CF2-4F5A-4C44-B396-9E745FF98E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{39224CF2-4F5A-4C44-B396-9E745FF98EF9}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