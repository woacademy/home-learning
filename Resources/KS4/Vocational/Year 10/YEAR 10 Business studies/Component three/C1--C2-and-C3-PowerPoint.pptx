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103FE02-2A38-4AC0-9418-F6A3B1A7D416}">
  <a:tblStyle styleId="{8103FE02-2A38-4AC0-9418-F6A3B1A7D41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{8103FE02-2A38-4AC0-9418-F6A3B1A7D416}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