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55F695-0DD5-4B7D-AAFB-A12DC8DAA8BC}">
  <a:tblStyle styleId="{5F55F695-0DD5-4B7D-AAFB-A12DC8DAA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{5F55F695-0DD5-4B7D-AAFB-A12DC8DAA8BC}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