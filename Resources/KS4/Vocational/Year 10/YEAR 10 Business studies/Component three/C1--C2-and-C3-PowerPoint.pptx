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57A87B-BFEF-4343-BFD5-B5CCDD5C0B89}">
  <a:tblStyle styleId="{A257A87B-BFEF-4343-BFD5-B5CCDD5C0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{A257A87B-BFEF-4343-BFD5-B5CCDD5C0B89}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