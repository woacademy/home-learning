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5385EE-C8F8-4974-AAE9-E7889E05CC45}">
  <a:tblStyle styleId="{AA5385EE-C8F8-4974-AAE9-E7889E05CC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{AA5385EE-C8F8-4974-AAE9-E7889E05CC45}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