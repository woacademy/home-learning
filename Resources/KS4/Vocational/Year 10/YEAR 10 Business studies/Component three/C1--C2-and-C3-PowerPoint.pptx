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DED690-B679-40EB-BEB3-935FBA53934F}">
  <a:tblStyle styleId="{52DED690-B679-40EB-BEB3-935FBA5393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{52DED690-B679-40EB-BEB3-935FBA53934F}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