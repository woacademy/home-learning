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C76A82-ABD9-46B2-8C77-5609E4EBDD82}">
  <a:tblStyle styleId="{0AC76A82-ABD9-46B2-8C77-5609E4EBDD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{0AC76A82-ABD9-46B2-8C77-5609E4EBDD82}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