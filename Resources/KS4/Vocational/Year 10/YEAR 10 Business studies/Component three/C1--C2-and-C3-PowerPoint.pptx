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FD2655-8368-4CA1-9C43-EF60AFCC6F5B}">
  <a:tblStyle styleId="{49FD2655-8368-4CA1-9C43-EF60AFCC6F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{49FD2655-8368-4CA1-9C43-EF60AFCC6F5B}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