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C70DA6-25D6-43F7-8675-778307153498}">
  <a:tblStyle styleId="{69C70DA6-25D6-43F7-8675-7783071534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{69C70DA6-25D6-43F7-8675-778307153498}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