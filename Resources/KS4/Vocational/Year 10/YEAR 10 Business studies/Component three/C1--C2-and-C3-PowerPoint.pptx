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FED3FC-44C6-4CAA-8DFD-F15ACB3C4B6F}">
  <a:tblStyle styleId="{D3FED3FC-44C6-4CAA-8DFD-F15ACB3C4B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{D3FED3FC-44C6-4CAA-8DFD-F15ACB3C4B6F}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