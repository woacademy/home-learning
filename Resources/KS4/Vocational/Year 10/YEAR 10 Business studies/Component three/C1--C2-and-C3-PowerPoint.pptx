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701686-C020-48A7-9C74-6775C0BB4460}">
  <a:tblStyle styleId="{50701686-C020-48A7-9C74-6775C0BB44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{50701686-C020-48A7-9C74-6775C0BB4460}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