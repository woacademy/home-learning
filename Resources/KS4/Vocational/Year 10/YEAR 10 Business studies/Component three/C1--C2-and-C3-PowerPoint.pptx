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94B02-D928-4B00-AF89-767FB32815D6}">
  <a:tblStyle styleId="{05394B02-D928-4B00-AF89-767FB32815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{05394B02-D928-4B00-AF89-767FB32815D6}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