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A6565-9832-4883-9D14-F03678ADC599}">
  <a:tblStyle styleId="{29CA6565-9832-4883-9D14-F03678ADC5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{29CA6565-9832-4883-9D14-F03678ADC599}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