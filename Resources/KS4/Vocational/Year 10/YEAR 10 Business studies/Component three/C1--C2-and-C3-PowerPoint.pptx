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61A69B-23F7-4908-AD8A-C1DB614C287D}">
  <a:tblStyle styleId="{4761A69B-23F7-4908-AD8A-C1DB614C28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{4761A69B-23F7-4908-AD8A-C1DB614C287D}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