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64FFBB-26F5-4B36-B180-E77A4E343076}">
  <a:tblStyle styleId="{2364FFBB-26F5-4B36-B180-E77A4E3430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{2364FFBB-26F5-4B36-B180-E77A4E343076}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