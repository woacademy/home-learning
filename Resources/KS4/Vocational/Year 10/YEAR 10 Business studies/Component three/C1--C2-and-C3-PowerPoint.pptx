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3391D3-4C0C-408E-A705-31A8A91EB453}">
  <a:tblStyle styleId="{613391D3-4C0C-408E-A705-31A8A91EB4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{613391D3-4C0C-408E-A705-31A8A91EB453}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