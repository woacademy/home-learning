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93ACD8-891E-4E98-A100-B3EC89387118}">
  <a:tblStyle styleId="{4493ACD8-891E-4E98-A100-B3EC893871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{4493ACD8-891E-4E98-A100-B3EC89387118}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