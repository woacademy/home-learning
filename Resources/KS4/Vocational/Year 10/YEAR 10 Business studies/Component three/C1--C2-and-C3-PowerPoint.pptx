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2545C4-D652-494E-AEE1-C5F561ED932E}">
  <a:tblStyle styleId="{322545C4-D652-494E-AEE1-C5F561ED93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{322545C4-D652-494E-AEE1-C5F561ED932E}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