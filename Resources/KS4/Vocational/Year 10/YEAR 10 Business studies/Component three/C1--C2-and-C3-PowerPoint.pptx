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3D6CBA-A0F9-412D-86D6-FFB7B61A2D15}">
  <a:tblStyle styleId="{A43D6CBA-A0F9-412D-86D6-FFB7B61A2D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{A43D6CBA-A0F9-412D-86D6-FFB7B61A2D15}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