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A08C78-3A80-4208-A3D2-53DAB0E4F616}">
  <a:tblStyle styleId="{6EA08C78-3A80-4208-A3D2-53DAB0E4F6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{6EA08C78-3A80-4208-A3D2-53DAB0E4F616}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