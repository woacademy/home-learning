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243B34-F54E-4BB7-A392-B9CFB0F2E8F4}">
  <a:tblStyle styleId="{33243B34-F54E-4BB7-A392-B9CFB0F2E8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{33243B34-F54E-4BB7-A392-B9CFB0F2E8F4}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