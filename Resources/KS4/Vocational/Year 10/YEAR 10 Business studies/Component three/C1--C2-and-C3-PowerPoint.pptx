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2666F2-F21D-435F-B621-9220AF826D31}">
  <a:tblStyle styleId="{FE2666F2-F21D-435F-B621-9220AF826D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{FE2666F2-F21D-435F-B621-9220AF826D31}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