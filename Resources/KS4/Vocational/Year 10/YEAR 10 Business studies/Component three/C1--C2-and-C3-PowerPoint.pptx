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B01F21-72B9-45B7-B3DB-61459F4B6DFC}">
  <a:tblStyle styleId="{B4B01F21-72B9-45B7-B3DB-61459F4B6D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{B4B01F21-72B9-45B7-B3DB-61459F4B6DFC}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