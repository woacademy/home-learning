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AAF29-BBE2-4AAD-BD90-5281974C98FB}">
  <a:tblStyle styleId="{368AAF29-BBE2-4AAD-BD90-5281974C98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{368AAF29-BBE2-4AAD-BD90-5281974C98FB}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