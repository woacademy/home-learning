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802D30-52EA-4497-B868-C4BC9912FA9D}">
  <a:tblStyle styleId="{A3802D30-52EA-4497-B868-C4BC9912FA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{A3802D30-52EA-4497-B868-C4BC9912FA9D}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