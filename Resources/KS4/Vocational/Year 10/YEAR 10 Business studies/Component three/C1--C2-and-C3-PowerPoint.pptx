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E283C-7073-4BA8-AF93-263C6388A5D2}">
  <a:tblStyle styleId="{A4CE283C-7073-4BA8-AF93-263C6388A5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{A4CE283C-7073-4BA8-AF93-263C6388A5D2}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