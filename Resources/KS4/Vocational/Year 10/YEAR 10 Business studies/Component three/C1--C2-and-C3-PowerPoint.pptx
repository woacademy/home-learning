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E4BDE8-8421-4FCA-98E0-C4CEE6A5BC9D}">
  <a:tblStyle styleId="{12E4BDE8-8421-4FCA-98E0-C4CEE6A5BC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{12E4BDE8-8421-4FCA-98E0-C4CEE6A5BC9D}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