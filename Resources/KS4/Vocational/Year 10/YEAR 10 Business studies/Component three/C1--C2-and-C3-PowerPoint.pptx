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633B0-DAE9-443D-903A-D34F20F63772}">
  <a:tblStyle styleId="{2C3633B0-DAE9-443D-903A-D34F20F637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{2C3633B0-DAE9-443D-903A-D34F20F63772}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