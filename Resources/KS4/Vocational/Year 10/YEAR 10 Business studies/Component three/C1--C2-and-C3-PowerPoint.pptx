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EA47C-36B7-425C-B8CC-C28F994840E1}">
  <a:tblStyle styleId="{AABEA47C-36B7-425C-B8CC-C28F994840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{AABEA47C-36B7-425C-B8CC-C28F994840E1}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