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E35C0-7BD4-40EF-8FCB-A4CE8DB68BD8}">
  <a:tblStyle styleId="{60EE35C0-7BD4-40EF-8FCB-A4CE8DB68B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{60EE35C0-7BD4-40EF-8FCB-A4CE8DB68BD8}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