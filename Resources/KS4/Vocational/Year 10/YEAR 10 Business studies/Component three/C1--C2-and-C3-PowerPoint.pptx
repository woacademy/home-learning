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F68BB5-0CCE-4063-9A54-63974E27CE6D}">
  <a:tblStyle styleId="{ABF68BB5-0CCE-4063-9A54-63974E27CE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{ABF68BB5-0CCE-4063-9A54-63974E27CE6D}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