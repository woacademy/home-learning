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F03E54-9B4A-4498-AAFA-A00145235CA9}">
  <a:tblStyle styleId="{24F03E54-9B4A-4498-AAFA-A00145235C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{24F03E54-9B4A-4498-AAFA-A00145235CA9}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