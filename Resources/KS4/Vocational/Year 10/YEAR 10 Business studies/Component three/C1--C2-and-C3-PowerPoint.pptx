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B6F9F0-BC0A-47F8-B6E7-0B42F84A339B}">
  <a:tblStyle styleId="{60B6F9F0-BC0A-47F8-B6E7-0B42F84A33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{60B6F9F0-BC0A-47F8-B6E7-0B42F84A339B}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