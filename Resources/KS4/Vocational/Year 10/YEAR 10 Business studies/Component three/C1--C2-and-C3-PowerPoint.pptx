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5BB55C-9E5D-411D-97E0-FA7B88862A13}">
  <a:tblStyle styleId="{E15BB55C-9E5D-411D-97E0-FA7B88862A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{E15BB55C-9E5D-411D-97E0-FA7B88862A13}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