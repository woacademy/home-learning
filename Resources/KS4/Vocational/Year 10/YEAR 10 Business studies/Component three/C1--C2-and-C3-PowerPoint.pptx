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ED285-5323-4DBB-8C6A-C3EFB9542D2A}">
  <a:tblStyle styleId="{3FDED285-5323-4DBB-8C6A-C3EFB9542D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{3FDED285-5323-4DBB-8C6A-C3EFB9542D2A}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