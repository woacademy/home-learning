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2E73C3-ABD1-4ED3-BFD4-268D0B07661D}">
  <a:tblStyle styleId="{7A2E73C3-ABD1-4ED3-BFD4-268D0B0766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{7A2E73C3-ABD1-4ED3-BFD4-268D0B07661D}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