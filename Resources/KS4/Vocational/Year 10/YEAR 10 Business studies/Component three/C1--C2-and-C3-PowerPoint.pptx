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2CE8EF-E48B-427A-9BED-4B3F48D47E28}">
  <a:tblStyle styleId="{342CE8EF-E48B-427A-9BED-4B3F48D47E2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{342CE8EF-E48B-427A-9BED-4B3F48D47E28}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