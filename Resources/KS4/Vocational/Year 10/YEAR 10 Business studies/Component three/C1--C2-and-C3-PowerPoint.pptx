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6CB05-97DF-4D7A-83A0-40667663812E}">
  <a:tblStyle styleId="{EEC6CB05-97DF-4D7A-83A0-4066766381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{EEC6CB05-97DF-4D7A-83A0-40667663812E}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