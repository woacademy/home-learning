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032CAA-533F-400B-9022-2D60EF8A4BE3}">
  <a:tblStyle styleId="{D6032CAA-533F-400B-9022-2D60EF8A4B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{D6032CAA-533F-400B-9022-2D60EF8A4BE3}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