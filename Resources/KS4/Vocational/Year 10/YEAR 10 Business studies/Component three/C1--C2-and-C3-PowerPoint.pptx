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91DE6A-FC28-4BA7-86BE-67F0BD7E515A}">
  <a:tblStyle styleId="{0A91DE6A-FC28-4BA7-86BE-67F0BD7E51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{0A91DE6A-FC28-4BA7-86BE-67F0BD7E515A}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