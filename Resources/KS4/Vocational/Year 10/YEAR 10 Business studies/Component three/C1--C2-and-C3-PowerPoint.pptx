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4E572F-1829-4FC8-8E5F-522CE23793DB}">
  <a:tblStyle styleId="{844E572F-1829-4FC8-8E5F-522CE23793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{844E572F-1829-4FC8-8E5F-522CE23793DB}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