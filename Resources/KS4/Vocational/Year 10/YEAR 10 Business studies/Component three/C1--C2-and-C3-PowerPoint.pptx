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E9DE97-30A7-42D5-8550-594264C513D8}">
  <a:tblStyle styleId="{13E9DE97-30A7-42D5-8550-594264C513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{13E9DE97-30A7-42D5-8550-594264C513D8}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