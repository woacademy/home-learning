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C78624-B25C-4DA5-AB4E-A4136E59FF78}">
  <a:tblStyle styleId="{B4C78624-B25C-4DA5-AB4E-A4136E59FF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{B4C78624-B25C-4DA5-AB4E-A4136E59FF78}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