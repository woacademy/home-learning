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E396EE-0295-4792-8689-AA2C64884F1D}">
  <a:tblStyle styleId="{18E396EE-0295-4792-8689-AA2C64884F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{18E396EE-0295-4792-8689-AA2C64884F1D}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