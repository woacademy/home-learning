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21A7D3-52A0-4DC7-8646-BCD7EA9B4076}">
  <a:tblStyle styleId="{9A21A7D3-52A0-4DC7-8646-BCD7EA9B40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{9A21A7D3-52A0-4DC7-8646-BCD7EA9B4076}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