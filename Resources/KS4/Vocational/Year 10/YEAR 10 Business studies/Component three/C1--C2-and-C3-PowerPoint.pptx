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E7A457-588D-4B64-BBB1-5D544284E29D}">
  <a:tblStyle styleId="{1EE7A457-588D-4B64-BBB1-5D544284E2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{1EE7A457-588D-4B64-BBB1-5D544284E29D}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