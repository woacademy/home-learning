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ECFE59-76CB-406B-9535-8C4F21528F3E}">
  <a:tblStyle styleId="{2BECFE59-76CB-406B-9535-8C4F21528F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{2BECFE59-76CB-406B-9535-8C4F21528F3E}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