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B37CA6-FFAC-4554-BD8E-52CDB3438C8B}">
  <a:tblStyle styleId="{F1B37CA6-FFAC-4554-BD8E-52CDB3438C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{F1B37CA6-FFAC-4554-BD8E-52CDB3438C8B}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