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7D8CE3-6A9B-4676-9ADB-C7289818D8E1}">
  <a:tblStyle styleId="{AF7D8CE3-6A9B-4676-9ADB-C7289818D8E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{AF7D8CE3-6A9B-4676-9ADB-C7289818D8E1}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