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64F5CC-293D-4AA5-BFD4-EAC2D3582482}">
  <a:tblStyle styleId="{7764F5CC-293D-4AA5-BFD4-EAC2D35824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{7764F5CC-293D-4AA5-BFD4-EAC2D3582482}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