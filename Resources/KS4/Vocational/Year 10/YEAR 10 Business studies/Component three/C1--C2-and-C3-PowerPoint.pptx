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8F0517-A804-40CF-9913-D7745D0003B3}">
  <a:tblStyle styleId="{5E8F0517-A804-40CF-9913-D7745D0003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{5E8F0517-A804-40CF-9913-D7745D0003B3}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