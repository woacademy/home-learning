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65912E-A00A-4B95-8CC3-311CE6BA75BF}">
  <a:tblStyle styleId="{ED65912E-A00A-4B95-8CC3-311CE6BA75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{ED65912E-A00A-4B95-8CC3-311CE6BA75BF}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