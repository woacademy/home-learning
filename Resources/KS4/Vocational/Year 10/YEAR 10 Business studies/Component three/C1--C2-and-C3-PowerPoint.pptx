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F9413E-748C-46A3-B1F2-067684288CF1}">
  <a:tblStyle styleId="{53F9413E-748C-46A3-B1F2-067684288C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{53F9413E-748C-46A3-B1F2-067684288CF1}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