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832789-2D84-4AFD-B9D3-DD932877F6EA}">
  <a:tblStyle styleId="{E9832789-2D84-4AFD-B9D3-DD932877F6E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{E9832789-2D84-4AFD-B9D3-DD932877F6EA}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{E9832789-2D84-4AFD-B9D3-DD932877F6EA}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{E9832789-2D84-4AFD-B9D3-DD932877F6EA}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