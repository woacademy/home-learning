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59AC59-CF87-412A-97A4-0EE68855FE3C}">
  <a:tblStyle styleId="{7859AC59-CF87-412A-97A4-0EE68855FE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{7859AC59-CF87-412A-97A4-0EE68855FE3C}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{7859AC59-CF87-412A-97A4-0EE68855FE3C}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{7859AC59-CF87-412A-97A4-0EE68855FE3C}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