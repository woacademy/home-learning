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439ED-52A6-4AB1-BB14-ED5716E53389}">
  <a:tblStyle styleId="{3F3439ED-52A6-4AB1-BB14-ED5716E533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{3F3439ED-52A6-4AB1-BB14-ED5716E53389}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{3F3439ED-52A6-4AB1-BB14-ED5716E53389}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{3F3439ED-52A6-4AB1-BB14-ED5716E53389}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