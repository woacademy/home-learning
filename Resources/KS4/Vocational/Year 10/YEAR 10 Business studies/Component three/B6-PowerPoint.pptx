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81B51E-0E42-4738-AD5C-B3B118AC17DA}">
  <a:tblStyle styleId="{BB81B51E-0E42-4738-AD5C-B3B118AC17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{BB81B51E-0E42-4738-AD5C-B3B118AC17DA}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{BB81B51E-0E42-4738-AD5C-B3B118AC17DA}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{BB81B51E-0E42-4738-AD5C-B3B118AC17DA}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