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34D15A-A487-4FD6-9A22-DBCFBC29E8BD}">
  <a:tblStyle styleId="{A334D15A-A487-4FD6-9A22-DBCFBC29E8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{A334D15A-A487-4FD6-9A22-DBCFBC29E8BD}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{A334D15A-A487-4FD6-9A22-DBCFBC29E8BD}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{A334D15A-A487-4FD6-9A22-DBCFBC29E8BD}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