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CE5F94A-EE31-4A1B-89CF-21DAF72B438E}">
  <a:tblStyle styleId="{0CE5F94A-EE31-4A1B-89CF-21DAF72B438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{0CE5F94A-EE31-4A1B-89CF-21DAF72B438E}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{0CE5F94A-EE31-4A1B-89CF-21DAF72B438E}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{0CE5F94A-EE31-4A1B-89CF-21DAF72B438E}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