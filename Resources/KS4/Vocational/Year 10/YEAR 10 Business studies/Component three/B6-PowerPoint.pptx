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4FB601-E31B-4E7A-99D3-87AB263675D6}">
  <a:tblStyle styleId="{694FB601-E31B-4E7A-99D3-87AB263675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{694FB601-E31B-4E7A-99D3-87AB263675D6}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{694FB601-E31B-4E7A-99D3-87AB263675D6}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{694FB601-E31B-4E7A-99D3-87AB263675D6}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