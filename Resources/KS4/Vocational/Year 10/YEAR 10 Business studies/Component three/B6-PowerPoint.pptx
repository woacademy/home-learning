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8F5878-5EA5-4C03-9E9B-FAC01E448CB0}">
  <a:tblStyle styleId="{A58F5878-5EA5-4C03-9E9B-FAC01E448C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{A58F5878-5EA5-4C03-9E9B-FAC01E448CB0}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{A58F5878-5EA5-4C03-9E9B-FAC01E448CB0}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{A58F5878-5EA5-4C03-9E9B-FAC01E448CB0}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