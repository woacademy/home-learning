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17C026-639F-4A28-8C01-DCF851A7F055}">
  <a:tblStyle styleId="{AF17C026-639F-4A28-8C01-DCF851A7F05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{AF17C026-639F-4A28-8C01-DCF851A7F055}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{AF17C026-639F-4A28-8C01-DCF851A7F055}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{AF17C026-639F-4A28-8C01-DCF851A7F055}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