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FC51C0-7E22-4F0E-9635-BE8A2B906537}">
  <a:tblStyle styleId="{1AFC51C0-7E22-4F0E-9635-BE8A2B9065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{1AFC51C0-7E22-4F0E-9635-BE8A2B906537}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{1AFC51C0-7E22-4F0E-9635-BE8A2B906537}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{1AFC51C0-7E22-4F0E-9635-BE8A2B906537}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