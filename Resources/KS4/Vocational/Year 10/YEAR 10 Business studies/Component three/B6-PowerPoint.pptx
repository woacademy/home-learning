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66BACF-D99C-47E6-BBCD-8E94D62E2903}">
  <a:tblStyle styleId="{4166BACF-D99C-47E6-BBCD-8E94D62E290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{4166BACF-D99C-47E6-BBCD-8E94D62E2903}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{4166BACF-D99C-47E6-BBCD-8E94D62E2903}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{4166BACF-D99C-47E6-BBCD-8E94D62E2903}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