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D330F3-A1CF-49E3-A683-0C33097B1755}">
  <a:tblStyle styleId="{86D330F3-A1CF-49E3-A683-0C33097B175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{86D330F3-A1CF-49E3-A683-0C33097B1755}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{86D330F3-A1CF-49E3-A683-0C33097B1755}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{86D330F3-A1CF-49E3-A683-0C33097B1755}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