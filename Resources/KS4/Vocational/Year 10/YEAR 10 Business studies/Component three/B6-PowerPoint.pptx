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ACE5B2-6FF2-4948-AF59-9A39C4E47D1A}">
  <a:tblStyle styleId="{9EACE5B2-6FF2-4948-AF59-9A39C4E47D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{9EACE5B2-6FF2-4948-AF59-9A39C4E47D1A}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{9EACE5B2-6FF2-4948-AF59-9A39C4E47D1A}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{9EACE5B2-6FF2-4948-AF59-9A39C4E47D1A}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