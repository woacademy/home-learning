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B4BEEA-9F31-4473-A1F6-85C388B8E844}">
  <a:tblStyle styleId="{33B4BEEA-9F31-4473-A1F6-85C388B8E8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{33B4BEEA-9F31-4473-A1F6-85C388B8E844}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{33B4BEEA-9F31-4473-A1F6-85C388B8E844}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{33B4BEEA-9F31-4473-A1F6-85C388B8E844}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