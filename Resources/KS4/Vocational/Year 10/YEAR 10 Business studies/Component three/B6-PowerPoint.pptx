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8C6473-F5E1-40D8-BEF6-94E13BDCC37D}">
  <a:tblStyle styleId="{4B8C6473-F5E1-40D8-BEF6-94E13BDCC3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{4B8C6473-F5E1-40D8-BEF6-94E13BDCC37D}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{4B8C6473-F5E1-40D8-BEF6-94E13BDCC37D}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{4B8C6473-F5E1-40D8-BEF6-94E13BDCC37D}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