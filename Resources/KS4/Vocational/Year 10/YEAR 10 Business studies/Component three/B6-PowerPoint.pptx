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7A6531-9AF9-4B2A-A08A-D4020FA5541C}">
  <a:tblStyle styleId="{A07A6531-9AF9-4B2A-A08A-D4020FA554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{A07A6531-9AF9-4B2A-A08A-D4020FA5541C}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{A07A6531-9AF9-4B2A-A08A-D4020FA5541C}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{A07A6531-9AF9-4B2A-A08A-D4020FA5541C}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