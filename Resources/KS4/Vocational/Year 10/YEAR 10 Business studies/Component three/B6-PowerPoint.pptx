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3B217F-C407-47B3-AC88-9651B8C8F9D0}">
  <a:tblStyle styleId="{473B217F-C407-47B3-AC88-9651B8C8F9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{473B217F-C407-47B3-AC88-9651B8C8F9D0}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{473B217F-C407-47B3-AC88-9651B8C8F9D0}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{473B217F-C407-47B3-AC88-9651B8C8F9D0}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