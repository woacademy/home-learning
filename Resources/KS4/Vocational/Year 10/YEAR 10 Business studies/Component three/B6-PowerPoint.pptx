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668832-398D-4B6E-A93F-2D769049AEE6}">
  <a:tblStyle styleId="{C8668832-398D-4B6E-A93F-2D769049AE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{C8668832-398D-4B6E-A93F-2D769049AEE6}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{C8668832-398D-4B6E-A93F-2D769049AEE6}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{C8668832-398D-4B6E-A93F-2D769049AEE6}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