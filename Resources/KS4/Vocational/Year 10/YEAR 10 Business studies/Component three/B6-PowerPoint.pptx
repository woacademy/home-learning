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CBF9BA-F48C-49F8-8BA7-CD97D0CDADE5}">
  <a:tblStyle styleId="{98CBF9BA-F48C-49F8-8BA7-CD97D0CDADE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{98CBF9BA-F48C-49F8-8BA7-CD97D0CDADE5}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{98CBF9BA-F48C-49F8-8BA7-CD97D0CDADE5}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{98CBF9BA-F48C-49F8-8BA7-CD97D0CDADE5}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