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4249B9-3003-4686-9F2E-2D76D1E344B0}">
  <a:tblStyle styleId="{AF4249B9-3003-4686-9F2E-2D76D1E344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{AF4249B9-3003-4686-9F2E-2D76D1E344B0}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{AF4249B9-3003-4686-9F2E-2D76D1E344B0}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{AF4249B9-3003-4686-9F2E-2D76D1E344B0}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