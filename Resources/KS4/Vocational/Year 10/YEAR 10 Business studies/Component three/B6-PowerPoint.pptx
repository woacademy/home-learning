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9F992F-F371-447E-B878-C9927BB8118D}">
  <a:tblStyle styleId="{C19F992F-F371-447E-B878-C9927BB811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{C19F992F-F371-447E-B878-C9927BB8118D}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{C19F992F-F371-447E-B878-C9927BB8118D}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{C19F992F-F371-447E-B878-C9927BB8118D}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