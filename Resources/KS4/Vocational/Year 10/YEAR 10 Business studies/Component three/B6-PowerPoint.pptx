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8EA06DB-C0F2-44C0-887D-546E13AB2821}">
  <a:tblStyle styleId="{38EA06DB-C0F2-44C0-887D-546E13AB282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{38EA06DB-C0F2-44C0-887D-546E13AB2821}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{38EA06DB-C0F2-44C0-887D-546E13AB2821}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{38EA06DB-C0F2-44C0-887D-546E13AB2821}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