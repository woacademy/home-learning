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40A9E-F2F7-4907-BF3A-299151FBC120}">
  <a:tblStyle styleId="{5CA40A9E-F2F7-4907-BF3A-299151FBC1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{5CA40A9E-F2F7-4907-BF3A-299151FBC120}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{5CA40A9E-F2F7-4907-BF3A-299151FBC120}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{5CA40A9E-F2F7-4907-BF3A-299151FBC120}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