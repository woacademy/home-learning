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3FE181-1E87-4DC5-88BD-86AFC6968C30}">
  <a:tblStyle styleId="{E53FE181-1E87-4DC5-88BD-86AFC6968C3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{E53FE181-1E87-4DC5-88BD-86AFC6968C30}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{E53FE181-1E87-4DC5-88BD-86AFC6968C30}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{E53FE181-1E87-4DC5-88BD-86AFC6968C30}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