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942CA8C8-80AA-4A71-8421-C47667D3D4CD}">
  <a:tblStyle styleId="{942CA8C8-80AA-4A71-8421-C47667D3D4CD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5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{942CA8C8-80AA-4A71-8421-C47667D3D4CD}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{942CA8C8-80AA-4A71-8421-C47667D3D4CD}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{942CA8C8-80AA-4A71-8421-C47667D3D4CD}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