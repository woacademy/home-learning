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177CD3-8C33-4834-A86D-42729980C3D5}">
  <a:tblStyle styleId="{75177CD3-8C33-4834-A86D-42729980C3D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{75177CD3-8C33-4834-A86D-42729980C3D5}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{75177CD3-8C33-4834-A86D-42729980C3D5}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{75177CD3-8C33-4834-A86D-42729980C3D5}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