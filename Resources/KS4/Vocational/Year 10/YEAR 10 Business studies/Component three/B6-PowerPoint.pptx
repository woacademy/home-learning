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9B5588-8C08-4789-BA8E-37B5B7F24362}">
  <a:tblStyle styleId="{D19B5588-8C08-4789-BA8E-37B5B7F243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{D19B5588-8C08-4789-BA8E-37B5B7F24362}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{D19B5588-8C08-4789-BA8E-37B5B7F24362}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{D19B5588-8C08-4789-BA8E-37B5B7F24362}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