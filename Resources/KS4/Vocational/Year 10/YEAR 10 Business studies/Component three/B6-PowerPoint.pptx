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3615FB-8C73-435D-8750-E023AB0965CA}">
  <a:tblStyle styleId="{913615FB-8C73-435D-8750-E023AB0965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{913615FB-8C73-435D-8750-E023AB0965CA}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{913615FB-8C73-435D-8750-E023AB0965CA}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{913615FB-8C73-435D-8750-E023AB0965CA}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