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D0BB83-D05F-4FB8-B5A9-33459F2B4460}">
  <a:tblStyle styleId="{A7D0BB83-D05F-4FB8-B5A9-33459F2B44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{A7D0BB83-D05F-4FB8-B5A9-33459F2B4460}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{A7D0BB83-D05F-4FB8-B5A9-33459F2B4460}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{A7D0BB83-D05F-4FB8-B5A9-33459F2B4460}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