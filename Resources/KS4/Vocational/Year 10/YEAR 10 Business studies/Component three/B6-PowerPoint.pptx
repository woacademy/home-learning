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430323-F411-4137-B050-D845A8520EC1}">
  <a:tblStyle styleId="{38430323-F411-4137-B050-D845A8520E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{38430323-F411-4137-B050-D845A8520EC1}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{38430323-F411-4137-B050-D845A8520EC1}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{38430323-F411-4137-B050-D845A8520EC1}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