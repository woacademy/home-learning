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62C3CC-BAFC-4B59-9E8C-6CBCCC5FD359}">
  <a:tblStyle styleId="{2C62C3CC-BAFC-4B59-9E8C-6CBCCC5FD3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{2C62C3CC-BAFC-4B59-9E8C-6CBCCC5FD359}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{2C62C3CC-BAFC-4B59-9E8C-6CBCCC5FD359}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{2C62C3CC-BAFC-4B59-9E8C-6CBCCC5FD359}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