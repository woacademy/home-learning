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E38AEB-B8C2-42DB-AA6F-3E3FBDAEF6B6}">
  <a:tblStyle styleId="{74E38AEB-B8C2-42DB-AA6F-3E3FBDAEF6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{74E38AEB-B8C2-42DB-AA6F-3E3FBDAEF6B6}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{74E38AEB-B8C2-42DB-AA6F-3E3FBDAEF6B6}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{74E38AEB-B8C2-42DB-AA6F-3E3FBDAEF6B6}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