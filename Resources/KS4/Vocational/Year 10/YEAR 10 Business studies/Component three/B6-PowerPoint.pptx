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4D6910-F8BA-4B8E-A081-E9E5D4486BF8}">
  <a:tblStyle styleId="{EA4D6910-F8BA-4B8E-A081-E9E5D4486B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{EA4D6910-F8BA-4B8E-A081-E9E5D4486BF8}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{EA4D6910-F8BA-4B8E-A081-E9E5D4486BF8}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{EA4D6910-F8BA-4B8E-A081-E9E5D4486BF8}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