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033077-65B5-400B-A6B0-EBEC1D3061A5}">
  <a:tblStyle styleId="{7F033077-65B5-400B-A6B0-EBEC1D3061A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{7F033077-65B5-400B-A6B0-EBEC1D3061A5}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{7F033077-65B5-400B-A6B0-EBEC1D3061A5}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{7F033077-65B5-400B-A6B0-EBEC1D3061A5}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