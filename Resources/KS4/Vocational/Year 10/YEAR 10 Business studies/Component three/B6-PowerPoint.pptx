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0ADDCF-06C7-4CDE-BEDE-E5347F3E820A}">
  <a:tblStyle styleId="{C40ADDCF-06C7-4CDE-BEDE-E5347F3E82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{C40ADDCF-06C7-4CDE-BEDE-E5347F3E820A}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{C40ADDCF-06C7-4CDE-BEDE-E5347F3E820A}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{C40ADDCF-06C7-4CDE-BEDE-E5347F3E820A}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