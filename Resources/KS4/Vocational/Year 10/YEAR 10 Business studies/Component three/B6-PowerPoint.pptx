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E35588-9F91-47AD-B06D-BD6A229A3ED2}">
  <a:tblStyle styleId="{D0E35588-9F91-47AD-B06D-BD6A229A3E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{D0E35588-9F91-47AD-B06D-BD6A229A3ED2}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{D0E35588-9F91-47AD-B06D-BD6A229A3ED2}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{D0E35588-9F91-47AD-B06D-BD6A229A3ED2}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