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43C233-98A8-4B82-86D7-FFB52948D30C}">
  <a:tblStyle styleId="{2F43C233-98A8-4B82-86D7-FFB52948D3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{2F43C233-98A8-4B82-86D7-FFB52948D30C}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{2F43C233-98A8-4B82-86D7-FFB52948D30C}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{2F43C233-98A8-4B82-86D7-FFB52948D30C}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