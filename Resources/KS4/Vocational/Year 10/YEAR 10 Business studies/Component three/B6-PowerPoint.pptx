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1D7942-CCBB-4514-B11C-AA3618858197}">
  <a:tblStyle styleId="{4F1D7942-CCBB-4514-B11C-AA361885819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{4F1D7942-CCBB-4514-B11C-AA3618858197}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{4F1D7942-CCBB-4514-B11C-AA3618858197}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{4F1D7942-CCBB-4514-B11C-AA3618858197}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