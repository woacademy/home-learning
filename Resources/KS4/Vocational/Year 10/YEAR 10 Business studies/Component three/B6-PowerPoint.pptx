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DE724-63BC-4F46-9BAD-1E1E72EBA00D}">
  <a:tblStyle styleId="{AF2DE724-63BC-4F46-9BAD-1E1E72EBA0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{AF2DE724-63BC-4F46-9BAD-1E1E72EBA00D}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{AF2DE724-63BC-4F46-9BAD-1E1E72EBA00D}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{AF2DE724-63BC-4F46-9BAD-1E1E72EBA00D}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