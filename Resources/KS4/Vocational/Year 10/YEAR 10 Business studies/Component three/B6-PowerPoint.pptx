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89B2EE-BCE9-43E9-8C5D-54BD94C584E6}">
  <a:tblStyle styleId="{0F89B2EE-BCE9-43E9-8C5D-54BD94C584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{0F89B2EE-BCE9-43E9-8C5D-54BD94C584E6}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{0F89B2EE-BCE9-43E9-8C5D-54BD94C584E6}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{0F89B2EE-BCE9-43E9-8C5D-54BD94C584E6}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