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454BB-40AE-41C9-8D90-98B304E09BC4}">
  <a:tblStyle styleId="{2FD454BB-40AE-41C9-8D90-98B304E09B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{2FD454BB-40AE-41C9-8D90-98B304E09BC4}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{2FD454BB-40AE-41C9-8D90-98B304E09BC4}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{2FD454BB-40AE-41C9-8D90-98B304E09BC4}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