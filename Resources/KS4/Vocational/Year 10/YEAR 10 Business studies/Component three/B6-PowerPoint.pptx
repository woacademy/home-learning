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EE65BC-7574-4961-B62F-455D397B113B}">
  <a:tblStyle styleId="{DBEE65BC-7574-4961-B62F-455D397B11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{DBEE65BC-7574-4961-B62F-455D397B113B}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{DBEE65BC-7574-4961-B62F-455D397B113B}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{DBEE65BC-7574-4961-B62F-455D397B113B}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