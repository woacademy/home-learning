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E5DB42-ADBF-4286-BB35-0258C6AEF8EC}">
  <a:tblStyle styleId="{33E5DB42-ADBF-4286-BB35-0258C6AEF8E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{33E5DB42-ADBF-4286-BB35-0258C6AEF8EC}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{33E5DB42-ADBF-4286-BB35-0258C6AEF8EC}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{33E5DB42-ADBF-4286-BB35-0258C6AEF8EC}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