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579BFD-AA1A-498D-B762-5F5B03FDCECE}">
  <a:tblStyle styleId="{5E579BFD-AA1A-498D-B762-5F5B03FDCE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{5E579BFD-AA1A-498D-B762-5F5B03FDCECE}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{5E579BFD-AA1A-498D-B762-5F5B03FDCECE}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{5E579BFD-AA1A-498D-B762-5F5B03FDCECE}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