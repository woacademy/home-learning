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F45F369-67C3-4456-A009-96142693E0A2}">
  <a:tblStyle styleId="{BF45F369-67C3-4456-A009-96142693E0A2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{BF45F369-67C3-4456-A009-96142693E0A2}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{BF45F369-67C3-4456-A009-96142693E0A2}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{BF45F369-67C3-4456-A009-96142693E0A2}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