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5C4F3A-C724-4F31-A9F8-FEDDDA591E18}">
  <a:tblStyle styleId="{905C4F3A-C724-4F31-A9F8-FEDDDA591E1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{905C4F3A-C724-4F31-A9F8-FEDDDA591E18}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{905C4F3A-C724-4F31-A9F8-FEDDDA591E18}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{905C4F3A-C724-4F31-A9F8-FEDDDA591E18}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