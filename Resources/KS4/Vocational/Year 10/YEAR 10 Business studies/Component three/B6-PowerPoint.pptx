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55806-3624-47FE-9DBC-C72217ADF607}">
  <a:tblStyle styleId="{2D655806-3624-47FE-9DBC-C72217ADF6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{2D655806-3624-47FE-9DBC-C72217ADF607}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{2D655806-3624-47FE-9DBC-C72217ADF607}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{2D655806-3624-47FE-9DBC-C72217ADF607}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