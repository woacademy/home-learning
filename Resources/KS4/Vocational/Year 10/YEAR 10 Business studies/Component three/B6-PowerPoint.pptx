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7E2EE6-490D-4ACF-A61C-C5F7CABE0B72}">
  <a:tblStyle styleId="{9E7E2EE6-490D-4ACF-A61C-C5F7CABE0B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{9E7E2EE6-490D-4ACF-A61C-C5F7CABE0B72}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{9E7E2EE6-490D-4ACF-A61C-C5F7CABE0B72}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{9E7E2EE6-490D-4ACF-A61C-C5F7CABE0B72}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