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31FFE-1AC1-41F7-B7AA-A444D9633C13}">
  <a:tblStyle styleId="{4CB31FFE-1AC1-41F7-B7AA-A444D9633C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{4CB31FFE-1AC1-41F7-B7AA-A444D9633C13}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{4CB31FFE-1AC1-41F7-B7AA-A444D9633C13}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{4CB31FFE-1AC1-41F7-B7AA-A444D9633C13}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