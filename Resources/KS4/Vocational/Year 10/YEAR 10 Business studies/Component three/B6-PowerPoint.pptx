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6FA209D-62DE-4686-B115-2C7BFD080E29}">
  <a:tblStyle styleId="{16FA209D-62DE-4686-B115-2C7BFD080E2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{16FA209D-62DE-4686-B115-2C7BFD080E29}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{16FA209D-62DE-4686-B115-2C7BFD080E29}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{16FA209D-62DE-4686-B115-2C7BFD080E29}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