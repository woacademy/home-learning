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A34EEA-2248-4B0C-876F-9FC12AC68CE6}">
  <a:tblStyle styleId="{28A34EEA-2248-4B0C-876F-9FC12AC68C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{28A34EEA-2248-4B0C-876F-9FC12AC68CE6}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{28A34EEA-2248-4B0C-876F-9FC12AC68CE6}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{28A34EEA-2248-4B0C-876F-9FC12AC68CE6}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