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F998C3-5A5D-4173-B548-2BF3C770C299}">
  <a:tblStyle styleId="{5EF998C3-5A5D-4173-B548-2BF3C770C2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{5EF998C3-5A5D-4173-B548-2BF3C770C299}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{5EF998C3-5A5D-4173-B548-2BF3C770C299}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{5EF998C3-5A5D-4173-B548-2BF3C770C299}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