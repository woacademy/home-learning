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27161A-07FB-4717-B801-ECC6FB5EF2BF}">
  <a:tblStyle styleId="{7127161A-07FB-4717-B801-ECC6FB5EF2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{7127161A-07FB-4717-B801-ECC6FB5EF2BF}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{7127161A-07FB-4717-B801-ECC6FB5EF2BF}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{7127161A-07FB-4717-B801-ECC6FB5EF2BF}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