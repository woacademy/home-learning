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AF2B17E7-0797-47C4-8A56-72E3ABDFD93E}">
  <a:tblStyle styleId="{AF2B17E7-0797-47C4-8A56-72E3ABDFD93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{AF2B17E7-0797-47C4-8A56-72E3ABDFD93E}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{AF2B17E7-0797-47C4-8A56-72E3ABDFD93E}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{AF2B17E7-0797-47C4-8A56-72E3ABDFD93E}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