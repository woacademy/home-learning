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48C79E-23A0-426D-B594-B5099EB7AF92}">
  <a:tblStyle styleId="{BD48C79E-23A0-426D-B594-B5099EB7AF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{BD48C79E-23A0-426D-B594-B5099EB7AF92}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{BD48C79E-23A0-426D-B594-B5099EB7AF92}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{BD48C79E-23A0-426D-B594-B5099EB7AF92}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