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CE2240-A36A-4443-A941-A2373D1B8979}">
  <a:tblStyle styleId="{CCCE2240-A36A-4443-A941-A2373D1B89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{CCCE2240-A36A-4443-A941-A2373D1B8979}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{CCCE2240-A36A-4443-A941-A2373D1B8979}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{CCCE2240-A36A-4443-A941-A2373D1B8979}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