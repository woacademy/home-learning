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B88B50-E369-442C-94E2-334429A5CFCA}">
  <a:tblStyle styleId="{89B88B50-E369-442C-94E2-334429A5CFC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{89B88B50-E369-442C-94E2-334429A5CFCA}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{89B88B50-E369-442C-94E2-334429A5CFCA}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{89B88B50-E369-442C-94E2-334429A5CFCA}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