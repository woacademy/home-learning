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2E5DE-AADC-4D1F-956C-E6FC15C1946B}">
  <a:tblStyle styleId="{73C2E5DE-AADC-4D1F-956C-E6FC15C194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{73C2E5DE-AADC-4D1F-956C-E6FC15C1946B}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{73C2E5DE-AADC-4D1F-956C-E6FC15C1946B}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{73C2E5DE-AADC-4D1F-956C-E6FC15C1946B}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