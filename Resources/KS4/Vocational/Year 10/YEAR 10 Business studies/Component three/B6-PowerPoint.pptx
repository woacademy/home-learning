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835370-258F-49DB-BA18-3142AC9645CD}">
  <a:tblStyle styleId="{15835370-258F-49DB-BA18-3142AC9645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{15835370-258F-49DB-BA18-3142AC9645CD}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{15835370-258F-49DB-BA18-3142AC9645CD}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{15835370-258F-49DB-BA18-3142AC9645CD}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