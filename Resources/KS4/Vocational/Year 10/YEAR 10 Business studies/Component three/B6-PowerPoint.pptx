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10428D-79F3-4B1D-8A0F-77AE03FDB4C1}">
  <a:tblStyle styleId="{9210428D-79F3-4B1D-8A0F-77AE03FDB4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{9210428D-79F3-4B1D-8A0F-77AE03FDB4C1}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{9210428D-79F3-4B1D-8A0F-77AE03FDB4C1}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{9210428D-79F3-4B1D-8A0F-77AE03FDB4C1}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