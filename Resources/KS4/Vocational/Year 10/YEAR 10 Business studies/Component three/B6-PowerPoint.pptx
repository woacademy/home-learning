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4014D65-F22D-4818-AA95-E53A00D17609}">
  <a:tblStyle styleId="{D4014D65-F22D-4818-AA95-E53A00D1760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{D4014D65-F22D-4818-AA95-E53A00D17609}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{D4014D65-F22D-4818-AA95-E53A00D17609}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{D4014D65-F22D-4818-AA95-E53A00D17609}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