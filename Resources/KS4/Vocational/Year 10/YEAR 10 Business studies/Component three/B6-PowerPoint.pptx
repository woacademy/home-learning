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F7FB41-AFBA-4E0D-B3EA-C59580A2C00C}">
  <a:tblStyle styleId="{0BF7FB41-AFBA-4E0D-B3EA-C59580A2C0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{0BF7FB41-AFBA-4E0D-B3EA-C59580A2C00C}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{0BF7FB41-AFBA-4E0D-B3EA-C59580A2C00C}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{0BF7FB41-AFBA-4E0D-B3EA-C59580A2C00C}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