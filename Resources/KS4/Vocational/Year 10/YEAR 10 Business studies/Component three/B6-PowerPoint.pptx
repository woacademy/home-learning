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06776E-D01A-4577-802C-100CA3A21E1E}">
  <a:tblStyle styleId="{0306776E-D01A-4577-802C-100CA3A21E1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{0306776E-D01A-4577-802C-100CA3A21E1E}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{0306776E-D01A-4577-802C-100CA3A21E1E}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{0306776E-D01A-4577-802C-100CA3A21E1E}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