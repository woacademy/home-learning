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DC9403-B70D-4487-AA55-C888F5A3FC4B}">
  <a:tblStyle styleId="{78DC9403-B70D-4487-AA55-C888F5A3FC4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{78DC9403-B70D-4487-AA55-C888F5A3FC4B}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{78DC9403-B70D-4487-AA55-C888F5A3FC4B}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{78DC9403-B70D-4487-AA55-C888F5A3FC4B}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