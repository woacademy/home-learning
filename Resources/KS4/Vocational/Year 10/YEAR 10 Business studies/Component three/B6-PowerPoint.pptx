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2B55EC-8FA6-4806-BCCA-CC17EBA8C57F}">
  <a:tblStyle styleId="{DE2B55EC-8FA6-4806-BCCA-CC17EBA8C57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{DE2B55EC-8FA6-4806-BCCA-CC17EBA8C57F}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{DE2B55EC-8FA6-4806-BCCA-CC17EBA8C57F}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{DE2B55EC-8FA6-4806-BCCA-CC17EBA8C57F}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