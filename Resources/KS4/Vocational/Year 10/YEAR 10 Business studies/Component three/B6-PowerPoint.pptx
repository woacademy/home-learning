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9D7E9A-7480-491B-89CF-C3EC2F64B03F}">
  <a:tblStyle styleId="{129D7E9A-7480-491B-89CF-C3EC2F64B03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{129D7E9A-7480-491B-89CF-C3EC2F64B03F}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{129D7E9A-7480-491B-89CF-C3EC2F64B03F}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{129D7E9A-7480-491B-89CF-C3EC2F64B03F}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