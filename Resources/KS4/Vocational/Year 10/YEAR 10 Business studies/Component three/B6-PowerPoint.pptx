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76C4F7-79DC-47A8-9AFB-03064563B705}">
  <a:tblStyle styleId="{3076C4F7-79DC-47A8-9AFB-03064563B7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{3076C4F7-79DC-47A8-9AFB-03064563B705}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{3076C4F7-79DC-47A8-9AFB-03064563B705}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{3076C4F7-79DC-47A8-9AFB-03064563B705}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