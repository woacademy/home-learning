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F8F5C3-5217-40E4-98BC-6C3F9E783B7A}">
  <a:tblStyle styleId="{5AF8F5C3-5217-40E4-98BC-6C3F9E783B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{5AF8F5C3-5217-40E4-98BC-6C3F9E783B7A}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{5AF8F5C3-5217-40E4-98BC-6C3F9E783B7A}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{5AF8F5C3-5217-40E4-98BC-6C3F9E783B7A}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