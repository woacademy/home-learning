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106B4B-484C-4261-8388-583FC521271A}">
  <a:tblStyle styleId="{6A106B4B-484C-4261-8388-583FC521271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{6A106B4B-484C-4261-8388-583FC521271A}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{6A106B4B-484C-4261-8388-583FC521271A}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{6A106B4B-484C-4261-8388-583FC521271A}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