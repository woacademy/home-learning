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740CD7-9B83-4248-9EF5-C104B23A0D6E}">
  <a:tblStyle styleId="{F3740CD7-9B83-4248-9EF5-C104B23A0D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{F3740CD7-9B83-4248-9EF5-C104B23A0D6E}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{F3740CD7-9B83-4248-9EF5-C104B23A0D6E}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{F3740CD7-9B83-4248-9EF5-C104B23A0D6E}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