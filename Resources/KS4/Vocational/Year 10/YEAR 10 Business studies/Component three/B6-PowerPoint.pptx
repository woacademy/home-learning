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FF0F43-973E-4A1B-B0E7-3A5BB8A5DF5B}">
  <a:tblStyle styleId="{39FF0F43-973E-4A1B-B0E7-3A5BB8A5DF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{39FF0F43-973E-4A1B-B0E7-3A5BB8A5DF5B}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{39FF0F43-973E-4A1B-B0E7-3A5BB8A5DF5B}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{39FF0F43-973E-4A1B-B0E7-3A5BB8A5DF5B}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