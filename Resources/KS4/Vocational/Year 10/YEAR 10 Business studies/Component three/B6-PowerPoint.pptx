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566AD3-BC71-4805-B955-C940F803114F}">
  <a:tblStyle styleId="{DC566AD3-BC71-4805-B955-C940F80311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{DC566AD3-BC71-4805-B955-C940F803114F}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{DC566AD3-BC71-4805-B955-C940F803114F}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{DC566AD3-BC71-4805-B955-C940F803114F}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