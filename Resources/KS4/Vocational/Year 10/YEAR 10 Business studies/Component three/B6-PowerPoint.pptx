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70FBB8-4B49-41B8-873E-11767593B1A4}">
  <a:tblStyle styleId="{3670FBB8-4B49-41B8-873E-11767593B1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{3670FBB8-4B49-41B8-873E-11767593B1A4}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{3670FBB8-4B49-41B8-873E-11767593B1A4}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{3670FBB8-4B49-41B8-873E-11767593B1A4}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