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4AADA96-5C4A-4276-8DE3-B8E53B562138}">
  <a:tblStyle styleId="{14AADA96-5C4A-4276-8DE3-B8E53B56213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{14AADA96-5C4A-4276-8DE3-B8E53B562138}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{14AADA96-5C4A-4276-8DE3-B8E53B562138}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{14AADA96-5C4A-4276-8DE3-B8E53B562138}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