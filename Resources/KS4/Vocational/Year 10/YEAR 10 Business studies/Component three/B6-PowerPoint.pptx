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4F1BA9-9B14-4741-BDF0-BDCAB378BEA2}">
  <a:tblStyle styleId="{474F1BA9-9B14-4741-BDF0-BDCAB378BEA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{474F1BA9-9B14-4741-BDF0-BDCAB378BEA2}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{474F1BA9-9B14-4741-BDF0-BDCAB378BEA2}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{474F1BA9-9B14-4741-BDF0-BDCAB378BEA2}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