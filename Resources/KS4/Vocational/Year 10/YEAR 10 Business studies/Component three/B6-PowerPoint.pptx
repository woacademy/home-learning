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020D6A-B058-448E-9F48-503C1386AB7F}">
  <a:tblStyle styleId="{F8020D6A-B058-448E-9F48-503C1386AB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{F8020D6A-B058-448E-9F48-503C1386AB7F}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{F8020D6A-B058-448E-9F48-503C1386AB7F}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{F8020D6A-B058-448E-9F48-503C1386AB7F}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