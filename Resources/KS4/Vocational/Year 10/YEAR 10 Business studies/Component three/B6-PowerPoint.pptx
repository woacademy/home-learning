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83AD290-7E6F-4F66-B78D-FD9BB89290F7}">
  <a:tblStyle styleId="{783AD290-7E6F-4F66-B78D-FD9BB89290F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{783AD290-7E6F-4F66-B78D-FD9BB89290F7}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{783AD290-7E6F-4F66-B78D-FD9BB89290F7}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{783AD290-7E6F-4F66-B78D-FD9BB89290F7}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