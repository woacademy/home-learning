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6A1FEF-66B9-4210-A492-DB682BFD23C9}">
  <a:tblStyle styleId="{B96A1FEF-66B9-4210-A492-DB682BFD23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{B96A1FEF-66B9-4210-A492-DB682BFD23C9}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{B96A1FEF-66B9-4210-A492-DB682BFD23C9}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{B96A1FEF-66B9-4210-A492-DB682BFD23C9}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