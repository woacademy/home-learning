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D6E1E-5D81-4130-A0D4-48B340B17801}">
  <a:tblStyle styleId="{ED0D6E1E-5D81-4130-A0D4-48B340B178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{ED0D6E1E-5D81-4130-A0D4-48B340B17801}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{ED0D6E1E-5D81-4130-A0D4-48B340B17801}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{ED0D6E1E-5D81-4130-A0D4-48B340B17801}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