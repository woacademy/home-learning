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99FB2-5FF9-4FA5-8126-D0C7821EA4F7}">
  <a:tblStyle styleId="{85F99FB2-5FF9-4FA5-8126-D0C7821EA4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{85F99FB2-5FF9-4FA5-8126-D0C7821EA4F7}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{85F99FB2-5FF9-4FA5-8126-D0C7821EA4F7}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{85F99FB2-5FF9-4FA5-8126-D0C7821EA4F7}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