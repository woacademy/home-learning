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63DC0B-0AC0-4D2C-B9D6-BB7C4A4E65FF}">
  <a:tblStyle styleId="{A263DC0B-0AC0-4D2C-B9D6-BB7C4A4E65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{A263DC0B-0AC0-4D2C-B9D6-BB7C4A4E65FF}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{A263DC0B-0AC0-4D2C-B9D6-BB7C4A4E65FF}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{A263DC0B-0AC0-4D2C-B9D6-BB7C4A4E65FF}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