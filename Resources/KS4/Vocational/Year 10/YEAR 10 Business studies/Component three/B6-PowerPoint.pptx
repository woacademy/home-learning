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981C9A-C5E6-4CEA-923B-26D8BA9356D4}">
  <a:tblStyle styleId="{A7981C9A-C5E6-4CEA-923B-26D8BA9356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{A7981C9A-C5E6-4CEA-923B-26D8BA9356D4}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{A7981C9A-C5E6-4CEA-923B-26D8BA9356D4}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{A7981C9A-C5E6-4CEA-923B-26D8BA9356D4}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