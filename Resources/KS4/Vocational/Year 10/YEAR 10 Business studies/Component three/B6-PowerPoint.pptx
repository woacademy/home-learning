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C933D3-3DF4-42D5-AF14-3022B01D135E}">
  <a:tblStyle styleId="{B1C933D3-3DF4-42D5-AF14-3022B01D135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{B1C933D3-3DF4-42D5-AF14-3022B01D135E}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{B1C933D3-3DF4-42D5-AF14-3022B01D135E}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{B1C933D3-3DF4-42D5-AF14-3022B01D135E}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