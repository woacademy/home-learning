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9A40D6-087C-4222-9BA7-7B37DC418025}">
  <a:tblStyle styleId="{5E9A40D6-087C-4222-9BA7-7B37DC41802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{5E9A40D6-087C-4222-9BA7-7B37DC418025}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{5E9A40D6-087C-4222-9BA7-7B37DC418025}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{5E9A40D6-087C-4222-9BA7-7B37DC418025}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