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7F745A5-7709-4978-9FC2-19687B62F8D0}">
  <a:tblStyle styleId="{07F745A5-7709-4978-9FC2-19687B62F8D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{07F745A5-7709-4978-9FC2-19687B62F8D0}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{07F745A5-7709-4978-9FC2-19687B62F8D0}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{07F745A5-7709-4978-9FC2-19687B62F8D0}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