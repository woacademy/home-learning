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A34EB15-68AB-4E7D-BB3D-1B9553134032}">
  <a:tblStyle styleId="{EA34EB15-68AB-4E7D-BB3D-1B955313403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{EA34EB15-68AB-4E7D-BB3D-1B9553134032}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{EA34EB15-68AB-4E7D-BB3D-1B9553134032}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{EA34EB15-68AB-4E7D-BB3D-1B9553134032}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