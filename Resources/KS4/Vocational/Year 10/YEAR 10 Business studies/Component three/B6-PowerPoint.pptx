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65E7BE-0797-47D4-A9E8-BC0622618DAE}">
  <a:tblStyle styleId="{E065E7BE-0797-47D4-A9E8-BC0622618DA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{E065E7BE-0797-47D4-A9E8-BC0622618DAE}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{E065E7BE-0797-47D4-A9E8-BC0622618DAE}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{E065E7BE-0797-47D4-A9E8-BC0622618DAE}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