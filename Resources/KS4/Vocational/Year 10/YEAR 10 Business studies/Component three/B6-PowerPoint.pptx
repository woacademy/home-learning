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D391824-7844-4E10-B758-3E3B8517379B}">
  <a:tblStyle styleId="{ED391824-7844-4E10-B758-3E3B8517379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{ED391824-7844-4E10-B758-3E3B8517379B}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{ED391824-7844-4E10-B758-3E3B8517379B}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{ED391824-7844-4E10-B758-3E3B8517379B}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