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686A7C-952D-4BE4-B6A4-CDF838DA80D6}">
  <a:tblStyle styleId="{45686A7C-952D-4BE4-B6A4-CDF838DA80D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{45686A7C-952D-4BE4-B6A4-CDF838DA80D6}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{45686A7C-952D-4BE4-B6A4-CDF838DA80D6}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{45686A7C-952D-4BE4-B6A4-CDF838DA80D6}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