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A49525-C433-48E0-A60A-2E20BDE4DBBE}">
  <a:tblStyle styleId="{AFA49525-C433-48E0-A60A-2E20BDE4DBB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{AFA49525-C433-48E0-A60A-2E20BDE4DBBE}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{AFA49525-C433-48E0-A60A-2E20BDE4DBBE}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{AFA49525-C433-48E0-A60A-2E20BDE4DBBE}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