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F43475E-66FA-43FA-A7DC-9D72EE9BFA2B}">
  <a:tblStyle styleId="{9F43475E-66FA-43FA-A7DC-9D72EE9BFA2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{9F43475E-66FA-43FA-A7DC-9D72EE9BFA2B}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{9F43475E-66FA-43FA-A7DC-9D72EE9BFA2B}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{9F43475E-66FA-43FA-A7DC-9D72EE9BFA2B}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