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1147B6-2EB1-4A26-8A3D-6D68E046E938}">
  <a:tblStyle styleId="{F61147B6-2EB1-4A26-8A3D-6D68E046E93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{F61147B6-2EB1-4A26-8A3D-6D68E046E938}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{F61147B6-2EB1-4A26-8A3D-6D68E046E938}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{F61147B6-2EB1-4A26-8A3D-6D68E046E938}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