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CA2A6A-3AC4-45D7-B60D-7D91034F23D7}">
  <a:tblStyle styleId="{D9CA2A6A-3AC4-45D7-B60D-7D91034F23D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{D9CA2A6A-3AC4-45D7-B60D-7D91034F23D7}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{D9CA2A6A-3AC4-45D7-B60D-7D91034F23D7}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{D9CA2A6A-3AC4-45D7-B60D-7D91034F23D7}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