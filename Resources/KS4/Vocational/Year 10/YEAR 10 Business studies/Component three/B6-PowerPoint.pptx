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928CA4-04D0-4CC5-9EA9-826BE3390889}">
  <a:tblStyle styleId="{8D928CA4-04D0-4CC5-9EA9-826BE339088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{8D928CA4-04D0-4CC5-9EA9-826BE3390889}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{8D928CA4-04D0-4CC5-9EA9-826BE3390889}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{8D928CA4-04D0-4CC5-9EA9-826BE3390889}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