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997D461-FF13-4C31-934B-BB3CC5CCA307}">
  <a:tblStyle styleId="{6997D461-FF13-4C31-934B-BB3CC5CCA30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{6997D461-FF13-4C31-934B-BB3CC5CCA307}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{6997D461-FF13-4C31-934B-BB3CC5CCA307}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{6997D461-FF13-4C31-934B-BB3CC5CCA307}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