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FA106D-67AB-43E2-9D27-CE9628AEC161}">
  <a:tblStyle styleId="{8FFA106D-67AB-43E2-9D27-CE9628AEC1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{8FFA106D-67AB-43E2-9D27-CE9628AEC161}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{8FFA106D-67AB-43E2-9D27-CE9628AEC161}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{8FFA106D-67AB-43E2-9D27-CE9628AEC161}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