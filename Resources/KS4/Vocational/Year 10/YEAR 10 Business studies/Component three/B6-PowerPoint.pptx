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7E3C90-344C-45D6-915C-E8780ECE8029}">
  <a:tblStyle styleId="{5B7E3C90-344C-45D6-915C-E8780ECE80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{5B7E3C90-344C-45D6-915C-E8780ECE8029}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{5B7E3C90-344C-45D6-915C-E8780ECE8029}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{5B7E3C90-344C-45D6-915C-E8780ECE8029}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