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901B89-36F5-40FE-844C-04DDB4058114}">
  <a:tblStyle styleId="{53901B89-36F5-40FE-844C-04DDB40581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{53901B89-36F5-40FE-844C-04DDB4058114}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{53901B89-36F5-40FE-844C-04DDB4058114}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{53901B89-36F5-40FE-844C-04DDB4058114}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