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841F2C-362C-4CFB-8762-5AFCD5AF8794}">
  <a:tblStyle styleId="{26841F2C-362C-4CFB-8762-5AFCD5AF879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{26841F2C-362C-4CFB-8762-5AFCD5AF8794}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{26841F2C-362C-4CFB-8762-5AFCD5AF8794}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{26841F2C-362C-4CFB-8762-5AFCD5AF8794}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