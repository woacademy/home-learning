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8CF203-2A0E-436C-8B2A-5CD2F2BDB211}">
  <a:tblStyle styleId="{6D8CF203-2A0E-436C-8B2A-5CD2F2BDB2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{6D8CF203-2A0E-436C-8B2A-5CD2F2BDB211}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{6D8CF203-2A0E-436C-8B2A-5CD2F2BDB211}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{6D8CF203-2A0E-436C-8B2A-5CD2F2BDB211}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