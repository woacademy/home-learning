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C79ED7-C303-476F-A9D3-254EB6DB109F}">
  <a:tblStyle styleId="{5FC79ED7-C303-476F-A9D3-254EB6DB10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{5FC79ED7-C303-476F-A9D3-254EB6DB109F}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{5FC79ED7-C303-476F-A9D3-254EB6DB109F}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{5FC79ED7-C303-476F-A9D3-254EB6DB109F}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