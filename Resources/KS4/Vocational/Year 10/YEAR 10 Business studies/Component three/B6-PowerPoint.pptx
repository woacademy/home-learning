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89A01A-8D2F-4BA1-840F-57A11DEFB9EE}">
  <a:tblStyle styleId="{3F89A01A-8D2F-4BA1-840F-57A11DEFB9E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{3F89A01A-8D2F-4BA1-840F-57A11DEFB9EE}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{3F89A01A-8D2F-4BA1-840F-57A11DEFB9EE}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{3F89A01A-8D2F-4BA1-840F-57A11DEFB9EE}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