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98E7DE1-344E-481D-830F-A4B26EC8436B}">
  <a:tblStyle styleId="{998E7DE1-344E-481D-830F-A4B26EC8436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{998E7DE1-344E-481D-830F-A4B26EC8436B}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{998E7DE1-344E-481D-830F-A4B26EC8436B}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{998E7DE1-344E-481D-830F-A4B26EC8436B}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