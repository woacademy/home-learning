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F487A9-8EA7-48A0-9C56-0F723BA60E39}">
  <a:tblStyle styleId="{F1F487A9-8EA7-48A0-9C56-0F723BA60E3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{F1F487A9-8EA7-48A0-9C56-0F723BA60E39}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{F1F487A9-8EA7-48A0-9C56-0F723BA60E39}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{F1F487A9-8EA7-48A0-9C56-0F723BA60E39}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