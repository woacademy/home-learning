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73AC3C-35EE-47A9-95ED-E37E8BCCA012}">
  <a:tblStyle styleId="{7373AC3C-35EE-47A9-95ED-E37E8BCCA0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{7373AC3C-35EE-47A9-95ED-E37E8BCCA012}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{7373AC3C-35EE-47A9-95ED-E37E8BCCA012}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{7373AC3C-35EE-47A9-95ED-E37E8BCCA012}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