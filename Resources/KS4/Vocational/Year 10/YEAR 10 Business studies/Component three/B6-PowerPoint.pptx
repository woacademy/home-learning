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E86BC9-257A-4EF8-BB12-36B5AB5740E4}">
  <a:tblStyle styleId="{D6E86BC9-257A-4EF8-BB12-36B5AB5740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{D6E86BC9-257A-4EF8-BB12-36B5AB5740E4}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{D6E86BC9-257A-4EF8-BB12-36B5AB5740E4}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{D6E86BC9-257A-4EF8-BB12-36B5AB5740E4}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