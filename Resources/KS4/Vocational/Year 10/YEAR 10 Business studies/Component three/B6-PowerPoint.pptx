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58D2D3-B84E-4ED2-908A-565C681703F4}">
  <a:tblStyle styleId="{5D58D2D3-B84E-4ED2-908A-565C681703F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{5D58D2D3-B84E-4ED2-908A-565C681703F4}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{5D58D2D3-B84E-4ED2-908A-565C681703F4}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{5D58D2D3-B84E-4ED2-908A-565C681703F4}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