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7E9841-3D30-48B7-AE98-65348C9CF3A3}">
  <a:tblStyle styleId="{427E9841-3D30-48B7-AE98-65348C9CF3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{427E9841-3D30-48B7-AE98-65348C9CF3A3}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{427E9841-3D30-48B7-AE98-65348C9CF3A3}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{427E9841-3D30-48B7-AE98-65348C9CF3A3}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