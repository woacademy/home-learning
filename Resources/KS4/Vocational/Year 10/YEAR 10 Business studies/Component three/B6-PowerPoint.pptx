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6655D0-210B-4E1C-8C0C-CB2FD28EF824}">
  <a:tblStyle styleId="{E66655D0-210B-4E1C-8C0C-CB2FD28EF8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{E66655D0-210B-4E1C-8C0C-CB2FD28EF824}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{E66655D0-210B-4E1C-8C0C-CB2FD28EF824}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{E66655D0-210B-4E1C-8C0C-CB2FD28EF824}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