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31E00A-5D90-4ECE-8DC5-BD22CB6B7CD1}">
  <a:tblStyle styleId="{7D31E00A-5D90-4ECE-8DC5-BD22CB6B7C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{7D31E00A-5D90-4ECE-8DC5-BD22CB6B7CD1}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{7D31E00A-5D90-4ECE-8DC5-BD22CB6B7CD1}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{7D31E00A-5D90-4ECE-8DC5-BD22CB6B7CD1}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