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244C19-03C3-45D6-A3D6-6D2074A9A3FF}">
  <a:tblStyle styleId="{79244C19-03C3-45D6-A3D6-6D2074A9A3F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{79244C19-03C3-45D6-A3D6-6D2074A9A3FF}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{79244C19-03C3-45D6-A3D6-6D2074A9A3FF}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{79244C19-03C3-45D6-A3D6-6D2074A9A3FF}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