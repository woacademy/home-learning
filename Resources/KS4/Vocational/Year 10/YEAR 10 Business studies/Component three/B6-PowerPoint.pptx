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4AF47D-0491-49EE-95AB-BAC7AD7B6313}">
  <a:tblStyle styleId="{BD4AF47D-0491-49EE-95AB-BAC7AD7B63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{BD4AF47D-0491-49EE-95AB-BAC7AD7B6313}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{BD4AF47D-0491-49EE-95AB-BAC7AD7B6313}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{BD4AF47D-0491-49EE-95AB-BAC7AD7B6313}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