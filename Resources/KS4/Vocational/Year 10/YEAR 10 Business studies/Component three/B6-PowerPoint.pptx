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0FCE35-9B6E-4768-94BF-A9B11CB7A6C6}">
  <a:tblStyle styleId="{B30FCE35-9B6E-4768-94BF-A9B11CB7A6C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{B30FCE35-9B6E-4768-94BF-A9B11CB7A6C6}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{B30FCE35-9B6E-4768-94BF-A9B11CB7A6C6}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{B30FCE35-9B6E-4768-94BF-A9B11CB7A6C6}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