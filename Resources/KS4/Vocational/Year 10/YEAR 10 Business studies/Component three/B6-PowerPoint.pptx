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ECF5CA-67C8-40A9-BAD4-D49EAF835E06}">
  <a:tblStyle styleId="{D2ECF5CA-67C8-40A9-BAD4-D49EAF835E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{D2ECF5CA-67C8-40A9-BAD4-D49EAF835E06}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{D2ECF5CA-67C8-40A9-BAD4-D49EAF835E06}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{D2ECF5CA-67C8-40A9-BAD4-D49EAF835E06}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