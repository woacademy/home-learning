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3283E9F-2BB7-47D1-AAB4-0AB70200B631}">
  <a:tblStyle styleId="{D3283E9F-2BB7-47D1-AAB4-0AB70200B6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{D3283E9F-2BB7-47D1-AAB4-0AB70200B631}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{D3283E9F-2BB7-47D1-AAB4-0AB70200B631}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{D3283E9F-2BB7-47D1-AAB4-0AB70200B631}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