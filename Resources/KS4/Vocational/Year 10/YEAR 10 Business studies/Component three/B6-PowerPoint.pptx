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6A7C295-46B8-462E-AB86-D29C1CCBC1BD}">
  <a:tblStyle styleId="{06A7C295-46B8-462E-AB86-D29C1CCBC1B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{06A7C295-46B8-462E-AB86-D29C1CCBC1BD}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{06A7C295-46B8-462E-AB86-D29C1CCBC1BD}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{06A7C295-46B8-462E-AB86-D29C1CCBC1BD}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