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2C51CB-EE4F-4E7B-A73D-4A23D1596881}">
  <a:tblStyle styleId="{9B2C51CB-EE4F-4E7B-A73D-4A23D15968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{9B2C51CB-EE4F-4E7B-A73D-4A23D1596881}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{9B2C51CB-EE4F-4E7B-A73D-4A23D1596881}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{9B2C51CB-EE4F-4E7B-A73D-4A23D1596881}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