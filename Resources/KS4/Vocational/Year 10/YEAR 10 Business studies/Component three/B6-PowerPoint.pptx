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8356337-1DB5-422A-9881-7F032B5D6B65}">
  <a:tblStyle styleId="{E8356337-1DB5-422A-9881-7F032B5D6B6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{E8356337-1DB5-422A-9881-7F032B5D6B65}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{E8356337-1DB5-422A-9881-7F032B5D6B65}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{E8356337-1DB5-422A-9881-7F032B5D6B65}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