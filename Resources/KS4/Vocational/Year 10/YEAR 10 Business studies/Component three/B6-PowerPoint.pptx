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F535C-78F6-41F1-BA50-22CD482E837A}">
  <a:tblStyle styleId="{D6DF535C-78F6-41F1-BA50-22CD482E83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{D6DF535C-78F6-41F1-BA50-22CD482E837A}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{D6DF535C-78F6-41F1-BA50-22CD482E837A}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{D6DF535C-78F6-41F1-BA50-22CD482E837A}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