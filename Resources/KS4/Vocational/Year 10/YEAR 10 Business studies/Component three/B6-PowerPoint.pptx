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E3A075A-9714-473D-BE67-FB14458C0E8A}">
  <a:tblStyle styleId="{7E3A075A-9714-473D-BE67-FB14458C0E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{7E3A075A-9714-473D-BE67-FB14458C0E8A}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{7E3A075A-9714-473D-BE67-FB14458C0E8A}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{7E3A075A-9714-473D-BE67-FB14458C0E8A}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