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6931B2-9C42-4367-A8FA-70599E3FD5F5}">
  <a:tblStyle styleId="{B46931B2-9C42-4367-A8FA-70599E3FD5F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{B46931B2-9C42-4367-A8FA-70599E3FD5F5}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{B46931B2-9C42-4367-A8FA-70599E3FD5F5}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{B46931B2-9C42-4367-A8FA-70599E3FD5F5}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