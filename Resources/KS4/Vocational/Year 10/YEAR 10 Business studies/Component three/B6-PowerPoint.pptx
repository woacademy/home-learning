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97072F-0A99-47C6-8205-05C76E116330}">
  <a:tblStyle styleId="{6497072F-0A99-47C6-8205-05C76E1163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{6497072F-0A99-47C6-8205-05C76E116330}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{6497072F-0A99-47C6-8205-05C76E116330}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{6497072F-0A99-47C6-8205-05C76E116330}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