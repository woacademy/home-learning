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2AE98C-7238-43C4-AC95-F7AA0D116394}">
  <a:tblStyle styleId="{FF2AE98C-7238-43C4-AC95-F7AA0D1163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{FF2AE98C-7238-43C4-AC95-F7AA0D116394}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{FF2AE98C-7238-43C4-AC95-F7AA0D116394}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{FF2AE98C-7238-43C4-AC95-F7AA0D116394}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