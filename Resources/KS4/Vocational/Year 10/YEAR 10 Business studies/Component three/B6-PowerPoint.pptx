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B525836-E904-4D2B-BFFF-2C370EF32346}">
  <a:tblStyle styleId="{8B525836-E904-4D2B-BFFF-2C370EF323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{8B525836-E904-4D2B-BFFF-2C370EF32346}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{8B525836-E904-4D2B-BFFF-2C370EF32346}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{8B525836-E904-4D2B-BFFF-2C370EF32346}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