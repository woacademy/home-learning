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6A337-4DC2-4103-AAA5-8904FEDBE676}">
  <a:tblStyle styleId="{6FE6A337-4DC2-4103-AAA5-8904FEDBE6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{6FE6A337-4DC2-4103-AAA5-8904FEDBE676}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{6FE6A337-4DC2-4103-AAA5-8904FEDBE676}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{6FE6A337-4DC2-4103-AAA5-8904FEDBE676}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