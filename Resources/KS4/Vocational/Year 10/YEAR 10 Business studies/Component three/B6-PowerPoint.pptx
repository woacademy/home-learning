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034023-2595-43BD-98F5-B45073A1B0B0}">
  <a:tblStyle styleId="{D1034023-2595-43BD-98F5-B45073A1B0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{D1034023-2595-43BD-98F5-B45073A1B0B0}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{D1034023-2595-43BD-98F5-B45073A1B0B0}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{D1034023-2595-43BD-98F5-B45073A1B0B0}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