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4BAFAE-6608-4B97-BCA3-1017173226D9}">
  <a:tblStyle styleId="{BD4BAFAE-6608-4B97-BCA3-1017173226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{BD4BAFAE-6608-4B97-BCA3-1017173226D9}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{BD4BAFAE-6608-4B97-BCA3-1017173226D9}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{BD4BAFAE-6608-4B97-BCA3-1017173226D9}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