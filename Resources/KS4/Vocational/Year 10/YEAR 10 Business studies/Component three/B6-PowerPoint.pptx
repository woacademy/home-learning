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A98E92-D4F4-44FD-8CEF-21EA5472A8F2}">
  <a:tblStyle styleId="{D0A98E92-D4F4-44FD-8CEF-21EA5472A8F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{D0A98E92-D4F4-44FD-8CEF-21EA5472A8F2}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{D0A98E92-D4F4-44FD-8CEF-21EA5472A8F2}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{D0A98E92-D4F4-44FD-8CEF-21EA5472A8F2}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