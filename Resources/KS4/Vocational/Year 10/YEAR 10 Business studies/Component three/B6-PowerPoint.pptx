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66D48C-6E8F-4151-BC14-ED94205402D1}">
  <a:tblStyle styleId="{1366D48C-6E8F-4151-BC14-ED94205402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{1366D48C-6E8F-4151-BC14-ED94205402D1}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{1366D48C-6E8F-4151-BC14-ED94205402D1}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{1366D48C-6E8F-4151-BC14-ED94205402D1}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