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5B5CF7-4265-464E-959F-39F25782CA6F}">
  <a:tblStyle styleId="{095B5CF7-4265-464E-959F-39F25782CA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{095B5CF7-4265-464E-959F-39F25782CA6F}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{095B5CF7-4265-464E-959F-39F25782CA6F}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{095B5CF7-4265-464E-959F-39F25782CA6F}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