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356540-9D6F-422B-9168-922D2B897E4A}">
  <a:tblStyle styleId="{15356540-9D6F-422B-9168-922D2B897E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{15356540-9D6F-422B-9168-922D2B897E4A}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{15356540-9D6F-422B-9168-922D2B897E4A}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{15356540-9D6F-422B-9168-922D2B897E4A}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