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46D83C-8220-4528-A8D6-82059B9F8B81}">
  <a:tblStyle styleId="{2A46D83C-8220-4528-A8D6-82059B9F8B8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{2A46D83C-8220-4528-A8D6-82059B9F8B81}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{2A46D83C-8220-4528-A8D6-82059B9F8B81}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{2A46D83C-8220-4528-A8D6-82059B9F8B81}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