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A42090-D2FB-4EF7-996E-B46A52E4E2CE}">
  <a:tblStyle styleId="{8AA42090-D2FB-4EF7-996E-B46A52E4E2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{8AA42090-D2FB-4EF7-996E-B46A52E4E2CE}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{8AA42090-D2FB-4EF7-996E-B46A52E4E2CE}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{8AA42090-D2FB-4EF7-996E-B46A52E4E2CE}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