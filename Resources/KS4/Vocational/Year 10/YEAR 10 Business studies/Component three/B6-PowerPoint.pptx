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FA653C2-F49C-4AF1-84FE-14880E0F6847}">
  <a:tblStyle styleId="{6FA653C2-F49C-4AF1-84FE-14880E0F684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{6FA653C2-F49C-4AF1-84FE-14880E0F6847}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{6FA653C2-F49C-4AF1-84FE-14880E0F6847}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{6FA653C2-F49C-4AF1-84FE-14880E0F6847}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