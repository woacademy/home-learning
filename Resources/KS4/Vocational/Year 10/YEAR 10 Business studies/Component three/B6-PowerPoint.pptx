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A2CF96-943E-4285-B0E0-C187E2B0DD6B}">
  <a:tblStyle styleId="{AAA2CF96-943E-4285-B0E0-C187E2B0DD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{AAA2CF96-943E-4285-B0E0-C187E2B0DD6B}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{AAA2CF96-943E-4285-B0E0-C187E2B0DD6B}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{AAA2CF96-943E-4285-B0E0-C187E2B0DD6B}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