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98EFEAF-EE95-4049-A443-D7044EA662FA}">
  <a:tblStyle styleId="{E98EFEAF-EE95-4049-A443-D7044EA662FA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{E98EFEAF-EE95-4049-A443-D7044EA662FA}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{E98EFEAF-EE95-4049-A443-D7044EA662FA}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{E98EFEAF-EE95-4049-A443-D7044EA662FA}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