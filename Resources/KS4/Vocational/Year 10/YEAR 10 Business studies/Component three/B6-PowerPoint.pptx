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DC51DA-C8CF-4F50-8476-A492ED24DF72}">
  <a:tblStyle styleId="{87DC51DA-C8CF-4F50-8476-A492ED24DF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{87DC51DA-C8CF-4F50-8476-A492ED24DF72}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{87DC51DA-C8CF-4F50-8476-A492ED24DF72}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{87DC51DA-C8CF-4F50-8476-A492ED24DF72}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