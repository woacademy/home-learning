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94331F1-5C55-4AEC-A563-E4F38E999177}">
  <a:tblStyle styleId="{994331F1-5C55-4AEC-A563-E4F38E999177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{994331F1-5C55-4AEC-A563-E4F38E999177}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{994331F1-5C55-4AEC-A563-E4F38E999177}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{994331F1-5C55-4AEC-A563-E4F38E999177}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