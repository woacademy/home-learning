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47E777-A004-4E62-ACFD-05B065D799FC}">
  <a:tblStyle styleId="{1147E777-A004-4E62-ACFD-05B065D799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{1147E777-A004-4E62-ACFD-05B065D799FC}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{1147E777-A004-4E62-ACFD-05B065D799FC}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{1147E777-A004-4E62-ACFD-05B065D799FC}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