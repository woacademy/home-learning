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28AF0F-7D66-4F6C-A54D-7F2086365108}">
  <a:tblStyle styleId="{E628AF0F-7D66-4F6C-A54D-7F208636510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{E628AF0F-7D66-4F6C-A54D-7F2086365108}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{E628AF0F-7D66-4F6C-A54D-7F2086365108}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{E628AF0F-7D66-4F6C-A54D-7F2086365108}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