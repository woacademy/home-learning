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E0153A8-411C-4923-8193-BCA3804257BC}">
  <a:tblStyle styleId="{5E0153A8-411C-4923-8193-BCA3804257B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{5E0153A8-411C-4923-8193-BCA3804257BC}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{5E0153A8-411C-4923-8193-BCA3804257BC}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{5E0153A8-411C-4923-8193-BCA3804257BC}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