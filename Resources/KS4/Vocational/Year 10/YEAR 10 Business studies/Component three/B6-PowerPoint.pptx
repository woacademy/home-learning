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5C87D8-6FB8-458D-BC05-1C0CC11BE2DF}">
  <a:tblStyle styleId="{935C87D8-6FB8-458D-BC05-1C0CC11BE2D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{935C87D8-6FB8-458D-BC05-1C0CC11BE2DF}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{935C87D8-6FB8-458D-BC05-1C0CC11BE2DF}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{935C87D8-6FB8-458D-BC05-1C0CC11BE2DF}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