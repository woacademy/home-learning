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2A3894-B006-4F56-B695-441809193DD4}">
  <a:tblStyle styleId="{AF2A3894-B006-4F56-B695-441809193D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{AF2A3894-B006-4F56-B695-441809193DD4}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{AF2A3894-B006-4F56-B695-441809193DD4}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{AF2A3894-B006-4F56-B695-441809193DD4}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