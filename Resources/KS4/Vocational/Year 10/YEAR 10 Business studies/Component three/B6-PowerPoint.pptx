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703BA1-1461-4C62-9EF8-AA12E118C482}">
  <a:tblStyle styleId="{E5703BA1-1461-4C62-9EF8-AA12E118C48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{E5703BA1-1461-4C62-9EF8-AA12E118C482}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{E5703BA1-1461-4C62-9EF8-AA12E118C482}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{E5703BA1-1461-4C62-9EF8-AA12E118C482}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