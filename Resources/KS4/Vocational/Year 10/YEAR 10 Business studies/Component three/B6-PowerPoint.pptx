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9633EE-AE1C-49F7-BF26-BD6569FBD691}">
  <a:tblStyle styleId="{EA9633EE-AE1C-49F7-BF26-BD6569FBD6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{EA9633EE-AE1C-49F7-BF26-BD6569FBD691}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{EA9633EE-AE1C-49F7-BF26-BD6569FBD691}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{EA9633EE-AE1C-49F7-BF26-BD6569FBD691}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