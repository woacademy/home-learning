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FA163F5-ABA5-49FE-8479-D7649DDB4A4E}">
  <a:tblStyle styleId="{1FA163F5-ABA5-49FE-8479-D7649DDB4A4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{1FA163F5-ABA5-49FE-8479-D7649DDB4A4E}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{1FA163F5-ABA5-49FE-8479-D7649DDB4A4E}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{1FA163F5-ABA5-49FE-8479-D7649DDB4A4E}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