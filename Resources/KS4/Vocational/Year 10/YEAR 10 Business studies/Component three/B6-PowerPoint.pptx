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FEAE0F5-289D-4899-AB8D-4847CB07F1A4}">
  <a:tblStyle styleId="{2FEAE0F5-289D-4899-AB8D-4847CB07F1A4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{2FEAE0F5-289D-4899-AB8D-4847CB07F1A4}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{2FEAE0F5-289D-4899-AB8D-4847CB07F1A4}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{2FEAE0F5-289D-4899-AB8D-4847CB07F1A4}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