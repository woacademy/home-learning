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8E59D5-D45F-4CB5-90E5-618F71FDA000}">
  <a:tblStyle styleId="{778E59D5-D45F-4CB5-90E5-618F71FDA0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{778E59D5-D45F-4CB5-90E5-618F71FDA000}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{778E59D5-D45F-4CB5-90E5-618F71FDA000}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{778E59D5-D45F-4CB5-90E5-618F71FDA000}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