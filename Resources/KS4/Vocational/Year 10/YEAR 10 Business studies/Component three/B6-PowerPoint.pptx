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E38A7B-6411-43C0-B6AB-9AB1E51C437C}">
  <a:tblStyle styleId="{07E38A7B-6411-43C0-B6AB-9AB1E51C437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{07E38A7B-6411-43C0-B6AB-9AB1E51C437C}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{07E38A7B-6411-43C0-B6AB-9AB1E51C437C}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{07E38A7B-6411-43C0-B6AB-9AB1E51C437C}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