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92381E-404D-43CB-8CF6-C380750A0831}">
  <a:tblStyle styleId="{A692381E-404D-43CB-8CF6-C380750A08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{A692381E-404D-43CB-8CF6-C380750A0831}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{A692381E-404D-43CB-8CF6-C380750A0831}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{A692381E-404D-43CB-8CF6-C380750A0831}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