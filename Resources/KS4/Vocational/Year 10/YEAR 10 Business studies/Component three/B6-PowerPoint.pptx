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80B275-B59F-4A08-8380-382D7FBDEC06}">
  <a:tblStyle styleId="{9D80B275-B59F-4A08-8380-382D7FBDEC0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{9D80B275-B59F-4A08-8380-382D7FBDEC06}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{9D80B275-B59F-4A08-8380-382D7FBDEC06}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{9D80B275-B59F-4A08-8380-382D7FBDEC06}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