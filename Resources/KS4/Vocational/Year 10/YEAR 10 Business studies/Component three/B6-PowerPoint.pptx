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A9290F-2CFB-4804-81D3-18E5E98021CE}">
  <a:tblStyle styleId="{20A9290F-2CFB-4804-81D3-18E5E98021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{20A9290F-2CFB-4804-81D3-18E5E98021CE}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{20A9290F-2CFB-4804-81D3-18E5E98021CE}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{20A9290F-2CFB-4804-81D3-18E5E98021CE}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