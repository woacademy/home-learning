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C819BD-61EC-427D-9CCF-E0BB0BBB9792}">
  <a:tblStyle styleId="{FCC819BD-61EC-427D-9CCF-E0BB0BBB979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{FCC819BD-61EC-427D-9CCF-E0BB0BBB9792}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{FCC819BD-61EC-427D-9CCF-E0BB0BBB9792}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{FCC819BD-61EC-427D-9CCF-E0BB0BBB9792}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