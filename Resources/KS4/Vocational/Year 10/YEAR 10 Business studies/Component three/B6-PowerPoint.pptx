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48CF747-E6F9-4B6E-8038-42386F026496}">
  <a:tblStyle styleId="{148CF747-E6F9-4B6E-8038-42386F02649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{148CF747-E6F9-4B6E-8038-42386F026496}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{148CF747-E6F9-4B6E-8038-42386F026496}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{148CF747-E6F9-4B6E-8038-42386F026496}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