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7F8451-65D2-489C-B98B-010D39E13709}">
  <a:tblStyle styleId="{4D7F8451-65D2-489C-B98B-010D39E137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{4D7F8451-65D2-489C-B98B-010D39E13709}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{4D7F8451-65D2-489C-B98B-010D39E13709}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{4D7F8451-65D2-489C-B98B-010D39E13709}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