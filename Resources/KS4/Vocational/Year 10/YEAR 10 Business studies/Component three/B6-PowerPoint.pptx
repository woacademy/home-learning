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19D6BA-1AAC-41A6-A939-EDB30DB8F8AD}">
  <a:tblStyle styleId="{9719D6BA-1AAC-41A6-A939-EDB30DB8F8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{9719D6BA-1AAC-41A6-A939-EDB30DB8F8AD}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{9719D6BA-1AAC-41A6-A939-EDB30DB8F8AD}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{9719D6BA-1AAC-41A6-A939-EDB30DB8F8AD}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