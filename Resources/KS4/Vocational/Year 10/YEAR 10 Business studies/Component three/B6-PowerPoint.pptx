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2A761B-2350-4A8D-BAE3-A1854E766FE3}">
  <a:tblStyle styleId="{602A761B-2350-4A8D-BAE3-A1854E766FE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{602A761B-2350-4A8D-BAE3-A1854E766FE3}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{602A761B-2350-4A8D-BAE3-A1854E766FE3}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{602A761B-2350-4A8D-BAE3-A1854E766FE3}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