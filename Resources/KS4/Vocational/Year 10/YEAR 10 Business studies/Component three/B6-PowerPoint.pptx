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411CEF-CDF5-4DDC-A070-CB0217BE6F5C}">
  <a:tblStyle styleId="{13411CEF-CDF5-4DDC-A070-CB0217BE6F5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{13411CEF-CDF5-4DDC-A070-CB0217BE6F5C}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{13411CEF-CDF5-4DDC-A070-CB0217BE6F5C}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{13411CEF-CDF5-4DDC-A070-CB0217BE6F5C}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