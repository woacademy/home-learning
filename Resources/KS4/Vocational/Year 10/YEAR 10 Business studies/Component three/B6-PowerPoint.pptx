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A95E2B1-E2E7-4936-987A-8212D2C66B8C}">
  <a:tblStyle styleId="{0A95E2B1-E2E7-4936-987A-8212D2C66B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{0A95E2B1-E2E7-4936-987A-8212D2C66B8C}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{0A95E2B1-E2E7-4936-987A-8212D2C66B8C}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{0A95E2B1-E2E7-4936-987A-8212D2C66B8C}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