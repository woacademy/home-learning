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8EE66A-1386-4558-9D72-4B37D59BE69D}">
  <a:tblStyle styleId="{198EE66A-1386-4558-9D72-4B37D59BE69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{198EE66A-1386-4558-9D72-4B37D59BE69D}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{198EE66A-1386-4558-9D72-4B37D59BE69D}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{198EE66A-1386-4558-9D72-4B37D59BE69D}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