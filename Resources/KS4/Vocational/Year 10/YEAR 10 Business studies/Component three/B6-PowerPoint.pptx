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BFD30B-1374-4D6E-8D2F-C66EE08CED7B}">
  <a:tblStyle styleId="{50BFD30B-1374-4D6E-8D2F-C66EE08CED7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{50BFD30B-1374-4D6E-8D2F-C66EE08CED7B}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{50BFD30B-1374-4D6E-8D2F-C66EE08CED7B}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{50BFD30B-1374-4D6E-8D2F-C66EE08CED7B}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