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74593B-25A1-429F-A3E3-D76E85FD9FA5}">
  <a:tblStyle styleId="{3B74593B-25A1-429F-A3E3-D76E85FD9FA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{3B74593B-25A1-429F-A3E3-D76E85FD9FA5}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{3B74593B-25A1-429F-A3E3-D76E85FD9FA5}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{3B74593B-25A1-429F-A3E3-D76E85FD9FA5}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