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C651F4-F956-4548-B757-FFE72AD0BFC5}">
  <a:tblStyle styleId="{34C651F4-F956-4548-B757-FFE72AD0BF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{34C651F4-F956-4548-B757-FFE72AD0BFC5}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{34C651F4-F956-4548-B757-FFE72AD0BFC5}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{34C651F4-F956-4548-B757-FFE72AD0BFC5}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