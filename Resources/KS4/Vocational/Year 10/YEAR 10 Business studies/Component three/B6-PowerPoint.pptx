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D93919-0BF7-4444-9A45-2D1BB77ADCAD}">
  <a:tblStyle styleId="{DED93919-0BF7-4444-9A45-2D1BB77ADCA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{DED93919-0BF7-4444-9A45-2D1BB77ADCAD}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{DED93919-0BF7-4444-9A45-2D1BB77ADCAD}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{DED93919-0BF7-4444-9A45-2D1BB77ADCAD}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