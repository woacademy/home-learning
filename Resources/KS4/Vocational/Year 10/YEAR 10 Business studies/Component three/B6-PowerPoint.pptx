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2E58A1-39B8-4C9C-B01E-8665A3D86C68}">
  <a:tblStyle styleId="{662E58A1-39B8-4C9C-B01E-8665A3D86C6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{662E58A1-39B8-4C9C-B01E-8665A3D86C68}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{662E58A1-39B8-4C9C-B01E-8665A3D86C68}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{662E58A1-39B8-4C9C-B01E-8665A3D86C68}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