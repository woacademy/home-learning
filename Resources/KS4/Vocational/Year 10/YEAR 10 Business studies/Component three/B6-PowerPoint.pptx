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4DE1E8-16D1-468C-9E10-B83B836CD324}">
  <a:tblStyle styleId="{B54DE1E8-16D1-468C-9E10-B83B836CD3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{B54DE1E8-16D1-468C-9E10-B83B836CD324}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{B54DE1E8-16D1-468C-9E10-B83B836CD324}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{B54DE1E8-16D1-468C-9E10-B83B836CD324}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