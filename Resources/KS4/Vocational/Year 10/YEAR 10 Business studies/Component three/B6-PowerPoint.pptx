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F4A6CEA-4C06-4864-B5EB-DB8C92B54071}">
  <a:tblStyle styleId="{CF4A6CEA-4C06-4864-B5EB-DB8C92B540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{CF4A6CEA-4C06-4864-B5EB-DB8C92B54071}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{CF4A6CEA-4C06-4864-B5EB-DB8C92B54071}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{CF4A6CEA-4C06-4864-B5EB-DB8C92B54071}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