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0282F5-DEF2-4193-A353-F815C7AE1351}">
  <a:tblStyle styleId="{960282F5-DEF2-4193-A353-F815C7AE135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{960282F5-DEF2-4193-A353-F815C7AE1351}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{960282F5-DEF2-4193-A353-F815C7AE1351}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{960282F5-DEF2-4193-A353-F815C7AE1351}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