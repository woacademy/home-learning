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7EA1FD-E510-4196-B47E-504C82D3DCC5}">
  <a:tblStyle styleId="{6B7EA1FD-E510-4196-B47E-504C82D3DCC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{6B7EA1FD-E510-4196-B47E-504C82D3DCC5}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{6B7EA1FD-E510-4196-B47E-504C82D3DCC5}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{6B7EA1FD-E510-4196-B47E-504C82D3DCC5}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