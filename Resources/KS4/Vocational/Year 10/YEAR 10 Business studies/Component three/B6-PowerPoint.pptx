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BFB9D7-3D3E-4C48-AE7A-C991FCA7131D}">
  <a:tblStyle styleId="{98BFB9D7-3D3E-4C48-AE7A-C991FCA7131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{98BFB9D7-3D3E-4C48-AE7A-C991FCA7131D}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{98BFB9D7-3D3E-4C48-AE7A-C991FCA7131D}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{98BFB9D7-3D3E-4C48-AE7A-C991FCA7131D}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