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AE374F-23B8-4E92-A16F-C7C2E3087F81}">
  <a:tblStyle styleId="{10AE374F-23B8-4E92-A16F-C7C2E3087F8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{10AE374F-23B8-4E92-A16F-C7C2E3087F81}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{10AE374F-23B8-4E92-A16F-C7C2E3087F81}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{10AE374F-23B8-4E92-A16F-C7C2E3087F81}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