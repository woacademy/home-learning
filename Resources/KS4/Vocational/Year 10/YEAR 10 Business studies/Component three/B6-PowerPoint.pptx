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07994-CC20-4BFC-9316-05163AEB8F02}">
  <a:tblStyle styleId="{B0A07994-CC20-4BFC-9316-05163AEB8F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{B0A07994-CC20-4BFC-9316-05163AEB8F02}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{B0A07994-CC20-4BFC-9316-05163AEB8F02}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{B0A07994-CC20-4BFC-9316-05163AEB8F02}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