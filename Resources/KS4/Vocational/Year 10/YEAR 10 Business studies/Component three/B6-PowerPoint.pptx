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2A46CD-02BA-4463-B54A-618679F9B171}">
  <a:tblStyle styleId="{222A46CD-02BA-4463-B54A-618679F9B1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{222A46CD-02BA-4463-B54A-618679F9B171}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{222A46CD-02BA-4463-B54A-618679F9B171}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{222A46CD-02BA-4463-B54A-618679F9B171}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