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A27EE6-BACD-4465-966C-D2473F10C582}">
  <a:tblStyle styleId="{73A27EE6-BACD-4465-966C-D2473F10C58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{73A27EE6-BACD-4465-966C-D2473F10C582}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{73A27EE6-BACD-4465-966C-D2473F10C582}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{73A27EE6-BACD-4465-966C-D2473F10C582}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