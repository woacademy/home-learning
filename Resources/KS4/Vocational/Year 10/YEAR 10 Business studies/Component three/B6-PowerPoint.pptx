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5F5669-C73A-4331-A0DE-6870BCF93A80}">
  <a:tblStyle styleId="{015F5669-C73A-4331-A0DE-6870BCF93A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{015F5669-C73A-4331-A0DE-6870BCF93A80}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{015F5669-C73A-4331-A0DE-6870BCF93A80}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{015F5669-C73A-4331-A0DE-6870BCF93A80}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