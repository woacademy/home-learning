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859F2A-9175-46D1-B933-80B389BF4E7C}">
  <a:tblStyle styleId="{C7859F2A-9175-46D1-B933-80B389BF4E7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{C7859F2A-9175-46D1-B933-80B389BF4E7C}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{C7859F2A-9175-46D1-B933-80B389BF4E7C}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{C7859F2A-9175-46D1-B933-80B389BF4E7C}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