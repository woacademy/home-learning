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AB2897-85DB-4337-90BE-549DBE76E6F0}">
  <a:tblStyle styleId="{64AB2897-85DB-4337-90BE-549DBE76E6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{64AB2897-85DB-4337-90BE-549DBE76E6F0}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{64AB2897-85DB-4337-90BE-549DBE76E6F0}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{64AB2897-85DB-4337-90BE-549DBE76E6F0}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