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E1611A-3FAC-4266-BA2D-E8CAA34E6FFC}">
  <a:tblStyle styleId="{72E1611A-3FAC-4266-BA2D-E8CAA34E6F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{72E1611A-3FAC-4266-BA2D-E8CAA34E6FFC}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{72E1611A-3FAC-4266-BA2D-E8CAA34E6FFC}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{72E1611A-3FAC-4266-BA2D-E8CAA34E6FFC}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