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8D7B57-3D32-46EA-87A7-BDDB9B610297}">
  <a:tblStyle styleId="{F58D7B57-3D32-46EA-87A7-BDDB9B6102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{F58D7B57-3D32-46EA-87A7-BDDB9B610297}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{F58D7B57-3D32-46EA-87A7-BDDB9B610297}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{F58D7B57-3D32-46EA-87A7-BDDB9B610297}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