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57248E-99FD-4EAA-B5C3-B2BDA2BE17A1}">
  <a:tblStyle styleId="{1B57248E-99FD-4EAA-B5C3-B2BDA2BE17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{1B57248E-99FD-4EAA-B5C3-B2BDA2BE17A1}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{1B57248E-99FD-4EAA-B5C3-B2BDA2BE17A1}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{1B57248E-99FD-4EAA-B5C3-B2BDA2BE17A1}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