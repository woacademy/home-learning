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D132E9-1992-41F2-890B-D1FDBAB46635}">
  <a:tblStyle styleId="{7BD132E9-1992-41F2-890B-D1FDBAB4663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{7BD132E9-1992-41F2-890B-D1FDBAB46635}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{7BD132E9-1992-41F2-890B-D1FDBAB46635}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{7BD132E9-1992-41F2-890B-D1FDBAB46635}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