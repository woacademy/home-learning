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9E659E-A8A5-4328-8162-9EC2DF4E9639}">
  <a:tblStyle styleId="{3B9E659E-A8A5-4328-8162-9EC2DF4E96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{3B9E659E-A8A5-4328-8162-9EC2DF4E9639}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{3B9E659E-A8A5-4328-8162-9EC2DF4E9639}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{3B9E659E-A8A5-4328-8162-9EC2DF4E9639}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