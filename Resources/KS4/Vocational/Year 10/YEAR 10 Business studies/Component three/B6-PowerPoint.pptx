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5DCCBD-019B-4103-AFCA-F98C5D7AD5D4}">
  <a:tblStyle styleId="{AB5DCCBD-019B-4103-AFCA-F98C5D7AD5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{AB5DCCBD-019B-4103-AFCA-F98C5D7AD5D4}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{AB5DCCBD-019B-4103-AFCA-F98C5D7AD5D4}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{AB5DCCBD-019B-4103-AFCA-F98C5D7AD5D4}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