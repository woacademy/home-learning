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708316B-EB7F-43CC-813B-46AAFD6367F5}">
  <a:tblStyle styleId="{D708316B-EB7F-43CC-813B-46AAFD6367F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{D708316B-EB7F-43CC-813B-46AAFD6367F5}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{D708316B-EB7F-43CC-813B-46AAFD6367F5}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{D708316B-EB7F-43CC-813B-46AAFD6367F5}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