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EA8043-0269-4E5B-9F90-B2E0DF18CED8}">
  <a:tblStyle styleId="{33EA8043-0269-4E5B-9F90-B2E0DF18CE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{33EA8043-0269-4E5B-9F90-B2E0DF18CED8}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{33EA8043-0269-4E5B-9F90-B2E0DF18CED8}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{33EA8043-0269-4E5B-9F90-B2E0DF18CED8}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