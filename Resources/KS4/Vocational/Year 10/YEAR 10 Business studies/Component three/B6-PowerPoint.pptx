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1D0021-D8B7-4256-BDAB-D06A2CB05207}">
  <a:tblStyle styleId="{4E1D0021-D8B7-4256-BDAB-D06A2CB05207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{4E1D0021-D8B7-4256-BDAB-D06A2CB05207}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{4E1D0021-D8B7-4256-BDAB-D06A2CB05207}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{4E1D0021-D8B7-4256-BDAB-D06A2CB05207}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