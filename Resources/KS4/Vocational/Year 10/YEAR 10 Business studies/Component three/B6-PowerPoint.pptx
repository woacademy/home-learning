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426720-0AFB-4BCD-BF75-DAE0E247B352}">
  <a:tblStyle styleId="{7F426720-0AFB-4BCD-BF75-DAE0E247B35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{7F426720-0AFB-4BCD-BF75-DAE0E247B352}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{7F426720-0AFB-4BCD-BF75-DAE0E247B352}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{7F426720-0AFB-4BCD-BF75-DAE0E247B352}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