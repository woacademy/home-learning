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2D9D4-BA40-4531-8218-082E24BA75A2}">
  <a:tblStyle styleId="{85E2D9D4-BA40-4531-8218-082E24BA75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{85E2D9D4-BA40-4531-8218-082E24BA75A2}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{85E2D9D4-BA40-4531-8218-082E24BA75A2}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{85E2D9D4-BA40-4531-8218-082E24BA75A2}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