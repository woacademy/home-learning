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AB4EA8-2A00-4D12-9B2E-F3ED88A34C56}">
  <a:tblStyle styleId="{5BAB4EA8-2A00-4D12-9B2E-F3ED88A34C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{5BAB4EA8-2A00-4D12-9B2E-F3ED88A34C56}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{5BAB4EA8-2A00-4D12-9B2E-F3ED88A34C56}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{5BAB4EA8-2A00-4D12-9B2E-F3ED88A34C56}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