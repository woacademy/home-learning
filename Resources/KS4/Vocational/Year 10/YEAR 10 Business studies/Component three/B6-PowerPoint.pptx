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D6E297-FC63-49E1-A6AA-FFB7DE34A2B6}">
  <a:tblStyle styleId="{68D6E297-FC63-49E1-A6AA-FFB7DE34A2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{68D6E297-FC63-49E1-A6AA-FFB7DE34A2B6}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{68D6E297-FC63-49E1-A6AA-FFB7DE34A2B6}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{68D6E297-FC63-49E1-A6AA-FFB7DE34A2B6}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