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B92966-18A7-412F-A193-950360ECE819}">
  <a:tblStyle styleId="{C3B92966-18A7-412F-A193-950360ECE81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{C3B92966-18A7-412F-A193-950360ECE819}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{C3B92966-18A7-412F-A193-950360ECE819}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{C3B92966-18A7-412F-A193-950360ECE819}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