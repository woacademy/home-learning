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87D924-D9E5-48F1-9B1F-7913F9B46D13}">
  <a:tblStyle styleId="{EE87D924-D9E5-48F1-9B1F-7913F9B46D1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{EE87D924-D9E5-48F1-9B1F-7913F9B46D13}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{EE87D924-D9E5-48F1-9B1F-7913F9B46D13}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{EE87D924-D9E5-48F1-9B1F-7913F9B46D13}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