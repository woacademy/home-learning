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237B84-99A2-48AA-B90C-C6B4AD4DEBC9}">
  <a:tblStyle styleId="{84237B84-99A2-48AA-B90C-C6B4AD4DEBC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{84237B84-99A2-48AA-B90C-C6B4AD4DEBC9}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{84237B84-99A2-48AA-B90C-C6B4AD4DEBC9}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{84237B84-99A2-48AA-B90C-C6B4AD4DEBC9}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