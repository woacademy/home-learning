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BEC58-770C-45BB-817D-2AEF80FAC38A}">
  <a:tblStyle styleId="{FA0BEC58-770C-45BB-817D-2AEF80FAC3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{FA0BEC58-770C-45BB-817D-2AEF80FAC38A}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{FA0BEC58-770C-45BB-817D-2AEF80FAC38A}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{FA0BEC58-770C-45BB-817D-2AEF80FAC38A}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