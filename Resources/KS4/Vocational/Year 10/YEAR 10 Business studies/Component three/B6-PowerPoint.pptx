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FC964C-FFCB-4B24-A8EF-2089166C9E6F}">
  <a:tblStyle styleId="{C4FC964C-FFCB-4B24-A8EF-2089166C9E6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{C4FC964C-FFCB-4B24-A8EF-2089166C9E6F}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{C4FC964C-FFCB-4B24-A8EF-2089166C9E6F}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{C4FC964C-FFCB-4B24-A8EF-2089166C9E6F}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