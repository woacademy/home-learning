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A31F29-B383-4261-97DC-62B1A79422AA}">
  <a:tblStyle styleId="{5FA31F29-B383-4261-97DC-62B1A79422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{5FA31F29-B383-4261-97DC-62B1A79422AA}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{5FA31F29-B383-4261-97DC-62B1A79422AA}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{5FA31F29-B383-4261-97DC-62B1A79422AA}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