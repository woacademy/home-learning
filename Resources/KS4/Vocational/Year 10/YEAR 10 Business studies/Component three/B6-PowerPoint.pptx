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3041C5-0314-49DD-AEC8-C8D0DEFF60B6}">
  <a:tblStyle styleId="{273041C5-0314-49DD-AEC8-C8D0DEFF60B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{273041C5-0314-49DD-AEC8-C8D0DEFF60B6}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{273041C5-0314-49DD-AEC8-C8D0DEFF60B6}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{273041C5-0314-49DD-AEC8-C8D0DEFF60B6}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