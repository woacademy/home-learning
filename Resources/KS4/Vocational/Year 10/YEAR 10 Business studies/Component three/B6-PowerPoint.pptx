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FD11DE-F5B9-433A-BF17-B3E64C0A92B1}">
  <a:tblStyle styleId="{5EFD11DE-F5B9-433A-BF17-B3E64C0A92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{5EFD11DE-F5B9-433A-BF17-B3E64C0A92B1}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{5EFD11DE-F5B9-433A-BF17-B3E64C0A92B1}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{5EFD11DE-F5B9-433A-BF17-B3E64C0A92B1}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