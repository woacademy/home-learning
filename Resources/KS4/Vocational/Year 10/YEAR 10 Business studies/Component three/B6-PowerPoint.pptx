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B2F033-671C-4CC4-A894-8ED8B82ABA28}">
  <a:tblStyle styleId="{1BB2F033-671C-4CC4-A894-8ED8B82ABA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{1BB2F033-671C-4CC4-A894-8ED8B82ABA28}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{1BB2F033-671C-4CC4-A894-8ED8B82ABA28}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{1BB2F033-671C-4CC4-A894-8ED8B82ABA28}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