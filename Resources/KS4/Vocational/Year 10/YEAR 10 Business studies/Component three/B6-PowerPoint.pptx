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7A7FAC-7F51-4DDF-9FF2-D6E6A3A4DF79}">
  <a:tblStyle styleId="{A97A7FAC-7F51-4DDF-9FF2-D6E6A3A4DF7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{A97A7FAC-7F51-4DDF-9FF2-D6E6A3A4DF79}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{A97A7FAC-7F51-4DDF-9FF2-D6E6A3A4DF79}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{A97A7FAC-7F51-4DDF-9FF2-D6E6A3A4DF79}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