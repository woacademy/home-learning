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55327C-AB88-4A1A-B1A3-79D772C16EF8}">
  <a:tblStyle styleId="{0B55327C-AB88-4A1A-B1A3-79D772C16E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{0B55327C-AB88-4A1A-B1A3-79D772C16EF8}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{0B55327C-AB88-4A1A-B1A3-79D772C16EF8}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{0B55327C-AB88-4A1A-B1A3-79D772C16EF8}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