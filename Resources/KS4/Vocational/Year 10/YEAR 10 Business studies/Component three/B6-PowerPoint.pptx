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94A740-D5D4-4895-ADCB-212739F33F55}">
  <a:tblStyle styleId="{EF94A740-D5D4-4895-ADCB-212739F33F5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{EF94A740-D5D4-4895-ADCB-212739F33F55}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{EF94A740-D5D4-4895-ADCB-212739F33F55}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{EF94A740-D5D4-4895-ADCB-212739F33F55}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