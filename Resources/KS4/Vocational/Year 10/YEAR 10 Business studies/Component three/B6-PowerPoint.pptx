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0D4552-3A2F-4CE9-8EB3-505A3935F82F}">
  <a:tblStyle styleId="{A30D4552-3A2F-4CE9-8EB3-505A3935F82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{A30D4552-3A2F-4CE9-8EB3-505A3935F82F}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{A30D4552-3A2F-4CE9-8EB3-505A3935F82F}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{A30D4552-3A2F-4CE9-8EB3-505A3935F82F}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