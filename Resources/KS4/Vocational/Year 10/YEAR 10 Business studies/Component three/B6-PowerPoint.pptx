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E815E29-D0E6-4A5E-BC11-0F9BAF5E0980}">
  <a:tblStyle styleId="{DE815E29-D0E6-4A5E-BC11-0F9BAF5E09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{DE815E29-D0E6-4A5E-BC11-0F9BAF5E0980}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{DE815E29-D0E6-4A5E-BC11-0F9BAF5E0980}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{DE815E29-D0E6-4A5E-BC11-0F9BAF5E0980}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