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91414B-E764-4141-A530-0803AD5B4080}">
  <a:tblStyle styleId="{0691414B-E764-4141-A530-0803AD5B40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{0691414B-E764-4141-A530-0803AD5B4080}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{0691414B-E764-4141-A530-0803AD5B4080}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{0691414B-E764-4141-A530-0803AD5B4080}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