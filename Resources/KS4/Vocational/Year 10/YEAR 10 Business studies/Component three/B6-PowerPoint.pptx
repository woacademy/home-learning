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2EDDC56-CEFA-4D3A-8A1E-E2EAA2467D16}">
  <a:tblStyle styleId="{B2EDDC56-CEFA-4D3A-8A1E-E2EAA2467D1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{B2EDDC56-CEFA-4D3A-8A1E-E2EAA2467D16}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{B2EDDC56-CEFA-4D3A-8A1E-E2EAA2467D16}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{B2EDDC56-CEFA-4D3A-8A1E-E2EAA2467D16}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