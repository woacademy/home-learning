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5A5BAF-5114-42C0-846A-DA379E8D198D}">
  <a:tblStyle styleId="{755A5BAF-5114-42C0-846A-DA379E8D19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{755A5BAF-5114-42C0-846A-DA379E8D198D}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{755A5BAF-5114-42C0-846A-DA379E8D198D}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{755A5BAF-5114-42C0-846A-DA379E8D198D}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