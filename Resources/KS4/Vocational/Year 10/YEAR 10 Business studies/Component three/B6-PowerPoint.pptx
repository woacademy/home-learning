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7E6A58-6B7A-4B7E-9E24-32520A5AABDC}">
  <a:tblStyle styleId="{4A7E6A58-6B7A-4B7E-9E24-32520A5AAB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{4A7E6A58-6B7A-4B7E-9E24-32520A5AABDC}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{4A7E6A58-6B7A-4B7E-9E24-32520A5AABDC}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{4A7E6A58-6B7A-4B7E-9E24-32520A5AABDC}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