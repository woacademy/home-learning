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0893A3-885F-498F-9C45-0DF35AF9C119}">
  <a:tblStyle styleId="{C10893A3-885F-498F-9C45-0DF35AF9C11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{C10893A3-885F-498F-9C45-0DF35AF9C119}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{C10893A3-885F-498F-9C45-0DF35AF9C119}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{C10893A3-885F-498F-9C45-0DF35AF9C119}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