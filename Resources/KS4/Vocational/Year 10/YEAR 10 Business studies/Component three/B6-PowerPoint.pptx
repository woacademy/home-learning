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7007B3-5E42-48CF-ADAA-78AACAE07C0A}">
  <a:tblStyle styleId="{C97007B3-5E42-48CF-ADAA-78AACAE07C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{C97007B3-5E42-48CF-ADAA-78AACAE07C0A}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{C97007B3-5E42-48CF-ADAA-78AACAE07C0A}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{C97007B3-5E42-48CF-ADAA-78AACAE07C0A}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