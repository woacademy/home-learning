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75C3E1-08E5-4579-8078-CF5F29C19793}">
  <a:tblStyle styleId="{8A75C3E1-08E5-4579-8078-CF5F29C197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{8A75C3E1-08E5-4579-8078-CF5F29C19793}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{8A75C3E1-08E5-4579-8078-CF5F29C19793}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{8A75C3E1-08E5-4579-8078-CF5F29C19793}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