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1E27AB-7F66-4068-A44B-247853E11E1D}">
  <a:tblStyle styleId="{231E27AB-7F66-4068-A44B-247853E11E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{231E27AB-7F66-4068-A44B-247853E11E1D}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{231E27AB-7F66-4068-A44B-247853E11E1D}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{231E27AB-7F66-4068-A44B-247853E11E1D}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