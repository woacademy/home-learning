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ED311-8539-4A2C-8143-3970B932DA5F}">
  <a:tblStyle styleId="{BDFED311-8539-4A2C-8143-3970B932DA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{BDFED311-8539-4A2C-8143-3970B932DA5F}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{BDFED311-8539-4A2C-8143-3970B932DA5F}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{BDFED311-8539-4A2C-8143-3970B932DA5F}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