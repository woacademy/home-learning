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EE8324-ED85-429F-9765-F4ED0A4ACF5D}">
  <a:tblStyle styleId="{FBEE8324-ED85-429F-9765-F4ED0A4ACF5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{FBEE8324-ED85-429F-9765-F4ED0A4ACF5D}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{FBEE8324-ED85-429F-9765-F4ED0A4ACF5D}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{FBEE8324-ED85-429F-9765-F4ED0A4ACF5D}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