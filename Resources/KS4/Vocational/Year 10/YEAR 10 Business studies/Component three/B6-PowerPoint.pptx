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DF1340-C661-472A-85C8-FE5C630781CC}">
  <a:tblStyle styleId="{F8DF1340-C661-472A-85C8-FE5C630781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{F8DF1340-C661-472A-85C8-FE5C630781CC}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{F8DF1340-C661-472A-85C8-FE5C630781CC}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{F8DF1340-C661-472A-85C8-FE5C630781CC}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