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398093-7768-4AFD-ABA2-964CA827CADE}">
  <a:tblStyle styleId="{AC398093-7768-4AFD-ABA2-964CA827CAD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{AC398093-7768-4AFD-ABA2-964CA827CADE}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{AC398093-7768-4AFD-ABA2-964CA827CADE}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{AC398093-7768-4AFD-ABA2-964CA827CADE}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