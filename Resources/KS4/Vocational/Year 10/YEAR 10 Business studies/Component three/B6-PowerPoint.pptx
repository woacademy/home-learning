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EE89F28-89D8-42BC-89AB-EA137E3712D0}">
  <a:tblStyle styleId="{8EE89F28-89D8-42BC-89AB-EA137E3712D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{8EE89F28-89D8-42BC-89AB-EA137E3712D0}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{8EE89F28-89D8-42BC-89AB-EA137E3712D0}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{8EE89F28-89D8-42BC-89AB-EA137E3712D0}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