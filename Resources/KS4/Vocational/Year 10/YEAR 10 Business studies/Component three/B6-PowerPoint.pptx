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CFBD9-3BE3-43FF-B1EA-C06474B11779}">
  <a:tblStyle styleId="{ADBCFBD9-3BE3-43FF-B1EA-C06474B117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{ADBCFBD9-3BE3-43FF-B1EA-C06474B11779}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{ADBCFBD9-3BE3-43FF-B1EA-C06474B11779}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{ADBCFBD9-3BE3-43FF-B1EA-C06474B11779}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