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72B27A9-741B-43D2-B6D4-308CD359E070}">
  <a:tblStyle styleId="{272B27A9-741B-43D2-B6D4-308CD359E07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{272B27A9-741B-43D2-B6D4-308CD359E070}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{272B27A9-741B-43D2-B6D4-308CD359E070}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{272B27A9-741B-43D2-B6D4-308CD359E070}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