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FF835A-9F1F-411B-9624-F5B935370B19}">
  <a:tblStyle styleId="{23FF835A-9F1F-411B-9624-F5B935370B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{23FF835A-9F1F-411B-9624-F5B935370B19}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{23FF835A-9F1F-411B-9624-F5B935370B19}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{23FF835A-9F1F-411B-9624-F5B935370B19}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