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86014B5-CF27-4AED-9CC8-E6A63D4109CC}">
  <a:tblStyle styleId="{186014B5-CF27-4AED-9CC8-E6A63D4109CC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{186014B5-CF27-4AED-9CC8-E6A63D4109CC}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{186014B5-CF27-4AED-9CC8-E6A63D4109CC}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{186014B5-CF27-4AED-9CC8-E6A63D4109CC}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