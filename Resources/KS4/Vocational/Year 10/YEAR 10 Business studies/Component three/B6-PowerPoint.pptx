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05B2C5-8AC2-4FAD-964D-76CA4213B165}">
  <a:tblStyle styleId="{0D05B2C5-8AC2-4FAD-964D-76CA4213B16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{0D05B2C5-8AC2-4FAD-964D-76CA4213B165}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{0D05B2C5-8AC2-4FAD-964D-76CA4213B165}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{0D05B2C5-8AC2-4FAD-964D-76CA4213B165}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