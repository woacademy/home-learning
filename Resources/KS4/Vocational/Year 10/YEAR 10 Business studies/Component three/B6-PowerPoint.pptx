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C76C1C-0750-4FFC-A8DC-C37F74D8ED6A}">
  <a:tblStyle styleId="{7AC76C1C-0750-4FFC-A8DC-C37F74D8ED6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{7AC76C1C-0750-4FFC-A8DC-C37F74D8ED6A}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{7AC76C1C-0750-4FFC-A8DC-C37F74D8ED6A}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{7AC76C1C-0750-4FFC-A8DC-C37F74D8ED6A}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