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D845A6-A52B-4B88-AA2D-ED0B2E175017}">
  <a:tblStyle styleId="{18D845A6-A52B-4B88-AA2D-ED0B2E1750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{18D845A6-A52B-4B88-AA2D-ED0B2E175017}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{18D845A6-A52B-4B88-AA2D-ED0B2E175017}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{18D845A6-A52B-4B88-AA2D-ED0B2E175017}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