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C27C45-6746-4EF9-961D-8280C2869ACD}">
  <a:tblStyle styleId="{3FC27C45-6746-4EF9-961D-8280C2869A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{3FC27C45-6746-4EF9-961D-8280C2869ACD}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{3FC27C45-6746-4EF9-961D-8280C2869ACD}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{3FC27C45-6746-4EF9-961D-8280C2869ACD}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