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937A67-783F-4047-A2B1-BA89BBD46A37}">
  <a:tblStyle styleId="{C1937A67-783F-4047-A2B1-BA89BBD46A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{C1937A67-783F-4047-A2B1-BA89BBD46A37}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{C1937A67-783F-4047-A2B1-BA89BBD46A37}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{C1937A67-783F-4047-A2B1-BA89BBD46A37}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