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DA6A6-2612-4268-B126-086918B983C6}">
  <a:tblStyle styleId="{EE2DA6A6-2612-4268-B126-086918B983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{EE2DA6A6-2612-4268-B126-086918B983C6}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{EE2DA6A6-2612-4268-B126-086918B983C6}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{EE2DA6A6-2612-4268-B126-086918B983C6}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