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751BC5-1987-43C8-8814-1D32C5F9FF9E}">
  <a:tblStyle styleId="{D9751BC5-1987-43C8-8814-1D32C5F9FF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{D9751BC5-1987-43C8-8814-1D32C5F9FF9E}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{D9751BC5-1987-43C8-8814-1D32C5F9FF9E}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{D9751BC5-1987-43C8-8814-1D32C5F9FF9E}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