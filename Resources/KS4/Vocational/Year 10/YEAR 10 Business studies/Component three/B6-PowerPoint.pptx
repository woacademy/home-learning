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7D925-91A1-49C6-AF59-1B0DF7EE8043}">
  <a:tblStyle styleId="{59C7D925-91A1-49C6-AF59-1B0DF7EE80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{59C7D925-91A1-49C6-AF59-1B0DF7EE8043}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{59C7D925-91A1-49C6-AF59-1B0DF7EE8043}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{59C7D925-91A1-49C6-AF59-1B0DF7EE8043}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