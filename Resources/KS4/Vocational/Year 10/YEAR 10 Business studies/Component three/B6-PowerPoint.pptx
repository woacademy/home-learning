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557C56-678F-4532-B9AC-01D3B0C80D5A}">
  <a:tblStyle styleId="{62557C56-678F-4532-B9AC-01D3B0C80D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{62557C56-678F-4532-B9AC-01D3B0C80D5A}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{62557C56-678F-4532-B9AC-01D3B0C80D5A}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{62557C56-678F-4532-B9AC-01D3B0C80D5A}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