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3D617B-93CB-48BF-A822-5271B0DE19B4}">
  <a:tblStyle styleId="{6E3D617B-93CB-48BF-A822-5271B0DE19B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{6E3D617B-93CB-48BF-A822-5271B0DE19B4}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{6E3D617B-93CB-48BF-A822-5271B0DE19B4}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{6E3D617B-93CB-48BF-A822-5271B0DE19B4}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