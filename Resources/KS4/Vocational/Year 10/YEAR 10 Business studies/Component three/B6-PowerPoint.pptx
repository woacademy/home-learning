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9AFC71-CB3A-435E-8E08-1232F3478950}">
  <a:tblStyle styleId="{F29AFC71-CB3A-435E-8E08-1232F34789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{F29AFC71-CB3A-435E-8E08-1232F3478950}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{F29AFC71-CB3A-435E-8E08-1232F3478950}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{F29AFC71-CB3A-435E-8E08-1232F3478950}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