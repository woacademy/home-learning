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710E47-ABB4-41AA-8C59-AC590768FD09}">
  <a:tblStyle styleId="{6F710E47-ABB4-41AA-8C59-AC590768FD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{6F710E47-ABB4-41AA-8C59-AC590768FD09}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{6F710E47-ABB4-41AA-8C59-AC590768FD09}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{6F710E47-ABB4-41AA-8C59-AC590768FD09}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