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50A4B3-D235-42BB-9A67-01EB527BB08C}">
  <a:tblStyle styleId="{E550A4B3-D235-42BB-9A67-01EB527BB0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{E550A4B3-D235-42BB-9A67-01EB527BB08C}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{E550A4B3-D235-42BB-9A67-01EB527BB08C}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{E550A4B3-D235-42BB-9A67-01EB527BB08C}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