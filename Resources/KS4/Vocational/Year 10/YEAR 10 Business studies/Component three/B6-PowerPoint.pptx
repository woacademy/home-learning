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CEF5AA-C0A9-4A78-A808-757449247925}">
  <a:tblStyle styleId="{8CCEF5AA-C0A9-4A78-A808-75744924792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{8CCEF5AA-C0A9-4A78-A808-757449247925}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{8CCEF5AA-C0A9-4A78-A808-757449247925}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{8CCEF5AA-C0A9-4A78-A808-757449247925}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