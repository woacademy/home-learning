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DE838-E574-40B5-B500-30E5CCEC9D7D}">
  <a:tblStyle styleId="{5E6DE838-E574-40B5-B500-30E5CCEC9D7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{5E6DE838-E574-40B5-B500-30E5CCEC9D7D}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{5E6DE838-E574-40B5-B500-30E5CCEC9D7D}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{5E6DE838-E574-40B5-B500-30E5CCEC9D7D}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