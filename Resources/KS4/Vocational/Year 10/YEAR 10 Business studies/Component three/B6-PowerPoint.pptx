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9271D2-79D4-44C9-888F-897323838CE8}">
  <a:tblStyle styleId="{7B9271D2-79D4-44C9-888F-897323838CE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{7B9271D2-79D4-44C9-888F-897323838CE8}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{7B9271D2-79D4-44C9-888F-897323838CE8}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{7B9271D2-79D4-44C9-888F-897323838CE8}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