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17AF6A-31BC-49A7-B39B-4FF50B820B42}">
  <a:tblStyle styleId="{ED17AF6A-31BC-49A7-B39B-4FF50B820B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{ED17AF6A-31BC-49A7-B39B-4FF50B820B42}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{ED17AF6A-31BC-49A7-B39B-4FF50B820B42}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{ED17AF6A-31BC-49A7-B39B-4FF50B820B42}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