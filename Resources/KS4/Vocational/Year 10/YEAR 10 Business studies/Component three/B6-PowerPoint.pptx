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4EF5EE-D78B-472B-8B2E-70B7FB133F8F}">
  <a:tblStyle styleId="{924EF5EE-D78B-472B-8B2E-70B7FB133F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{924EF5EE-D78B-472B-8B2E-70B7FB133F8F}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{924EF5EE-D78B-472B-8B2E-70B7FB133F8F}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{924EF5EE-D78B-472B-8B2E-70B7FB133F8F}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