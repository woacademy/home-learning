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266DC2-DD7C-4976-A0EF-E01E4C120821}">
  <a:tblStyle styleId="{58266DC2-DD7C-4976-A0EF-E01E4C1208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{58266DC2-DD7C-4976-A0EF-E01E4C120821}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{58266DC2-DD7C-4976-A0EF-E01E4C120821}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{58266DC2-DD7C-4976-A0EF-E01E4C120821}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