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0471505-2D66-4AFC-BCE0-A82CF4ACDA15}">
  <a:tblStyle styleId="{00471505-2D66-4AFC-BCE0-A82CF4ACDA1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{00471505-2D66-4AFC-BCE0-A82CF4ACDA15}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{00471505-2D66-4AFC-BCE0-A82CF4ACDA15}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{00471505-2D66-4AFC-BCE0-A82CF4ACDA15}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