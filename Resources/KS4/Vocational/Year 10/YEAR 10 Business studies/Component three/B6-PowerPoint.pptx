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27DED9-4D0A-4FB9-8958-82CB4DC64BE1}">
  <a:tblStyle styleId="{7327DED9-4D0A-4FB9-8958-82CB4DC64BE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{7327DED9-4D0A-4FB9-8958-82CB4DC64BE1}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{7327DED9-4D0A-4FB9-8958-82CB4DC64BE1}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{7327DED9-4D0A-4FB9-8958-82CB4DC64BE1}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