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2FDD90-14C5-4685-9C2D-85962999B2C6}">
  <a:tblStyle styleId="{622FDD90-14C5-4685-9C2D-85962999B2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{622FDD90-14C5-4685-9C2D-85962999B2C6}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{622FDD90-14C5-4685-9C2D-85962999B2C6}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{622FDD90-14C5-4685-9C2D-85962999B2C6}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