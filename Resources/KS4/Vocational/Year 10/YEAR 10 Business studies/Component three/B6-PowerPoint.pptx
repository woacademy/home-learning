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38A5F8-7957-45FA-BA57-7F8B90C481F2}">
  <a:tblStyle styleId="{5238A5F8-7957-45FA-BA57-7F8B90C481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{5238A5F8-7957-45FA-BA57-7F8B90C481F2}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{5238A5F8-7957-45FA-BA57-7F8B90C481F2}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{5238A5F8-7957-45FA-BA57-7F8B90C481F2}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