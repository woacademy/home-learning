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587EC2-4ED7-4349-8C48-CDC741345AFF}">
  <a:tblStyle styleId="{0E587EC2-4ED7-4349-8C48-CDC741345AF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{0E587EC2-4ED7-4349-8C48-CDC741345AFF}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{0E587EC2-4ED7-4349-8C48-CDC741345AFF}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{0E587EC2-4ED7-4349-8C48-CDC741345AFF}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