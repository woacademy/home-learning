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AB747D-9219-42BE-9EC7-62FDE482043B}">
  <a:tblStyle styleId="{29AB747D-9219-42BE-9EC7-62FDE482043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{29AB747D-9219-42BE-9EC7-62FDE482043B}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{29AB747D-9219-42BE-9EC7-62FDE482043B}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{29AB747D-9219-42BE-9EC7-62FDE482043B}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