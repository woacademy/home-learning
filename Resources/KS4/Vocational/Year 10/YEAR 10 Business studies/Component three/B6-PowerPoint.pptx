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B639F9-A353-4DE7-813F-39689AF103F0}">
  <a:tblStyle styleId="{3BB639F9-A353-4DE7-813F-39689AF103F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{3BB639F9-A353-4DE7-813F-39689AF103F0}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{3BB639F9-A353-4DE7-813F-39689AF103F0}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{3BB639F9-A353-4DE7-813F-39689AF103F0}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