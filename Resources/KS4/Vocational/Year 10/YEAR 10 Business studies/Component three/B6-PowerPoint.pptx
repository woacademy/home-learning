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86F98D-86A4-4A69-9C96-D3BE20AB8D1F}">
  <a:tblStyle styleId="{8486F98D-86A4-4A69-9C96-D3BE20AB8D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{8486F98D-86A4-4A69-9C96-D3BE20AB8D1F}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{8486F98D-86A4-4A69-9C96-D3BE20AB8D1F}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{8486F98D-86A4-4A69-9C96-D3BE20AB8D1F}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