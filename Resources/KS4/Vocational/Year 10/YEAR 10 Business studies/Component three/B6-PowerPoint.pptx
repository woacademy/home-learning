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AF0B62-489C-4FFE-8D6B-64B97DCF4B22}">
  <a:tblStyle styleId="{B1AF0B62-489C-4FFE-8D6B-64B97DCF4B2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{B1AF0B62-489C-4FFE-8D6B-64B97DCF4B22}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{B1AF0B62-489C-4FFE-8D6B-64B97DCF4B22}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{B1AF0B62-489C-4FFE-8D6B-64B97DCF4B22}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