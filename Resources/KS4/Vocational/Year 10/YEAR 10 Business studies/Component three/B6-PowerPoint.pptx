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249736-861C-47AE-9792-A3A985D875C4}">
  <a:tblStyle styleId="{FC249736-861C-47AE-9792-A3A985D875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{FC249736-861C-47AE-9792-A3A985D875C4}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{FC249736-861C-47AE-9792-A3A985D875C4}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{FC249736-861C-47AE-9792-A3A985D875C4}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