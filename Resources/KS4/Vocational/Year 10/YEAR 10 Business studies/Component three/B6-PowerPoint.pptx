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736C6A-336F-4D37-84A1-CF1D5CFDDA47}">
  <a:tblStyle styleId="{48736C6A-336F-4D37-84A1-CF1D5CFDDA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{48736C6A-336F-4D37-84A1-CF1D5CFDDA47}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{48736C6A-336F-4D37-84A1-CF1D5CFDDA47}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{48736C6A-336F-4D37-84A1-CF1D5CFDDA47}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