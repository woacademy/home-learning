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6681D4-EFF8-41CD-8AF7-2FCB3B3695E8}">
  <a:tblStyle styleId="{466681D4-EFF8-41CD-8AF7-2FCB3B3695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{466681D4-EFF8-41CD-8AF7-2FCB3B3695E8}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{466681D4-EFF8-41CD-8AF7-2FCB3B3695E8}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{466681D4-EFF8-41CD-8AF7-2FCB3B3695E8}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