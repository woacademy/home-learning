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6F2C34-F49C-4B5A-AC4B-6A491A10CF90}">
  <a:tblStyle styleId="{E76F2C34-F49C-4B5A-AC4B-6A491A10CF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{E76F2C34-F49C-4B5A-AC4B-6A491A10CF90}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{E76F2C34-F49C-4B5A-AC4B-6A491A10CF90}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{E76F2C34-F49C-4B5A-AC4B-6A491A10CF90}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