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89296E-B705-49AC-9E67-B26C8CE541FD}">
  <a:tblStyle styleId="{6E89296E-B705-49AC-9E67-B26C8CE541F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{6E89296E-B705-49AC-9E67-B26C8CE541FD}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{6E89296E-B705-49AC-9E67-B26C8CE541FD}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{6E89296E-B705-49AC-9E67-B26C8CE541FD}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