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B03ED-9054-4504-BE12-0B02C56F1BFB}">
  <a:tblStyle styleId="{4ABB03ED-9054-4504-BE12-0B02C56F1B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{4ABB03ED-9054-4504-BE12-0B02C56F1BFB}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{4ABB03ED-9054-4504-BE12-0B02C56F1BFB}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{4ABB03ED-9054-4504-BE12-0B02C56F1BFB}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