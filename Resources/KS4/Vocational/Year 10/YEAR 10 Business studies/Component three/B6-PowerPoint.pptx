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146780-3788-4B9C-9A09-7D93D5487122}">
  <a:tblStyle styleId="{CE146780-3788-4B9C-9A09-7D93D54871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{CE146780-3788-4B9C-9A09-7D93D5487122}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{CE146780-3788-4B9C-9A09-7D93D5487122}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{CE146780-3788-4B9C-9A09-7D93D5487122}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