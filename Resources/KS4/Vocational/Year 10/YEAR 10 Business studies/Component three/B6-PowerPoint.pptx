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7DE7F-8DDE-46E9-99CF-AD639B7788DD}">
  <a:tblStyle styleId="{1827DE7F-8DDE-46E9-99CF-AD639B7788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{1827DE7F-8DDE-46E9-99CF-AD639B7788DD}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{1827DE7F-8DDE-46E9-99CF-AD639B7788DD}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{1827DE7F-8DDE-46E9-99CF-AD639B7788DD}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