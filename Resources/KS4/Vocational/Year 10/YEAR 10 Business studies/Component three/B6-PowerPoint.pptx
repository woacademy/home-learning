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C3FCB44-9065-4510-8435-D4ABC87150B2}">
  <a:tblStyle styleId="{1C3FCB44-9065-4510-8435-D4ABC87150B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{1C3FCB44-9065-4510-8435-D4ABC87150B2}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{1C3FCB44-9065-4510-8435-D4ABC87150B2}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{1C3FCB44-9065-4510-8435-D4ABC87150B2}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