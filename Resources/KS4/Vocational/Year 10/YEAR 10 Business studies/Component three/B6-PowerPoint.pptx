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C243DBC-60AE-4D88-BDD0-DF5D2420B2DE}">
  <a:tblStyle styleId="{4C243DBC-60AE-4D88-BDD0-DF5D2420B2D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{4C243DBC-60AE-4D88-BDD0-DF5D2420B2DE}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{4C243DBC-60AE-4D88-BDD0-DF5D2420B2DE}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{4C243DBC-60AE-4D88-BDD0-DF5D2420B2DE}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