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BEB2BC-A993-4257-B639-1E53CEDF99E9}">
  <a:tblStyle styleId="{BDBEB2BC-A993-4257-B639-1E53CEDF99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{BDBEB2BC-A993-4257-B639-1E53CEDF99E9}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{BDBEB2BC-A993-4257-B639-1E53CEDF99E9}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{BDBEB2BC-A993-4257-B639-1E53CEDF99E9}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