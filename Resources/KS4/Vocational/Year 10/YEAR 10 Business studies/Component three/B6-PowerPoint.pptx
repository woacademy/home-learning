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59DA5E-F46A-4DE1-BB8C-CC6BDD0C6726}">
  <a:tblStyle styleId="{C459DA5E-F46A-4DE1-BB8C-CC6BDD0C672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{C459DA5E-F46A-4DE1-BB8C-CC6BDD0C6726}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{C459DA5E-F46A-4DE1-BB8C-CC6BDD0C6726}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{C459DA5E-F46A-4DE1-BB8C-CC6BDD0C6726}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