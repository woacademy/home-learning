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CECAEF-84D2-48E3-B173-002BE72227F9}">
  <a:tblStyle styleId="{C4CECAEF-84D2-48E3-B173-002BE72227F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{C4CECAEF-84D2-48E3-B173-002BE72227F9}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{C4CECAEF-84D2-48E3-B173-002BE72227F9}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{C4CECAEF-84D2-48E3-B173-002BE72227F9}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