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68AA15-C224-4AE0-B284-AD96AEA04125}">
  <a:tblStyle styleId="{F468AA15-C224-4AE0-B284-AD96AEA0412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{F468AA15-C224-4AE0-B284-AD96AEA04125}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{F468AA15-C224-4AE0-B284-AD96AEA04125}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{F468AA15-C224-4AE0-B284-AD96AEA04125}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