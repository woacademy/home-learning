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E0DE6C-6F15-47E1-9CEE-61B3E389B173}">
  <a:tblStyle styleId="{98E0DE6C-6F15-47E1-9CEE-61B3E389B1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{98E0DE6C-6F15-47E1-9CEE-61B3E389B173}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{98E0DE6C-6F15-47E1-9CEE-61B3E389B173}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{98E0DE6C-6F15-47E1-9CEE-61B3E389B173}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