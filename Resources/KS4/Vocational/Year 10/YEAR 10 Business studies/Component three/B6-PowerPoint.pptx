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70BED-69DE-4F34-AB19-DC665A481642}">
  <a:tblStyle styleId="{1CC70BED-69DE-4F34-AB19-DC665A4816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{1CC70BED-69DE-4F34-AB19-DC665A481642}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{1CC70BED-69DE-4F34-AB19-DC665A481642}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{1CC70BED-69DE-4F34-AB19-DC665A481642}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