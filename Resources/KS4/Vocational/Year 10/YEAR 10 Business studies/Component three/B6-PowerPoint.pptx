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586A03-5B7F-4626-9771-E271B7BA1DCC}">
  <a:tblStyle styleId="{80586A03-5B7F-4626-9771-E271B7BA1D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{80586A03-5B7F-4626-9771-E271B7BA1DCC}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{80586A03-5B7F-4626-9771-E271B7BA1DCC}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{80586A03-5B7F-4626-9771-E271B7BA1DCC}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