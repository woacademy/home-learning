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2BEDA3-3910-4EBA-BDE4-2AF2CE5DF14A}">
  <a:tblStyle styleId="{8F2BEDA3-3910-4EBA-BDE4-2AF2CE5DF14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{8F2BEDA3-3910-4EBA-BDE4-2AF2CE5DF14A}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{8F2BEDA3-3910-4EBA-BDE4-2AF2CE5DF14A}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{8F2BEDA3-3910-4EBA-BDE4-2AF2CE5DF14A}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