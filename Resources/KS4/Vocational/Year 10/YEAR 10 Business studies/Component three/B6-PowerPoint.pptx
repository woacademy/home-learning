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606C0-A387-4BB4-B1C1-E018362C55DB}">
  <a:tblStyle styleId="{135606C0-A387-4BB4-B1C1-E018362C55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{135606C0-A387-4BB4-B1C1-E018362C55DB}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{135606C0-A387-4BB4-B1C1-E018362C55DB}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{135606C0-A387-4BB4-B1C1-E018362C55DB}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