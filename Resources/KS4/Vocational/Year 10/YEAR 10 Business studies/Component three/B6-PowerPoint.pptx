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BA431B-5640-42DD-B86C-4D77A6421EC2}">
  <a:tblStyle styleId="{E7BA431B-5640-42DD-B86C-4D77A6421EC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{E7BA431B-5640-42DD-B86C-4D77A6421EC2}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{E7BA431B-5640-42DD-B86C-4D77A6421EC2}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{E7BA431B-5640-42DD-B86C-4D77A6421EC2}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