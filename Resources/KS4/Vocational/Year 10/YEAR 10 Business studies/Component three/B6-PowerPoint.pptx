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611794-697A-4E6B-A0AE-4FFB9528697A}">
  <a:tblStyle styleId="{01611794-697A-4E6B-A0AE-4FFB9528697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{01611794-697A-4E6B-A0AE-4FFB9528697A}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{01611794-697A-4E6B-A0AE-4FFB9528697A}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{01611794-697A-4E6B-A0AE-4FFB9528697A}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