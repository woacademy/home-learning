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C92CF3-F638-42AA-AC96-0C7A32F998FF}">
  <a:tblStyle styleId="{D6C92CF3-F638-42AA-AC96-0C7A32F998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{D6C92CF3-F638-42AA-AC96-0C7A32F998FF}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{D6C92CF3-F638-42AA-AC96-0C7A32F998FF}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{D6C92CF3-F638-42AA-AC96-0C7A32F998FF}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