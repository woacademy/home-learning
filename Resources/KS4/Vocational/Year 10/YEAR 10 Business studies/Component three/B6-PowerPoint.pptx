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C7EDE-7091-465A-AA47-CCE532EE4A46}">
  <a:tblStyle styleId="{19FC7EDE-7091-465A-AA47-CCE532EE4A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{19FC7EDE-7091-465A-AA47-CCE532EE4A46}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{19FC7EDE-7091-465A-AA47-CCE532EE4A46}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{19FC7EDE-7091-465A-AA47-CCE532EE4A46}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