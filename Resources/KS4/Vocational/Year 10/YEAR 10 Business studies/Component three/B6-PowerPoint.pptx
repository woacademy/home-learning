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552E4B-9458-44E7-886E-58CA39AB1BE2}">
  <a:tblStyle styleId="{8B552E4B-9458-44E7-886E-58CA39AB1B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{8B552E4B-9458-44E7-886E-58CA39AB1BE2}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{8B552E4B-9458-44E7-886E-58CA39AB1BE2}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{8B552E4B-9458-44E7-886E-58CA39AB1BE2}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