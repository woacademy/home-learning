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2938EC-D59F-4333-A3A8-980D2E679107}">
  <a:tblStyle styleId="{A92938EC-D59F-4333-A3A8-980D2E6791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{A92938EC-D59F-4333-A3A8-980D2E679107}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{A92938EC-D59F-4333-A3A8-980D2E679107}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{A92938EC-D59F-4333-A3A8-980D2E679107}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