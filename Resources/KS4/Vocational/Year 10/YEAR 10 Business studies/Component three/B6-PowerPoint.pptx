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7A779B-69FB-4FA1-AFAF-A65949600B92}">
  <a:tblStyle styleId="{927A779B-69FB-4FA1-AFAF-A65949600B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{927A779B-69FB-4FA1-AFAF-A65949600B92}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{927A779B-69FB-4FA1-AFAF-A65949600B92}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{927A779B-69FB-4FA1-AFAF-A65949600B92}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