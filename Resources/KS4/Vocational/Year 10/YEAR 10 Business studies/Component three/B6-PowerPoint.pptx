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E4535-820F-485B-9955-C44D4A62D5B4}">
  <a:tblStyle styleId="{13EE4535-820F-485B-9955-C44D4A62D5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{13EE4535-820F-485B-9955-C44D4A62D5B4}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{13EE4535-820F-485B-9955-C44D4A62D5B4}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{13EE4535-820F-485B-9955-C44D4A62D5B4}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