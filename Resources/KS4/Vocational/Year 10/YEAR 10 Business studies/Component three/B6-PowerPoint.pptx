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5A8A24-92EE-4252-954A-917FAAB4018B}">
  <a:tblStyle styleId="{885A8A24-92EE-4252-954A-917FAAB401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{885A8A24-92EE-4252-954A-917FAAB4018B}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{885A8A24-92EE-4252-954A-917FAAB4018B}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{885A8A24-92EE-4252-954A-917FAAB4018B}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