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A2CDB-52D5-44FF-9E3D-79FBCC67D0EC}">
  <a:tblStyle styleId="{2C8A2CDB-52D5-44FF-9E3D-79FBCC67D0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{2C8A2CDB-52D5-44FF-9E3D-79FBCC67D0EC}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{2C8A2CDB-52D5-44FF-9E3D-79FBCC67D0EC}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{2C8A2CDB-52D5-44FF-9E3D-79FBCC67D0EC}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