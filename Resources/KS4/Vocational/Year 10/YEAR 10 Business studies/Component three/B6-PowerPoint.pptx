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C5712-2CF4-4539-9AE2-4AB54AA1E7FC}">
  <a:tblStyle styleId="{4F3C5712-2CF4-4539-9AE2-4AB54AA1E7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{4F3C5712-2CF4-4539-9AE2-4AB54AA1E7FC}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{4F3C5712-2CF4-4539-9AE2-4AB54AA1E7FC}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{4F3C5712-2CF4-4539-9AE2-4AB54AA1E7FC}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