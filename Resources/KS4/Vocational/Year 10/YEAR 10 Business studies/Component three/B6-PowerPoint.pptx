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81367E-BDB0-4310-87D9-A8EDA12578CF}">
  <a:tblStyle styleId="{4F81367E-BDB0-4310-87D9-A8EDA12578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{4F81367E-BDB0-4310-87D9-A8EDA12578CF}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{4F81367E-BDB0-4310-87D9-A8EDA12578CF}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{4F81367E-BDB0-4310-87D9-A8EDA12578CF}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