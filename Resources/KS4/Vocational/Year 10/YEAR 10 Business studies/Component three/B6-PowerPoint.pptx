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A9C1818-245A-4DE0-AE37-42333D73FFE6}">
  <a:tblStyle styleId="{1A9C1818-245A-4DE0-AE37-42333D73FFE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{1A9C1818-245A-4DE0-AE37-42333D73FFE6}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{1A9C1818-245A-4DE0-AE37-42333D73FFE6}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{1A9C1818-245A-4DE0-AE37-42333D73FFE6}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