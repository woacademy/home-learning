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4BB4EE1-91D9-4F7E-A7F0-E21C9347B60C}">
  <a:tblStyle styleId="{04BB4EE1-91D9-4F7E-A7F0-E21C9347B60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{04BB4EE1-91D9-4F7E-A7F0-E21C9347B60C}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{04BB4EE1-91D9-4F7E-A7F0-E21C9347B60C}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{04BB4EE1-91D9-4F7E-A7F0-E21C9347B60C}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