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F9FB727-1EE3-495C-B88C-7A87ACD1C101}">
  <a:tblStyle styleId="{8F9FB727-1EE3-495C-B88C-7A87ACD1C1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{8F9FB727-1EE3-495C-B88C-7A87ACD1C101}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{8F9FB727-1EE3-495C-B88C-7A87ACD1C101}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{8F9FB727-1EE3-495C-B88C-7A87ACD1C101}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