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899947-3AF9-45A7-90A7-1CDE37C0FEAB}">
  <a:tblStyle styleId="{58899947-3AF9-45A7-90A7-1CDE37C0FE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{58899947-3AF9-45A7-90A7-1CDE37C0FEAB}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{58899947-3AF9-45A7-90A7-1CDE37C0FEAB}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{58899947-3AF9-45A7-90A7-1CDE37C0FEAB}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