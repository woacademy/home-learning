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35A366-3D7E-4C7F-B7E8-D2D1B1E9160F}">
  <a:tblStyle styleId="{8335A366-3D7E-4C7F-B7E8-D2D1B1E916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{8335A366-3D7E-4C7F-B7E8-D2D1B1E9160F}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{8335A366-3D7E-4C7F-B7E8-D2D1B1E9160F}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{8335A366-3D7E-4C7F-B7E8-D2D1B1E9160F}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