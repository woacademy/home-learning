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26E7FF-3F0C-4B48-8923-98698A645FAA}">
  <a:tblStyle styleId="{CB26E7FF-3F0C-4B48-8923-98698A645F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{CB26E7FF-3F0C-4B48-8923-98698A645FAA}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{CB26E7FF-3F0C-4B48-8923-98698A645FAA}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{CB26E7FF-3F0C-4B48-8923-98698A645FAA}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