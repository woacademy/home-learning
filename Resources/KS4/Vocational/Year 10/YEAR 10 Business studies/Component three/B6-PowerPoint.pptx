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C2C77F-CDE1-446A-88EB-3569EA5DDC62}">
  <a:tblStyle styleId="{EDC2C77F-CDE1-446A-88EB-3569EA5DDC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{EDC2C77F-CDE1-446A-88EB-3569EA5DDC62}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{EDC2C77F-CDE1-446A-88EB-3569EA5DDC62}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{EDC2C77F-CDE1-446A-88EB-3569EA5DDC62}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