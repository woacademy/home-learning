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9A0B8F-07BB-4F27-9CBA-34F2A35DB8BB}">
  <a:tblStyle styleId="{449A0B8F-07BB-4F27-9CBA-34F2A35DB8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{449A0B8F-07BB-4F27-9CBA-34F2A35DB8BB}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{449A0B8F-07BB-4F27-9CBA-34F2A35DB8BB}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{449A0B8F-07BB-4F27-9CBA-34F2A35DB8BB}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