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18453D-B5E9-44EE-8805-5E3C80345FA6}">
  <a:tblStyle styleId="{C318453D-B5E9-44EE-8805-5E3C80345F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{C318453D-B5E9-44EE-8805-5E3C80345FA6}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{C318453D-B5E9-44EE-8805-5E3C80345FA6}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{C318453D-B5E9-44EE-8805-5E3C80345FA6}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