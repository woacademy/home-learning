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783C0A0-71C4-4805-A10B-066E9E3D8805}">
  <a:tblStyle styleId="{9783C0A0-71C4-4805-A10B-066E9E3D880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{9783C0A0-71C4-4805-A10B-066E9E3D8805}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{9783C0A0-71C4-4805-A10B-066E9E3D8805}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{9783C0A0-71C4-4805-A10B-066E9E3D8805}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