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038E630-0946-4AB0-A989-067AAAA254F5}">
  <a:tblStyle styleId="{8038E630-0946-4AB0-A989-067AAAA254F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{8038E630-0946-4AB0-A989-067AAAA254F5}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{8038E630-0946-4AB0-A989-067AAAA254F5}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{8038E630-0946-4AB0-A989-067AAAA254F5}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