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8C8D4F-A319-4E8F-9F79-D107947C3321}">
  <a:tblStyle styleId="{2A8C8D4F-A319-4E8F-9F79-D107947C33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{2A8C8D4F-A319-4E8F-9F79-D107947C3321}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{2A8C8D4F-A319-4E8F-9F79-D107947C3321}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{2A8C8D4F-A319-4E8F-9F79-D107947C3321}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