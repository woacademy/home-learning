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892028-2541-4F0F-B2F1-E4227947DF47}">
  <a:tblStyle styleId="{6D892028-2541-4F0F-B2F1-E4227947DF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{6D892028-2541-4F0F-B2F1-E4227947DF47}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{6D892028-2541-4F0F-B2F1-E4227947DF47}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{6D892028-2541-4F0F-B2F1-E4227947DF47}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