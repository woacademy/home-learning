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741B19-AF15-4B87-BA09-D856C3EE5A2C}">
  <a:tblStyle styleId="{B1741B19-AF15-4B87-BA09-D856C3EE5A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{B1741B19-AF15-4B87-BA09-D856C3EE5A2C}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{B1741B19-AF15-4B87-BA09-D856C3EE5A2C}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{B1741B19-AF15-4B87-BA09-D856C3EE5A2C}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