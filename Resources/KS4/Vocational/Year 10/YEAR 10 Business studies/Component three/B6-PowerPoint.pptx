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071F6-41E4-4077-ACC1-29E5425BE44B}">
  <a:tblStyle styleId="{28B071F6-41E4-4077-ACC1-29E5425BE4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{28B071F6-41E4-4077-ACC1-29E5425BE44B}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{28B071F6-41E4-4077-ACC1-29E5425BE44B}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{28B071F6-41E4-4077-ACC1-29E5425BE44B}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