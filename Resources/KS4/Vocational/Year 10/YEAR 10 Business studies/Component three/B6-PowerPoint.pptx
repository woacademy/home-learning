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284928-11D1-4147-938F-8964C8B8A2B9}">
  <a:tblStyle styleId="{5B284928-11D1-4147-938F-8964C8B8A2B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{5B284928-11D1-4147-938F-8964C8B8A2B9}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{5B284928-11D1-4147-938F-8964C8B8A2B9}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{5B284928-11D1-4147-938F-8964C8B8A2B9}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