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ECFFA-6313-4EA5-B4C0-B2114FA61464}">
  <a:tblStyle styleId="{EDDECFFA-6313-4EA5-B4C0-B2114FA614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{EDDECFFA-6313-4EA5-B4C0-B2114FA61464}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{EDDECFFA-6313-4EA5-B4C0-B2114FA61464}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{EDDECFFA-6313-4EA5-B4C0-B2114FA61464}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