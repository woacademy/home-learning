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64437C-A06E-4947-ACAB-D45978634B56}">
  <a:tblStyle styleId="{EC64437C-A06E-4947-ACAB-D45978634B5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{EC64437C-A06E-4947-ACAB-D45978634B56}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{EC64437C-A06E-4947-ACAB-D45978634B56}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{EC64437C-A06E-4947-ACAB-D45978634B56}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