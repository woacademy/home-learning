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885058-15A2-4FB9-AE26-EA9577762D06}">
  <a:tblStyle styleId="{39885058-15A2-4FB9-AE26-EA9577762D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{39885058-15A2-4FB9-AE26-EA9577762D06}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{39885058-15A2-4FB9-AE26-EA9577762D06}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{39885058-15A2-4FB9-AE26-EA9577762D06}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