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7FCBEA6-1938-4382-A8FC-8EF1D525BF94}">
  <a:tblStyle styleId="{E7FCBEA6-1938-4382-A8FC-8EF1D525BF9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{E7FCBEA6-1938-4382-A8FC-8EF1D525BF94}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{E7FCBEA6-1938-4382-A8FC-8EF1D525BF94}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{E7FCBEA6-1938-4382-A8FC-8EF1D525BF94}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