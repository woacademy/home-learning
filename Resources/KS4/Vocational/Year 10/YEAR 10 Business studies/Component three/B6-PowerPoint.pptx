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3C31B4-0BA5-484A-B9AE-A10847CB5C9F}">
  <a:tblStyle styleId="{5A3C31B4-0BA5-484A-B9AE-A10847CB5C9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{5A3C31B4-0BA5-484A-B9AE-A10847CB5C9F}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{5A3C31B4-0BA5-484A-B9AE-A10847CB5C9F}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{5A3C31B4-0BA5-484A-B9AE-A10847CB5C9F}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