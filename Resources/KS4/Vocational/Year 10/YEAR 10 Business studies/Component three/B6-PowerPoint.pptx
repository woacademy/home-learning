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DE159C-679A-4F66-BA1B-85144E7A756C}">
  <a:tblStyle styleId="{24DE159C-679A-4F66-BA1B-85144E7A756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{24DE159C-679A-4F66-BA1B-85144E7A756C}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{24DE159C-679A-4F66-BA1B-85144E7A756C}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{24DE159C-679A-4F66-BA1B-85144E7A756C}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