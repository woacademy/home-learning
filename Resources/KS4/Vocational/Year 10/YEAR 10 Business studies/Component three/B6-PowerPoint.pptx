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4FAEFC-9F35-45DB-B49D-8C3BDEF4AA5E}">
  <a:tblStyle styleId="{184FAEFC-9F35-45DB-B49D-8C3BDEF4AA5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{184FAEFC-9F35-45DB-B49D-8C3BDEF4AA5E}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{184FAEFC-9F35-45DB-B49D-8C3BDEF4AA5E}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{184FAEFC-9F35-45DB-B49D-8C3BDEF4AA5E}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