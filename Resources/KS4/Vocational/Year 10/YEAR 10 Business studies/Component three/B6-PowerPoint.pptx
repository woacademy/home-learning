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DE8B1AB-8A5C-4E5D-B9B1-DAD446B8962B}">
  <a:tblStyle styleId="{ADE8B1AB-8A5C-4E5D-B9B1-DAD446B8962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{ADE8B1AB-8A5C-4E5D-B9B1-DAD446B8962B}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{ADE8B1AB-8A5C-4E5D-B9B1-DAD446B8962B}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{ADE8B1AB-8A5C-4E5D-B9B1-DAD446B8962B}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