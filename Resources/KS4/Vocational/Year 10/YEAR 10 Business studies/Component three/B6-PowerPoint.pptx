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4E4E0D4-B65F-4F1A-9E9E-7E7B1663F94F}">
  <a:tblStyle styleId="{E4E4E0D4-B65F-4F1A-9E9E-7E7B1663F94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{E4E4E0D4-B65F-4F1A-9E9E-7E7B1663F94F}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{E4E4E0D4-B65F-4F1A-9E9E-7E7B1663F94F}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{E4E4E0D4-B65F-4F1A-9E9E-7E7B1663F94F}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