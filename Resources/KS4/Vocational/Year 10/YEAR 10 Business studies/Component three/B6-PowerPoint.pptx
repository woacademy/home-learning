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0D1534-1F40-4448-98AA-90855167D215}">
  <a:tblStyle styleId="{7E0D1534-1F40-4448-98AA-90855167D2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{7E0D1534-1F40-4448-98AA-90855167D215}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{7E0D1534-1F40-4448-98AA-90855167D215}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{7E0D1534-1F40-4448-98AA-90855167D215}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