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6CD46A-154B-40E1-A745-A34088ADFA44}">
  <a:tblStyle styleId="{8E6CD46A-154B-40E1-A745-A34088ADFA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{8E6CD46A-154B-40E1-A745-A34088ADFA44}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{8E6CD46A-154B-40E1-A745-A34088ADFA44}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{8E6CD46A-154B-40E1-A745-A34088ADFA44}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