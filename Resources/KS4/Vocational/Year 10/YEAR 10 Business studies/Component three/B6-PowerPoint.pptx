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EFCEC5A-448E-409E-B410-960F3E2CCB7C}">
  <a:tblStyle styleId="{9EFCEC5A-448E-409E-B410-960F3E2CCB7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{9EFCEC5A-448E-409E-B410-960F3E2CCB7C}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{9EFCEC5A-448E-409E-B410-960F3E2CCB7C}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{9EFCEC5A-448E-409E-B410-960F3E2CCB7C}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