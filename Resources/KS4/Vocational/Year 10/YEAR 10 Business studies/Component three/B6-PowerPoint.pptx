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1C34A0-5538-4D0E-AD10-249D1D5CD359}">
  <a:tblStyle styleId="{471C34A0-5538-4D0E-AD10-249D1D5CD3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{471C34A0-5538-4D0E-AD10-249D1D5CD359}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{471C34A0-5538-4D0E-AD10-249D1D5CD359}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{471C34A0-5538-4D0E-AD10-249D1D5CD359}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