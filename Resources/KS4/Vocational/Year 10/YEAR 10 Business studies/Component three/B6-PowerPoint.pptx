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602B8A-C731-45A0-A602-1F1289BC159D}">
  <a:tblStyle styleId="{AE602B8A-C731-45A0-A602-1F1289BC15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{AE602B8A-C731-45A0-A602-1F1289BC159D}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{AE602B8A-C731-45A0-A602-1F1289BC159D}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{AE602B8A-C731-45A0-A602-1F1289BC159D}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