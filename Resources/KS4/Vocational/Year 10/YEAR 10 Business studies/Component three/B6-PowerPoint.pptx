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0AF72-47B5-476E-A39E-B53555E73457}">
  <a:tblStyle styleId="{4C60AF72-47B5-476E-A39E-B53555E734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{4C60AF72-47B5-476E-A39E-B53555E73457}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{4C60AF72-47B5-476E-A39E-B53555E73457}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{4C60AF72-47B5-476E-A39E-B53555E73457}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