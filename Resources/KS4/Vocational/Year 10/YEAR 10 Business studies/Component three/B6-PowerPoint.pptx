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2551E2-C605-4F60-801C-5EE43A18CBF1}">
  <a:tblStyle styleId="{D32551E2-C605-4F60-801C-5EE43A18CBF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{D32551E2-C605-4F60-801C-5EE43A18CBF1}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{D32551E2-C605-4F60-801C-5EE43A18CBF1}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{D32551E2-C605-4F60-801C-5EE43A18CBF1}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