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DC3200-D55B-46D8-BDFB-1EA3F7845142}">
  <a:tblStyle styleId="{7FDC3200-D55B-46D8-BDFB-1EA3F78451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{7FDC3200-D55B-46D8-BDFB-1EA3F7845142}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{7FDC3200-D55B-46D8-BDFB-1EA3F7845142}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{7FDC3200-D55B-46D8-BDFB-1EA3F7845142}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