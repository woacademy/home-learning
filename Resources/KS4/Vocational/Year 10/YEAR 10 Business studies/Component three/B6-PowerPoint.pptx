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C4B0432-3458-4C54-B7DD-4F9AA377371F}">
  <a:tblStyle styleId="{0C4B0432-3458-4C54-B7DD-4F9AA377371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{0C4B0432-3458-4C54-B7DD-4F9AA377371F}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{0C4B0432-3458-4C54-B7DD-4F9AA377371F}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{0C4B0432-3458-4C54-B7DD-4F9AA377371F}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