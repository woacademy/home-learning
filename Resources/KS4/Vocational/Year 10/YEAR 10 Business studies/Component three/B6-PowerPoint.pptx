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4C05E5-F8CB-41F9-99AE-3C4A3F62188C}">
  <a:tblStyle styleId="{844C05E5-F8CB-41F9-99AE-3C4A3F62188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{844C05E5-F8CB-41F9-99AE-3C4A3F62188C}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{844C05E5-F8CB-41F9-99AE-3C4A3F62188C}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{844C05E5-F8CB-41F9-99AE-3C4A3F62188C}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