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A5D915-B523-445A-8C9F-DCBC99DAAB90}">
  <a:tblStyle styleId="{E6A5D915-B523-445A-8C9F-DCBC99DAAB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{E6A5D915-B523-445A-8C9F-DCBC99DAAB90}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{E6A5D915-B523-445A-8C9F-DCBC99DAAB90}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{E6A5D915-B523-445A-8C9F-DCBC99DAAB90}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