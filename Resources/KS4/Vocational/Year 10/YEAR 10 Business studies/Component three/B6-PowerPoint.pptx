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8039DE-97C7-44DA-813B-FBECED631DA8}">
  <a:tblStyle styleId="{F08039DE-97C7-44DA-813B-FBECED631D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{F08039DE-97C7-44DA-813B-FBECED631DA8}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{F08039DE-97C7-44DA-813B-FBECED631DA8}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{F08039DE-97C7-44DA-813B-FBECED631DA8}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