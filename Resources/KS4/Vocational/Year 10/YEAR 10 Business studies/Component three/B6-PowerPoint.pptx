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C9EB60-9961-4395-B324-0AF8E51C2D71}">
  <a:tblStyle styleId="{41C9EB60-9961-4395-B324-0AF8E51C2D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{41C9EB60-9961-4395-B324-0AF8E51C2D71}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{41C9EB60-9961-4395-B324-0AF8E51C2D71}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{41C9EB60-9961-4395-B324-0AF8E51C2D71}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