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C98866-5F77-41BE-8016-425B4A94F556}">
  <a:tblStyle styleId="{CCC98866-5F77-41BE-8016-425B4A94F5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{CCC98866-5F77-41BE-8016-425B4A94F556}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{CCC98866-5F77-41BE-8016-425B4A94F556}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{CCC98866-5F77-41BE-8016-425B4A94F556}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