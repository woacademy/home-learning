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8B1A20-25D9-4464-9CB6-A20E87015E28}">
  <a:tblStyle styleId="{A08B1A20-25D9-4464-9CB6-A20E87015E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{A08B1A20-25D9-4464-9CB6-A20E87015E28}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{A08B1A20-25D9-4464-9CB6-A20E87015E28}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{A08B1A20-25D9-4464-9CB6-A20E87015E28}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