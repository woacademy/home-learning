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3E31C5-E4A1-4303-8417-8DA8FA7A4AAE}">
  <a:tblStyle styleId="{4A3E31C5-E4A1-4303-8417-8DA8FA7A4AA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{4A3E31C5-E4A1-4303-8417-8DA8FA7A4AAE}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{4A3E31C5-E4A1-4303-8417-8DA8FA7A4AAE}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{4A3E31C5-E4A1-4303-8417-8DA8FA7A4AAE}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