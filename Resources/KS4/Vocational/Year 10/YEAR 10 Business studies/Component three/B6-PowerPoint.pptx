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C57F12-BDF8-4577-9F37-798EEB01A355}">
  <a:tblStyle styleId="{F6C57F12-BDF8-4577-9F37-798EEB01A35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{F6C57F12-BDF8-4577-9F37-798EEB01A355}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{F6C57F12-BDF8-4577-9F37-798EEB01A355}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{F6C57F12-BDF8-4577-9F37-798EEB01A355}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