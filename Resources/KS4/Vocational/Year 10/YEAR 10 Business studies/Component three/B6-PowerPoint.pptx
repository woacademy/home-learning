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DFF213-0487-443E-A8AA-B33DC9FB411C}">
  <a:tblStyle styleId="{F5DFF213-0487-443E-A8AA-B33DC9FB41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{F5DFF213-0487-443E-A8AA-B33DC9FB411C}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{F5DFF213-0487-443E-A8AA-B33DC9FB411C}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{F5DFF213-0487-443E-A8AA-B33DC9FB411C}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