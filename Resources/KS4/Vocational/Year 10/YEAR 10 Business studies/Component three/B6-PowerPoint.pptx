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C5C8CD-5760-4E41-BFF5-D57B2EAEA0D8}">
  <a:tblStyle styleId="{A9C5C8CD-5760-4E41-BFF5-D57B2EAEA0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{A9C5C8CD-5760-4E41-BFF5-D57B2EAEA0D8}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{A9C5C8CD-5760-4E41-BFF5-D57B2EAEA0D8}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{A9C5C8CD-5760-4E41-BFF5-D57B2EAEA0D8}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