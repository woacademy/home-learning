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ED846C5-302D-45FE-A714-4EA2E0158DED}">
  <a:tblStyle styleId="{9ED846C5-302D-45FE-A714-4EA2E0158DE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{9ED846C5-302D-45FE-A714-4EA2E0158DED}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{9ED846C5-302D-45FE-A714-4EA2E0158DED}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{9ED846C5-302D-45FE-A714-4EA2E0158DED}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