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5E736A-DA56-49DA-AD8A-4D8BBF060054}">
  <a:tblStyle styleId="{475E736A-DA56-49DA-AD8A-4D8BBF0600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{475E736A-DA56-49DA-AD8A-4D8BBF060054}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{475E736A-DA56-49DA-AD8A-4D8BBF060054}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{475E736A-DA56-49DA-AD8A-4D8BBF060054}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