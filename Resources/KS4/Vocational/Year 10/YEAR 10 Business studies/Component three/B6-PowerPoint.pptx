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FDDBFD70-2295-4C6E-BE85-6112B3FEB699}">
  <a:tblStyle styleId="{FDDBFD70-2295-4C6E-BE85-6112B3FEB699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5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{FDDBFD70-2295-4C6E-BE85-6112B3FEB699}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{FDDBFD70-2295-4C6E-BE85-6112B3FEB699}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{FDDBFD70-2295-4C6E-BE85-6112B3FEB699}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