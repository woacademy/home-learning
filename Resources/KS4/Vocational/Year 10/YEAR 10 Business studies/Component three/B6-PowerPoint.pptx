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5EB16B2-6576-4805-9D35-9F43998989CF}">
  <a:tblStyle styleId="{25EB16B2-6576-4805-9D35-9F43998989C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{25EB16B2-6576-4805-9D35-9F43998989CF}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{25EB16B2-6576-4805-9D35-9F43998989CF}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{25EB16B2-6576-4805-9D35-9F43998989CF}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