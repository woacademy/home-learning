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97562B-4248-4C19-869A-F84F0F0A0CC2}">
  <a:tblStyle styleId="{FD97562B-4248-4C19-869A-F84F0F0A0CC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{FD97562B-4248-4C19-869A-F84F0F0A0CC2}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{FD97562B-4248-4C19-869A-F84F0F0A0CC2}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{FD97562B-4248-4C19-869A-F84F0F0A0CC2}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