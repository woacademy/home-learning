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F3CCDF-063E-4B9A-B486-786E2FD7086C}">
  <a:tblStyle styleId="{4FF3CCDF-063E-4B9A-B486-786E2FD708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{4FF3CCDF-063E-4B9A-B486-786E2FD7086C}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{4FF3CCDF-063E-4B9A-B486-786E2FD7086C}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{4FF3CCDF-063E-4B9A-B486-786E2FD7086C}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