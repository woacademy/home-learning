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399757-2F5A-44A6-A618-870E7C0D18E9}">
  <a:tblStyle styleId="{B4399757-2F5A-44A6-A618-870E7C0D18E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{B4399757-2F5A-44A6-A618-870E7C0D18E9}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{B4399757-2F5A-44A6-A618-870E7C0D18E9}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{B4399757-2F5A-44A6-A618-870E7C0D18E9}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