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1C9144-D6FC-48CA-A456-7C6986B5822B}">
  <a:tblStyle styleId="{BB1C9144-D6FC-48CA-A456-7C6986B582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{BB1C9144-D6FC-48CA-A456-7C6986B5822B}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{BB1C9144-D6FC-48CA-A456-7C6986B5822B}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{BB1C9144-D6FC-48CA-A456-7C6986B5822B}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