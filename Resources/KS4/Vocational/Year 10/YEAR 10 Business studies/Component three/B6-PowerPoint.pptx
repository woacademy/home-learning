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058546-2DE7-478F-B6E7-1BF7B4F7A7A3}">
  <a:tblStyle styleId="{43058546-2DE7-478F-B6E7-1BF7B4F7A7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{43058546-2DE7-478F-B6E7-1BF7B4F7A7A3}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{43058546-2DE7-478F-B6E7-1BF7B4F7A7A3}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{43058546-2DE7-478F-B6E7-1BF7B4F7A7A3}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