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13B3AF-8D15-4979-8F5B-2966F089E521}">
  <a:tblStyle styleId="{E913B3AF-8D15-4979-8F5B-2966F089E52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{E913B3AF-8D15-4979-8F5B-2966F089E521}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{E913B3AF-8D15-4979-8F5B-2966F089E521}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{E913B3AF-8D15-4979-8F5B-2966F089E521}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