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12E06E-E8DE-4960-A1AC-650159855F76}">
  <a:tblStyle styleId="{9F12E06E-E8DE-4960-A1AC-650159855F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{9F12E06E-E8DE-4960-A1AC-650159855F76}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{9F12E06E-E8DE-4960-A1AC-650159855F76}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{9F12E06E-E8DE-4960-A1AC-650159855F76}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