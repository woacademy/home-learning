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7D016E4-5A22-4E1C-AD43-6BFB0283C047}">
  <a:tblStyle styleId="{77D016E4-5A22-4E1C-AD43-6BFB0283C0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{77D016E4-5A22-4E1C-AD43-6BFB0283C047}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{77D016E4-5A22-4E1C-AD43-6BFB0283C047}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{77D016E4-5A22-4E1C-AD43-6BFB0283C047}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