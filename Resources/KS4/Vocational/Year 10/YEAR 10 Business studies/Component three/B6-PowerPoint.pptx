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5DD2F3-ACC7-4629-813F-8BD9B295A271}">
  <a:tblStyle styleId="{D15DD2F3-ACC7-4629-813F-8BD9B295A27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{D15DD2F3-ACC7-4629-813F-8BD9B295A271}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{D15DD2F3-ACC7-4629-813F-8BD9B295A271}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{D15DD2F3-ACC7-4629-813F-8BD9B295A271}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