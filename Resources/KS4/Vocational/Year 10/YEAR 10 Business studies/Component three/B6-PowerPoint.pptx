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A4179E-852A-4A9E-BBCD-0810D7ADCCDB}">
  <a:tblStyle styleId="{55A4179E-852A-4A9E-BBCD-0810D7ADCCD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{55A4179E-852A-4A9E-BBCD-0810D7ADCCDB}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{55A4179E-852A-4A9E-BBCD-0810D7ADCCDB}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{55A4179E-852A-4A9E-BBCD-0810D7ADCCDB}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