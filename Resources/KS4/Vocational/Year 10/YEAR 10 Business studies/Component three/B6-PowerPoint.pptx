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F72472-F650-4209-89D6-C32640348BBC}">
  <a:tblStyle styleId="{8BF72472-F650-4209-89D6-C32640348B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{8BF72472-F650-4209-89D6-C32640348BBC}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{8BF72472-F650-4209-89D6-C32640348BBC}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{8BF72472-F650-4209-89D6-C32640348BBC}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