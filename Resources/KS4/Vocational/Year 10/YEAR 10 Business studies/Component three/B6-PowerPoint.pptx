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184D98-D91A-45C9-A416-3F93F4804154}">
  <a:tblStyle styleId="{0F184D98-D91A-45C9-A416-3F93F480415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{0F184D98-D91A-45C9-A416-3F93F4804154}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{0F184D98-D91A-45C9-A416-3F93F4804154}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{0F184D98-D91A-45C9-A416-3F93F4804154}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