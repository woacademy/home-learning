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F58343-8CF7-4B57-960B-B9DFDA300053}">
  <a:tblStyle styleId="{90F58343-8CF7-4B57-960B-B9DFDA30005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{90F58343-8CF7-4B57-960B-B9DFDA300053}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{90F58343-8CF7-4B57-960B-B9DFDA300053}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{90F58343-8CF7-4B57-960B-B9DFDA300053}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