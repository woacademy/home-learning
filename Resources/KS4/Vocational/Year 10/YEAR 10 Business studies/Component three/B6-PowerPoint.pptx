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523ED3-F591-4A41-8AB1-08355897D66C}">
  <a:tblStyle styleId="{81523ED3-F591-4A41-8AB1-08355897D66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{81523ED3-F591-4A41-8AB1-08355897D66C}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{81523ED3-F591-4A41-8AB1-08355897D66C}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{81523ED3-F591-4A41-8AB1-08355897D66C}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