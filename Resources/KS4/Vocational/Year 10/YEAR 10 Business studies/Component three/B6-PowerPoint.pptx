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41BF8B-5765-471E-82DF-893512585584}">
  <a:tblStyle styleId="{7F41BF8B-5765-471E-82DF-8935125855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{7F41BF8B-5765-471E-82DF-893512585584}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{7F41BF8B-5765-471E-82DF-893512585584}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{7F41BF8B-5765-471E-82DF-893512585584}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