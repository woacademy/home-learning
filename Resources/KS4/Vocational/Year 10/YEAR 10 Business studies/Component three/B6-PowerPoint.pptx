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FA42C4-BDAE-4F49-849E-2A7681467116}">
  <a:tblStyle styleId="{8DFA42C4-BDAE-4F49-849E-2A768146711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{8DFA42C4-BDAE-4F49-849E-2A7681467116}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{8DFA42C4-BDAE-4F49-849E-2A7681467116}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{8DFA42C4-BDAE-4F49-849E-2A7681467116}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