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9887C4-AD19-419D-9C91-7791C330EFFA}">
  <a:tblStyle styleId="{2D9887C4-AD19-419D-9C91-7791C330EFF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{2D9887C4-AD19-419D-9C91-7791C330EFFA}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{2D9887C4-AD19-419D-9C91-7791C330EFFA}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{2D9887C4-AD19-419D-9C91-7791C330EFFA}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