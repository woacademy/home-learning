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836131-5B9C-46BB-ADEB-959C41BD0892}">
  <a:tblStyle styleId="{CF836131-5B9C-46BB-ADEB-959C41BD08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{CF836131-5B9C-46BB-ADEB-959C41BD0892}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{CF836131-5B9C-46BB-ADEB-959C41BD0892}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{CF836131-5B9C-46BB-ADEB-959C41BD0892}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