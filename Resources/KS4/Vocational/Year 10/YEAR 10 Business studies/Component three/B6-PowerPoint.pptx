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F50F05-538D-455D-ADA6-3E31138218EE}">
  <a:tblStyle styleId="{44F50F05-538D-455D-ADA6-3E31138218E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{44F50F05-538D-455D-ADA6-3E31138218EE}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{44F50F05-538D-455D-ADA6-3E31138218EE}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{44F50F05-538D-455D-ADA6-3E31138218EE}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