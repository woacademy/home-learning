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011830E-FE34-4C89-A9B9-B9B218F9172A}">
  <a:tblStyle styleId="{1011830E-FE34-4C89-A9B9-B9B218F9172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{1011830E-FE34-4C89-A9B9-B9B218F9172A}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{1011830E-FE34-4C89-A9B9-B9B218F9172A}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{1011830E-FE34-4C89-A9B9-B9B218F9172A}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