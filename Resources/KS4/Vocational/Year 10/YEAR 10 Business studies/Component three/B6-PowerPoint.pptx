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5BAC25-7138-4E00-8FFB-192BFC4BE9B2}">
  <a:tblStyle styleId="{B75BAC25-7138-4E00-8FFB-192BFC4BE9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{B75BAC25-7138-4E00-8FFB-192BFC4BE9B2}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{B75BAC25-7138-4E00-8FFB-192BFC4BE9B2}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{B75BAC25-7138-4E00-8FFB-192BFC4BE9B2}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