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D7D03D-AC91-4754-BCE0-CEDB40149CC1}">
  <a:tblStyle styleId="{D5D7D03D-AC91-4754-BCE0-CEDB40149C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{D5D7D03D-AC91-4754-BCE0-CEDB40149CC1}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{D5D7D03D-AC91-4754-BCE0-CEDB40149CC1}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{D5D7D03D-AC91-4754-BCE0-CEDB40149CC1}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