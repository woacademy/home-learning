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A71572-0CB0-425F-8BDA-B7DFE8210F47}">
  <a:tblStyle styleId="{EAA71572-0CB0-425F-8BDA-B7DFE8210F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{EAA71572-0CB0-425F-8BDA-B7DFE8210F47}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{EAA71572-0CB0-425F-8BDA-B7DFE8210F47}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{EAA71572-0CB0-425F-8BDA-B7DFE8210F47}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