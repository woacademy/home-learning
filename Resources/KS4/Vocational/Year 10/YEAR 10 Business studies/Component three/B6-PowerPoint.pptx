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03448C-A91B-4F11-9FCC-B61A24721777}">
  <a:tblStyle styleId="{2903448C-A91B-4F11-9FCC-B61A247217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{2903448C-A91B-4F11-9FCC-B61A24721777}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{2903448C-A91B-4F11-9FCC-B61A24721777}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{2903448C-A91B-4F11-9FCC-B61A24721777}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