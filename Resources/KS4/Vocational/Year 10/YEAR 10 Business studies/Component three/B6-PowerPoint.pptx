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9E6BE8-1D49-4FA2-A262-76BA387341D0}">
  <a:tblStyle styleId="{909E6BE8-1D49-4FA2-A262-76BA387341D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{909E6BE8-1D49-4FA2-A262-76BA387341D0}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{909E6BE8-1D49-4FA2-A262-76BA387341D0}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{909E6BE8-1D49-4FA2-A262-76BA387341D0}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