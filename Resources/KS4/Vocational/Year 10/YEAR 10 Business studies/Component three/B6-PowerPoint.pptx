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647395-8CDE-4169-B9A4-E1C388904927}">
  <a:tblStyle styleId="{63647395-8CDE-4169-B9A4-E1C3889049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{63647395-8CDE-4169-B9A4-E1C388904927}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{63647395-8CDE-4169-B9A4-E1C388904927}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{63647395-8CDE-4169-B9A4-E1C388904927}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