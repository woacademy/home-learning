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44556C-4EDD-4A94-8C90-898FC3A7255E}">
  <a:tblStyle styleId="{7044556C-4EDD-4A94-8C90-898FC3A7255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{7044556C-4EDD-4A94-8C90-898FC3A7255E}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{7044556C-4EDD-4A94-8C90-898FC3A7255E}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{7044556C-4EDD-4A94-8C90-898FC3A7255E}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