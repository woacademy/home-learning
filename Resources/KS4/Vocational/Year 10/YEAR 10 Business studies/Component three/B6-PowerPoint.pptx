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A47BA-43DE-4A8D-8010-E5754F0CC432}">
  <a:tblStyle styleId="{D01A47BA-43DE-4A8D-8010-E5754F0CC4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{D01A47BA-43DE-4A8D-8010-E5754F0CC432}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{D01A47BA-43DE-4A8D-8010-E5754F0CC432}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{D01A47BA-43DE-4A8D-8010-E5754F0CC432}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