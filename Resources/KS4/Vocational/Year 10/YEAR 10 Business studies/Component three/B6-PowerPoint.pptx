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3507BA3-DFDD-4EB2-95E9-9409262539AA}">
  <a:tblStyle styleId="{83507BA3-DFDD-4EB2-95E9-9409262539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{83507BA3-DFDD-4EB2-95E9-9409262539AA}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{83507BA3-DFDD-4EB2-95E9-9409262539AA}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{83507BA3-DFDD-4EB2-95E9-9409262539AA}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