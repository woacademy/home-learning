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23A83A-2778-46C3-AC48-AD036197FCF5}">
  <a:tblStyle styleId="{D823A83A-2778-46C3-AC48-AD036197FC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{D823A83A-2778-46C3-AC48-AD036197FCF5}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{D823A83A-2778-46C3-AC48-AD036197FCF5}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{D823A83A-2778-46C3-AC48-AD036197FCF5}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