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D74C5-4D8A-4C6C-BBBC-4DE51E11D50F}">
  <a:tblStyle styleId="{83CD74C5-4D8A-4C6C-BBBC-4DE51E11D5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{83CD74C5-4D8A-4C6C-BBBC-4DE51E11D50F}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{83CD74C5-4D8A-4C6C-BBBC-4DE51E11D50F}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{83CD74C5-4D8A-4C6C-BBBC-4DE51E11D50F}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