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25BB6C-489B-4CE9-97A8-49F5C66BBA1F}">
  <a:tblStyle styleId="{4825BB6C-489B-4CE9-97A8-49F5C66BBA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{4825BB6C-489B-4CE9-97A8-49F5C66BBA1F}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{4825BB6C-489B-4CE9-97A8-49F5C66BBA1F}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{4825BB6C-489B-4CE9-97A8-49F5C66BBA1F}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