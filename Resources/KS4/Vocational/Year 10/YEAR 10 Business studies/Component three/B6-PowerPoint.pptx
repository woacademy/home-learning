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AAEDDF0-707C-42FA-8A7E-79C4C53C7DB3}">
  <a:tblStyle styleId="{BAAEDDF0-707C-42FA-8A7E-79C4C53C7DB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{BAAEDDF0-707C-42FA-8A7E-79C4C53C7DB3}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{BAAEDDF0-707C-42FA-8A7E-79C4C53C7DB3}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{BAAEDDF0-707C-42FA-8A7E-79C4C53C7DB3}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