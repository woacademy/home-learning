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8C8B60-52B1-449A-974A-F8903FA2D5FD}">
  <a:tblStyle styleId="{B68C8B60-52B1-449A-974A-F8903FA2D5F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{B68C8B60-52B1-449A-974A-F8903FA2D5FD}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{B68C8B60-52B1-449A-974A-F8903FA2D5FD}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{B68C8B60-52B1-449A-974A-F8903FA2D5FD}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