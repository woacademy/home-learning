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AA2467-4AD6-46AC-AC0B-294BD722E60F}">
  <a:tblStyle styleId="{9EAA2467-4AD6-46AC-AC0B-294BD722E6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{9EAA2467-4AD6-46AC-AC0B-294BD722E60F}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{9EAA2467-4AD6-46AC-AC0B-294BD722E60F}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{9EAA2467-4AD6-46AC-AC0B-294BD722E60F}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