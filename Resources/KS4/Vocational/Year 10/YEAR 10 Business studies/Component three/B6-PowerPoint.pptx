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A9FAE-60D1-4DBF-AEC6-2DBB7CBE4B89}">
  <a:tblStyle styleId="{727A9FAE-60D1-4DBF-AEC6-2DBB7CBE4B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{727A9FAE-60D1-4DBF-AEC6-2DBB7CBE4B89}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{727A9FAE-60D1-4DBF-AEC6-2DBB7CBE4B89}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{727A9FAE-60D1-4DBF-AEC6-2DBB7CBE4B89}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