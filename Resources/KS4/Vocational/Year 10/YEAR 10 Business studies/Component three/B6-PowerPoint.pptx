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8F70F3-7D0E-4B84-AA7B-CD249969C9E3}">
  <a:tblStyle styleId="{D88F70F3-7D0E-4B84-AA7B-CD249969C9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{D88F70F3-7D0E-4B84-AA7B-CD249969C9E3}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{D88F70F3-7D0E-4B84-AA7B-CD249969C9E3}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{D88F70F3-7D0E-4B84-AA7B-CD249969C9E3}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