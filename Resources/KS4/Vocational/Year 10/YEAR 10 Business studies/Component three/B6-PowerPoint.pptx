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E2551F-26B0-4C5F-A63F-7495589F715E}">
  <a:tblStyle styleId="{3BE2551F-26B0-4C5F-A63F-7495589F71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{3BE2551F-26B0-4C5F-A63F-7495589F715E}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{3BE2551F-26B0-4C5F-A63F-7495589F715E}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{3BE2551F-26B0-4C5F-A63F-7495589F715E}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