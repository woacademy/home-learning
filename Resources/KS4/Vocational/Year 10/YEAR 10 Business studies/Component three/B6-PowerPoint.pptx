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D831A6-858E-4A50-978F-8030A17132FB}">
  <a:tblStyle styleId="{64D831A6-858E-4A50-978F-8030A17132F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{64D831A6-858E-4A50-978F-8030A17132FB}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{64D831A6-858E-4A50-978F-8030A17132FB}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{64D831A6-858E-4A50-978F-8030A17132FB}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