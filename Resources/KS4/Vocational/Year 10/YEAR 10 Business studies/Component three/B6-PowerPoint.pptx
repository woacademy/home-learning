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87F191-96BA-49B0-B6BF-1D5145A105D7}">
  <a:tblStyle styleId="{4D87F191-96BA-49B0-B6BF-1D5145A105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{4D87F191-96BA-49B0-B6BF-1D5145A105D7}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{4D87F191-96BA-49B0-B6BF-1D5145A105D7}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{4D87F191-96BA-49B0-B6BF-1D5145A105D7}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