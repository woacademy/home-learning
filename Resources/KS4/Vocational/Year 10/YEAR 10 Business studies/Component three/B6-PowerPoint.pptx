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79C93B-7A8E-4725-AC3F-8D36057C1718}">
  <a:tblStyle styleId="{E279C93B-7A8E-4725-AC3F-8D36057C171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{E279C93B-7A8E-4725-AC3F-8D36057C1718}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{E279C93B-7A8E-4725-AC3F-8D36057C1718}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{E279C93B-7A8E-4725-AC3F-8D36057C1718}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