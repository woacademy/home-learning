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B0BA6D-8FE3-4D56-80DD-34BEC74B2C74}">
  <a:tblStyle styleId="{75B0BA6D-8FE3-4D56-80DD-34BEC74B2C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{75B0BA6D-8FE3-4D56-80DD-34BEC74B2C74}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{75B0BA6D-8FE3-4D56-80DD-34BEC74B2C74}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{75B0BA6D-8FE3-4D56-80DD-34BEC74B2C74}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