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DDFFD1-87AF-4CDC-A6DD-B879B0EE9C97}">
  <a:tblStyle styleId="{BFDDFFD1-87AF-4CDC-A6DD-B879B0EE9C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{BFDDFFD1-87AF-4CDC-A6DD-B879B0EE9C97}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{BFDDFFD1-87AF-4CDC-A6DD-B879B0EE9C97}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{BFDDFFD1-87AF-4CDC-A6DD-B879B0EE9C97}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