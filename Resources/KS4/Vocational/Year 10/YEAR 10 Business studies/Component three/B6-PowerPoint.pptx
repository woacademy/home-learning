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816277-3787-4C57-893F-A3BDCAFDBF3F}">
  <a:tblStyle styleId="{79816277-3787-4C57-893F-A3BDCAFDBF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{79816277-3787-4C57-893F-A3BDCAFDBF3F}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{79816277-3787-4C57-893F-A3BDCAFDBF3F}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{79816277-3787-4C57-893F-A3BDCAFDBF3F}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