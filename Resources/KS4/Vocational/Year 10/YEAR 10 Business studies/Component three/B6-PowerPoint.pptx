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3B595-FF13-43DB-9253-38C5AEFCE080}">
  <a:tblStyle styleId="{2BF3B595-FF13-43DB-9253-38C5AEFCE0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{2BF3B595-FF13-43DB-9253-38C5AEFCE080}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{2BF3B595-FF13-43DB-9253-38C5AEFCE080}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{2BF3B595-FF13-43DB-9253-38C5AEFCE080}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