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52E544-8576-44B5-B63A-00422D53DC9D}">
  <a:tblStyle styleId="{8352E544-8576-44B5-B63A-00422D53DC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{8352E544-8576-44B5-B63A-00422D53DC9D}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{8352E544-8576-44B5-B63A-00422D53DC9D}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{8352E544-8576-44B5-B63A-00422D53DC9D}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