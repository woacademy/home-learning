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3DF6F6-D188-48F7-8618-86D0FED10A85}">
  <a:tblStyle styleId="{2A3DF6F6-D188-48F7-8618-86D0FED10A8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{2A3DF6F6-D188-48F7-8618-86D0FED10A85}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{2A3DF6F6-D188-48F7-8618-86D0FED10A85}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{2A3DF6F6-D188-48F7-8618-86D0FED10A85}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