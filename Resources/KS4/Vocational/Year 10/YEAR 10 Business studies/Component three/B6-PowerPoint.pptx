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8B4F30-1B5F-4F3D-A09C-10A8C1138943}">
  <a:tblStyle styleId="{7C8B4F30-1B5F-4F3D-A09C-10A8C11389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{7C8B4F30-1B5F-4F3D-A09C-10A8C1138943}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{7C8B4F30-1B5F-4F3D-A09C-10A8C1138943}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{7C8B4F30-1B5F-4F3D-A09C-10A8C1138943}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