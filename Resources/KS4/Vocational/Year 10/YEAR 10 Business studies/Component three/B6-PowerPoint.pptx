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DFB7FF-5BB2-454F-B4FD-BEB676861E85}">
  <a:tblStyle styleId="{A1DFB7FF-5BB2-454F-B4FD-BEB676861E8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{A1DFB7FF-5BB2-454F-B4FD-BEB676861E85}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{A1DFB7FF-5BB2-454F-B4FD-BEB676861E85}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{A1DFB7FF-5BB2-454F-B4FD-BEB676861E85}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