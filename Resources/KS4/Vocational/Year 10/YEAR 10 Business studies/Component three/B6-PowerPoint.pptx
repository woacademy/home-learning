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864A3C-9A60-4123-85D0-51511690529F}">
  <a:tblStyle styleId="{95864A3C-9A60-4123-85D0-5151169052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{95864A3C-9A60-4123-85D0-51511690529F}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{95864A3C-9A60-4123-85D0-51511690529F}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{95864A3C-9A60-4123-85D0-51511690529F}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