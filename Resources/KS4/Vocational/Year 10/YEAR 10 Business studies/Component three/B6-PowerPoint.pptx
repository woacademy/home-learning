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E982CF-78E4-41CC-A1AB-98EBC3111A1D}">
  <a:tblStyle styleId="{6FE982CF-78E4-41CC-A1AB-98EBC3111A1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{6FE982CF-78E4-41CC-A1AB-98EBC3111A1D}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{6FE982CF-78E4-41CC-A1AB-98EBC3111A1D}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{6FE982CF-78E4-41CC-A1AB-98EBC3111A1D}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