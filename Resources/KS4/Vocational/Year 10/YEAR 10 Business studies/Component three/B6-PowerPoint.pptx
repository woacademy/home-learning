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F14A27-3196-417C-81B3-CEEBDBD6033E}">
  <a:tblStyle styleId="{ECF14A27-3196-417C-81B3-CEEBDBD603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{ECF14A27-3196-417C-81B3-CEEBDBD6033E}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{ECF14A27-3196-417C-81B3-CEEBDBD6033E}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{ECF14A27-3196-417C-81B3-CEEBDBD6033E}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