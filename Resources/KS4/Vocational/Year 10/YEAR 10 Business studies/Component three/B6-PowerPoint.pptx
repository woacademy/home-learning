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8DD073-EAA0-4962-B77A-BB0FED5D5BA3}">
  <a:tblStyle styleId="{3E8DD073-EAA0-4962-B77A-BB0FED5D5BA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{3E8DD073-EAA0-4962-B77A-BB0FED5D5BA3}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{3E8DD073-EAA0-4962-B77A-BB0FED5D5BA3}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{3E8DD073-EAA0-4962-B77A-BB0FED5D5BA3}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