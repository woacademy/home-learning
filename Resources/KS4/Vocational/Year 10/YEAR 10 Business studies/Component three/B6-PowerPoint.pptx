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EAC9CA-4EEA-4CF1-84E2-74CA3A7E2AAE}">
  <a:tblStyle styleId="{ACEAC9CA-4EEA-4CF1-84E2-74CA3A7E2A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{ACEAC9CA-4EEA-4CF1-84E2-74CA3A7E2AAE}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{ACEAC9CA-4EEA-4CF1-84E2-74CA3A7E2AAE}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{ACEAC9CA-4EEA-4CF1-84E2-74CA3A7E2AAE}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