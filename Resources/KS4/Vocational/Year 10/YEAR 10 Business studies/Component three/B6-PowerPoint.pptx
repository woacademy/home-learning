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FBD5CC-DDD6-41A9-A35A-B84847F907CC}">
  <a:tblStyle styleId="{39FBD5CC-DDD6-41A9-A35A-B84847F907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{39FBD5CC-DDD6-41A9-A35A-B84847F907CC}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{39FBD5CC-DDD6-41A9-A35A-B84847F907CC}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{39FBD5CC-DDD6-41A9-A35A-B84847F907CC}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