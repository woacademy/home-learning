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ECE101-092A-4B6F-B965-E7AC7043960E}">
  <a:tblStyle styleId="{D1ECE101-092A-4B6F-B965-E7AC704396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{D1ECE101-092A-4B6F-B965-E7AC7043960E}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{D1ECE101-092A-4B6F-B965-E7AC7043960E}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{D1ECE101-092A-4B6F-B965-E7AC7043960E}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