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3E9C70-29A1-4A81-A1AD-D6696344DBC7}">
  <a:tblStyle styleId="{EE3E9C70-29A1-4A81-A1AD-D6696344DB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{EE3E9C70-29A1-4A81-A1AD-D6696344DBC7}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{EE3E9C70-29A1-4A81-A1AD-D6696344DBC7}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{EE3E9C70-29A1-4A81-A1AD-D6696344DBC7}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