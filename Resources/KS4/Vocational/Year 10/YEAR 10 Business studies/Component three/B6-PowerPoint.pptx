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011D032-51E3-4C0D-8E9D-A4E59DF9DBC6}">
  <a:tblStyle styleId="{4011D032-51E3-4C0D-8E9D-A4E59DF9DBC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{4011D032-51E3-4C0D-8E9D-A4E59DF9DBC6}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{4011D032-51E3-4C0D-8E9D-A4E59DF9DBC6}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{4011D032-51E3-4C0D-8E9D-A4E59DF9DBC6}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