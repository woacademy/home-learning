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CC21DC-7576-46E8-AFBD-8C139E27FFE7}">
  <a:tblStyle styleId="{3ACC21DC-7576-46E8-AFBD-8C139E27FFE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{3ACC21DC-7576-46E8-AFBD-8C139E27FFE7}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{3ACC21DC-7576-46E8-AFBD-8C139E27FFE7}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{3ACC21DC-7576-46E8-AFBD-8C139E27FFE7}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