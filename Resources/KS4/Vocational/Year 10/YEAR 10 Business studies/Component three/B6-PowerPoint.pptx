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8A8A2-EC52-4DD9-AF5D-5D536C4D45D8}">
  <a:tblStyle styleId="{E168A8A2-EC52-4DD9-AF5D-5D536C4D45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{E168A8A2-EC52-4DD9-AF5D-5D536C4D45D8}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{E168A8A2-EC52-4DD9-AF5D-5D536C4D45D8}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{E168A8A2-EC52-4DD9-AF5D-5D536C4D45D8}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