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C0C4CE9-8FF1-47EE-BACB-FD78E0339E48}">
  <a:tblStyle styleId="{6C0C4CE9-8FF1-47EE-BACB-FD78E0339E4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{6C0C4CE9-8FF1-47EE-BACB-FD78E0339E48}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{6C0C4CE9-8FF1-47EE-BACB-FD78E0339E48}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{6C0C4CE9-8FF1-47EE-BACB-FD78E0339E48}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