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C7BEB0-6227-4670-AAB0-82D2D32DAB24}">
  <a:tblStyle styleId="{64C7BEB0-6227-4670-AAB0-82D2D32DAB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{64C7BEB0-6227-4670-AAB0-82D2D32DAB24}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{64C7BEB0-6227-4670-AAB0-82D2D32DAB24}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{64C7BEB0-6227-4670-AAB0-82D2D32DAB24}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