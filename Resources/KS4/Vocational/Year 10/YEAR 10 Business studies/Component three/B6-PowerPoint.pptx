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3B3D1-EBD3-4DF3-B6D6-02DB4F364E3D}">
  <a:tblStyle styleId="{E5A3B3D1-EBD3-4DF3-B6D6-02DB4F364E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{E5A3B3D1-EBD3-4DF3-B6D6-02DB4F364E3D}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{E5A3B3D1-EBD3-4DF3-B6D6-02DB4F364E3D}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{E5A3B3D1-EBD3-4DF3-B6D6-02DB4F364E3D}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