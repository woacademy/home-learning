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E27127-5060-4F65-854B-D8BBD1160328}">
  <a:tblStyle styleId="{B4E27127-5060-4F65-854B-D8BBD116032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{B4E27127-5060-4F65-854B-D8BBD1160328}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{B4E27127-5060-4F65-854B-D8BBD1160328}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{B4E27127-5060-4F65-854B-D8BBD1160328}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