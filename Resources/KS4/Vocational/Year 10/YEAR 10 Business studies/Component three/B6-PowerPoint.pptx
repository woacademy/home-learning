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CC5804-D9B2-4634-A462-7BA30C0A4433}">
  <a:tblStyle styleId="{EFCC5804-D9B2-4634-A462-7BA30C0A44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{EFCC5804-D9B2-4634-A462-7BA30C0A4433}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{EFCC5804-D9B2-4634-A462-7BA30C0A4433}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{EFCC5804-D9B2-4634-A462-7BA30C0A4433}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