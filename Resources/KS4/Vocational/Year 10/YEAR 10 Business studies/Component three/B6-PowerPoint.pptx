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32E144-8789-48DB-ABF2-7EEBF2C1DC9A}">
  <a:tblStyle styleId="{1432E144-8789-48DB-ABF2-7EEBF2C1DC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{1432E144-8789-48DB-ABF2-7EEBF2C1DC9A}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{1432E144-8789-48DB-ABF2-7EEBF2C1DC9A}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{1432E144-8789-48DB-ABF2-7EEBF2C1DC9A}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