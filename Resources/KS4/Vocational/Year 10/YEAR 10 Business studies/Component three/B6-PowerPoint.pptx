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4F04E5-41E8-4BFE-9B1B-D955B9AFB44B}">
  <a:tblStyle styleId="{DD4F04E5-41E8-4BFE-9B1B-D955B9AFB44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{DD4F04E5-41E8-4BFE-9B1B-D955B9AFB44B}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{DD4F04E5-41E8-4BFE-9B1B-D955B9AFB44B}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{DD4F04E5-41E8-4BFE-9B1B-D955B9AFB44B}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