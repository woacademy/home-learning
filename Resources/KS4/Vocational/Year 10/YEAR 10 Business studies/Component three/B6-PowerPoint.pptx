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9D2CFE-A63B-4371-A47E-FDA32039C848}">
  <a:tblStyle styleId="{3E9D2CFE-A63B-4371-A47E-FDA32039C8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{3E9D2CFE-A63B-4371-A47E-FDA32039C848}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{3E9D2CFE-A63B-4371-A47E-FDA32039C848}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{3E9D2CFE-A63B-4371-A47E-FDA32039C848}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