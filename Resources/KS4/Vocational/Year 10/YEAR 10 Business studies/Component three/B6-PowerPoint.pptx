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6477778-ABE0-441D-B949-2EB91E7FA8A8}">
  <a:tblStyle styleId="{56477778-ABE0-441D-B949-2EB91E7FA8A8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{56477778-ABE0-441D-B949-2EB91E7FA8A8}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{56477778-ABE0-441D-B949-2EB91E7FA8A8}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{56477778-ABE0-441D-B949-2EB91E7FA8A8}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