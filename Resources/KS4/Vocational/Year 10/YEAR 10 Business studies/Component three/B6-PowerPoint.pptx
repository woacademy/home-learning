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FB74CA-BB0F-4EC6-BF98-632F69307566}">
  <a:tblStyle styleId="{7FFB74CA-BB0F-4EC6-BF98-632F6930756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{7FFB74CA-BB0F-4EC6-BF98-632F69307566}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{7FFB74CA-BB0F-4EC6-BF98-632F69307566}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{7FFB74CA-BB0F-4EC6-BF98-632F69307566}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