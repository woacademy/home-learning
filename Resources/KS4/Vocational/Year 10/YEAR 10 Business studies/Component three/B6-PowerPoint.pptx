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EA2891-8A92-4E97-8F89-8BAF50F4BFA9}">
  <a:tblStyle styleId="{82EA2891-8A92-4E97-8F89-8BAF50F4BF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{82EA2891-8A92-4E97-8F89-8BAF50F4BFA9}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{82EA2891-8A92-4E97-8F89-8BAF50F4BFA9}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{82EA2891-8A92-4E97-8F89-8BAF50F4BFA9}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