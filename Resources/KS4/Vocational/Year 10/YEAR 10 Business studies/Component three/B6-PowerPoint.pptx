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0BF4487-30DB-4050-963B-6E2CB9AB68B5}">
  <a:tblStyle styleId="{C0BF4487-30DB-4050-963B-6E2CB9AB68B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{C0BF4487-30DB-4050-963B-6E2CB9AB68B5}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{C0BF4487-30DB-4050-963B-6E2CB9AB68B5}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{C0BF4487-30DB-4050-963B-6E2CB9AB68B5}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