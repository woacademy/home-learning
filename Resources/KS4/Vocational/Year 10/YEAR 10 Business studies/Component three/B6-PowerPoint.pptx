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0133BA-96E9-4151-A883-78ED27DC8528}">
  <a:tblStyle styleId="{CC0133BA-96E9-4151-A883-78ED27DC85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{CC0133BA-96E9-4151-A883-78ED27DC8528}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{CC0133BA-96E9-4151-A883-78ED27DC8528}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{CC0133BA-96E9-4151-A883-78ED27DC8528}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