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3069E6FD-D189-4DF3-98C9-487CF4B10B67}">
  <a:tblStyle styleId="{3069E6FD-D189-4DF3-98C9-487CF4B10B67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6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{3069E6FD-D189-4DF3-98C9-487CF4B10B67}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{3069E6FD-D189-4DF3-98C9-487CF4B10B67}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{3069E6FD-D189-4DF3-98C9-487CF4B10B67}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