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95C53A-64E5-4B47-AE4F-E8B7AFD94B3B}">
  <a:tblStyle styleId="{6E95C53A-64E5-4B47-AE4F-E8B7AFD94B3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{6E95C53A-64E5-4B47-AE4F-E8B7AFD94B3B}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{6E95C53A-64E5-4B47-AE4F-E8B7AFD94B3B}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{6E95C53A-64E5-4B47-AE4F-E8B7AFD94B3B}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