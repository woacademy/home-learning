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B7D01F-8683-484F-908C-4BDCF8116225}">
  <a:tblStyle styleId="{BBB7D01F-8683-484F-908C-4BDCF811622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{BBB7D01F-8683-484F-908C-4BDCF8116225}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{BBB7D01F-8683-484F-908C-4BDCF8116225}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{BBB7D01F-8683-484F-908C-4BDCF8116225}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