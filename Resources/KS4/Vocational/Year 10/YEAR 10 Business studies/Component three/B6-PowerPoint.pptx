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0DCA8-F311-4153-9FD0-4E95715EFEE2}">
  <a:tblStyle styleId="{2590DCA8-F311-4153-9FD0-4E95715EFE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{2590DCA8-F311-4153-9FD0-4E95715EFEE2}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{2590DCA8-F311-4153-9FD0-4E95715EFEE2}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{2590DCA8-F311-4153-9FD0-4E95715EFEE2}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