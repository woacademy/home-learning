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577D46-CADC-4BD8-BB36-6B08FC619E74}">
  <a:tblStyle styleId="{CA577D46-CADC-4BD8-BB36-6B08FC619E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{CA577D46-CADC-4BD8-BB36-6B08FC619E74}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{CA577D46-CADC-4BD8-BB36-6B08FC619E74}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{CA577D46-CADC-4BD8-BB36-6B08FC619E74}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