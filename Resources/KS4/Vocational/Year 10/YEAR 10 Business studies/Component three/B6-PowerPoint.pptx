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7373073-11C6-4995-A833-B264A529EF72}">
  <a:tblStyle styleId="{A7373073-11C6-4995-A833-B264A529EF7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{A7373073-11C6-4995-A833-B264A529EF72}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{A7373073-11C6-4995-A833-B264A529EF72}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{A7373073-11C6-4995-A833-B264A529EF72}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