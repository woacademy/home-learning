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BA940B-D743-4FD2-8B6B-F7DB368CAD7A}">
  <a:tblStyle styleId="{39BA940B-D743-4FD2-8B6B-F7DB368CAD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{39BA940B-D743-4FD2-8B6B-F7DB368CAD7A}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{39BA940B-D743-4FD2-8B6B-F7DB368CAD7A}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{39BA940B-D743-4FD2-8B6B-F7DB368CAD7A}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