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A470E0-45B3-4192-B9F2-01CFEACED003}">
  <a:tblStyle styleId="{B9A470E0-45B3-4192-B9F2-01CFEACED0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{B9A470E0-45B3-4192-B9F2-01CFEACED003}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{B9A470E0-45B3-4192-B9F2-01CFEACED003}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{B9A470E0-45B3-4192-B9F2-01CFEACED003}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