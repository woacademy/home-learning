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4BF54A-FB2C-40E5-926F-14F2C96F684A}">
  <a:tblStyle styleId="{EC4BF54A-FB2C-40E5-926F-14F2C96F68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{EC4BF54A-FB2C-40E5-926F-14F2C96F684A}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{EC4BF54A-FB2C-40E5-926F-14F2C96F684A}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{EC4BF54A-FB2C-40E5-926F-14F2C96F684A}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