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11540B-4CAA-4CDF-AE0B-852CD3DC83B2}">
  <a:tblStyle styleId="{9811540B-4CAA-4CDF-AE0B-852CD3DC83B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{9811540B-4CAA-4CDF-AE0B-852CD3DC83B2}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{9811540B-4CAA-4CDF-AE0B-852CD3DC83B2}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{9811540B-4CAA-4CDF-AE0B-852CD3DC83B2}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