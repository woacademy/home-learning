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C06535-9F9C-45A8-B668-ABEF6FD792CF}">
  <a:tblStyle styleId="{58C06535-9F9C-45A8-B668-ABEF6FD792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{58C06535-9F9C-45A8-B668-ABEF6FD792CF}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{58C06535-9F9C-45A8-B668-ABEF6FD792CF}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{58C06535-9F9C-45A8-B668-ABEF6FD792CF}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