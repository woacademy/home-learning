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D0B153-EC1C-4F33-A023-10BE0F7049A6}">
  <a:tblStyle styleId="{8ED0B153-EC1C-4F33-A023-10BE0F7049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{8ED0B153-EC1C-4F33-A023-10BE0F7049A6}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{8ED0B153-EC1C-4F33-A023-10BE0F7049A6}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{8ED0B153-EC1C-4F33-A023-10BE0F7049A6}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