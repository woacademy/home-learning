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9CD533-0D8B-47C6-9350-1FE3DAD1ADAD}">
  <a:tblStyle styleId="{369CD533-0D8B-47C6-9350-1FE3DAD1AD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{369CD533-0D8B-47C6-9350-1FE3DAD1ADAD}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{369CD533-0D8B-47C6-9350-1FE3DAD1ADAD}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{369CD533-0D8B-47C6-9350-1FE3DAD1ADAD}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