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A7E4C1-B714-4BF6-A5B9-DAF738D017AA}">
  <a:tblStyle styleId="{09A7E4C1-B714-4BF6-A5B9-DAF738D017A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{09A7E4C1-B714-4BF6-A5B9-DAF738D017AA}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{09A7E4C1-B714-4BF6-A5B9-DAF738D017AA}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{09A7E4C1-B714-4BF6-A5B9-DAF738D017AA}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