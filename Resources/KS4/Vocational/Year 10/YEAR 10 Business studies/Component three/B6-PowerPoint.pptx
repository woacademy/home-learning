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58ADD6-475D-4A15-814D-79F9DEEB772C}">
  <a:tblStyle styleId="{2C58ADD6-475D-4A15-814D-79F9DEEB77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{2C58ADD6-475D-4A15-814D-79F9DEEB772C}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{2C58ADD6-475D-4A15-814D-79F9DEEB772C}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{2C58ADD6-475D-4A15-814D-79F9DEEB772C}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