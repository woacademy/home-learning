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21FE54-7733-4165-BDC3-3226D920392D}">
  <a:tblStyle styleId="{F521FE54-7733-4165-BDC3-3226D92039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{F521FE54-7733-4165-BDC3-3226D920392D}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{F521FE54-7733-4165-BDC3-3226D920392D}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{F521FE54-7733-4165-BDC3-3226D920392D}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