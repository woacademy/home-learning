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7916217-4300-40F5-8B69-F576111CB368}">
  <a:tblStyle styleId="{57916217-4300-40F5-8B69-F576111CB36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{57916217-4300-40F5-8B69-F576111CB368}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{57916217-4300-40F5-8B69-F576111CB368}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{57916217-4300-40F5-8B69-F576111CB368}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