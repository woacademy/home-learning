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0EF1150-8FFD-425F-BAF9-FDFC0316EFB3}">
  <a:tblStyle styleId="{50EF1150-8FFD-425F-BAF9-FDFC0316EFB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{50EF1150-8FFD-425F-BAF9-FDFC0316EFB3}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{50EF1150-8FFD-425F-BAF9-FDFC0316EFB3}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{50EF1150-8FFD-425F-BAF9-FDFC0316EFB3}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