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6686A9-0E1F-4AC6-9E35-70AAE4F1021E}">
  <a:tblStyle styleId="{CE6686A9-0E1F-4AC6-9E35-70AAE4F102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{CE6686A9-0E1F-4AC6-9E35-70AAE4F1021E}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{CE6686A9-0E1F-4AC6-9E35-70AAE4F1021E}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{CE6686A9-0E1F-4AC6-9E35-70AAE4F1021E}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