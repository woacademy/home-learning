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4CFE6-0182-48DE-82DC-991637E19183}">
  <a:tblStyle styleId="{0C04CFE6-0182-48DE-82DC-991637E191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{0C04CFE6-0182-48DE-82DC-991637E19183}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{0C04CFE6-0182-48DE-82DC-991637E19183}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{0C04CFE6-0182-48DE-82DC-991637E19183}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