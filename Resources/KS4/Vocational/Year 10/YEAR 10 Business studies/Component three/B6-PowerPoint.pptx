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009FF5-9962-4CF5-A7CE-EBC126D13B5D}">
  <a:tblStyle styleId="{B8009FF5-9962-4CF5-A7CE-EBC126D13B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{B8009FF5-9962-4CF5-A7CE-EBC126D13B5D}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{B8009FF5-9962-4CF5-A7CE-EBC126D13B5D}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{B8009FF5-9962-4CF5-A7CE-EBC126D13B5D}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