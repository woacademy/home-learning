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9FC436-9EEC-4219-A5C3-E5BD884DA1E0}">
  <a:tblStyle styleId="{249FC436-9EEC-4219-A5C3-E5BD884DA1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{249FC436-9EEC-4219-A5C3-E5BD884DA1E0}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{249FC436-9EEC-4219-A5C3-E5BD884DA1E0}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{249FC436-9EEC-4219-A5C3-E5BD884DA1E0}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