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1D3BBCE-26E7-4A88-A534-7F9A3C2EE5C2}">
  <a:tblStyle styleId="{91D3BBCE-26E7-4A88-A534-7F9A3C2EE5C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{91D3BBCE-26E7-4A88-A534-7F9A3C2EE5C2}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{91D3BBCE-26E7-4A88-A534-7F9A3C2EE5C2}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{91D3BBCE-26E7-4A88-A534-7F9A3C2EE5C2}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