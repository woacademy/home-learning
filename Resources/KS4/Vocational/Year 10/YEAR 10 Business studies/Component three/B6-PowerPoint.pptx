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D1D0B-C126-4CDB-808B-83C4C1E6EE5D}">
  <a:tblStyle styleId="{319D1D0B-C126-4CDB-808B-83C4C1E6EE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{319D1D0B-C126-4CDB-808B-83C4C1E6EE5D}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{319D1D0B-C126-4CDB-808B-83C4C1E6EE5D}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{319D1D0B-C126-4CDB-808B-83C4C1E6EE5D}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