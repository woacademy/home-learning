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E1D84E-832A-4421-99DA-E94A36F0AAB9}">
  <a:tblStyle styleId="{FFE1D84E-832A-4421-99DA-E94A36F0AA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{FFE1D84E-832A-4421-99DA-E94A36F0AAB9}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{FFE1D84E-832A-4421-99DA-E94A36F0AAB9}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{FFE1D84E-832A-4421-99DA-E94A36F0AAB9}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