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96DDA8-C567-4576-9928-D6012B0AAAF8}">
  <a:tblStyle styleId="{1196DDA8-C567-4576-9928-D6012B0AAAF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{1196DDA8-C567-4576-9928-D6012B0AAAF8}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{1196DDA8-C567-4576-9928-D6012B0AAAF8}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{1196DDA8-C567-4576-9928-D6012B0AAAF8}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