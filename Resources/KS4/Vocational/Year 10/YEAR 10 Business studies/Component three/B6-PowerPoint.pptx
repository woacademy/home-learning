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AB9EB4-1CD9-4649-9C68-34BDDF781BD9}">
  <a:tblStyle styleId="{71AB9EB4-1CD9-4649-9C68-34BDDF781B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{71AB9EB4-1CD9-4649-9C68-34BDDF781BD9}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{71AB9EB4-1CD9-4649-9C68-34BDDF781BD9}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{71AB9EB4-1CD9-4649-9C68-34BDDF781BD9}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