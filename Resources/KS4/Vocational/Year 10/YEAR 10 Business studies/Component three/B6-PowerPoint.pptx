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FA10130-2020-461F-AA6C-CBD21D2A41D2}">
  <a:tblStyle styleId="{5FA10130-2020-461F-AA6C-CBD21D2A41D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{5FA10130-2020-461F-AA6C-CBD21D2A41D2}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{5FA10130-2020-461F-AA6C-CBD21D2A41D2}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{5FA10130-2020-461F-AA6C-CBD21D2A41D2}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