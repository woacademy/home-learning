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277EE5-020C-4C6A-ACCB-454B1B5BCE5A}">
  <a:tblStyle styleId="{E1277EE5-020C-4C6A-ACCB-454B1B5BCE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{E1277EE5-020C-4C6A-ACCB-454B1B5BCE5A}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{E1277EE5-020C-4C6A-ACCB-454B1B5BCE5A}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{E1277EE5-020C-4C6A-ACCB-454B1B5BCE5A}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