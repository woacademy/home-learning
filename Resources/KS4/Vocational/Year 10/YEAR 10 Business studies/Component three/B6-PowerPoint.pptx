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CF63FA-7C0E-498F-887A-B0B5080D6FCE}">
  <a:tblStyle styleId="{C0CF63FA-7C0E-498F-887A-B0B5080D6F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{C0CF63FA-7C0E-498F-887A-B0B5080D6FCE}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{C0CF63FA-7C0E-498F-887A-B0B5080D6FCE}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{C0CF63FA-7C0E-498F-887A-B0B5080D6FCE}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