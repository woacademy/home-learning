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8CD65E-2C0B-4A10-BB85-9135CDE440B8}">
  <a:tblStyle styleId="{EA8CD65E-2C0B-4A10-BB85-9135CDE440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{EA8CD65E-2C0B-4A10-BB85-9135CDE440B8}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{EA8CD65E-2C0B-4A10-BB85-9135CDE440B8}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{EA8CD65E-2C0B-4A10-BB85-9135CDE440B8}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