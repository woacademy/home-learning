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1BC19D-1862-44B5-96F2-E9BE14FECB59}">
  <a:tblStyle styleId="{DA1BC19D-1862-44B5-96F2-E9BE14FECB5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{DA1BC19D-1862-44B5-96F2-E9BE14FECB59}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{DA1BC19D-1862-44B5-96F2-E9BE14FECB59}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{DA1BC19D-1862-44B5-96F2-E9BE14FECB59}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