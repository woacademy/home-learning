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797C8C-004E-4F5E-9C2A-DD6356177D00}">
  <a:tblStyle styleId="{90797C8C-004E-4F5E-9C2A-DD6356177D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{90797C8C-004E-4F5E-9C2A-DD6356177D00}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{90797C8C-004E-4F5E-9C2A-DD6356177D00}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{90797C8C-004E-4F5E-9C2A-DD6356177D00}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