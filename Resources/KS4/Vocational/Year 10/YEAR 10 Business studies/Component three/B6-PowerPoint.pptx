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EDD875-05C2-4A49-A6B1-2522A7CDD87D}">
  <a:tblStyle styleId="{2DEDD875-05C2-4A49-A6B1-2522A7CDD87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{2DEDD875-05C2-4A49-A6B1-2522A7CDD87D}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{2DEDD875-05C2-4A49-A6B1-2522A7CDD87D}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{2DEDD875-05C2-4A49-A6B1-2522A7CDD87D}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