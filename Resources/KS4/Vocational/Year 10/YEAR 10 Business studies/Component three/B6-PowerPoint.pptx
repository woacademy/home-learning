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42391B-9E38-45C8-811D-E42E886B99AA}">
  <a:tblStyle styleId="{5B42391B-9E38-45C8-811D-E42E886B99A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{5B42391B-9E38-45C8-811D-E42E886B99AA}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{5B42391B-9E38-45C8-811D-E42E886B99AA}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{5B42391B-9E38-45C8-811D-E42E886B99AA}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