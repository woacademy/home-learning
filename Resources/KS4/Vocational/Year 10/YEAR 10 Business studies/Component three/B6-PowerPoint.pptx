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8D5CD7-A391-48A9-94E5-B8479A642056}">
  <a:tblStyle styleId="{868D5CD7-A391-48A9-94E5-B8479A64205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{868D5CD7-A391-48A9-94E5-B8479A642056}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{868D5CD7-A391-48A9-94E5-B8479A642056}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{868D5CD7-A391-48A9-94E5-B8479A642056}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