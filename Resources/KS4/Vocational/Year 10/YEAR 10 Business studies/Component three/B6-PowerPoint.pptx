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0AC79-B22D-4BBB-B816-09D145A0F1B6}">
  <a:tblStyle styleId="{7270AC79-B22D-4BBB-B816-09D145A0F1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{7270AC79-B22D-4BBB-B816-09D145A0F1B6}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{7270AC79-B22D-4BBB-B816-09D145A0F1B6}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{7270AC79-B22D-4BBB-B816-09D145A0F1B6}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