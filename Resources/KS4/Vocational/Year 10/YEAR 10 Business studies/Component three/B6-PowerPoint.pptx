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86114E-3611-4BBF-829E-A40F3C6F88AC}">
  <a:tblStyle styleId="{AC86114E-3611-4BBF-829E-A40F3C6F88A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{AC86114E-3611-4BBF-829E-A40F3C6F88AC}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{AC86114E-3611-4BBF-829E-A40F3C6F88AC}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{AC86114E-3611-4BBF-829E-A40F3C6F88AC}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