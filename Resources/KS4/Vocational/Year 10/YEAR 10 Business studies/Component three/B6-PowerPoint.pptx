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DD082-0078-463B-872B-E44E0D82A40B}">
  <a:tblStyle styleId="{BA2DD082-0078-463B-872B-E44E0D82A4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{BA2DD082-0078-463B-872B-E44E0D82A40B}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{BA2DD082-0078-463B-872B-E44E0D82A40B}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{BA2DD082-0078-463B-872B-E44E0D82A40B}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