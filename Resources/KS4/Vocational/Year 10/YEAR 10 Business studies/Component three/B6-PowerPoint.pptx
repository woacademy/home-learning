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E68AC6-A1BA-4A24-9A27-4DE475F1A14E}">
  <a:tblStyle styleId="{BFE68AC6-A1BA-4A24-9A27-4DE475F1A14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{BFE68AC6-A1BA-4A24-9A27-4DE475F1A14E}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{BFE68AC6-A1BA-4A24-9A27-4DE475F1A14E}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{BFE68AC6-A1BA-4A24-9A27-4DE475F1A14E}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