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7AF26B-680A-4E6A-9F0A-C3354C3BD956}">
  <a:tblStyle styleId="{437AF26B-680A-4E6A-9F0A-C3354C3BD9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{437AF26B-680A-4E6A-9F0A-C3354C3BD956}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{437AF26B-680A-4E6A-9F0A-C3354C3BD956}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{437AF26B-680A-4E6A-9F0A-C3354C3BD956}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