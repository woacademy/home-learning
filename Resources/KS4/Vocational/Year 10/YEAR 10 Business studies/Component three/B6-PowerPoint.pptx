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5D0570-2F22-48E5-B192-A970A392170D}">
  <a:tblStyle styleId="{475D0570-2F22-48E5-B192-A970A392170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{475D0570-2F22-48E5-B192-A970A392170D}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{475D0570-2F22-48E5-B192-A970A392170D}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{475D0570-2F22-48E5-B192-A970A392170D}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