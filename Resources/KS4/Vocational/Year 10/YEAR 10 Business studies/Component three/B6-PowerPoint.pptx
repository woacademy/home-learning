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D12C4E-D856-4E74-9C76-24621911844A}">
  <a:tblStyle styleId="{72D12C4E-D856-4E74-9C76-24621911844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{72D12C4E-D856-4E74-9C76-24621911844A}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{72D12C4E-D856-4E74-9C76-24621911844A}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{72D12C4E-D856-4E74-9C76-24621911844A}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