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D0DB1D-3F97-410F-83D6-EB9EF053806C}">
  <a:tblStyle styleId="{19D0DB1D-3F97-410F-83D6-EB9EF05380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{19D0DB1D-3F97-410F-83D6-EB9EF053806C}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{19D0DB1D-3F97-410F-83D6-EB9EF053806C}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{19D0DB1D-3F97-410F-83D6-EB9EF053806C}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