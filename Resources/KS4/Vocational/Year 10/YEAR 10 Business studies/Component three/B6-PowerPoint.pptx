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768773-2A86-49DA-B7E2-9F6DB5B37024}">
  <a:tblStyle styleId="{8D768773-2A86-49DA-B7E2-9F6DB5B370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{8D768773-2A86-49DA-B7E2-9F6DB5B37024}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{8D768773-2A86-49DA-B7E2-9F6DB5B37024}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{8D768773-2A86-49DA-B7E2-9F6DB5B37024}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