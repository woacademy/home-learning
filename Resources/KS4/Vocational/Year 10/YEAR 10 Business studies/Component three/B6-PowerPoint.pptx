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998C4E-5092-4A58-B829-215C56EB1FE0}">
  <a:tblStyle styleId="{1E998C4E-5092-4A58-B829-215C56EB1FE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{1E998C4E-5092-4A58-B829-215C56EB1FE0}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{1E998C4E-5092-4A58-B829-215C56EB1FE0}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{1E998C4E-5092-4A58-B829-215C56EB1FE0}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