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34C983-4573-477E-AFEA-0221D36AB171}">
  <a:tblStyle styleId="{6334C983-4573-477E-AFEA-0221D36AB1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{6334C983-4573-477E-AFEA-0221D36AB171}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{6334C983-4573-477E-AFEA-0221D36AB171}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{6334C983-4573-477E-AFEA-0221D36AB171}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