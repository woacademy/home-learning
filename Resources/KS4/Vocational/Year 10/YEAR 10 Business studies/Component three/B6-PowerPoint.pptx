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E49DE4-9D0E-4E99-B986-FD16A813A429}">
  <a:tblStyle styleId="{53E49DE4-9D0E-4E99-B986-FD16A813A42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{53E49DE4-9D0E-4E99-B986-FD16A813A429}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{53E49DE4-9D0E-4E99-B986-FD16A813A429}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{53E49DE4-9D0E-4E99-B986-FD16A813A429}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