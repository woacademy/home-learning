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38A8C7-7606-44A4-B947-2736B4C0E535}">
  <a:tblStyle styleId="{6938A8C7-7606-44A4-B947-2736B4C0E53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{6938A8C7-7606-44A4-B947-2736B4C0E535}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{6938A8C7-7606-44A4-B947-2736B4C0E535}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{6938A8C7-7606-44A4-B947-2736B4C0E535}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