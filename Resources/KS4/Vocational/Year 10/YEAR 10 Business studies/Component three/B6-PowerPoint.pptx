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3020C23-DC63-41FF-8568-142B491CE9D0}">
  <a:tblStyle styleId="{63020C23-DC63-41FF-8568-142B491CE9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{63020C23-DC63-41FF-8568-142B491CE9D0}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{63020C23-DC63-41FF-8568-142B491CE9D0}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{63020C23-DC63-41FF-8568-142B491CE9D0}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