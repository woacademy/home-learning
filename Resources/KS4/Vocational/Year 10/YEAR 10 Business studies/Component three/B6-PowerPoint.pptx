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F275F3-5485-40D4-9AC9-170EC3F19EB0}">
  <a:tblStyle styleId="{88F275F3-5485-40D4-9AC9-170EC3F19E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{88F275F3-5485-40D4-9AC9-170EC3F19EB0}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{88F275F3-5485-40D4-9AC9-170EC3F19EB0}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{88F275F3-5485-40D4-9AC9-170EC3F19EB0}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