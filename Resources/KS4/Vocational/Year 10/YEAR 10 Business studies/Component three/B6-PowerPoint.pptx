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2A75BD-6E5D-45CD-9B5F-6990A5A4C6D7}">
  <a:tblStyle styleId="{F62A75BD-6E5D-45CD-9B5F-6990A5A4C6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{F62A75BD-6E5D-45CD-9B5F-6990A5A4C6D7}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{F62A75BD-6E5D-45CD-9B5F-6990A5A4C6D7}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{F62A75BD-6E5D-45CD-9B5F-6990A5A4C6D7}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