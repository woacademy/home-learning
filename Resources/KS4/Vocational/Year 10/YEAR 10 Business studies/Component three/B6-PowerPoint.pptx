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1BC63D-A71B-4DB5-8405-1C8001F5A14F}">
  <a:tblStyle styleId="{961BC63D-A71B-4DB5-8405-1C8001F5A1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{961BC63D-A71B-4DB5-8405-1C8001F5A14F}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{961BC63D-A71B-4DB5-8405-1C8001F5A14F}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{961BC63D-A71B-4DB5-8405-1C8001F5A14F}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