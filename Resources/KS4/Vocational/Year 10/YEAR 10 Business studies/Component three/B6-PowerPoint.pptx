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006D9-209B-4989-8D98-97AA5856A3D4}">
  <a:tblStyle styleId="{BF8006D9-209B-4989-8D98-97AA5856A3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{BF8006D9-209B-4989-8D98-97AA5856A3D4}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{BF8006D9-209B-4989-8D98-97AA5856A3D4}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{BF8006D9-209B-4989-8D98-97AA5856A3D4}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