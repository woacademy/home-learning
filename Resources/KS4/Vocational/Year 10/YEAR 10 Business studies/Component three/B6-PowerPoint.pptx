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D3503B-44DE-4391-B2D5-4D81A5AE34E4}">
  <a:tblStyle styleId="{B7D3503B-44DE-4391-B2D5-4D81A5AE34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{B7D3503B-44DE-4391-B2D5-4D81A5AE34E4}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{B7D3503B-44DE-4391-B2D5-4D81A5AE34E4}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{B7D3503B-44DE-4391-B2D5-4D81A5AE34E4}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