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D8B978-64BC-43C5-B87F-EFBA98AE3FB2}">
  <a:tblStyle styleId="{49D8B978-64BC-43C5-B87F-EFBA98AE3F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{49D8B978-64BC-43C5-B87F-EFBA98AE3FB2}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{49D8B978-64BC-43C5-B87F-EFBA98AE3FB2}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{49D8B978-64BC-43C5-B87F-EFBA98AE3FB2}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