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39C9DD-68AE-4B5B-9364-76503C6ED2A9}">
  <a:tblStyle styleId="{9339C9DD-68AE-4B5B-9364-76503C6ED2A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{9339C9DD-68AE-4B5B-9364-76503C6ED2A9}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{9339C9DD-68AE-4B5B-9364-76503C6ED2A9}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{9339C9DD-68AE-4B5B-9364-76503C6ED2A9}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