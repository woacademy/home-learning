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77C4B7B-34D1-4FCC-B70A-6D3FAAD76B6E}">
  <a:tblStyle styleId="{877C4B7B-34D1-4FCC-B70A-6D3FAAD76B6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{877C4B7B-34D1-4FCC-B70A-6D3FAAD76B6E}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{877C4B7B-34D1-4FCC-B70A-6D3FAAD76B6E}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{877C4B7B-34D1-4FCC-B70A-6D3FAAD76B6E}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