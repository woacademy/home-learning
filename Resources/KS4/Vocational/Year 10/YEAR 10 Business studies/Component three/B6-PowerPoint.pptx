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D29EE8-5E4D-4C65-9E5E-73676228D9C0}">
  <a:tblStyle styleId="{C7D29EE8-5E4D-4C65-9E5E-73676228D9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{C7D29EE8-5E4D-4C65-9E5E-73676228D9C0}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{C7D29EE8-5E4D-4C65-9E5E-73676228D9C0}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{C7D29EE8-5E4D-4C65-9E5E-73676228D9C0}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