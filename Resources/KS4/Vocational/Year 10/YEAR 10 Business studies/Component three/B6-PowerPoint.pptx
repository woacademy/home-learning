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65D154-9BCE-4CB0-84A5-171C72127F6D}">
  <a:tblStyle styleId="{2D65D154-9BCE-4CB0-84A5-171C72127F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{2D65D154-9BCE-4CB0-84A5-171C72127F6D}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{2D65D154-9BCE-4CB0-84A5-171C72127F6D}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{2D65D154-9BCE-4CB0-84A5-171C72127F6D}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