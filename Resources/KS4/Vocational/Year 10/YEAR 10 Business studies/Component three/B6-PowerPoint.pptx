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79EEC-17FE-43AC-99E3-0792F90526D3}">
  <a:tblStyle styleId="{6B379EEC-17FE-43AC-99E3-0792F90526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{6B379EEC-17FE-43AC-99E3-0792F90526D3}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{6B379EEC-17FE-43AC-99E3-0792F90526D3}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{6B379EEC-17FE-43AC-99E3-0792F90526D3}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