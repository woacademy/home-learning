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DC3A0E-59DF-4E9A-BD97-E8A0B96F2292}">
  <a:tblStyle styleId="{B1DC3A0E-59DF-4E9A-BD97-E8A0B96F22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{B1DC3A0E-59DF-4E9A-BD97-E8A0B96F2292}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{B1DC3A0E-59DF-4E9A-BD97-E8A0B96F2292}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{B1DC3A0E-59DF-4E9A-BD97-E8A0B96F2292}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