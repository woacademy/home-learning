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EF5BB1-50FF-4347-BA12-31043699B090}">
  <a:tblStyle styleId="{32EF5BB1-50FF-4347-BA12-31043699B0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{32EF5BB1-50FF-4347-BA12-31043699B090}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{32EF5BB1-50FF-4347-BA12-31043699B090}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{32EF5BB1-50FF-4347-BA12-31043699B090}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