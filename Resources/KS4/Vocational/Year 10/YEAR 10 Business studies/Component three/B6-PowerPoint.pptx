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6135A1-A7A0-4720-9DB4-991D512D2695}">
  <a:tblStyle styleId="{A56135A1-A7A0-4720-9DB4-991D512D269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{A56135A1-A7A0-4720-9DB4-991D512D2695}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{A56135A1-A7A0-4720-9DB4-991D512D2695}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{A56135A1-A7A0-4720-9DB4-991D512D2695}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