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C5EAFB-7009-42F6-BEA0-50BEABEEC49E}">
  <a:tblStyle styleId="{EEC5EAFB-7009-42F6-BEA0-50BEABEEC49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{EEC5EAFB-7009-42F6-BEA0-50BEABEEC49E}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{EEC5EAFB-7009-42F6-BEA0-50BEABEEC49E}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{EEC5EAFB-7009-42F6-BEA0-50BEABEEC49E}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