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BA060C-7CB0-4F12-8678-8DAB7A567D7E}">
  <a:tblStyle styleId="{B0BA060C-7CB0-4F12-8678-8DAB7A567D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{B0BA060C-7CB0-4F12-8678-8DAB7A567D7E}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{B0BA060C-7CB0-4F12-8678-8DAB7A567D7E}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{B0BA060C-7CB0-4F12-8678-8DAB7A567D7E}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