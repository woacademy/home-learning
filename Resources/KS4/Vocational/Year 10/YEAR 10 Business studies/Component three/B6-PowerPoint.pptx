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5EE012-9B2B-481D-8EAA-ABC38488B578}">
  <a:tblStyle styleId="{005EE012-9B2B-481D-8EAA-ABC38488B5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{005EE012-9B2B-481D-8EAA-ABC38488B578}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{005EE012-9B2B-481D-8EAA-ABC38488B578}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{005EE012-9B2B-481D-8EAA-ABC38488B578}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