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5CC540-92BB-4D8D-A897-24F660C46566}">
  <a:tblStyle styleId="{E95CC540-92BB-4D8D-A897-24F660C4656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{E95CC540-92BB-4D8D-A897-24F660C46566}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{E95CC540-92BB-4D8D-A897-24F660C46566}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{E95CC540-92BB-4D8D-A897-24F660C46566}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