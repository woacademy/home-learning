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B1BFF1-D9A5-412E-BA77-0C344A5E5EA7}">
  <a:tblStyle styleId="{DDB1BFF1-D9A5-412E-BA77-0C344A5E5EA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{DDB1BFF1-D9A5-412E-BA77-0C344A5E5EA7}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{DDB1BFF1-D9A5-412E-BA77-0C344A5E5EA7}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{DDB1BFF1-D9A5-412E-BA77-0C344A5E5EA7}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