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A8A8C-3548-457D-9551-CE172B3A867E}">
  <a:tblStyle styleId="{1AEA8A8C-3548-457D-9551-CE172B3A86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{1AEA8A8C-3548-457D-9551-CE172B3A867E}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{1AEA8A8C-3548-457D-9551-CE172B3A867E}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{1AEA8A8C-3548-457D-9551-CE172B3A867E}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