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B2F3931-C31C-4C79-BBB9-8394B952B9D6}">
  <a:tblStyle styleId="{0B2F3931-C31C-4C79-BBB9-8394B952B9D6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{0B2F3931-C31C-4C79-BBB9-8394B952B9D6}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{0B2F3931-C31C-4C79-BBB9-8394B952B9D6}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{0B2F3931-C31C-4C79-BBB9-8394B952B9D6}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