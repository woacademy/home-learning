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B65FF2-0B42-4A88-BF06-57ACE961A5DF}">
  <a:tblStyle styleId="{8EB65FF2-0B42-4A88-BF06-57ACE961A5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{8EB65FF2-0B42-4A88-BF06-57ACE961A5DF}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{8EB65FF2-0B42-4A88-BF06-57ACE961A5DF}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{8EB65FF2-0B42-4A88-BF06-57ACE961A5DF}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