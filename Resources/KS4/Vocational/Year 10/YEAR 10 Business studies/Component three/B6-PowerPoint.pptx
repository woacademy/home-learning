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C97BB4-300D-4363-8B8C-459D7B7546B9}">
  <a:tblStyle styleId="{C4C97BB4-300D-4363-8B8C-459D7B7546B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{C4C97BB4-300D-4363-8B8C-459D7B7546B9}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{C4C97BB4-300D-4363-8B8C-459D7B7546B9}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{C4C97BB4-300D-4363-8B8C-459D7B7546B9}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