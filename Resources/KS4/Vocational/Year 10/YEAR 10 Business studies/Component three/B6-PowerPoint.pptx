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C139C7-D7D8-4AC5-9ED2-49A51604CE8E}">
  <a:tblStyle styleId="{EAC139C7-D7D8-4AC5-9ED2-49A51604CE8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{EAC139C7-D7D8-4AC5-9ED2-49A51604CE8E}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{EAC139C7-D7D8-4AC5-9ED2-49A51604CE8E}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{EAC139C7-D7D8-4AC5-9ED2-49A51604CE8E}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