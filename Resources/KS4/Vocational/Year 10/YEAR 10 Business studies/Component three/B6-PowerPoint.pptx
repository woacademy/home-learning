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F4874B2-1422-4EC9-B823-0B4A03625F94}">
  <a:tblStyle styleId="{EF4874B2-1422-4EC9-B823-0B4A03625F9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{EF4874B2-1422-4EC9-B823-0B4A03625F94}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{EF4874B2-1422-4EC9-B823-0B4A03625F94}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{EF4874B2-1422-4EC9-B823-0B4A03625F94}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