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56A0F2-606A-44A7-9B54-8AA12F1F39EB}">
  <a:tblStyle styleId="{A156A0F2-606A-44A7-9B54-8AA12F1F39E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{A156A0F2-606A-44A7-9B54-8AA12F1F39EB}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{A156A0F2-606A-44A7-9B54-8AA12F1F39EB}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{A156A0F2-606A-44A7-9B54-8AA12F1F39EB}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