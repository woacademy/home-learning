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6FB365-AF9F-4DE2-8CF7-F1647AC03D46}">
  <a:tblStyle styleId="{CC6FB365-AF9F-4DE2-8CF7-F1647AC03D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{CC6FB365-AF9F-4DE2-8CF7-F1647AC03D46}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{CC6FB365-AF9F-4DE2-8CF7-F1647AC03D46}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{CC6FB365-AF9F-4DE2-8CF7-F1647AC03D46}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