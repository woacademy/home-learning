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A35963-8499-4D7C-A920-AFE69D51763C}">
  <a:tblStyle styleId="{77A35963-8499-4D7C-A920-AFE69D5176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{77A35963-8499-4D7C-A920-AFE69D51763C}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{77A35963-8499-4D7C-A920-AFE69D51763C}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{77A35963-8499-4D7C-A920-AFE69D51763C}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