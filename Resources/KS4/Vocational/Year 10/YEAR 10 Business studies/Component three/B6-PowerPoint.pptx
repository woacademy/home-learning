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B8DC2E-C114-4145-AEEE-55B44B50B8E4}">
  <a:tblStyle styleId="{64B8DC2E-C114-4145-AEEE-55B44B50B8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{64B8DC2E-C114-4145-AEEE-55B44B50B8E4}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{64B8DC2E-C114-4145-AEEE-55B44B50B8E4}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{64B8DC2E-C114-4145-AEEE-55B44B50B8E4}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