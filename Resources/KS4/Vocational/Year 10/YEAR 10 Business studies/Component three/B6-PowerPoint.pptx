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AB0B1F-BDFD-49C5-85D5-3AF5D87A498F}">
  <a:tblStyle styleId="{6EAB0B1F-BDFD-49C5-85D5-3AF5D87A49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{6EAB0B1F-BDFD-49C5-85D5-3AF5D87A498F}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{6EAB0B1F-BDFD-49C5-85D5-3AF5D87A498F}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{6EAB0B1F-BDFD-49C5-85D5-3AF5D87A498F}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