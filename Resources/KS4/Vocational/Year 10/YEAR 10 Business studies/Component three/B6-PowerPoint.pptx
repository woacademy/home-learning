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F1C7CD-B2DB-44B4-B805-EC36A9485DF6}">
  <a:tblStyle styleId="{D7F1C7CD-B2DB-44B4-B805-EC36A9485DF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{D7F1C7CD-B2DB-44B4-B805-EC36A9485DF6}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{D7F1C7CD-B2DB-44B4-B805-EC36A9485DF6}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{D7F1C7CD-B2DB-44B4-B805-EC36A9485DF6}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