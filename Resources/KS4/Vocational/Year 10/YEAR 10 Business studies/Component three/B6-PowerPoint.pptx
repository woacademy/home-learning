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B2755F-F846-47A5-A234-DAD7DB79540F}">
  <a:tblStyle styleId="{0BB2755F-F846-47A5-A234-DAD7DB7954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{0BB2755F-F846-47A5-A234-DAD7DB79540F}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{0BB2755F-F846-47A5-A234-DAD7DB79540F}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{0BB2755F-F846-47A5-A234-DAD7DB79540F}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