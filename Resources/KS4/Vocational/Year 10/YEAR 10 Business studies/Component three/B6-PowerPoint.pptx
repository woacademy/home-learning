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15F688-C618-445E-9941-A7C7A5FFFF73}">
  <a:tblStyle styleId="{9815F688-C618-445E-9941-A7C7A5FFFF7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{9815F688-C618-445E-9941-A7C7A5FFFF73}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{9815F688-C618-445E-9941-A7C7A5FFFF73}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{9815F688-C618-445E-9941-A7C7A5FFFF73}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