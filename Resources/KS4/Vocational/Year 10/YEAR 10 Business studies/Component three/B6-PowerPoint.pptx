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09F915-21FA-42C9-B756-4E2C849F3565}">
  <a:tblStyle styleId="{8609F915-21FA-42C9-B756-4E2C849F35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{8609F915-21FA-42C9-B756-4E2C849F3565}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{8609F915-21FA-42C9-B756-4E2C849F3565}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{8609F915-21FA-42C9-B756-4E2C849F3565}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