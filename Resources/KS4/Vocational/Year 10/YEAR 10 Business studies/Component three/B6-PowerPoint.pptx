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21681-2911-4585-B0D0-347F6BCEA883}">
  <a:tblStyle styleId="{24B21681-2911-4585-B0D0-347F6BCEA8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{24B21681-2911-4585-B0D0-347F6BCEA883}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{24B21681-2911-4585-B0D0-347F6BCEA883}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{24B21681-2911-4585-B0D0-347F6BCEA883}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