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5AA624-05B7-4E83-B8DB-0EC9784E66E5}">
  <a:tblStyle styleId="{705AA624-05B7-4E83-B8DB-0EC9784E66E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{705AA624-05B7-4E83-B8DB-0EC9784E66E5}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{705AA624-05B7-4E83-B8DB-0EC9784E66E5}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{705AA624-05B7-4E83-B8DB-0EC9784E66E5}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