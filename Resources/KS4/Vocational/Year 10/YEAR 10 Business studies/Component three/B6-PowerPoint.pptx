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E77079-71F2-463C-90DE-9A5EF3248612}">
  <a:tblStyle styleId="{FBE77079-71F2-463C-90DE-9A5EF32486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{FBE77079-71F2-463C-90DE-9A5EF3248612}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{FBE77079-71F2-463C-90DE-9A5EF3248612}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{FBE77079-71F2-463C-90DE-9A5EF3248612}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