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73D811-D1D7-416D-A4BE-BE076CB7CDD4}">
  <a:tblStyle styleId="{F573D811-D1D7-416D-A4BE-BE076CB7CD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{F573D811-D1D7-416D-A4BE-BE076CB7CDD4}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{F573D811-D1D7-416D-A4BE-BE076CB7CDD4}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{F573D811-D1D7-416D-A4BE-BE076CB7CDD4}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