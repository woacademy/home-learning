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21BE29-8387-4355-84B0-90419D7677FD}">
  <a:tblStyle styleId="{B221BE29-8387-4355-84B0-90419D7677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{B221BE29-8387-4355-84B0-90419D7677FD}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{B221BE29-8387-4355-84B0-90419D7677FD}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{B221BE29-8387-4355-84B0-90419D7677FD}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