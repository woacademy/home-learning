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A8BC71E-9086-4E6E-8415-5EB2651A5B7F}">
  <a:tblStyle styleId="{5A8BC71E-9086-4E6E-8415-5EB2651A5B7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{5A8BC71E-9086-4E6E-8415-5EB2651A5B7F}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{5A8BC71E-9086-4E6E-8415-5EB2651A5B7F}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{5A8BC71E-9086-4E6E-8415-5EB2651A5B7F}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