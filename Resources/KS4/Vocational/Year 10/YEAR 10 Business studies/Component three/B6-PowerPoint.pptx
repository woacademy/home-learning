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EFA496-3FFF-43DD-84C6-8579D7078058}">
  <a:tblStyle styleId="{05EFA496-3FFF-43DD-84C6-8579D70780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{05EFA496-3FFF-43DD-84C6-8579D7078058}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{05EFA496-3FFF-43DD-84C6-8579D7078058}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{05EFA496-3FFF-43DD-84C6-8579D7078058}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