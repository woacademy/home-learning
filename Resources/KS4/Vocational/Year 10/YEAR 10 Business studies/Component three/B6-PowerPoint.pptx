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81D02-8A66-493A-AE64-85516CC5F97A}">
  <a:tblStyle styleId="{04381D02-8A66-493A-AE64-85516CC5F9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{04381D02-8A66-493A-AE64-85516CC5F97A}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{04381D02-8A66-493A-AE64-85516CC5F97A}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{04381D02-8A66-493A-AE64-85516CC5F97A}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