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E802CB-9C4E-465B-B80A-EAACE972DF68}">
  <a:tblStyle styleId="{D7E802CB-9C4E-465B-B80A-EAACE972DF6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{D7E802CB-9C4E-465B-B80A-EAACE972DF68}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{D7E802CB-9C4E-465B-B80A-EAACE972DF68}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{D7E802CB-9C4E-465B-B80A-EAACE972DF68}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