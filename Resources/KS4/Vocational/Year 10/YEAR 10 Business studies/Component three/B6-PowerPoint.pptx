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2902B4-4137-4032-91A8-6D63B624DBC9}">
  <a:tblStyle styleId="{A22902B4-4137-4032-91A8-6D63B624DB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{A22902B4-4137-4032-91A8-6D63B624DBC9}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{A22902B4-4137-4032-91A8-6D63B624DBC9}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{A22902B4-4137-4032-91A8-6D63B624DBC9}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