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77074-72FC-4D7E-877F-FCF0ADBF5EED}">
  <a:tblStyle styleId="{22177074-72FC-4D7E-877F-FCF0ADBF5E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{22177074-72FC-4D7E-877F-FCF0ADBF5EED}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{22177074-72FC-4D7E-877F-FCF0ADBF5EED}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{22177074-72FC-4D7E-877F-FCF0ADBF5EED}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