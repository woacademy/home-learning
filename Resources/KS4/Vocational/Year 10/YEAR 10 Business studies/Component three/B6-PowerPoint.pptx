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F7582B-EFF2-4C04-A589-74C58EC0321D}">
  <a:tblStyle styleId="{C3F7582B-EFF2-4C04-A589-74C58EC0321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{C3F7582B-EFF2-4C04-A589-74C58EC0321D}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{C3F7582B-EFF2-4C04-A589-74C58EC0321D}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{C3F7582B-EFF2-4C04-A589-74C58EC0321D}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