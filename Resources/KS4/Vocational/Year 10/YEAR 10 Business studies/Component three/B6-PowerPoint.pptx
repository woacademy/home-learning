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65BF4D-5572-4E01-A554-4BC805CC80F8}">
  <a:tblStyle styleId="{5E65BF4D-5572-4E01-A554-4BC805CC80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{5E65BF4D-5572-4E01-A554-4BC805CC80F8}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{5E65BF4D-5572-4E01-A554-4BC805CC80F8}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{5E65BF4D-5572-4E01-A554-4BC805CC80F8}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