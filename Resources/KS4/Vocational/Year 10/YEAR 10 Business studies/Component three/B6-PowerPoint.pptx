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AF907D-2F67-4995-B12B-87DA98143898}">
  <a:tblStyle styleId="{ACAF907D-2F67-4995-B12B-87DA9814389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{ACAF907D-2F67-4995-B12B-87DA98143898}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{ACAF907D-2F67-4995-B12B-87DA98143898}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{ACAF907D-2F67-4995-B12B-87DA98143898}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