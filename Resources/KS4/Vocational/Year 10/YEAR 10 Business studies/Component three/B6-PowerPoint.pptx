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853E5E-3D7C-4242-94D6-32B669E9CBED}">
  <a:tblStyle styleId="{B2853E5E-3D7C-4242-94D6-32B669E9CB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{B2853E5E-3D7C-4242-94D6-32B669E9CBED}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{B2853E5E-3D7C-4242-94D6-32B669E9CBED}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{B2853E5E-3D7C-4242-94D6-32B669E9CBED}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