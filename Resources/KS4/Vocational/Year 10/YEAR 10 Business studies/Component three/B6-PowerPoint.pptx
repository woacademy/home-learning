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DA24C5-A67C-469E-BE55-C173DB1A0E1B}">
  <a:tblStyle styleId="{62DA24C5-A67C-469E-BE55-C173DB1A0E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{62DA24C5-A67C-469E-BE55-C173DB1A0E1B}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{62DA24C5-A67C-469E-BE55-C173DB1A0E1B}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{62DA24C5-A67C-469E-BE55-C173DB1A0E1B}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