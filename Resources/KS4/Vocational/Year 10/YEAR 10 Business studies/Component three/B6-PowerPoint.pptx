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ADC67-2DD5-49DF-85CB-39EC80D633F1}">
  <a:tblStyle styleId="{112ADC67-2DD5-49DF-85CB-39EC80D633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{112ADC67-2DD5-49DF-85CB-39EC80D633F1}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{112ADC67-2DD5-49DF-85CB-39EC80D633F1}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{112ADC67-2DD5-49DF-85CB-39EC80D633F1}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