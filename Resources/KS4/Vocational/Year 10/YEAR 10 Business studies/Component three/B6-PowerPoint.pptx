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C8CB4-BF21-4716-BA86-896C45F4F817}">
  <a:tblStyle styleId="{2B0C8CB4-BF21-4716-BA86-896C45F4F8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{2B0C8CB4-BF21-4716-BA86-896C45F4F817}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{2B0C8CB4-BF21-4716-BA86-896C45F4F817}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{2B0C8CB4-BF21-4716-BA86-896C45F4F817}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