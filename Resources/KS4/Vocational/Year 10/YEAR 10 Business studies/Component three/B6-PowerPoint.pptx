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7956427-2CE9-47B5-BB46-86473066CD78}">
  <a:tblStyle styleId="{77956427-2CE9-47B5-BB46-86473066CD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{77956427-2CE9-47B5-BB46-86473066CD78}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{77956427-2CE9-47B5-BB46-86473066CD78}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{77956427-2CE9-47B5-BB46-86473066CD78}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