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B3C6DA-3134-4273-88A8-218EFC0AB34B}">
  <a:tblStyle styleId="{17B3C6DA-3134-4273-88A8-218EFC0AB3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{17B3C6DA-3134-4273-88A8-218EFC0AB34B}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{17B3C6DA-3134-4273-88A8-218EFC0AB34B}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{17B3C6DA-3134-4273-88A8-218EFC0AB34B}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