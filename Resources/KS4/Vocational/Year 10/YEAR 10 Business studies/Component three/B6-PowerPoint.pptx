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73E2EC-DF2F-487F-9CB5-698CD9C96B72}">
  <a:tblStyle styleId="{7F73E2EC-DF2F-487F-9CB5-698CD9C96B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{7F73E2EC-DF2F-487F-9CB5-698CD9C96B72}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{7F73E2EC-DF2F-487F-9CB5-698CD9C96B72}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{7F73E2EC-DF2F-487F-9CB5-698CD9C96B72}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