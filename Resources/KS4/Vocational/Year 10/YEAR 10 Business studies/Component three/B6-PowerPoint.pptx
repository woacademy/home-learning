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F0E1CF-03EB-48E3-B6E6-53CF34597D01}">
  <a:tblStyle styleId="{12F0E1CF-03EB-48E3-B6E6-53CF34597D0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{12F0E1CF-03EB-48E3-B6E6-53CF34597D01}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{12F0E1CF-03EB-48E3-B6E6-53CF34597D01}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{12F0E1CF-03EB-48E3-B6E6-53CF34597D01}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