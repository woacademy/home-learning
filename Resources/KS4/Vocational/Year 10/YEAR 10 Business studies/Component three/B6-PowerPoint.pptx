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DC0FFD-C4F0-4CD4-A053-BC2E601A3082}">
  <a:tblStyle styleId="{42DC0FFD-C4F0-4CD4-A053-BC2E601A308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{42DC0FFD-C4F0-4CD4-A053-BC2E601A3082}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{42DC0FFD-C4F0-4CD4-A053-BC2E601A3082}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{42DC0FFD-C4F0-4CD4-A053-BC2E601A3082}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