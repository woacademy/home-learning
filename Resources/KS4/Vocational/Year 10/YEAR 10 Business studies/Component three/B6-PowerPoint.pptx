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90B731-688A-4FA5-B809-D9F068CAF690}">
  <a:tblStyle styleId="{DD90B731-688A-4FA5-B809-D9F068CAF6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{DD90B731-688A-4FA5-B809-D9F068CAF690}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{DD90B731-688A-4FA5-B809-D9F068CAF690}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{DD90B731-688A-4FA5-B809-D9F068CAF690}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