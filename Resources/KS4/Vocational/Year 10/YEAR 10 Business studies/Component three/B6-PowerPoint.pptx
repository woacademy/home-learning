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7B98BA-B0D1-42B1-9423-6CC70AB268F8}">
  <a:tblStyle styleId="{277B98BA-B0D1-42B1-9423-6CC70AB268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{277B98BA-B0D1-42B1-9423-6CC70AB268F8}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{277B98BA-B0D1-42B1-9423-6CC70AB268F8}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{277B98BA-B0D1-42B1-9423-6CC70AB268F8}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