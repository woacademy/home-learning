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7F5B55F-F400-41D0-805F-255A35754D9E}">
  <a:tblStyle styleId="{37F5B55F-F400-41D0-805F-255A35754D9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{37F5B55F-F400-41D0-805F-255A35754D9E}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{37F5B55F-F400-41D0-805F-255A35754D9E}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{37F5B55F-F400-41D0-805F-255A35754D9E}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