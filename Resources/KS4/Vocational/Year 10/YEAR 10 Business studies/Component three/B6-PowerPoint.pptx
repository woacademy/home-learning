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B89DCD-42B7-4F4A-BB58-BEA2FD30344F}">
  <a:tblStyle styleId="{DEB89DCD-42B7-4F4A-BB58-BEA2FD3034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{DEB89DCD-42B7-4F4A-BB58-BEA2FD30344F}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{DEB89DCD-42B7-4F4A-BB58-BEA2FD30344F}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{DEB89DCD-42B7-4F4A-BB58-BEA2FD30344F}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