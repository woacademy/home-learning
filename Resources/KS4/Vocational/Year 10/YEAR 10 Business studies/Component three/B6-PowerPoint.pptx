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BC576E-7DBD-4C5E-AA83-2D80A8E4B9E0}">
  <a:tblStyle styleId="{9DBC576E-7DBD-4C5E-AA83-2D80A8E4B9E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{9DBC576E-7DBD-4C5E-AA83-2D80A8E4B9E0}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{9DBC576E-7DBD-4C5E-AA83-2D80A8E4B9E0}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{9DBC576E-7DBD-4C5E-AA83-2D80A8E4B9E0}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