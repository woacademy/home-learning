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9E03217-1EB8-4E9D-8079-EE8227150CBC}">
  <a:tblStyle styleId="{C9E03217-1EB8-4E9D-8079-EE8227150CB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{C9E03217-1EB8-4E9D-8079-EE8227150CBC}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{C9E03217-1EB8-4E9D-8079-EE8227150CBC}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{C9E03217-1EB8-4E9D-8079-EE8227150CBC}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