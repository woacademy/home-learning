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A07FAE-6574-4AF4-99E9-675652379562}">
  <a:tblStyle styleId="{22A07FAE-6574-4AF4-99E9-67565237956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{22A07FAE-6574-4AF4-99E9-675652379562}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{22A07FAE-6574-4AF4-99E9-675652379562}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{22A07FAE-6574-4AF4-99E9-675652379562}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