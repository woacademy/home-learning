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B0D78D-179F-48DA-B335-512BDB2C7FE8}">
  <a:tblStyle styleId="{05B0D78D-179F-48DA-B335-512BDB2C7FE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{05B0D78D-179F-48DA-B335-512BDB2C7FE8}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{05B0D78D-179F-48DA-B335-512BDB2C7FE8}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{05B0D78D-179F-48DA-B335-512BDB2C7FE8}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