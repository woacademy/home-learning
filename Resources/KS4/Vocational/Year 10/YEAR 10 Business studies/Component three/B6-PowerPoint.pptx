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8A6516-6078-4DB0-BFF1-26C794EBF093}">
  <a:tblStyle styleId="{948A6516-6078-4DB0-BFF1-26C794EBF0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{948A6516-6078-4DB0-BFF1-26C794EBF093}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{948A6516-6078-4DB0-BFF1-26C794EBF093}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{948A6516-6078-4DB0-BFF1-26C794EBF093}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