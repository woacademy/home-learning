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C1104-0AEE-49EF-8C97-3BB76EF71808}">
  <a:tblStyle styleId="{A99C1104-0AEE-49EF-8C97-3BB76EF718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{A99C1104-0AEE-49EF-8C97-3BB76EF71808}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{A99C1104-0AEE-49EF-8C97-3BB76EF71808}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{A99C1104-0AEE-49EF-8C97-3BB76EF71808}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