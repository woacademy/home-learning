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2BD3C-2212-4F02-A6C9-5B72546BAADB}">
  <a:tblStyle styleId="{B8E2BD3C-2212-4F02-A6C9-5B72546BAA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{B8E2BD3C-2212-4F02-A6C9-5B72546BAADB}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{B8E2BD3C-2212-4F02-A6C9-5B72546BAADB}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{B8E2BD3C-2212-4F02-A6C9-5B72546BAADB}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