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703F46-485C-435B-B2FD-2554371BE26A}">
  <a:tblStyle styleId="{B3703F46-485C-435B-B2FD-2554371BE2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{B3703F46-485C-435B-B2FD-2554371BE26A}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{B3703F46-485C-435B-B2FD-2554371BE26A}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{B3703F46-485C-435B-B2FD-2554371BE26A}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