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AEABB5-E3B5-4B89-82EA-5B7786223932}">
  <a:tblStyle styleId="{75AEABB5-E3B5-4B89-82EA-5B77862239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{75AEABB5-E3B5-4B89-82EA-5B7786223932}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{75AEABB5-E3B5-4B89-82EA-5B7786223932}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{75AEABB5-E3B5-4B89-82EA-5B7786223932}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