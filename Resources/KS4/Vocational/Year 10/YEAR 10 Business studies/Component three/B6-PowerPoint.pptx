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AB8996-1187-4779-BEAF-C68F19BF0D59}">
  <a:tblStyle styleId="{70AB8996-1187-4779-BEAF-C68F19BF0D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{70AB8996-1187-4779-BEAF-C68F19BF0D59}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{70AB8996-1187-4779-BEAF-C68F19BF0D59}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{70AB8996-1187-4779-BEAF-C68F19BF0D59}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