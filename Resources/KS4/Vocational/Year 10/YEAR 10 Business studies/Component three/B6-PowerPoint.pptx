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D389BA1-653B-4D7E-B891-3C729B42FE02}">
  <a:tblStyle styleId="{3D389BA1-653B-4D7E-B891-3C729B42FE0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{3D389BA1-653B-4D7E-B891-3C729B42FE02}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{3D389BA1-653B-4D7E-B891-3C729B42FE02}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{3D389BA1-653B-4D7E-B891-3C729B42FE02}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