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5E2A58-1267-40F1-A17D-5FCD1038BDC2}">
  <a:tblStyle styleId="{045E2A58-1267-40F1-A17D-5FCD1038BD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{045E2A58-1267-40F1-A17D-5FCD1038BDC2}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{045E2A58-1267-40F1-A17D-5FCD1038BDC2}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{045E2A58-1267-40F1-A17D-5FCD1038BDC2}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