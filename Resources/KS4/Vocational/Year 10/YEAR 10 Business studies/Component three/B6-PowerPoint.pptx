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4E6D26-E5D8-4C66-B236-63630D636069}">
  <a:tblStyle styleId="{EE4E6D26-E5D8-4C66-B236-63630D6360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{EE4E6D26-E5D8-4C66-B236-63630D636069}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{EE4E6D26-E5D8-4C66-B236-63630D636069}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{EE4E6D26-E5D8-4C66-B236-63630D636069}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