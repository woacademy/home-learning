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7A0026F5-0770-49C8-9407-6519AF4E5D3B}">
  <a:tblStyle styleId="{7A0026F5-0770-49C8-9407-6519AF4E5D3B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{7A0026F5-0770-49C8-9407-6519AF4E5D3B}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{7A0026F5-0770-49C8-9407-6519AF4E5D3B}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{7A0026F5-0770-49C8-9407-6519AF4E5D3B}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