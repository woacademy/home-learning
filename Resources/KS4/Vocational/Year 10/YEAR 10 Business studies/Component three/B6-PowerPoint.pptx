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E9EB81-5729-4AEF-BB8E-A464522C1178}">
  <a:tblStyle styleId="{B0E9EB81-5729-4AEF-BB8E-A464522C11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{B0E9EB81-5729-4AEF-BB8E-A464522C1178}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{B0E9EB81-5729-4AEF-BB8E-A464522C1178}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{B0E9EB81-5729-4AEF-BB8E-A464522C1178}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