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724EEC-CA27-4AD3-B3CC-872C8372A32B}">
  <a:tblStyle styleId="{E7724EEC-CA27-4AD3-B3CC-872C8372A3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{E7724EEC-CA27-4AD3-B3CC-872C8372A32B}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{E7724EEC-CA27-4AD3-B3CC-872C8372A32B}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{E7724EEC-CA27-4AD3-B3CC-872C8372A32B}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