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14C5FA-36BF-4692-AE40-D644EE4DD7C9}">
  <a:tblStyle styleId="{3D14C5FA-36BF-4692-AE40-D644EE4DD7C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{3D14C5FA-36BF-4692-AE40-D644EE4DD7C9}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{3D14C5FA-36BF-4692-AE40-D644EE4DD7C9}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{3D14C5FA-36BF-4692-AE40-D644EE4DD7C9}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