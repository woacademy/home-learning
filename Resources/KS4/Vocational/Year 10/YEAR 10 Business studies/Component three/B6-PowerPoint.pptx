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1EC68B-D329-4C73-9A87-0FD0A817DE87}">
  <a:tblStyle styleId="{BC1EC68B-D329-4C73-9A87-0FD0A817DE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{BC1EC68B-D329-4C73-9A87-0FD0A817DE87}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{BC1EC68B-D329-4C73-9A87-0FD0A817DE87}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{BC1EC68B-D329-4C73-9A87-0FD0A817DE87}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