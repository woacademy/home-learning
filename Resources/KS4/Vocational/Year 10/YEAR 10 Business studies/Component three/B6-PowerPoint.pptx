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45C0092-4F9B-4E1A-A3D1-BC95349BC972}">
  <a:tblStyle styleId="{745C0092-4F9B-4E1A-A3D1-BC95349BC97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{745C0092-4F9B-4E1A-A3D1-BC95349BC972}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{745C0092-4F9B-4E1A-A3D1-BC95349BC972}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{745C0092-4F9B-4E1A-A3D1-BC95349BC972}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