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89765-9454-4017-8C3E-E2CFC40A5413}">
  <a:tblStyle styleId="{74C89765-9454-4017-8C3E-E2CFC40A54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{74C89765-9454-4017-8C3E-E2CFC40A5413}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{74C89765-9454-4017-8C3E-E2CFC40A5413}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{74C89765-9454-4017-8C3E-E2CFC40A5413}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