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1CB043-A62F-4826-9B30-1CF0BEEC3A1A}">
  <a:tblStyle styleId="{631CB043-A62F-4826-9B30-1CF0BEEC3A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{631CB043-A62F-4826-9B30-1CF0BEEC3A1A}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{631CB043-A62F-4826-9B30-1CF0BEEC3A1A}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{631CB043-A62F-4826-9B30-1CF0BEEC3A1A}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