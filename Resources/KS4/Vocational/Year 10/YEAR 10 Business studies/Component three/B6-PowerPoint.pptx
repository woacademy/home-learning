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213114-F1DB-44EE-BFA0-4572AA6AF7BE}">
  <a:tblStyle styleId="{ED213114-F1DB-44EE-BFA0-4572AA6AF7B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{ED213114-F1DB-44EE-BFA0-4572AA6AF7BE}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{ED213114-F1DB-44EE-BFA0-4572AA6AF7BE}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{ED213114-F1DB-44EE-BFA0-4572AA6AF7BE}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