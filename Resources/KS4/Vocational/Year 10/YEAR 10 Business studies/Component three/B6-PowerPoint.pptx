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68C43F-272A-4D09-8D86-1E0BD62B972D}">
  <a:tblStyle styleId="{BF68C43F-272A-4D09-8D86-1E0BD62B972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{BF68C43F-272A-4D09-8D86-1E0BD62B972D}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{BF68C43F-272A-4D09-8D86-1E0BD62B972D}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{BF68C43F-272A-4D09-8D86-1E0BD62B972D}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