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48BCC9-FBB5-4F8C-9EC3-55D1AF39B5D7}">
  <a:tblStyle styleId="{0948BCC9-FBB5-4F8C-9EC3-55D1AF39B5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{0948BCC9-FBB5-4F8C-9EC3-55D1AF39B5D7}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{0948BCC9-FBB5-4F8C-9EC3-55D1AF39B5D7}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{0948BCC9-FBB5-4F8C-9EC3-55D1AF39B5D7}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