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4901C7-8794-49E5-AC2F-36F04FD0779C}">
  <a:tblStyle styleId="{784901C7-8794-49E5-AC2F-36F04FD077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{784901C7-8794-49E5-AC2F-36F04FD0779C}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{784901C7-8794-49E5-AC2F-36F04FD0779C}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{784901C7-8794-49E5-AC2F-36F04FD0779C}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