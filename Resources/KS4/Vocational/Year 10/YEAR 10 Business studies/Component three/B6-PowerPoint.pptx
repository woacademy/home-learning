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7AAE7D-6BEB-4AD6-853C-CD636CADF01E}">
  <a:tblStyle styleId="{087AAE7D-6BEB-4AD6-853C-CD636CADF0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{087AAE7D-6BEB-4AD6-853C-CD636CADF01E}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{087AAE7D-6BEB-4AD6-853C-CD636CADF01E}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{087AAE7D-6BEB-4AD6-853C-CD636CADF01E}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