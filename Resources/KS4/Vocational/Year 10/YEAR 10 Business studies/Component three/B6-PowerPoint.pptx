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DB8494-D94F-4EC6-A69B-48A903DA8829}">
  <a:tblStyle styleId="{C8DB8494-D94F-4EC6-A69B-48A903DA882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{C8DB8494-D94F-4EC6-A69B-48A903DA8829}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{C8DB8494-D94F-4EC6-A69B-48A903DA8829}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{C8DB8494-D94F-4EC6-A69B-48A903DA8829}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