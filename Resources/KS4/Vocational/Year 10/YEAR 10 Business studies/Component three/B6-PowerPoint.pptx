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C8BD5B-FD03-4E04-9358-C4F06DD440F1}">
  <a:tblStyle styleId="{81C8BD5B-FD03-4E04-9358-C4F06DD440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{81C8BD5B-FD03-4E04-9358-C4F06DD440F1}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{81C8BD5B-FD03-4E04-9358-C4F06DD440F1}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{81C8BD5B-FD03-4E04-9358-C4F06DD440F1}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