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55EE39-91E2-4A6C-8278-9BCA14E61322}">
  <a:tblStyle styleId="{7F55EE39-91E2-4A6C-8278-9BCA14E613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{7F55EE39-91E2-4A6C-8278-9BCA14E61322}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{7F55EE39-91E2-4A6C-8278-9BCA14E61322}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{7F55EE39-91E2-4A6C-8278-9BCA14E61322}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