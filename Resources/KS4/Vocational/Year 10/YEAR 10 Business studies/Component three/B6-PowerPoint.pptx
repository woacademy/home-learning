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34B0C7-7730-42CF-B1C4-0830EEC3C5B5}">
  <a:tblStyle styleId="{1034B0C7-7730-42CF-B1C4-0830EEC3C5B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{1034B0C7-7730-42CF-B1C4-0830EEC3C5B5}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{1034B0C7-7730-42CF-B1C4-0830EEC3C5B5}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{1034B0C7-7730-42CF-B1C4-0830EEC3C5B5}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