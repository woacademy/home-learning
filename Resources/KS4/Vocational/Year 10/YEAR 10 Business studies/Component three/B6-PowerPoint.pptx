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BAD057-B781-4135-8840-4482D48C3D12}">
  <a:tblStyle styleId="{B6BAD057-B781-4135-8840-4482D48C3D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{B6BAD057-B781-4135-8840-4482D48C3D12}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{B6BAD057-B781-4135-8840-4482D48C3D12}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{B6BAD057-B781-4135-8840-4482D48C3D12}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