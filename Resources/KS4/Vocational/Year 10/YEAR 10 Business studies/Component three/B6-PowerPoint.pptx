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F7B3A7-264D-401E-8804-BD2EC873D65D}">
  <a:tblStyle styleId="{A5F7B3A7-264D-401E-8804-BD2EC873D6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{A5F7B3A7-264D-401E-8804-BD2EC873D65D}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{A5F7B3A7-264D-401E-8804-BD2EC873D65D}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{A5F7B3A7-264D-401E-8804-BD2EC873D65D}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