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66FE17B-D740-4E08-AEEB-3A1E777F839A}">
  <a:tblStyle styleId="{D66FE17B-D740-4E08-AEEB-3A1E777F839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{D66FE17B-D740-4E08-AEEB-3A1E777F839A}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{D66FE17B-D740-4E08-AEEB-3A1E777F839A}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{D66FE17B-D740-4E08-AEEB-3A1E777F839A}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