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AD3978-9F70-4479-8D0B-B756F495B83E}">
  <a:tblStyle styleId="{B3AD3978-9F70-4479-8D0B-B756F495B8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{B3AD3978-9F70-4479-8D0B-B756F495B83E}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{B3AD3978-9F70-4479-8D0B-B756F495B83E}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{B3AD3978-9F70-4479-8D0B-B756F495B83E}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