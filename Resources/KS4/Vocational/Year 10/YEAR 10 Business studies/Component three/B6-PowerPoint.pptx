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4DAAA9C-1FA9-45F2-9CDA-E6BB38859268}">
  <a:tblStyle styleId="{24DAAA9C-1FA9-45F2-9CDA-E6BB38859268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{24DAAA9C-1FA9-45F2-9CDA-E6BB38859268}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{24DAAA9C-1FA9-45F2-9CDA-E6BB38859268}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{24DAAA9C-1FA9-45F2-9CDA-E6BB38859268}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