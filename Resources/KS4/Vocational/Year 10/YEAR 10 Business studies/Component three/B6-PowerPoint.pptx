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A2C40-2281-4A95-BB63-599B21BDDD51}">
  <a:tblStyle styleId="{BDAA2C40-2281-4A95-BB63-599B21BDDD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{BDAA2C40-2281-4A95-BB63-599B21BDDD51}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{BDAA2C40-2281-4A95-BB63-599B21BDDD51}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{BDAA2C40-2281-4A95-BB63-599B21BDDD51}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