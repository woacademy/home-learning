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7F57769-F886-44B4-B9D2-1DB9D6B9FBE9}">
  <a:tblStyle styleId="{17F57769-F886-44B4-B9D2-1DB9D6B9FBE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{17F57769-F886-44B4-B9D2-1DB9D6B9FBE9}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{17F57769-F886-44B4-B9D2-1DB9D6B9FBE9}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{17F57769-F886-44B4-B9D2-1DB9D6B9FBE9}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