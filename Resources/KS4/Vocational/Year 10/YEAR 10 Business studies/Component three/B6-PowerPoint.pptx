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914164-BE7D-48E1-BF24-1D70B3EDF58E}">
  <a:tblStyle styleId="{C3914164-BE7D-48E1-BF24-1D70B3EDF58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{C3914164-BE7D-48E1-BF24-1D70B3EDF58E}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{C3914164-BE7D-48E1-BF24-1D70B3EDF58E}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{C3914164-BE7D-48E1-BF24-1D70B3EDF58E}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