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6C5E6B1-AF08-4110-BA7E-7C3CE79CD190}">
  <a:tblStyle styleId="{46C5E6B1-AF08-4110-BA7E-7C3CE79CD190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{46C5E6B1-AF08-4110-BA7E-7C3CE79CD190}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{46C5E6B1-AF08-4110-BA7E-7C3CE79CD190}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{46C5E6B1-AF08-4110-BA7E-7C3CE79CD190}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