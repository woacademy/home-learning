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03AFF-B575-4C1C-8104-DC96F9342CC6}">
  <a:tblStyle styleId="{30403AFF-B575-4C1C-8104-DC96F9342C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{30403AFF-B575-4C1C-8104-DC96F9342CC6}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{30403AFF-B575-4C1C-8104-DC96F9342CC6}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{30403AFF-B575-4C1C-8104-DC96F9342CC6}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