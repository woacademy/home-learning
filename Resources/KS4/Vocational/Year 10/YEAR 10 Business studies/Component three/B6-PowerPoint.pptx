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B55C0F-EDF5-4B7B-AAF2-388ACD2A277C}">
  <a:tblStyle styleId="{B8B55C0F-EDF5-4B7B-AAF2-388ACD2A27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{B8B55C0F-EDF5-4B7B-AAF2-388ACD2A277C}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{B8B55C0F-EDF5-4B7B-AAF2-388ACD2A277C}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{B8B55C0F-EDF5-4B7B-AAF2-388ACD2A277C}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