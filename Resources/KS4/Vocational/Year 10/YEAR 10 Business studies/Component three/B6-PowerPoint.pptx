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2A397A-1999-4E44-B5A6-C4F98FDC5BF0}">
  <a:tblStyle styleId="{D32A397A-1999-4E44-B5A6-C4F98FDC5B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{D32A397A-1999-4E44-B5A6-C4F98FDC5BF0}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{D32A397A-1999-4E44-B5A6-C4F98FDC5BF0}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{D32A397A-1999-4E44-B5A6-C4F98FDC5BF0}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