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E2C36F-AD62-4D6D-AB20-6741890D162A}">
  <a:tblStyle styleId="{73E2C36F-AD62-4D6D-AB20-6741890D162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{73E2C36F-AD62-4D6D-AB20-6741890D162A}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{73E2C36F-AD62-4D6D-AB20-6741890D162A}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{73E2C36F-AD62-4D6D-AB20-6741890D162A}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