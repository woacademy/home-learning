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3588E5-EC28-4B47-9B1C-C9CDB6E94734}">
  <a:tblStyle styleId="{4E3588E5-EC28-4B47-9B1C-C9CDB6E947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{4E3588E5-EC28-4B47-9B1C-C9CDB6E94734}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{4E3588E5-EC28-4B47-9B1C-C9CDB6E94734}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{4E3588E5-EC28-4B47-9B1C-C9CDB6E94734}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