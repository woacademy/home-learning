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02439-B769-4570-9772-3DEB66C719C9}">
  <a:tblStyle styleId="{1C702439-B769-4570-9772-3DEB66C719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{1C702439-B769-4570-9772-3DEB66C719C9}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{1C702439-B769-4570-9772-3DEB66C719C9}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{1C702439-B769-4570-9772-3DEB66C719C9}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