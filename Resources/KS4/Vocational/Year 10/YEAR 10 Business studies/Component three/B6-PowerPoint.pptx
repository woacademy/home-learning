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6252A3-2714-4496-BFF4-F46CD1BEF6AA}">
  <a:tblStyle styleId="{A86252A3-2714-4496-BFF4-F46CD1BEF6A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{A86252A3-2714-4496-BFF4-F46CD1BEF6AA}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{A86252A3-2714-4496-BFF4-F46CD1BEF6AA}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{A86252A3-2714-4496-BFF4-F46CD1BEF6AA}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