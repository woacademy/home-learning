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4552E56-64AE-432E-9917-448380FBA0E9}">
  <a:tblStyle styleId="{14552E56-64AE-432E-9917-448380FBA0E9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{14552E56-64AE-432E-9917-448380FBA0E9}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{14552E56-64AE-432E-9917-448380FBA0E9}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{14552E56-64AE-432E-9917-448380FBA0E9}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