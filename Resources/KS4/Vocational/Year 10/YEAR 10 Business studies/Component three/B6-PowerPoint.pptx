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DCF582B-EA68-4240-AAA2-574A40662F2F}">
  <a:tblStyle styleId="{6DCF582B-EA68-4240-AAA2-574A40662F2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{6DCF582B-EA68-4240-AAA2-574A40662F2F}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{6DCF582B-EA68-4240-AAA2-574A40662F2F}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{6DCF582B-EA68-4240-AAA2-574A40662F2F}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