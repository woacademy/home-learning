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681753-176D-43CD-A5B8-310D6E5AA44F}">
  <a:tblStyle styleId="{B2681753-176D-43CD-A5B8-310D6E5AA4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{B2681753-176D-43CD-A5B8-310D6E5AA44F}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{B2681753-176D-43CD-A5B8-310D6E5AA44F}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{B2681753-176D-43CD-A5B8-310D6E5AA44F}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