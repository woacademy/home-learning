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A10E4A-E96B-419D-BF7E-29ED11B1819B}">
  <a:tblStyle styleId="{DFA10E4A-E96B-419D-BF7E-29ED11B1819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{DFA10E4A-E96B-419D-BF7E-29ED11B1819B}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{DFA10E4A-E96B-419D-BF7E-29ED11B1819B}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{DFA10E4A-E96B-419D-BF7E-29ED11B1819B}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