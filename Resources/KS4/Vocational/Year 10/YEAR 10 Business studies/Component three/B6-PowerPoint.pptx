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6F76088-EB15-4BEE-8052-7C4AFD9E67C3}">
  <a:tblStyle styleId="{06F76088-EB15-4BEE-8052-7C4AFD9E67C3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{06F76088-EB15-4BEE-8052-7C4AFD9E67C3}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{06F76088-EB15-4BEE-8052-7C4AFD9E67C3}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{06F76088-EB15-4BEE-8052-7C4AFD9E67C3}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