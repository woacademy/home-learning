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C1D784-8581-4367-99B6-C4E1337CF4BC}">
  <a:tblStyle styleId="{E8C1D784-8581-4367-99B6-C4E1337CF4BC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{E8C1D784-8581-4367-99B6-C4E1337CF4BC}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{E8C1D784-8581-4367-99B6-C4E1337CF4BC}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{E8C1D784-8581-4367-99B6-C4E1337CF4BC}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