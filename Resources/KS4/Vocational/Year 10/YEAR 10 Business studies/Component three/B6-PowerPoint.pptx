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0FBF88-2524-4938-B3AB-834EEABBC91C}">
  <a:tblStyle styleId="{380FBF88-2524-4938-B3AB-834EEABBC9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{380FBF88-2524-4938-B3AB-834EEABBC91C}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{380FBF88-2524-4938-B3AB-834EEABBC91C}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{380FBF88-2524-4938-B3AB-834EEABBC91C}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