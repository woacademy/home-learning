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3CE0C-A75F-44D0-A8D0-516D5EC18CBF}">
  <a:tblStyle styleId="{7983CE0C-A75F-44D0-A8D0-516D5EC18C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{7983CE0C-A75F-44D0-A8D0-516D5EC18CBF}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{7983CE0C-A75F-44D0-A8D0-516D5EC18CBF}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{7983CE0C-A75F-44D0-A8D0-516D5EC18CBF}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