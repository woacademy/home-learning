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0ED288-F90C-4F22-9E41-9DD4479A3C01}">
  <a:tblStyle styleId="{B50ED288-F90C-4F22-9E41-9DD4479A3C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{B50ED288-F90C-4F22-9E41-9DD4479A3C01}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{B50ED288-F90C-4F22-9E41-9DD4479A3C01}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{B50ED288-F90C-4F22-9E41-9DD4479A3C01}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