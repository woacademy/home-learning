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AD0706-2A49-4B95-8CB1-DD5EA27EFB73}">
  <a:tblStyle styleId="{4BAD0706-2A49-4B95-8CB1-DD5EA27EFB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{4BAD0706-2A49-4B95-8CB1-DD5EA27EFB73}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{4BAD0706-2A49-4B95-8CB1-DD5EA27EFB73}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{4BAD0706-2A49-4B95-8CB1-DD5EA27EFB73}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