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314E66-E25C-4CCD-901E-A84EBC1B4285}">
  <a:tblStyle styleId="{57314E66-E25C-4CCD-901E-A84EBC1B428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{57314E66-E25C-4CCD-901E-A84EBC1B4285}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{57314E66-E25C-4CCD-901E-A84EBC1B4285}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{57314E66-E25C-4CCD-901E-A84EBC1B4285}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