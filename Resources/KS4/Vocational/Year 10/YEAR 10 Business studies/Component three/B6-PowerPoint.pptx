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1C7106-9C15-4ED0-923A-4CD57EC5519B}">
  <a:tblStyle styleId="{8D1C7106-9C15-4ED0-923A-4CD57EC5519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{8D1C7106-9C15-4ED0-923A-4CD57EC5519B}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{8D1C7106-9C15-4ED0-923A-4CD57EC5519B}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{8D1C7106-9C15-4ED0-923A-4CD57EC5519B}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