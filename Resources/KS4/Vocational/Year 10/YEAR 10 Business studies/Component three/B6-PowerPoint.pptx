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D055F8-5C08-4B62-96AA-BEC0B063ABF8}">
  <a:tblStyle styleId="{36D055F8-5C08-4B62-96AA-BEC0B063AB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{36D055F8-5C08-4B62-96AA-BEC0B063ABF8}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{36D055F8-5C08-4B62-96AA-BEC0B063ABF8}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{36D055F8-5C08-4B62-96AA-BEC0B063ABF8}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