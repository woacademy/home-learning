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43234-A692-43A6-BB51-B9E563D461ED}">
  <a:tblStyle styleId="{3DB43234-A692-43A6-BB51-B9E563D461E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{3DB43234-A692-43A6-BB51-B9E563D461ED}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{3DB43234-A692-43A6-BB51-B9E563D461ED}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{3DB43234-A692-43A6-BB51-B9E563D461ED}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