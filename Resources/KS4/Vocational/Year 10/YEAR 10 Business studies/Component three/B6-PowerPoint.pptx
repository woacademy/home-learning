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5697C9-BF65-4920-9AE0-4787F1DB8A5D}">
  <a:tblStyle styleId="{075697C9-BF65-4920-9AE0-4787F1DB8A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{075697C9-BF65-4920-9AE0-4787F1DB8A5D}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{075697C9-BF65-4920-9AE0-4787F1DB8A5D}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{075697C9-BF65-4920-9AE0-4787F1DB8A5D}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