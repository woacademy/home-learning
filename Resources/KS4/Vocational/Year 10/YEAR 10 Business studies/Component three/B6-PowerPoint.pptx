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4D847D-2FF1-43EC-80A4-F65D2E76FF94}">
  <a:tblStyle styleId="{5E4D847D-2FF1-43EC-80A4-F65D2E76FF9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{5E4D847D-2FF1-43EC-80A4-F65D2E76FF94}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{5E4D847D-2FF1-43EC-80A4-F65D2E76FF94}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{5E4D847D-2FF1-43EC-80A4-F65D2E76FF94}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