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08DEE7-755A-4C01-A0AC-2C41E61AFEE6}">
  <a:tblStyle styleId="{6A08DEE7-755A-4C01-A0AC-2C41E61AFE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{6A08DEE7-755A-4C01-A0AC-2C41E61AFEE6}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{6A08DEE7-755A-4C01-A0AC-2C41E61AFEE6}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{6A08DEE7-755A-4C01-A0AC-2C41E61AFEE6}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