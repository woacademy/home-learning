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A1038B-C133-4A9F-9EF2-71E9DD79B33E}">
  <a:tblStyle styleId="{23A1038B-C133-4A9F-9EF2-71E9DD79B3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{23A1038B-C133-4A9F-9EF2-71E9DD79B33E}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{23A1038B-C133-4A9F-9EF2-71E9DD79B33E}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{23A1038B-C133-4A9F-9EF2-71E9DD79B33E}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