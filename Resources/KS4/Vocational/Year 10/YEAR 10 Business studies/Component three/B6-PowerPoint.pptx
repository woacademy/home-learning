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C0BA25-40A1-4DAC-97EC-8BD93E949C5D}">
  <a:tblStyle styleId="{D1C0BA25-40A1-4DAC-97EC-8BD93E949C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{D1C0BA25-40A1-4DAC-97EC-8BD93E949C5D}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{D1C0BA25-40A1-4DAC-97EC-8BD93E949C5D}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{D1C0BA25-40A1-4DAC-97EC-8BD93E949C5D}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