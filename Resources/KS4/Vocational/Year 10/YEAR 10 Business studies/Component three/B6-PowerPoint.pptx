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8B519-F85A-4075-9106-43047619D924}">
  <a:tblStyle styleId="{4E98B519-F85A-4075-9106-43047619D9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{4E98B519-F85A-4075-9106-43047619D924}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{4E98B519-F85A-4075-9106-43047619D924}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{4E98B519-F85A-4075-9106-43047619D924}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