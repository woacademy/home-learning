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AEFF53-B060-4188-832A-1D895AF07937}">
  <a:tblStyle styleId="{40AEFF53-B060-4188-832A-1D895AF0793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{40AEFF53-B060-4188-832A-1D895AF07937}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{40AEFF53-B060-4188-832A-1D895AF07937}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{40AEFF53-B060-4188-832A-1D895AF07937}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