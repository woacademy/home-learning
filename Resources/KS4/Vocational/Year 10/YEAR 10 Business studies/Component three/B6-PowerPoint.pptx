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7F373C-786C-406E-997B-9861E034F64E}">
  <a:tblStyle styleId="{037F373C-786C-406E-997B-9861E034F64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{037F373C-786C-406E-997B-9861E034F64E}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{037F373C-786C-406E-997B-9861E034F64E}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{037F373C-786C-406E-997B-9861E034F64E}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