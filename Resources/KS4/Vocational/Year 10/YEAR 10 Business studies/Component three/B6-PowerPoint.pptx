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4F1443-406B-41CE-9DFE-A8B8130BC603}">
  <a:tblStyle styleId="{EA4F1443-406B-41CE-9DFE-A8B8130BC60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{EA4F1443-406B-41CE-9DFE-A8B8130BC603}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{EA4F1443-406B-41CE-9DFE-A8B8130BC603}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{EA4F1443-406B-41CE-9DFE-A8B8130BC603}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