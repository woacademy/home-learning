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4DDF6D-68C4-432A-A271-5754715A46F9}">
  <a:tblStyle styleId="{A74DDF6D-68C4-432A-A271-5754715A46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{A74DDF6D-68C4-432A-A271-5754715A46F9}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{A74DDF6D-68C4-432A-A271-5754715A46F9}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{A74DDF6D-68C4-432A-A271-5754715A46F9}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