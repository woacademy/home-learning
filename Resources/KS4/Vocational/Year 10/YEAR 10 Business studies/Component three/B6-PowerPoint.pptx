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D37DC5-4563-4A5A-8862-D0D3242EEEB7}">
  <a:tblStyle styleId="{F8D37DC5-4563-4A5A-8862-D0D3242EEE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{F8D37DC5-4563-4A5A-8862-D0D3242EEEB7}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{F8D37DC5-4563-4A5A-8862-D0D3242EEEB7}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{F8D37DC5-4563-4A5A-8862-D0D3242EEEB7}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