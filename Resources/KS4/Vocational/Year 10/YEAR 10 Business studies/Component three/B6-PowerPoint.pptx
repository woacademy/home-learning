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A92F7B-6F36-43C2-A958-BF1AF7265508}">
  <a:tblStyle styleId="{99A92F7B-6F36-43C2-A958-BF1AF72655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{99A92F7B-6F36-43C2-A958-BF1AF7265508}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{99A92F7B-6F36-43C2-A958-BF1AF7265508}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{99A92F7B-6F36-43C2-A958-BF1AF7265508}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