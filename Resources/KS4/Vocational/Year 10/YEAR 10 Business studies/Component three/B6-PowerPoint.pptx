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8A5050-7083-4CAF-8BF0-AFA51327DF52}">
  <a:tblStyle styleId="{028A5050-7083-4CAF-8BF0-AFA51327DF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{028A5050-7083-4CAF-8BF0-AFA51327DF52}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{028A5050-7083-4CAF-8BF0-AFA51327DF52}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{028A5050-7083-4CAF-8BF0-AFA51327DF52}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