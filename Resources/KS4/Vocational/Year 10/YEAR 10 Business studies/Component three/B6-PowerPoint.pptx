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46A5FF-31BC-4B95-8B2E-0DCD1ED9EB2D}">
  <a:tblStyle styleId="{C646A5FF-31BC-4B95-8B2E-0DCD1ED9EB2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{C646A5FF-31BC-4B95-8B2E-0DCD1ED9EB2D}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{C646A5FF-31BC-4B95-8B2E-0DCD1ED9EB2D}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{C646A5FF-31BC-4B95-8B2E-0DCD1ED9EB2D}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