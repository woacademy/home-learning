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EDE35B-BE86-4380-9EF0-30CE4762C687}">
  <a:tblStyle styleId="{56EDE35B-BE86-4380-9EF0-30CE4762C6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{56EDE35B-BE86-4380-9EF0-30CE4762C687}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{56EDE35B-BE86-4380-9EF0-30CE4762C687}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{56EDE35B-BE86-4380-9EF0-30CE4762C687}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