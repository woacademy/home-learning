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3C2CBE-9053-47B8-A470-1CFEA70E9C9A}">
  <a:tblStyle styleId="{FB3C2CBE-9053-47B8-A470-1CFEA70E9C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{FB3C2CBE-9053-47B8-A470-1CFEA70E9C9A}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{FB3C2CBE-9053-47B8-A470-1CFEA70E9C9A}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{FB3C2CBE-9053-47B8-A470-1CFEA70E9C9A}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