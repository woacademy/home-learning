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68263F-D768-43C5-879D-2697C981DF47}">
  <a:tblStyle styleId="{E768263F-D768-43C5-879D-2697C981DF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{E768263F-D768-43C5-879D-2697C981DF47}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{E768263F-D768-43C5-879D-2697C981DF47}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{E768263F-D768-43C5-879D-2697C981DF47}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