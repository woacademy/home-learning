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33B89D-1A64-452A-A378-F084BC382A85}">
  <a:tblStyle styleId="{9233B89D-1A64-452A-A378-F084BC382A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{9233B89D-1A64-452A-A378-F084BC382A85}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{9233B89D-1A64-452A-A378-F084BC382A85}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{9233B89D-1A64-452A-A378-F084BC382A85}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