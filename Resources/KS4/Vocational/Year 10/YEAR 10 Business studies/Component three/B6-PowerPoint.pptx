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21D937-D17A-4185-BD48-A9D0225CC131}">
  <a:tblStyle styleId="{7721D937-D17A-4185-BD48-A9D0225CC13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{7721D937-D17A-4185-BD48-A9D0225CC131}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{7721D937-D17A-4185-BD48-A9D0225CC131}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{7721D937-D17A-4185-BD48-A9D0225CC131}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