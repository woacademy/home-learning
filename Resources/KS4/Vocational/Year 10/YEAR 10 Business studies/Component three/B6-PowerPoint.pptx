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FA9816F-A0C0-4A95-9DC4-091501C23DF4}">
  <a:tblStyle styleId="{AFA9816F-A0C0-4A95-9DC4-091501C23DF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{AFA9816F-A0C0-4A95-9DC4-091501C23DF4}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{AFA9816F-A0C0-4A95-9DC4-091501C23DF4}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{AFA9816F-A0C0-4A95-9DC4-091501C23DF4}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