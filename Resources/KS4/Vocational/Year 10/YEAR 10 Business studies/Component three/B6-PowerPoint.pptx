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6679F1-7D51-4D76-8FB6-DAA01DD57808}">
  <a:tblStyle styleId="{A36679F1-7D51-4D76-8FB6-DAA01DD5780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{A36679F1-7D51-4D76-8FB6-DAA01DD57808}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{A36679F1-7D51-4D76-8FB6-DAA01DD57808}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{A36679F1-7D51-4D76-8FB6-DAA01DD57808}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