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3C4F83-99ED-47E0-BD19-25B3B678BC2F}">
  <a:tblStyle styleId="{1C3C4F83-99ED-47E0-BD19-25B3B678BC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{1C3C4F83-99ED-47E0-BD19-25B3B678BC2F}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{1C3C4F83-99ED-47E0-BD19-25B3B678BC2F}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{1C3C4F83-99ED-47E0-BD19-25B3B678BC2F}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