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3BC4BF-744C-41B5-A806-108A56FF5F38}">
  <a:tblStyle styleId="{E03BC4BF-744C-41B5-A806-108A56FF5F3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{E03BC4BF-744C-41B5-A806-108A56FF5F38}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{E03BC4BF-744C-41B5-A806-108A56FF5F38}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{E03BC4BF-744C-41B5-A806-108A56FF5F38}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