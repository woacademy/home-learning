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8438C0-87C2-462F-93DF-041E0640FE46}">
  <a:tblStyle styleId="{C78438C0-87C2-462F-93DF-041E0640FE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{C78438C0-87C2-462F-93DF-041E0640FE46}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{C78438C0-87C2-462F-93DF-041E0640FE46}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{C78438C0-87C2-462F-93DF-041E0640FE46}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