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28220B-B384-473B-954A-A5236DE1C7D1}">
  <a:tblStyle styleId="{8328220B-B384-473B-954A-A5236DE1C7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{8328220B-B384-473B-954A-A5236DE1C7D1}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{8328220B-B384-473B-954A-A5236DE1C7D1}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{8328220B-B384-473B-954A-A5236DE1C7D1}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