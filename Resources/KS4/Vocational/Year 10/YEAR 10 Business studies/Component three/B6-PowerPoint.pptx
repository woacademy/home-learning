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923AF1-8D1F-4228-81A2-18E45FDD0801}">
  <a:tblStyle styleId="{7F923AF1-8D1F-4228-81A2-18E45FDD08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{7F923AF1-8D1F-4228-81A2-18E45FDD0801}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{7F923AF1-8D1F-4228-81A2-18E45FDD0801}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{7F923AF1-8D1F-4228-81A2-18E45FDD0801}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