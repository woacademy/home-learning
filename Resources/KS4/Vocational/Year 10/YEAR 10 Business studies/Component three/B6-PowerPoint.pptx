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E7987-DCD1-4129-AD9D-4C8D9EE1CDE6}">
  <a:tblStyle styleId="{B18E7987-DCD1-4129-AD9D-4C8D9EE1CD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{B18E7987-DCD1-4129-AD9D-4C8D9EE1CDE6}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{B18E7987-DCD1-4129-AD9D-4C8D9EE1CDE6}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{B18E7987-DCD1-4129-AD9D-4C8D9EE1CDE6}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