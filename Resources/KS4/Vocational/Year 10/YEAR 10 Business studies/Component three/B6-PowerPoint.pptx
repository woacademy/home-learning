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694092-E901-4186-89EE-AD6196FA6A72}">
  <a:tblStyle styleId="{91694092-E901-4186-89EE-AD6196FA6A7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{91694092-E901-4186-89EE-AD6196FA6A72}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{91694092-E901-4186-89EE-AD6196FA6A72}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{91694092-E901-4186-89EE-AD6196FA6A72}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