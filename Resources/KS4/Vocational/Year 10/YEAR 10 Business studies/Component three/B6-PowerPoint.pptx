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40071F-1F6E-43D8-9C48-C696E95BFB3C}">
  <a:tblStyle styleId="{A040071F-1F6E-43D8-9C48-C696E95BFB3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{A040071F-1F6E-43D8-9C48-C696E95BFB3C}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{A040071F-1F6E-43D8-9C48-C696E95BFB3C}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{A040071F-1F6E-43D8-9C48-C696E95BFB3C}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