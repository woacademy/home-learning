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C9C626-816F-4232-91E1-A339B2ACC6D6}">
  <a:tblStyle styleId="{3AC9C626-816F-4232-91E1-A339B2ACC6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{3AC9C626-816F-4232-91E1-A339B2ACC6D6}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{3AC9C626-816F-4232-91E1-A339B2ACC6D6}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{3AC9C626-816F-4232-91E1-A339B2ACC6D6}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