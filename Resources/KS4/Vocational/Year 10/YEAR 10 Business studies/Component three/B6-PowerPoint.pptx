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35CE88-87D2-4678-85A5-9413F435D433}">
  <a:tblStyle styleId="{4C35CE88-87D2-4678-85A5-9413F435D4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{4C35CE88-87D2-4678-85A5-9413F435D433}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{4C35CE88-87D2-4678-85A5-9413F435D433}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{4C35CE88-87D2-4678-85A5-9413F435D433}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