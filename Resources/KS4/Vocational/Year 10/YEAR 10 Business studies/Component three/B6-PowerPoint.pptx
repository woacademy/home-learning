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058AA9-2E8D-4559-A3DD-6E35FA7828A0}">
  <a:tblStyle styleId="{0E058AA9-2E8D-4559-A3DD-6E35FA7828A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{0E058AA9-2E8D-4559-A3DD-6E35FA7828A0}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{0E058AA9-2E8D-4559-A3DD-6E35FA7828A0}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{0E058AA9-2E8D-4559-A3DD-6E35FA7828A0}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