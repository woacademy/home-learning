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E8027-F3EE-45E6-80BE-665D13D28293}">
  <a:tblStyle styleId="{B1FE8027-F3EE-45E6-80BE-665D13D282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{B1FE8027-F3EE-45E6-80BE-665D13D28293}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{B1FE8027-F3EE-45E6-80BE-665D13D28293}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{B1FE8027-F3EE-45E6-80BE-665D13D28293}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