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5CE60-C9E8-4843-93D8-A8F4AD88344D}">
  <a:tblStyle styleId="{F7D5CE60-C9E8-4843-93D8-A8F4AD8834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{F7D5CE60-C9E8-4843-93D8-A8F4AD88344D}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{F7D5CE60-C9E8-4843-93D8-A8F4AD88344D}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{F7D5CE60-C9E8-4843-93D8-A8F4AD88344D}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