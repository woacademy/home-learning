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159ADB-F392-4E4C-9ED8-C435E1DE8964}">
  <a:tblStyle styleId="{D2159ADB-F392-4E4C-9ED8-C435E1DE89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{D2159ADB-F392-4E4C-9ED8-C435E1DE8964}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{D2159ADB-F392-4E4C-9ED8-C435E1DE8964}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{D2159ADB-F392-4E4C-9ED8-C435E1DE8964}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