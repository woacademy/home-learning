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5D8457-FE2C-4AF2-BAFE-378AA8DCAEB6}">
  <a:tblStyle styleId="{AF5D8457-FE2C-4AF2-BAFE-378AA8DCAE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{AF5D8457-FE2C-4AF2-BAFE-378AA8DCAEB6}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{AF5D8457-FE2C-4AF2-BAFE-378AA8DCAEB6}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{AF5D8457-FE2C-4AF2-BAFE-378AA8DCAEB6}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