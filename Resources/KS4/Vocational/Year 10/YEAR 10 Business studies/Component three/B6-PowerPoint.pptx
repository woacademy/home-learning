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E5B2D3-975F-4004-AFFF-C5CC507C2F29}">
  <a:tblStyle styleId="{1DE5B2D3-975F-4004-AFFF-C5CC507C2F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{1DE5B2D3-975F-4004-AFFF-C5CC507C2F29}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{1DE5B2D3-975F-4004-AFFF-C5CC507C2F29}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{1DE5B2D3-975F-4004-AFFF-C5CC507C2F29}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