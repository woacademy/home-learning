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54B93-970C-4E46-8163-17718E045B79}">
  <a:tblStyle styleId="{BEE54B93-970C-4E46-8163-17718E045B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{BEE54B93-970C-4E46-8163-17718E045B79}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{BEE54B93-970C-4E46-8163-17718E045B79}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{BEE54B93-970C-4E46-8163-17718E045B79}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