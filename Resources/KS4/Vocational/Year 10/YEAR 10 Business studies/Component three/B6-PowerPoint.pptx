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C47951-5DE2-4C5B-9462-41984C67DF91}">
  <a:tblStyle styleId="{F5C47951-5DE2-4C5B-9462-41984C67DF9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{F5C47951-5DE2-4C5B-9462-41984C67DF91}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{F5C47951-5DE2-4C5B-9462-41984C67DF91}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{F5C47951-5DE2-4C5B-9462-41984C67DF91}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