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6919C4-3617-4327-870D-DE99CFCD9AE6}">
  <a:tblStyle styleId="{1E6919C4-3617-4327-870D-DE99CFCD9A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{1E6919C4-3617-4327-870D-DE99CFCD9AE6}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{1E6919C4-3617-4327-870D-DE99CFCD9AE6}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{1E6919C4-3617-4327-870D-DE99CFCD9AE6}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