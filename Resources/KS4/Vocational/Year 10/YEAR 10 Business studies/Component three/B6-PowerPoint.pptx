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BD9178D3-3440-4623-A82C-790BB8C94A3B}">
  <a:tblStyle styleId="{BD9178D3-3440-4623-A82C-790BB8C94A3B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5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3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{BD9178D3-3440-4623-A82C-790BB8C94A3B}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{BD9178D3-3440-4623-A82C-790BB8C94A3B}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{BD9178D3-3440-4623-A82C-790BB8C94A3B}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