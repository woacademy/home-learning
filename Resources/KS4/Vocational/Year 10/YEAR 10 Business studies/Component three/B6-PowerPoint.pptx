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71F996-A943-475B-B67B-8CABE722F230}">
  <a:tblStyle styleId="{BA71F996-A943-475B-B67B-8CABE722F2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{BA71F996-A943-475B-B67B-8CABE722F230}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{BA71F996-A943-475B-B67B-8CABE722F230}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{BA71F996-A943-475B-B67B-8CABE722F230}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