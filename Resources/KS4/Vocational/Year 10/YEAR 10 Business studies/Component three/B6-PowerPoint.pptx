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7C11A-91F0-4414-B0AB-62A92F3C760A}">
  <a:tblStyle styleId="{4EF7C11A-91F0-4414-B0AB-62A92F3C76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{4EF7C11A-91F0-4414-B0AB-62A92F3C760A}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{4EF7C11A-91F0-4414-B0AB-62A92F3C760A}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{4EF7C11A-91F0-4414-B0AB-62A92F3C760A}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