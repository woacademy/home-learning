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E15923-6965-4445-8CBB-BCC1D8AB2F5C}">
  <a:tblStyle styleId="{96E15923-6965-4445-8CBB-BCC1D8AB2F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{96E15923-6965-4445-8CBB-BCC1D8AB2F5C}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{96E15923-6965-4445-8CBB-BCC1D8AB2F5C}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{96E15923-6965-4445-8CBB-BCC1D8AB2F5C}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