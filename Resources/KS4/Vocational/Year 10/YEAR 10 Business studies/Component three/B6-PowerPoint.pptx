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4EBE88F-279A-4156-BD90-DDD45EF059F0}">
  <a:tblStyle styleId="{14EBE88F-279A-4156-BD90-DDD45EF059F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{14EBE88F-279A-4156-BD90-DDD45EF059F0}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{14EBE88F-279A-4156-BD90-DDD45EF059F0}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{14EBE88F-279A-4156-BD90-DDD45EF059F0}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