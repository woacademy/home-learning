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A5811D-2935-4C07-8119-C93FF9EAF8F8}">
  <a:tblStyle styleId="{E7A5811D-2935-4C07-8119-C93FF9EAF8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{E7A5811D-2935-4C07-8119-C93FF9EAF8F8}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{E7A5811D-2935-4C07-8119-C93FF9EAF8F8}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{E7A5811D-2935-4C07-8119-C93FF9EAF8F8}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