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26879F-9AF1-40FA-858E-FE7B290F075E}">
  <a:tblStyle styleId="{4D26879F-9AF1-40FA-858E-FE7B290F07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{4D26879F-9AF1-40FA-858E-FE7B290F075E}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{4D26879F-9AF1-40FA-858E-FE7B290F075E}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{4D26879F-9AF1-40FA-858E-FE7B290F075E}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