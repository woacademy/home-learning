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6E238D-6803-44AD-870F-5B72621B1F6A}">
  <a:tblStyle styleId="{036E238D-6803-44AD-870F-5B72621B1F6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{036E238D-6803-44AD-870F-5B72621B1F6A}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{036E238D-6803-44AD-870F-5B72621B1F6A}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{036E238D-6803-44AD-870F-5B72621B1F6A}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