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92970F-0B23-48F5-8681-3198A486FDC5}">
  <a:tblStyle styleId="{7592970F-0B23-48F5-8681-3198A486FD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{7592970F-0B23-48F5-8681-3198A486FDC5}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{7592970F-0B23-48F5-8681-3198A486FDC5}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{7592970F-0B23-48F5-8681-3198A486FDC5}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