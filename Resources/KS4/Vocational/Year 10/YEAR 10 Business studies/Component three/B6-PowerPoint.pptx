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5A6C6F-25E4-4871-8AC4-5C5F1D90FAED}">
  <a:tblStyle styleId="{135A6C6F-25E4-4871-8AC4-5C5F1D90FAE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{135A6C6F-25E4-4871-8AC4-5C5F1D90FAED}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{135A6C6F-25E4-4871-8AC4-5C5F1D90FAED}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{135A6C6F-25E4-4871-8AC4-5C5F1D90FAED}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