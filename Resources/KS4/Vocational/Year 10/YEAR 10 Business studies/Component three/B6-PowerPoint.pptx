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BD5F48-5AC7-4A94-A661-89E4C609267A}">
  <a:tblStyle styleId="{2BBD5F48-5AC7-4A94-A661-89E4C60926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{2BBD5F48-5AC7-4A94-A661-89E4C609267A}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{2BBD5F48-5AC7-4A94-A661-89E4C609267A}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{2BBD5F48-5AC7-4A94-A661-89E4C609267A}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