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A4FD79C-FCC9-4F13-812C-373832598D8A}">
  <a:tblStyle styleId="{2A4FD79C-FCC9-4F13-812C-373832598D8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{2A4FD79C-FCC9-4F13-812C-373832598D8A}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{2A4FD79C-FCC9-4F13-812C-373832598D8A}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{2A4FD79C-FCC9-4F13-812C-373832598D8A}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