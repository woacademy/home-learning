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20AFD-C274-4561-9407-60B55D375398}">
  <a:tblStyle styleId="{33A20AFD-C274-4561-9407-60B55D3753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{33A20AFD-C274-4561-9407-60B55D375398}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{33A20AFD-C274-4561-9407-60B55D375398}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{33A20AFD-C274-4561-9407-60B55D375398}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