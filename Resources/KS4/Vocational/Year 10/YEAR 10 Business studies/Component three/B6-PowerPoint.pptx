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61450-2650-4EA5-9006-263E5B7F4B1B}">
  <a:tblStyle styleId="{28661450-2650-4EA5-9006-263E5B7F4B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{28661450-2650-4EA5-9006-263E5B7F4B1B}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{28661450-2650-4EA5-9006-263E5B7F4B1B}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{28661450-2650-4EA5-9006-263E5B7F4B1B}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