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E5FF230-EF1E-4A4F-895C-420F81D3F027}">
  <a:tblStyle styleId="{2E5FF230-EF1E-4A4F-895C-420F81D3F02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{2E5FF230-EF1E-4A4F-895C-420F81D3F027}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{2E5FF230-EF1E-4A4F-895C-420F81D3F027}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{2E5FF230-EF1E-4A4F-895C-420F81D3F027}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