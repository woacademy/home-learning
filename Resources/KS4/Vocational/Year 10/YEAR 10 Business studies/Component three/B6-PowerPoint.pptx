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53114E6-0F97-4189-A32D-7D7D76F0AD38}">
  <a:tblStyle styleId="{653114E6-0F97-4189-A32D-7D7D76F0AD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{653114E6-0F97-4189-A32D-7D7D76F0AD38}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{653114E6-0F97-4189-A32D-7D7D76F0AD38}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{653114E6-0F97-4189-A32D-7D7D76F0AD38}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