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7ACEDCD-47D0-446E-ABCB-EDC33F746B57}">
  <a:tblStyle styleId="{47ACEDCD-47D0-446E-ABCB-EDC33F746B5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{47ACEDCD-47D0-446E-ABCB-EDC33F746B57}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{47ACEDCD-47D0-446E-ABCB-EDC33F746B57}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{47ACEDCD-47D0-446E-ABCB-EDC33F746B57}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