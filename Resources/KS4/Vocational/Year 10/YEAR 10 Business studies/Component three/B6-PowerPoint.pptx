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8CAF2A-9BB9-46EA-9094-C30DF244AB34}">
  <a:tblStyle styleId="{388CAF2A-9BB9-46EA-9094-C30DF244AB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{388CAF2A-9BB9-46EA-9094-C30DF244AB34}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{388CAF2A-9BB9-46EA-9094-C30DF244AB34}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{388CAF2A-9BB9-46EA-9094-C30DF244AB34}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