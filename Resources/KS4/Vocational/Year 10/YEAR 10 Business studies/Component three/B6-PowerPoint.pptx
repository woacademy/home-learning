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7CC9A34-7446-4D83-978F-F937F55A9897}">
  <a:tblStyle styleId="{C7CC9A34-7446-4D83-978F-F937F55A98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{C7CC9A34-7446-4D83-978F-F937F55A9897}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{C7CC9A34-7446-4D83-978F-F937F55A9897}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{C7CC9A34-7446-4D83-978F-F937F55A9897}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