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022CC6-5067-43E9-B83C-D7AB2E3EFA9A}">
  <a:tblStyle styleId="{79022CC6-5067-43E9-B83C-D7AB2E3EFA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{79022CC6-5067-43E9-B83C-D7AB2E3EFA9A}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{79022CC6-5067-43E9-B83C-D7AB2E3EFA9A}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{79022CC6-5067-43E9-B83C-D7AB2E3EFA9A}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