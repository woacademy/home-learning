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D16148-B822-450D-B2DC-BB799A2A0EEF}">
  <a:tblStyle styleId="{A0D16148-B822-450D-B2DC-BB799A2A0E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{A0D16148-B822-450D-B2DC-BB799A2A0EEF}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{A0D16148-B822-450D-B2DC-BB799A2A0EEF}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{A0D16148-B822-450D-B2DC-BB799A2A0EEF}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