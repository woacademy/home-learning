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B8963D-D6F7-4C25-AA76-7F5D3C4E05F3}">
  <a:tblStyle styleId="{05B8963D-D6F7-4C25-AA76-7F5D3C4E05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{05B8963D-D6F7-4C25-AA76-7F5D3C4E05F3}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{05B8963D-D6F7-4C25-AA76-7F5D3C4E05F3}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{05B8963D-D6F7-4C25-AA76-7F5D3C4E05F3}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