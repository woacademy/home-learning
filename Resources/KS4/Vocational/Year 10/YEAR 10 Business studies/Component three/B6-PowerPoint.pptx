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B119DE-42D4-40EC-B2D8-E2F63E05D61E}">
  <a:tblStyle styleId="{48B119DE-42D4-40EC-B2D8-E2F63E05D6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{48B119DE-42D4-40EC-B2D8-E2F63E05D61E}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{48B119DE-42D4-40EC-B2D8-E2F63E05D61E}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{48B119DE-42D4-40EC-B2D8-E2F63E05D61E}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