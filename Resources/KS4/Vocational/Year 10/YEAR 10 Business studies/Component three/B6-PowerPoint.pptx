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2C8514-A0E4-4E1C-865B-01C61ECE12B2}">
  <a:tblStyle styleId="{0F2C8514-A0E4-4E1C-865B-01C61ECE12B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{0F2C8514-A0E4-4E1C-865B-01C61ECE12B2}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{0F2C8514-A0E4-4E1C-865B-01C61ECE12B2}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{0F2C8514-A0E4-4E1C-865B-01C61ECE12B2}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