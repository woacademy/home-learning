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98252D-CE5C-461E-A920-4279631CC404}">
  <a:tblStyle styleId="{5A98252D-CE5C-461E-A920-4279631CC40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{5A98252D-CE5C-461E-A920-4279631CC404}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{5A98252D-CE5C-461E-A920-4279631CC404}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{5A98252D-CE5C-461E-A920-4279631CC404}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