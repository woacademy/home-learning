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E2C747-4F76-4D34-AB02-6099DE1A234E}">
  <a:tblStyle styleId="{BCE2C747-4F76-4D34-AB02-6099DE1A23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{BCE2C747-4F76-4D34-AB02-6099DE1A234E}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{BCE2C747-4F76-4D34-AB02-6099DE1A234E}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{BCE2C747-4F76-4D34-AB02-6099DE1A234E}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