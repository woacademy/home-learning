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30F61A-7572-499E-996B-CD71D42AB270}">
  <a:tblStyle styleId="{7730F61A-7572-499E-996B-CD71D42AB27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{7730F61A-7572-499E-996B-CD71D42AB270}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{7730F61A-7572-499E-996B-CD71D42AB270}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{7730F61A-7572-499E-996B-CD71D42AB270}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