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22D041-8BD5-48CF-B94A-A6F0007744A0}">
  <a:tblStyle styleId="{6D22D041-8BD5-48CF-B94A-A6F0007744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{6D22D041-8BD5-48CF-B94A-A6F0007744A0}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{6D22D041-8BD5-48CF-B94A-A6F0007744A0}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{6D22D041-8BD5-48CF-B94A-A6F0007744A0}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