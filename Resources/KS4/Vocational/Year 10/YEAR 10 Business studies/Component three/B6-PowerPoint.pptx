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1F352F-4555-4026-8DDC-430E66866855}">
  <a:tblStyle styleId="{DD1F352F-4555-4026-8DDC-430E668668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{DD1F352F-4555-4026-8DDC-430E66866855}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{DD1F352F-4555-4026-8DDC-430E66866855}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{DD1F352F-4555-4026-8DDC-430E66866855}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