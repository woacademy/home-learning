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5B26BF-875A-4F5C-9F8A-48150CB2F21F}">
  <a:tblStyle styleId="{195B26BF-875A-4F5C-9F8A-48150CB2F21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{195B26BF-875A-4F5C-9F8A-48150CB2F21F}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{195B26BF-875A-4F5C-9F8A-48150CB2F21F}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{195B26BF-875A-4F5C-9F8A-48150CB2F21F}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