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335EB9-0C48-46BB-A544-391B6E13EDD3}">
  <a:tblStyle styleId="{05335EB9-0C48-46BB-A544-391B6E13EDD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{05335EB9-0C48-46BB-A544-391B6E13EDD3}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{05335EB9-0C48-46BB-A544-391B6E13EDD3}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{05335EB9-0C48-46BB-A544-391B6E13EDD3}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