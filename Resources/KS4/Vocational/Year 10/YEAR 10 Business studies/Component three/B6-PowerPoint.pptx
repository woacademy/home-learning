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0114ED-06C2-4C1A-BE9B-8D4EA4FD1CDE}">
  <a:tblStyle styleId="{EF0114ED-06C2-4C1A-BE9B-8D4EA4FD1CD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{EF0114ED-06C2-4C1A-BE9B-8D4EA4FD1CDE}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{EF0114ED-06C2-4C1A-BE9B-8D4EA4FD1CDE}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{EF0114ED-06C2-4C1A-BE9B-8D4EA4FD1CDE}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