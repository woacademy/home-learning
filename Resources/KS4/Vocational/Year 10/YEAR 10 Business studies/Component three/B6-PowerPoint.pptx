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41CF112-F72D-48BC-9380-7E6877B73245}">
  <a:tblStyle styleId="{C41CF112-F72D-48BC-9380-7E6877B7324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{C41CF112-F72D-48BC-9380-7E6877B73245}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{C41CF112-F72D-48BC-9380-7E6877B73245}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{C41CF112-F72D-48BC-9380-7E6877B73245}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