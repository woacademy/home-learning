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F1A78D-39B5-457B-9390-25F1CA0036F8}">
  <a:tblStyle styleId="{F9F1A78D-39B5-457B-9390-25F1CA0036F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{F9F1A78D-39B5-457B-9390-25F1CA0036F8}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{F9F1A78D-39B5-457B-9390-25F1CA0036F8}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{F9F1A78D-39B5-457B-9390-25F1CA0036F8}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