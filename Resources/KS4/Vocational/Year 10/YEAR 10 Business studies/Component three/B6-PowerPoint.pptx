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A0D880-0FF1-43D1-B0A1-38AB2B2B2F63}">
  <a:tblStyle styleId="{65A0D880-0FF1-43D1-B0A1-38AB2B2B2F6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{65A0D880-0FF1-43D1-B0A1-38AB2B2B2F63}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{65A0D880-0FF1-43D1-B0A1-38AB2B2B2F63}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{65A0D880-0FF1-43D1-B0A1-38AB2B2B2F63}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