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EAD695-FF23-497C-81A7-C03473788C5A}">
  <a:tblStyle styleId="{3EEAD695-FF23-497C-81A7-C03473788C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{3EEAD695-FF23-497C-81A7-C03473788C5A}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{3EEAD695-FF23-497C-81A7-C03473788C5A}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{3EEAD695-FF23-497C-81A7-C03473788C5A}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