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F81DBD-F073-49C5-9F1C-E28DB8BD3531}">
  <a:tblStyle styleId="{52F81DBD-F073-49C5-9F1C-E28DB8BD353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{52F81DBD-F073-49C5-9F1C-E28DB8BD3531}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{52F81DBD-F073-49C5-9F1C-E28DB8BD3531}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{52F81DBD-F073-49C5-9F1C-E28DB8BD3531}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