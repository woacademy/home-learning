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E47C83-B260-4EE2-A857-18D2CF9638A8}">
  <a:tblStyle styleId="{46E47C83-B260-4EE2-A857-18D2CF9638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{46E47C83-B260-4EE2-A857-18D2CF9638A8}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{46E47C83-B260-4EE2-A857-18D2CF9638A8}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{46E47C83-B260-4EE2-A857-18D2CF9638A8}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