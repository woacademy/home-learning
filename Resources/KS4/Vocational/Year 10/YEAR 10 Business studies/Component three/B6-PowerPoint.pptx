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F9CC57E-1D8C-4EA3-852D-587D6C484DB0}">
  <a:tblStyle styleId="{9F9CC57E-1D8C-4EA3-852D-587D6C484DB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{9F9CC57E-1D8C-4EA3-852D-587D6C484DB0}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{9F9CC57E-1D8C-4EA3-852D-587D6C484DB0}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{9F9CC57E-1D8C-4EA3-852D-587D6C484DB0}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