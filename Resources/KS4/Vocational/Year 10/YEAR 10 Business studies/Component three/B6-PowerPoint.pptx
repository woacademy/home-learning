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48F683-36FA-4675-B9DA-0A894776FB77}">
  <a:tblStyle styleId="{5248F683-36FA-4675-B9DA-0A894776FB7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{5248F683-36FA-4675-B9DA-0A894776FB77}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{5248F683-36FA-4675-B9DA-0A894776FB77}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{5248F683-36FA-4675-B9DA-0A894776FB77}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