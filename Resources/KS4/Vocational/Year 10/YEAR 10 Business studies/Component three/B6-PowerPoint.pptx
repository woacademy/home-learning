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59CD52-606A-400A-A098-0B7DE2FFBA6D}">
  <a:tblStyle styleId="{8D59CD52-606A-400A-A098-0B7DE2FFBA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{8D59CD52-606A-400A-A098-0B7DE2FFBA6D}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{8D59CD52-606A-400A-A098-0B7DE2FFBA6D}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{8D59CD52-606A-400A-A098-0B7DE2FFBA6D}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