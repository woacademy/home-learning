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F28E86-DA69-4DFE-B8F9-14479AEE6712}">
  <a:tblStyle styleId="{E1F28E86-DA69-4DFE-B8F9-14479AEE671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{E1F28E86-DA69-4DFE-B8F9-14479AEE6712}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{E1F28E86-DA69-4DFE-B8F9-14479AEE6712}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{E1F28E86-DA69-4DFE-B8F9-14479AEE6712}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