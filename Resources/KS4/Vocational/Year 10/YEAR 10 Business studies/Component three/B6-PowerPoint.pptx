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A1DDDD-CAF0-4276-A255-772B2C8E3272}">
  <a:tblStyle styleId="{15A1DDDD-CAF0-4276-A255-772B2C8E32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{15A1DDDD-CAF0-4276-A255-772B2C8E3272}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{15A1DDDD-CAF0-4276-A255-772B2C8E3272}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{15A1DDDD-CAF0-4276-A255-772B2C8E3272}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