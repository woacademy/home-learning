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D69836-EFEF-4F54-9651-6896E6546112}">
  <a:tblStyle styleId="{81D69836-EFEF-4F54-9651-6896E65461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{81D69836-EFEF-4F54-9651-6896E6546112}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{81D69836-EFEF-4F54-9651-6896E6546112}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{81D69836-EFEF-4F54-9651-6896E6546112}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