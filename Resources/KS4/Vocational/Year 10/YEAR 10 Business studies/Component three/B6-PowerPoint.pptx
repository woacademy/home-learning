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4648E4-7CB1-4331-994B-BC103A613E7A}">
  <a:tblStyle styleId="{E14648E4-7CB1-4331-994B-BC103A613E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{E14648E4-7CB1-4331-994B-BC103A613E7A}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{E14648E4-7CB1-4331-994B-BC103A613E7A}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{E14648E4-7CB1-4331-994B-BC103A613E7A}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