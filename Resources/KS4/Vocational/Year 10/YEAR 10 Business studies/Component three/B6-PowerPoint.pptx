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B2B2A-F3FD-4634-B5AE-BC587BF977F7}">
  <a:tblStyle styleId="{619B2B2A-F3FD-4634-B5AE-BC587BF977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{619B2B2A-F3FD-4634-B5AE-BC587BF977F7}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{619B2B2A-F3FD-4634-B5AE-BC587BF977F7}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{619B2B2A-F3FD-4634-B5AE-BC587BF977F7}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