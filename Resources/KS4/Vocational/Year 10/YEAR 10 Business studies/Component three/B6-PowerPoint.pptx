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0AA8A8F-61E0-441A-9C81-2D32032BAA97}">
  <a:tblStyle styleId="{40AA8A8F-61E0-441A-9C81-2D32032BAA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{40AA8A8F-61E0-441A-9C81-2D32032BAA97}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{40AA8A8F-61E0-441A-9C81-2D32032BAA97}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{40AA8A8F-61E0-441A-9C81-2D32032BAA97}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