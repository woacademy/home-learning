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32A27-3C85-4C02-8195-3DB7DC97EF4F}">
  <a:tblStyle styleId="{13532A27-3C85-4C02-8195-3DB7DC97EF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{13532A27-3C85-4C02-8195-3DB7DC97EF4F}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{13532A27-3C85-4C02-8195-3DB7DC97EF4F}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{13532A27-3C85-4C02-8195-3DB7DC97EF4F}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