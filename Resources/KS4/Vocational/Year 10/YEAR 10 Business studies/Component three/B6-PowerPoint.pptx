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34B314-1A46-474F-A101-3174CCE9BE30}">
  <a:tblStyle styleId="{BA34B314-1A46-474F-A101-3174CCE9BE3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{BA34B314-1A46-474F-A101-3174CCE9BE30}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{BA34B314-1A46-474F-A101-3174CCE9BE30}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{BA34B314-1A46-474F-A101-3174CCE9BE30}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