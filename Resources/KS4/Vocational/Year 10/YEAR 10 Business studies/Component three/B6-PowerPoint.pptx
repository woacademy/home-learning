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F26321-471A-4804-A3AA-9845556E44E3}">
  <a:tblStyle styleId="{D1F26321-471A-4804-A3AA-9845556E44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{D1F26321-471A-4804-A3AA-9845556E44E3}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{D1F26321-471A-4804-A3AA-9845556E44E3}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{D1F26321-471A-4804-A3AA-9845556E44E3}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