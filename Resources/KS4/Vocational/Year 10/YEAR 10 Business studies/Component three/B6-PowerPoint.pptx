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94DCED-280A-4F53-89BE-0E7FA58793A0}">
  <a:tblStyle styleId="{B494DCED-280A-4F53-89BE-0E7FA58793A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{B494DCED-280A-4F53-89BE-0E7FA58793A0}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{B494DCED-280A-4F53-89BE-0E7FA58793A0}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{B494DCED-280A-4F53-89BE-0E7FA58793A0}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