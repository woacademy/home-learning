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9D2CC58-4C60-4127-84AA-13813A8F3052}">
  <a:tblStyle styleId="{89D2CC58-4C60-4127-84AA-13813A8F305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{89D2CC58-4C60-4127-84AA-13813A8F3052}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{89D2CC58-4C60-4127-84AA-13813A8F3052}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{89D2CC58-4C60-4127-84AA-13813A8F3052}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