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185769-1969-457C-A164-907D663FF8DA}">
  <a:tblStyle styleId="{89185769-1969-457C-A164-907D663FF8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{89185769-1969-457C-A164-907D663FF8DA}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{89185769-1969-457C-A164-907D663FF8DA}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{89185769-1969-457C-A164-907D663FF8DA}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