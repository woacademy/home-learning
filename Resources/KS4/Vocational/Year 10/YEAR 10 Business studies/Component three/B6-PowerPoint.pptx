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969824-6E97-4BE3-9B2A-D6CFEDACEA49}">
  <a:tblStyle styleId="{25969824-6E97-4BE3-9B2A-D6CFEDACEA4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{25969824-6E97-4BE3-9B2A-D6CFEDACEA49}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{25969824-6E97-4BE3-9B2A-D6CFEDACEA49}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{25969824-6E97-4BE3-9B2A-D6CFEDACEA49}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