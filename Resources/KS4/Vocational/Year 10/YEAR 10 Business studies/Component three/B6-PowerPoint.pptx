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8279CC-60AA-43B1-BA4C-8C76B3C9C1AD}">
  <a:tblStyle styleId="{1E8279CC-60AA-43B1-BA4C-8C76B3C9C1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{1E8279CC-60AA-43B1-BA4C-8C76B3C9C1AD}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{1E8279CC-60AA-43B1-BA4C-8C76B3C9C1AD}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{1E8279CC-60AA-43B1-BA4C-8C76B3C9C1AD}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