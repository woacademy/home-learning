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B57B97-63AA-41BF-A46E-A07D8CC01D13}">
  <a:tblStyle styleId="{2FB57B97-63AA-41BF-A46E-A07D8CC01D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{2FB57B97-63AA-41BF-A46E-A07D8CC01D13}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{2FB57B97-63AA-41BF-A46E-A07D8CC01D13}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{2FB57B97-63AA-41BF-A46E-A07D8CC01D13}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