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CB8D6F-33C1-47B0-AB02-8A7494980BD0}">
  <a:tblStyle styleId="{87CB8D6F-33C1-47B0-AB02-8A7494980B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{87CB8D6F-33C1-47B0-AB02-8A7494980BD0}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{87CB8D6F-33C1-47B0-AB02-8A7494980BD0}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{87CB8D6F-33C1-47B0-AB02-8A7494980BD0}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