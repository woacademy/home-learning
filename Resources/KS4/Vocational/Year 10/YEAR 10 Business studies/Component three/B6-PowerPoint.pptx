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0DE204-4D8D-47DF-AD3F-18AC8C4EB1C3}">
  <a:tblStyle styleId="{5C0DE204-4D8D-47DF-AD3F-18AC8C4EB1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{5C0DE204-4D8D-47DF-AD3F-18AC8C4EB1C3}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{5C0DE204-4D8D-47DF-AD3F-18AC8C4EB1C3}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{5C0DE204-4D8D-47DF-AD3F-18AC8C4EB1C3}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