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84568D-77F6-423D-9266-399925387E4F}">
  <a:tblStyle styleId="{BD84568D-77F6-423D-9266-399925387E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{BD84568D-77F6-423D-9266-399925387E4F}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{BD84568D-77F6-423D-9266-399925387E4F}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{BD84568D-77F6-423D-9266-399925387E4F}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