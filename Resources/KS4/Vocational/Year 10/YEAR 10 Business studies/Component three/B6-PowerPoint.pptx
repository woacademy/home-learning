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7A8320-AA94-476E-9D6A-32DCB633AC68}">
  <a:tblStyle styleId="{8C7A8320-AA94-476E-9D6A-32DCB633AC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{8C7A8320-AA94-476E-9D6A-32DCB633AC68}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{8C7A8320-AA94-476E-9D6A-32DCB633AC68}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{8C7A8320-AA94-476E-9D6A-32DCB633AC68}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