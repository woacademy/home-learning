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118065-4C44-4672-8F23-390B70949A37}">
  <a:tblStyle styleId="{63118065-4C44-4672-8F23-390B70949A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{63118065-4C44-4672-8F23-390B70949A37}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{63118065-4C44-4672-8F23-390B70949A37}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{63118065-4C44-4672-8F23-390B70949A37}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