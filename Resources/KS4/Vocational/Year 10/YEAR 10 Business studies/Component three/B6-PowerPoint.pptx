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2A1B24-83BC-48D7-BAFD-8C12C31041D8}">
  <a:tblStyle styleId="{292A1B24-83BC-48D7-BAFD-8C12C31041D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{292A1B24-83BC-48D7-BAFD-8C12C31041D8}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{292A1B24-83BC-48D7-BAFD-8C12C31041D8}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{292A1B24-83BC-48D7-BAFD-8C12C31041D8}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