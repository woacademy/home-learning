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04104C-BC45-49B9-BA02-FAFF5D7F559A}">
  <a:tblStyle styleId="{3A04104C-BC45-49B9-BA02-FAFF5D7F559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{3A04104C-BC45-49B9-BA02-FAFF5D7F559A}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{3A04104C-BC45-49B9-BA02-FAFF5D7F559A}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{3A04104C-BC45-49B9-BA02-FAFF5D7F559A}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