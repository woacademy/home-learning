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08DD6D-21FB-4BC5-AD41-FF3EE2D390C7}">
  <a:tblStyle styleId="{FE08DD6D-21FB-4BC5-AD41-FF3EE2D390C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{FE08DD6D-21FB-4BC5-AD41-FF3EE2D390C7}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{FE08DD6D-21FB-4BC5-AD41-FF3EE2D390C7}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{FE08DD6D-21FB-4BC5-AD41-FF3EE2D390C7}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