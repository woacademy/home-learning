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3444D7-AF71-4C9F-AD00-F83B21D9EFB6}">
  <a:tblStyle styleId="{313444D7-AF71-4C9F-AD00-F83B21D9EFB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{313444D7-AF71-4C9F-AD00-F83B21D9EFB6}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{313444D7-AF71-4C9F-AD00-F83B21D9EFB6}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{313444D7-AF71-4C9F-AD00-F83B21D9EFB6}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