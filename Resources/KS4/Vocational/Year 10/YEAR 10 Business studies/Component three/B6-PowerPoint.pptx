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6090D55-F4C2-48EF-B29D-A0A75C51BBED}">
  <a:tblStyle styleId="{26090D55-F4C2-48EF-B29D-A0A75C51BBED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{26090D55-F4C2-48EF-B29D-A0A75C51BBED}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{26090D55-F4C2-48EF-B29D-A0A75C51BBED}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{26090D55-F4C2-48EF-B29D-A0A75C51BBED}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