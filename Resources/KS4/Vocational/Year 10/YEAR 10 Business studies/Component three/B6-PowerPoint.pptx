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2B8F49-BB2C-4C68-9C5D-93F5391978A9}">
  <a:tblStyle styleId="{A32B8F49-BB2C-4C68-9C5D-93F5391978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{A32B8F49-BB2C-4C68-9C5D-93F5391978A9}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{A32B8F49-BB2C-4C68-9C5D-93F5391978A9}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{A32B8F49-BB2C-4C68-9C5D-93F5391978A9}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