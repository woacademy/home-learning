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E88587-363E-4ED0-ABA7-0864CCB4EE54}">
  <a:tblStyle styleId="{58E88587-363E-4ED0-ABA7-0864CCB4EE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{58E88587-363E-4ED0-ABA7-0864CCB4EE54}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{58E88587-363E-4ED0-ABA7-0864CCB4EE54}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{58E88587-363E-4ED0-ABA7-0864CCB4EE54}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