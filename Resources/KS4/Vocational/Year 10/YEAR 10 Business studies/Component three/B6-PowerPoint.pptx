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626BC2-23F5-424C-BFD1-44F4D9FB40AF}">
  <a:tblStyle styleId="{29626BC2-23F5-424C-BFD1-44F4D9FB40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{29626BC2-23F5-424C-BFD1-44F4D9FB40AF}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{29626BC2-23F5-424C-BFD1-44F4D9FB40AF}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{29626BC2-23F5-424C-BFD1-44F4D9FB40AF}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