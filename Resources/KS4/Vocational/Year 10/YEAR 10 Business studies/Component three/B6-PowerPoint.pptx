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EC880181-2E6C-4FD2-ACBF-82BC0C229A20}">
  <a:tblStyle styleId="{EC880181-2E6C-4FD2-ACBF-82BC0C229A2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{EC880181-2E6C-4FD2-ACBF-82BC0C229A20}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{EC880181-2E6C-4FD2-ACBF-82BC0C229A20}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{EC880181-2E6C-4FD2-ACBF-82BC0C229A20}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