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5D4EA5-5274-4726-82D3-B3F2E9C7AEE7}">
  <a:tblStyle styleId="{585D4EA5-5274-4726-82D3-B3F2E9C7AEE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{585D4EA5-5274-4726-82D3-B3F2E9C7AEE7}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{585D4EA5-5274-4726-82D3-B3F2E9C7AEE7}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{585D4EA5-5274-4726-82D3-B3F2E9C7AEE7}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