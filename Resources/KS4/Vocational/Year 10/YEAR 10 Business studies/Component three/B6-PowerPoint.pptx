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56D75E-1B05-4126-BDBF-9F7219EAD70A}">
  <a:tblStyle styleId="{5056D75E-1B05-4126-BDBF-9F7219EAD7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{5056D75E-1B05-4126-BDBF-9F7219EAD70A}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{5056D75E-1B05-4126-BDBF-9F7219EAD70A}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{5056D75E-1B05-4126-BDBF-9F7219EAD70A}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