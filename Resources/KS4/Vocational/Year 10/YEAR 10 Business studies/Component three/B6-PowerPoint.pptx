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BA7C1ED-8AF8-4B3D-973F-3D2C2EBAB64E}">
  <a:tblStyle styleId="{7BA7C1ED-8AF8-4B3D-973F-3D2C2EBAB6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{7BA7C1ED-8AF8-4B3D-973F-3D2C2EBAB64E}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{7BA7C1ED-8AF8-4B3D-973F-3D2C2EBAB64E}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{7BA7C1ED-8AF8-4B3D-973F-3D2C2EBAB64E}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