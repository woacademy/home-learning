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33A474-1A54-4CE6-9BC6-F4E5E3747E6D}">
  <a:tblStyle styleId="{2D33A474-1A54-4CE6-9BC6-F4E5E3747E6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{2D33A474-1A54-4CE6-9BC6-F4E5E3747E6D}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{2D33A474-1A54-4CE6-9BC6-F4E5E3747E6D}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{2D33A474-1A54-4CE6-9BC6-F4E5E3747E6D}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