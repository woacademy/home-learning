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80261C6-95E0-45EE-B753-83E89D4E2F4E}">
  <a:tblStyle styleId="{480261C6-95E0-45EE-B753-83E89D4E2F4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{480261C6-95E0-45EE-B753-83E89D4E2F4E}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{480261C6-95E0-45EE-B753-83E89D4E2F4E}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{480261C6-95E0-45EE-B753-83E89D4E2F4E}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