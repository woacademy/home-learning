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17EBC6-227D-418B-A0C4-37154DB05101}">
  <a:tblStyle styleId="{AB17EBC6-227D-418B-A0C4-37154DB0510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{AB17EBC6-227D-418B-A0C4-37154DB05101}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{AB17EBC6-227D-418B-A0C4-37154DB05101}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{AB17EBC6-227D-418B-A0C4-37154DB05101}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