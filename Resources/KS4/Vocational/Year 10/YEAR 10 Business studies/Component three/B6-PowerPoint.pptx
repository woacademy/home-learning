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6D2F78-7716-4AE6-BDFF-0167285F7630}">
  <a:tblStyle styleId="{666D2F78-7716-4AE6-BDFF-0167285F76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{666D2F78-7716-4AE6-BDFF-0167285F7630}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{666D2F78-7716-4AE6-BDFF-0167285F7630}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{666D2F78-7716-4AE6-BDFF-0167285F7630}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