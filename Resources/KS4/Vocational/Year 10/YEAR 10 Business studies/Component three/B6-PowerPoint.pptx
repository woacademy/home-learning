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0E0B3C-F2F3-41E9-9288-C1F1AD80FFB3}">
  <a:tblStyle styleId="{420E0B3C-F2F3-41E9-9288-C1F1AD80FF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{420E0B3C-F2F3-41E9-9288-C1F1AD80FFB3}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{420E0B3C-F2F3-41E9-9288-C1F1AD80FFB3}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{420E0B3C-F2F3-41E9-9288-C1F1AD80FFB3}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