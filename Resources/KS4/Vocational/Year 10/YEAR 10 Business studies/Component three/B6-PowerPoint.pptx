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07F42D-3545-44FC-BCBA-635BF469CA1C}">
  <a:tblStyle styleId="{DD07F42D-3545-44FC-BCBA-635BF469CA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{DD07F42D-3545-44FC-BCBA-635BF469CA1C}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{DD07F42D-3545-44FC-BCBA-635BF469CA1C}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{DD07F42D-3545-44FC-BCBA-635BF469CA1C}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