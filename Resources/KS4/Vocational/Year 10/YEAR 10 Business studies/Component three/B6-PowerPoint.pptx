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8E2933-DD46-409E-BF13-FC2CA2879A9F}">
  <a:tblStyle styleId="{E28E2933-DD46-409E-BF13-FC2CA2879A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{E28E2933-DD46-409E-BF13-FC2CA2879A9F}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{E28E2933-DD46-409E-BF13-FC2CA2879A9F}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{E28E2933-DD46-409E-BF13-FC2CA2879A9F}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