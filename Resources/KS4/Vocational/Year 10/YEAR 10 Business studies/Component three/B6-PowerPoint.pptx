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44271A-F251-4437-835B-A7D3AC658DE0}">
  <a:tblStyle styleId="{3044271A-F251-4437-835B-A7D3AC658DE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{3044271A-F251-4437-835B-A7D3AC658DE0}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{3044271A-F251-4437-835B-A7D3AC658DE0}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{3044271A-F251-4437-835B-A7D3AC658DE0}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