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396EE-90DB-4B1E-8303-32815F740278}">
  <a:tblStyle styleId="{086396EE-90DB-4B1E-8303-32815F7402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{086396EE-90DB-4B1E-8303-32815F740278}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{086396EE-90DB-4B1E-8303-32815F740278}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{086396EE-90DB-4B1E-8303-32815F740278}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