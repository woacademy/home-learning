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DABD53-8F96-4205-AA73-BAAE49CE317A}">
  <a:tblStyle styleId="{B6DABD53-8F96-4205-AA73-BAAE49CE31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{B6DABD53-8F96-4205-AA73-BAAE49CE317A}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{B6DABD53-8F96-4205-AA73-BAAE49CE317A}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{B6DABD53-8F96-4205-AA73-BAAE49CE317A}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