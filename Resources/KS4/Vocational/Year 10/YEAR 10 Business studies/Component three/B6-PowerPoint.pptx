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13B06-3DC6-44F6-AEFE-2F52174404C8}">
  <a:tblStyle styleId="{AC013B06-3DC6-44F6-AEFE-2F52174404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{AC013B06-3DC6-44F6-AEFE-2F52174404C8}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{AC013B06-3DC6-44F6-AEFE-2F52174404C8}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{AC013B06-3DC6-44F6-AEFE-2F52174404C8}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