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1866AD-A619-40DD-9D89-7A4AFBEBFE55}">
  <a:tblStyle styleId="{551866AD-A619-40DD-9D89-7A4AFBEBFE5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{551866AD-A619-40DD-9D89-7A4AFBEBFE55}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{551866AD-A619-40DD-9D89-7A4AFBEBFE55}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{551866AD-A619-40DD-9D89-7A4AFBEBFE55}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