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7040F9-6E20-4AAF-8E07-63EB53555FBB}">
  <a:tblStyle styleId="{F17040F9-6E20-4AAF-8E07-63EB53555FB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{F17040F9-6E20-4AAF-8E07-63EB53555FBB}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{F17040F9-6E20-4AAF-8E07-63EB53555FBB}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{F17040F9-6E20-4AAF-8E07-63EB53555FBB}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