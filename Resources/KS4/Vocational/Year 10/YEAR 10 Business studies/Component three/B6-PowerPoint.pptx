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1B27E4-9B57-449A-934D-252BD6ABB9C2}">
  <a:tblStyle styleId="{3A1B27E4-9B57-449A-934D-252BD6ABB9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{3A1B27E4-9B57-449A-934D-252BD6ABB9C2}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{3A1B27E4-9B57-449A-934D-252BD6ABB9C2}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{3A1B27E4-9B57-449A-934D-252BD6ABB9C2}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