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C9BC3-CB88-45DA-A1E4-8EB3960B2E8B}">
  <a:tblStyle styleId="{D57C9BC3-CB88-45DA-A1E4-8EB3960B2E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{D57C9BC3-CB88-45DA-A1E4-8EB3960B2E8B}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{D57C9BC3-CB88-45DA-A1E4-8EB3960B2E8B}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{D57C9BC3-CB88-45DA-A1E4-8EB3960B2E8B}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