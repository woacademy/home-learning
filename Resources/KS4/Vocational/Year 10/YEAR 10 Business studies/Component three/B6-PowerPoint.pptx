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EA04E5-04CD-49B3-886D-C216F1C3A04F}">
  <a:tblStyle styleId="{A9EA04E5-04CD-49B3-886D-C216F1C3A04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{A9EA04E5-04CD-49B3-886D-C216F1C3A04F}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{A9EA04E5-04CD-49B3-886D-C216F1C3A04F}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{A9EA04E5-04CD-49B3-886D-C216F1C3A04F}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