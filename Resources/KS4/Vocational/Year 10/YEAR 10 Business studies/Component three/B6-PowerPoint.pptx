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04537A-E677-4A4D-A7D0-2F7100CDAD93}">
  <a:tblStyle styleId="{E304537A-E677-4A4D-A7D0-2F7100CDAD9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{E304537A-E677-4A4D-A7D0-2F7100CDAD93}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{E304537A-E677-4A4D-A7D0-2F7100CDAD93}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{E304537A-E677-4A4D-A7D0-2F7100CDAD93}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