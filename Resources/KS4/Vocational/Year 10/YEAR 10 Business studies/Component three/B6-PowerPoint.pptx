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7CE0AE-9226-496D-9B3C-0E8EED42142C}">
  <a:tblStyle styleId="{387CE0AE-9226-496D-9B3C-0E8EED4214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{387CE0AE-9226-496D-9B3C-0E8EED42142C}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{387CE0AE-9226-496D-9B3C-0E8EED42142C}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{387CE0AE-9226-496D-9B3C-0E8EED42142C}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