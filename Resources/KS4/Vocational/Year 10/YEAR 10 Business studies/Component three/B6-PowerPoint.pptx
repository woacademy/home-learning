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59596-95FC-4B22-95E0-3716961C8655}">
  <a:tblStyle styleId="{07559596-95FC-4B22-95E0-3716961C86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{07559596-95FC-4B22-95E0-3716961C8655}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{07559596-95FC-4B22-95E0-3716961C8655}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{07559596-95FC-4B22-95E0-3716961C8655}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