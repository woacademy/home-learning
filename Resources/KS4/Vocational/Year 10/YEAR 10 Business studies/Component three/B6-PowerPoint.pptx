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25DF4E-44F8-4D47-B0A6-2D3E8038E083}">
  <a:tblStyle styleId="{E725DF4E-44F8-4D47-B0A6-2D3E8038E0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{E725DF4E-44F8-4D47-B0A6-2D3E8038E083}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{E725DF4E-44F8-4D47-B0A6-2D3E8038E083}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{E725DF4E-44F8-4D47-B0A6-2D3E8038E083}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