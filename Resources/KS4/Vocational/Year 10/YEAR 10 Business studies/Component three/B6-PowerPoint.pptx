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70CF37-B3AA-441F-B4F8-D4B2D67574E4}">
  <a:tblStyle styleId="{AB70CF37-B3AA-441F-B4F8-D4B2D67574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{AB70CF37-B3AA-441F-B4F8-D4B2D67574E4}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{AB70CF37-B3AA-441F-B4F8-D4B2D67574E4}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{AB70CF37-B3AA-441F-B4F8-D4B2D67574E4}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