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CDD322-E8DC-4F45-A7AF-51536E0D2228}">
  <a:tblStyle styleId="{F4CDD322-E8DC-4F45-A7AF-51536E0D2228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{F4CDD322-E8DC-4F45-A7AF-51536E0D2228}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{F4CDD322-E8DC-4F45-A7AF-51536E0D2228}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{F4CDD322-E8DC-4F45-A7AF-51536E0D2228}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