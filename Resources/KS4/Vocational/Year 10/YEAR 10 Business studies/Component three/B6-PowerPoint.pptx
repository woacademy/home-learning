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6B3427-1BA3-4E31-ADFD-7CBFD617B1A3}">
  <a:tblStyle styleId="{C46B3427-1BA3-4E31-ADFD-7CBFD617B1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{C46B3427-1BA3-4E31-ADFD-7CBFD617B1A3}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{C46B3427-1BA3-4E31-ADFD-7CBFD617B1A3}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{C46B3427-1BA3-4E31-ADFD-7CBFD617B1A3}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