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D1ED46-018C-43F0-AC0D-71ABDE111BD4}">
  <a:tblStyle styleId="{B3D1ED46-018C-43F0-AC0D-71ABDE111B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{B3D1ED46-018C-43F0-AC0D-71ABDE111BD4}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{B3D1ED46-018C-43F0-AC0D-71ABDE111BD4}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{B3D1ED46-018C-43F0-AC0D-71ABDE111BD4}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