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DC3A41-3C3C-4709-B81A-993BF8B81D6F}">
  <a:tblStyle styleId="{70DC3A41-3C3C-4709-B81A-993BF8B81D6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{70DC3A41-3C3C-4709-B81A-993BF8B81D6F}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{70DC3A41-3C3C-4709-B81A-993BF8B81D6F}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{70DC3A41-3C3C-4709-B81A-993BF8B81D6F}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