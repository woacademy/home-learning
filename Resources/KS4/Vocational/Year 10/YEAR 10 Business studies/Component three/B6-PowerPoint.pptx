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4D6CF68-3FBA-481B-B749-F9C22752F284}">
  <a:tblStyle styleId="{C4D6CF68-3FBA-481B-B749-F9C22752F28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{C4D6CF68-3FBA-481B-B749-F9C22752F284}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{C4D6CF68-3FBA-481B-B749-F9C22752F284}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{C4D6CF68-3FBA-481B-B749-F9C22752F284}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