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ECBCEB-1049-4436-AD5D-011E96C1CD8E}">
  <a:tblStyle styleId="{D4ECBCEB-1049-4436-AD5D-011E96C1CD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{D4ECBCEB-1049-4436-AD5D-011E96C1CD8E}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{D4ECBCEB-1049-4436-AD5D-011E96C1CD8E}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{D4ECBCEB-1049-4436-AD5D-011E96C1CD8E}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