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190B7B-183B-4223-912F-E5C288AA35B5}">
  <a:tblStyle styleId="{7A190B7B-183B-4223-912F-E5C288AA35B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{7A190B7B-183B-4223-912F-E5C288AA35B5}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{7A190B7B-183B-4223-912F-E5C288AA35B5}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{7A190B7B-183B-4223-912F-E5C288AA35B5}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