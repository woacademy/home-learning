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7109500C-1932-4C02-9CF6-63A6FF2078E5}">
  <a:tblStyle styleId="{7109500C-1932-4C02-9CF6-63A6FF2078E5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{7109500C-1932-4C02-9CF6-63A6FF2078E5}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{7109500C-1932-4C02-9CF6-63A6FF2078E5}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{7109500C-1932-4C02-9CF6-63A6FF2078E5}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