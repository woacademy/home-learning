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C64325-7BCB-47F1-BA9A-FC5960B0E952}">
  <a:tblStyle styleId="{3DC64325-7BCB-47F1-BA9A-FC5960B0E9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{3DC64325-7BCB-47F1-BA9A-FC5960B0E952}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{3DC64325-7BCB-47F1-BA9A-FC5960B0E952}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{3DC64325-7BCB-47F1-BA9A-FC5960B0E952}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