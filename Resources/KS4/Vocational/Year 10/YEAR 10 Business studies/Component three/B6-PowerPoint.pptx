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4F925F-C36B-4904-8E6D-F6B2E4733A0A}">
  <a:tblStyle styleId="{644F925F-C36B-4904-8E6D-F6B2E4733A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{644F925F-C36B-4904-8E6D-F6B2E4733A0A}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{644F925F-C36B-4904-8E6D-F6B2E4733A0A}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{644F925F-C36B-4904-8E6D-F6B2E4733A0A}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