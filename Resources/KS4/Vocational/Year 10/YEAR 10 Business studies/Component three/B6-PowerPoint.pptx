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60ACAAB-5107-4F09-B27B-96327EEDAB16}">
  <a:tblStyle styleId="{760ACAAB-5107-4F09-B27B-96327EEDAB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{760ACAAB-5107-4F09-B27B-96327EEDAB16}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{760ACAAB-5107-4F09-B27B-96327EEDAB16}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{760ACAAB-5107-4F09-B27B-96327EEDAB16}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