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4ABEFD-0DA4-4342-A2F9-74F8625EEF69}">
  <a:tblStyle styleId="{084ABEFD-0DA4-4342-A2F9-74F8625EEF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{084ABEFD-0DA4-4342-A2F9-74F8625EEF69}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{084ABEFD-0DA4-4342-A2F9-74F8625EEF69}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{084ABEFD-0DA4-4342-A2F9-74F8625EEF69}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