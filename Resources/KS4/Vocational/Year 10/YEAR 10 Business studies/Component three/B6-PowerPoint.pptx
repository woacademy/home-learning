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CB0E6E-7971-41E5-8EA3-7CC97A1CB6F4}">
  <a:tblStyle styleId="{18CB0E6E-7971-41E5-8EA3-7CC97A1CB6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{18CB0E6E-7971-41E5-8EA3-7CC97A1CB6F4}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{18CB0E6E-7971-41E5-8EA3-7CC97A1CB6F4}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{18CB0E6E-7971-41E5-8EA3-7CC97A1CB6F4}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