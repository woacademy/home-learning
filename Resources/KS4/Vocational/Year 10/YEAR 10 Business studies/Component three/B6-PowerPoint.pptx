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0AC6DE-4D06-422C-BCFC-122EC0B264B7}">
  <a:tblStyle styleId="{C10AC6DE-4D06-422C-BCFC-122EC0B264B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{C10AC6DE-4D06-422C-BCFC-122EC0B264B7}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{C10AC6DE-4D06-422C-BCFC-122EC0B264B7}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{C10AC6DE-4D06-422C-BCFC-122EC0B264B7}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