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39FBD3A-011A-459F-915A-CC4274D19DE6}">
  <a:tblStyle styleId="{639FBD3A-011A-459F-915A-CC4274D19DE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{639FBD3A-011A-459F-915A-CC4274D19DE6}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{639FBD3A-011A-459F-915A-CC4274D19DE6}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{639FBD3A-011A-459F-915A-CC4274D19DE6}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