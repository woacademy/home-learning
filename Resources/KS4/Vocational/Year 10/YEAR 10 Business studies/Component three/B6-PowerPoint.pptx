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C7132A-4249-4729-9FF0-F0B50627023F}">
  <a:tblStyle styleId="{53C7132A-4249-4729-9FF0-F0B50627023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{53C7132A-4249-4729-9FF0-F0B50627023F}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{53C7132A-4249-4729-9FF0-F0B50627023F}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{53C7132A-4249-4729-9FF0-F0B50627023F}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