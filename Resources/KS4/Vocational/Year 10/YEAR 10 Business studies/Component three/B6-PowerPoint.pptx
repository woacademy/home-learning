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368C22-A10E-41D5-9F43-AEAC71187880}">
  <a:tblStyle styleId="{53368C22-A10E-41D5-9F43-AEAC711878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{53368C22-A10E-41D5-9F43-AEAC71187880}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{53368C22-A10E-41D5-9F43-AEAC71187880}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{53368C22-A10E-41D5-9F43-AEAC71187880}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