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B6DBEC-AA05-4F4E-825A-A0CDEA82A62E}">
  <a:tblStyle styleId="{BCB6DBEC-AA05-4F4E-825A-A0CDEA82A62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{BCB6DBEC-AA05-4F4E-825A-A0CDEA82A62E}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{BCB6DBEC-AA05-4F4E-825A-A0CDEA82A62E}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{BCB6DBEC-AA05-4F4E-825A-A0CDEA82A62E}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