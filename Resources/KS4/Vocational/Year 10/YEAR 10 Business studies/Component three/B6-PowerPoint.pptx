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6B2E2B-DDFD-4879-9177-FF44D8A65EE2}">
  <a:tblStyle styleId="{4A6B2E2B-DDFD-4879-9177-FF44D8A65E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{4A6B2E2B-DDFD-4879-9177-FF44D8A65EE2}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{4A6B2E2B-DDFD-4879-9177-FF44D8A65EE2}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{4A6B2E2B-DDFD-4879-9177-FF44D8A65EE2}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