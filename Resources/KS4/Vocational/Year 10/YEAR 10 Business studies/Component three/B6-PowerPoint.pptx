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E208CB-A131-4043-B522-2A4CE6325370}">
  <a:tblStyle styleId="{E9E208CB-A131-4043-B522-2A4CE63253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{E9E208CB-A131-4043-B522-2A4CE6325370}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{E9E208CB-A131-4043-B522-2A4CE6325370}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{E9E208CB-A131-4043-B522-2A4CE6325370}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