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7B04B8-A9E9-4F7E-8932-AB00B0E485F6}">
  <a:tblStyle styleId="{DE7B04B8-A9E9-4F7E-8932-AB00B0E485F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{DE7B04B8-A9E9-4F7E-8932-AB00B0E485F6}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{DE7B04B8-A9E9-4F7E-8932-AB00B0E485F6}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{DE7B04B8-A9E9-4F7E-8932-AB00B0E485F6}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