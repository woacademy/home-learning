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026FFB-0669-4FA4-9E21-99F73810E169}">
  <a:tblStyle styleId="{83026FFB-0669-4FA4-9E21-99F73810E1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{83026FFB-0669-4FA4-9E21-99F73810E169}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{83026FFB-0669-4FA4-9E21-99F73810E169}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{83026FFB-0669-4FA4-9E21-99F73810E169}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