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1CDEF2-147B-463B-86C8-E9339BF830E3}">
  <a:tblStyle styleId="{E11CDEF2-147B-463B-86C8-E9339BF830E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{E11CDEF2-147B-463B-86C8-E9339BF830E3}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{E11CDEF2-147B-463B-86C8-E9339BF830E3}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{E11CDEF2-147B-463B-86C8-E9339BF830E3}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