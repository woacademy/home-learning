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61ED7E-CBBD-40E3-85A1-62D3BD924383}">
  <a:tblStyle styleId="{AD61ED7E-CBBD-40E3-85A1-62D3BD9243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{AD61ED7E-CBBD-40E3-85A1-62D3BD924383}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{AD61ED7E-CBBD-40E3-85A1-62D3BD924383}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{AD61ED7E-CBBD-40E3-85A1-62D3BD924383}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