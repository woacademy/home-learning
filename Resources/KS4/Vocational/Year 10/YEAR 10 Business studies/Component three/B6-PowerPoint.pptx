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26E4E2-67A8-40D4-AFC0-556AFCF39690}">
  <a:tblStyle styleId="{F226E4E2-67A8-40D4-AFC0-556AFCF396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{F226E4E2-67A8-40D4-AFC0-556AFCF39690}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{F226E4E2-67A8-40D4-AFC0-556AFCF39690}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{F226E4E2-67A8-40D4-AFC0-556AFCF39690}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