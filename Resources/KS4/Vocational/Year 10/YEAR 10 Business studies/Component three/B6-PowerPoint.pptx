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D68FA76-7987-4B9C-92E8-E99884183B14}">
  <a:tblStyle styleId="{DD68FA76-7987-4B9C-92E8-E99884183B1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{DD68FA76-7987-4B9C-92E8-E99884183B14}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{DD68FA76-7987-4B9C-92E8-E99884183B14}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{DD68FA76-7987-4B9C-92E8-E99884183B14}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