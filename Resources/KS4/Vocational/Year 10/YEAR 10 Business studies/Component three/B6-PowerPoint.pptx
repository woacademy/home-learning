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1F757A-3CA9-4853-BFBF-11402089FBFA}">
  <a:tblStyle styleId="{D81F757A-3CA9-4853-BFBF-11402089FBF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{D81F757A-3CA9-4853-BFBF-11402089FBFA}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{D81F757A-3CA9-4853-BFBF-11402089FBFA}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{D81F757A-3CA9-4853-BFBF-11402089FBFA}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