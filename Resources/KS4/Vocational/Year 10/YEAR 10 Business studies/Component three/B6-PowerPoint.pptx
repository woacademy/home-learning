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035E564-ADF5-41D5-8037-B3567C1240C4}">
  <a:tblStyle styleId="{F035E564-ADF5-41D5-8037-B3567C1240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{F035E564-ADF5-41D5-8037-B3567C1240C4}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{F035E564-ADF5-41D5-8037-B3567C1240C4}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{F035E564-ADF5-41D5-8037-B3567C1240C4}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