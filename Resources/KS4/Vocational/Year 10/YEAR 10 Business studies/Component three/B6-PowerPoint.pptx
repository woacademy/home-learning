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60867-67A4-47DB-8B77-9F29A66E0EBA}">
  <a:tblStyle styleId="{57060867-67A4-47DB-8B77-9F29A66E0E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{57060867-67A4-47DB-8B77-9F29A66E0EBA}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{57060867-67A4-47DB-8B77-9F29A66E0EBA}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{57060867-67A4-47DB-8B77-9F29A66E0EBA}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