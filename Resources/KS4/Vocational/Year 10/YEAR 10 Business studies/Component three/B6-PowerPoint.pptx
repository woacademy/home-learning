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F1C84-7C3B-4F92-903D-620CE0AB808D}">
  <a:tblStyle styleId="{331F1C84-7C3B-4F92-903D-620CE0AB80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{331F1C84-7C3B-4F92-903D-620CE0AB808D}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{331F1C84-7C3B-4F92-903D-620CE0AB808D}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{331F1C84-7C3B-4F92-903D-620CE0AB808D}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