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5F022A-293B-4DD3-8686-D92B5286F6C0}">
  <a:tblStyle styleId="{455F022A-293B-4DD3-8686-D92B5286F6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{455F022A-293B-4DD3-8686-D92B5286F6C0}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{455F022A-293B-4DD3-8686-D92B5286F6C0}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{455F022A-293B-4DD3-8686-D92B5286F6C0}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