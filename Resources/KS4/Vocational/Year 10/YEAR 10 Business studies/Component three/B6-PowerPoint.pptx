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92A325-DB20-4E6B-89C2-183F40E030B8}">
  <a:tblStyle styleId="{D592A325-DB20-4E6B-89C2-183F40E030B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{D592A325-DB20-4E6B-89C2-183F40E030B8}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{D592A325-DB20-4E6B-89C2-183F40E030B8}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{D592A325-DB20-4E6B-89C2-183F40E030B8}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