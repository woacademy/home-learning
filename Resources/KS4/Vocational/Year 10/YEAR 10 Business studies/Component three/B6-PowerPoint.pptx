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BCE06-E9DF-4A9C-BC7B-FAA1391EC7BA}">
  <a:tblStyle styleId="{93FBCE06-E9DF-4A9C-BC7B-FAA1391EC7B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{93FBCE06-E9DF-4A9C-BC7B-FAA1391EC7BA}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{93FBCE06-E9DF-4A9C-BC7B-FAA1391EC7BA}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{93FBCE06-E9DF-4A9C-BC7B-FAA1391EC7BA}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