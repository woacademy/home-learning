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85DD8E-8364-4592-AE49-40D841A5F513}">
  <a:tblStyle styleId="{9085DD8E-8364-4592-AE49-40D841A5F5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{9085DD8E-8364-4592-AE49-40D841A5F513}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{9085DD8E-8364-4592-AE49-40D841A5F513}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{9085DD8E-8364-4592-AE49-40D841A5F513}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