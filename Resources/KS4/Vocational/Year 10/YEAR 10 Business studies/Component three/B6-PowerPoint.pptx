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F8B93B-D0F2-4F8F-B91D-B8C6DC318CBD}">
  <a:tblStyle styleId="{52F8B93B-D0F2-4F8F-B91D-B8C6DC318C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{52F8B93B-D0F2-4F8F-B91D-B8C6DC318CBD}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{52F8B93B-D0F2-4F8F-B91D-B8C6DC318CBD}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{52F8B93B-D0F2-4F8F-B91D-B8C6DC318CBD}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