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CBB47E-0BEC-4ED3-9005-98F930274660}">
  <a:tblStyle styleId="{E3CBB47E-0BEC-4ED3-9005-98F9302746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{E3CBB47E-0BEC-4ED3-9005-98F930274660}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{E3CBB47E-0BEC-4ED3-9005-98F930274660}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{E3CBB47E-0BEC-4ED3-9005-98F930274660}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