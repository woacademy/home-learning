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D9F65-7478-4CFB-9CFD-573326852153}">
  <a:tblStyle styleId="{377D9F65-7478-4CFB-9CFD-5733268521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{377D9F65-7478-4CFB-9CFD-573326852153}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{377D9F65-7478-4CFB-9CFD-573326852153}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{377D9F65-7478-4CFB-9CFD-573326852153}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