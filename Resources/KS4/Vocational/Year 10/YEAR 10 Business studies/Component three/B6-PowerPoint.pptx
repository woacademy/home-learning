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45EC60-737C-4DC7-8C32-EC3E828274A5}">
  <a:tblStyle styleId="{D045EC60-737C-4DC7-8C32-EC3E828274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{D045EC60-737C-4DC7-8C32-EC3E828274A5}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{D045EC60-737C-4DC7-8C32-EC3E828274A5}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{D045EC60-737C-4DC7-8C32-EC3E828274A5}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