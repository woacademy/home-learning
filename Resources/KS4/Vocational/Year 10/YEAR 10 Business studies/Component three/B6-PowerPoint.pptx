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B20450-B7D9-40A0-AAAA-97AE28A8A47F}">
  <a:tblStyle styleId="{0DB20450-B7D9-40A0-AAAA-97AE28A8A47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{0DB20450-B7D9-40A0-AAAA-97AE28A8A47F}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{0DB20450-B7D9-40A0-AAAA-97AE28A8A47F}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{0DB20450-B7D9-40A0-AAAA-97AE28A8A47F}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