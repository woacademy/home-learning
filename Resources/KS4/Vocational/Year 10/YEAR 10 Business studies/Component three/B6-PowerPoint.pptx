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E7466-B8CF-482B-9A41-BBCECF58C054}">
  <a:tblStyle styleId="{AC0E7466-B8CF-482B-9A41-BBCECF58C0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{AC0E7466-B8CF-482B-9A41-BBCECF58C054}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{AC0E7466-B8CF-482B-9A41-BBCECF58C054}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{AC0E7466-B8CF-482B-9A41-BBCECF58C054}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