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3DC278-8394-4F81-83FC-BE6EFAD1767A}">
  <a:tblStyle styleId="{C93DC278-8394-4F81-83FC-BE6EFAD176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{C93DC278-8394-4F81-83FC-BE6EFAD1767A}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{C93DC278-8394-4F81-83FC-BE6EFAD1767A}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{C93DC278-8394-4F81-83FC-BE6EFAD1767A}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