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746518-9322-4774-A3ED-3BC776EB3DA9}">
  <a:tblStyle styleId="{18746518-9322-4774-A3ED-3BC776EB3DA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{18746518-9322-4774-A3ED-3BC776EB3DA9}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{18746518-9322-4774-A3ED-3BC776EB3DA9}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{18746518-9322-4774-A3ED-3BC776EB3DA9}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