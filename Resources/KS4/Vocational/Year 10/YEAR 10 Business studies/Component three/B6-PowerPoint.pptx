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27877-695D-4288-84C9-AB9CB3935939}">
  <a:tblStyle styleId="{F2227877-695D-4288-84C9-AB9CB39359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{F2227877-695D-4288-84C9-AB9CB3935939}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{F2227877-695D-4288-84C9-AB9CB3935939}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{F2227877-695D-4288-84C9-AB9CB3935939}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