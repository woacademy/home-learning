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BD11E2-0402-4C8D-9BDB-2C4BFD435050}">
  <a:tblStyle styleId="{3CBD11E2-0402-4C8D-9BDB-2C4BFD4350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{3CBD11E2-0402-4C8D-9BDB-2C4BFD435050}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{3CBD11E2-0402-4C8D-9BDB-2C4BFD435050}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{3CBD11E2-0402-4C8D-9BDB-2C4BFD435050}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