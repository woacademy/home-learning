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449846-B909-4E95-9BFD-53AF5B09280A}">
  <a:tblStyle styleId="{26449846-B909-4E95-9BFD-53AF5B0928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{26449846-B909-4E95-9BFD-53AF5B09280A}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{26449846-B909-4E95-9BFD-53AF5B09280A}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{26449846-B909-4E95-9BFD-53AF5B09280A}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