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35EA4C-7843-43CF-BD0B-895EF044FAE4}">
  <a:tblStyle styleId="{EB35EA4C-7843-43CF-BD0B-895EF044FAE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{EB35EA4C-7843-43CF-BD0B-895EF044FAE4}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{EB35EA4C-7843-43CF-BD0B-895EF044FAE4}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{EB35EA4C-7843-43CF-BD0B-895EF044FAE4}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