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6F844D-4D8F-432A-9EDC-799140625688}">
  <a:tblStyle styleId="{E16F844D-4D8F-432A-9EDC-79914062568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{E16F844D-4D8F-432A-9EDC-799140625688}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{E16F844D-4D8F-432A-9EDC-799140625688}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{E16F844D-4D8F-432A-9EDC-799140625688}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