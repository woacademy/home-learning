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99E4C2-9741-4252-924F-15AE7BFFE762}">
  <a:tblStyle styleId="{A499E4C2-9741-4252-924F-15AE7BFFE7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{A499E4C2-9741-4252-924F-15AE7BFFE762}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{A499E4C2-9741-4252-924F-15AE7BFFE762}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{A499E4C2-9741-4252-924F-15AE7BFFE762}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