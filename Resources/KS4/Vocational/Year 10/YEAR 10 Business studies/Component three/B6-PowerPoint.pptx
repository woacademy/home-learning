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2A8AA2-82AB-40FE-9EE4-A40298B28B93}">
  <a:tblStyle styleId="{972A8AA2-82AB-40FE-9EE4-A40298B28B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{972A8AA2-82AB-40FE-9EE4-A40298B28B93}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{972A8AA2-82AB-40FE-9EE4-A40298B28B93}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{972A8AA2-82AB-40FE-9EE4-A40298B28B93}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