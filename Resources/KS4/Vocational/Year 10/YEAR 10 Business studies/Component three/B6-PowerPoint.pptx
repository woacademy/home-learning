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B0C677-119A-4F44-9A3E-95C50E4BC091}">
  <a:tblStyle styleId="{FEB0C677-119A-4F44-9A3E-95C50E4BC09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{FEB0C677-119A-4F44-9A3E-95C50E4BC091}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{FEB0C677-119A-4F44-9A3E-95C50E4BC091}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{FEB0C677-119A-4F44-9A3E-95C50E4BC091}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