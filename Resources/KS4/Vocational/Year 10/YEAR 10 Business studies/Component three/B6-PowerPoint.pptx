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B41232-E418-4408-A4AB-3DA7B52FCBED}">
  <a:tblStyle styleId="{9FB41232-E418-4408-A4AB-3DA7B52FCBE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{9FB41232-E418-4408-A4AB-3DA7B52FCBED}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{9FB41232-E418-4408-A4AB-3DA7B52FCBED}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{9FB41232-E418-4408-A4AB-3DA7B52FCBED}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