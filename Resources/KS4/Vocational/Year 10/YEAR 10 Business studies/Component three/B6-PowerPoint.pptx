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83D0F8A3-8786-42F2-ABFE-F0D10EE4F0EA}">
  <a:tblStyle styleId="{83D0F8A3-8786-42F2-ABFE-F0D10EE4F0E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{83D0F8A3-8786-42F2-ABFE-F0D10EE4F0EA}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{83D0F8A3-8786-42F2-ABFE-F0D10EE4F0EA}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{83D0F8A3-8786-42F2-ABFE-F0D10EE4F0EA}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