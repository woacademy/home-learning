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4FCCE2-0EF0-44D5-BD65-465E8F4883D0}">
  <a:tblStyle styleId="{ED4FCCE2-0EF0-44D5-BD65-465E8F4883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{ED4FCCE2-0EF0-44D5-BD65-465E8F4883D0}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{ED4FCCE2-0EF0-44D5-BD65-465E8F4883D0}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{ED4FCCE2-0EF0-44D5-BD65-465E8F4883D0}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