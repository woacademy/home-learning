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1F6BA8-820C-4DC0-A7AB-6FFED7B1E478}">
  <a:tblStyle styleId="{E31F6BA8-820C-4DC0-A7AB-6FFED7B1E4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{E31F6BA8-820C-4DC0-A7AB-6FFED7B1E478}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{E31F6BA8-820C-4DC0-A7AB-6FFED7B1E478}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{E31F6BA8-820C-4DC0-A7AB-6FFED7B1E478}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