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A3BF12-8523-4C0D-BA6F-E0E4325F3CE8}">
  <a:tblStyle styleId="{EFA3BF12-8523-4C0D-BA6F-E0E4325F3C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{EFA3BF12-8523-4C0D-BA6F-E0E4325F3CE8}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{EFA3BF12-8523-4C0D-BA6F-E0E4325F3CE8}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{EFA3BF12-8523-4C0D-BA6F-E0E4325F3CE8}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