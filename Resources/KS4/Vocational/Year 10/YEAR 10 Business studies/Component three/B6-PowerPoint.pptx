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ED303E-34F9-4365-AEBB-62DCD5C5B46C}">
  <a:tblStyle styleId="{C4ED303E-34F9-4365-AEBB-62DCD5C5B46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{C4ED303E-34F9-4365-AEBB-62DCD5C5B46C}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{C4ED303E-34F9-4365-AEBB-62DCD5C5B46C}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{C4ED303E-34F9-4365-AEBB-62DCD5C5B46C}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