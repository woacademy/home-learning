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DE4AD9-F2A1-4B6C-B993-67289FEFD805}">
  <a:tblStyle styleId="{95DE4AD9-F2A1-4B6C-B993-67289FEFD8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{95DE4AD9-F2A1-4B6C-B993-67289FEFD805}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{95DE4AD9-F2A1-4B6C-B993-67289FEFD805}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{95DE4AD9-F2A1-4B6C-B993-67289FEFD805}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