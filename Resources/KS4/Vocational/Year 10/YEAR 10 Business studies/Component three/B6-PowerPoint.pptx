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B24EAE6-49BB-4E54-9350-794DD0F341AC}">
  <a:tblStyle styleId="{6B24EAE6-49BB-4E54-9350-794DD0F341A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{6B24EAE6-49BB-4E54-9350-794DD0F341AC}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{6B24EAE6-49BB-4E54-9350-794DD0F341AC}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{6B24EAE6-49BB-4E54-9350-794DD0F341AC}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