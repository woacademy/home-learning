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7B5275-0B55-419E-8E30-A7B5DBBCCA92}">
  <a:tblStyle styleId="{627B5275-0B55-419E-8E30-A7B5DBBCCA9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{627B5275-0B55-419E-8E30-A7B5DBBCCA92}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{627B5275-0B55-419E-8E30-A7B5DBBCCA92}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{627B5275-0B55-419E-8E30-A7B5DBBCCA92}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