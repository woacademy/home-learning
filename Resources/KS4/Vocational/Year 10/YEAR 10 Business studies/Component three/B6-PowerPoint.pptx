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BB16C2B-53A0-4393-87D9-CF76ADD13243}">
  <a:tblStyle styleId="{2BB16C2B-53A0-4393-87D9-CF76ADD1324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{2BB16C2B-53A0-4393-87D9-CF76ADD13243}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{2BB16C2B-53A0-4393-87D9-CF76ADD13243}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{2BB16C2B-53A0-4393-87D9-CF76ADD13243}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