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807122-1A3B-4AE4-B889-30BBB05D4D0D}">
  <a:tblStyle styleId="{C9807122-1A3B-4AE4-B889-30BBB05D4D0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{C9807122-1A3B-4AE4-B889-30BBB05D4D0D}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{C9807122-1A3B-4AE4-B889-30BBB05D4D0D}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{C9807122-1A3B-4AE4-B889-30BBB05D4D0D}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