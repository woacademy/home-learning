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77565-DF0D-44FC-8898-436E1BC96AD9}">
  <a:tblStyle styleId="{CFD77565-DF0D-44FC-8898-436E1BC96A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{CFD77565-DF0D-44FC-8898-436E1BC96AD9}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{CFD77565-DF0D-44FC-8898-436E1BC96AD9}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{CFD77565-DF0D-44FC-8898-436E1BC96AD9}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