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577F1F5-B5B2-4B6C-B864-9070ED1529AA}">
  <a:tblStyle styleId="{2577F1F5-B5B2-4B6C-B864-9070ED1529A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{2577F1F5-B5B2-4B6C-B864-9070ED1529AA}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{2577F1F5-B5B2-4B6C-B864-9070ED1529AA}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{2577F1F5-B5B2-4B6C-B864-9070ED1529AA}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