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220280-42BC-48BA-AB1C-554A19442D91}">
  <a:tblStyle styleId="{0D220280-42BC-48BA-AB1C-554A19442D9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{0D220280-42BC-48BA-AB1C-554A19442D91}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{0D220280-42BC-48BA-AB1C-554A19442D91}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{0D220280-42BC-48BA-AB1C-554A19442D91}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