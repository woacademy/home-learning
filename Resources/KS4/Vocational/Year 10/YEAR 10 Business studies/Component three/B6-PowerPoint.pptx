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C643AD-C43F-4BA3-B17E-E159CB9599F6}">
  <a:tblStyle styleId="{44C643AD-C43F-4BA3-B17E-E159CB9599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{44C643AD-C43F-4BA3-B17E-E159CB9599F6}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{44C643AD-C43F-4BA3-B17E-E159CB9599F6}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{44C643AD-C43F-4BA3-B17E-E159CB9599F6}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