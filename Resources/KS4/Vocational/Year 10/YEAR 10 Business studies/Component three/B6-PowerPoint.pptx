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954E75-399B-4BA1-BE3D-45A02E684A4F}">
  <a:tblStyle styleId="{F8954E75-399B-4BA1-BE3D-45A02E684A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{F8954E75-399B-4BA1-BE3D-45A02E684A4F}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{F8954E75-399B-4BA1-BE3D-45A02E684A4F}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{F8954E75-399B-4BA1-BE3D-45A02E684A4F}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