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06B13A0-7C2C-47BA-B2DF-9F146F2D6E8E}">
  <a:tblStyle styleId="{E06B13A0-7C2C-47BA-B2DF-9F146F2D6E8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{E06B13A0-7C2C-47BA-B2DF-9F146F2D6E8E}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{E06B13A0-7C2C-47BA-B2DF-9F146F2D6E8E}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{E06B13A0-7C2C-47BA-B2DF-9F146F2D6E8E}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