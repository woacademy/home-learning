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1CC7AC-BF0C-4E85-A671-AF6925163147}">
  <a:tblStyle styleId="{561CC7AC-BF0C-4E85-A671-AF69251631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{561CC7AC-BF0C-4E85-A671-AF6925163147}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{561CC7AC-BF0C-4E85-A671-AF6925163147}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{561CC7AC-BF0C-4E85-A671-AF6925163147}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