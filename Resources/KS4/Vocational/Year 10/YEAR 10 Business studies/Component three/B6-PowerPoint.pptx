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7CF464-498A-417D-9343-1F94C918ED2D}">
  <a:tblStyle styleId="{FA7CF464-498A-417D-9343-1F94C918ED2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{FA7CF464-498A-417D-9343-1F94C918ED2D}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{FA7CF464-498A-417D-9343-1F94C918ED2D}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{FA7CF464-498A-417D-9343-1F94C918ED2D}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