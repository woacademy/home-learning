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11CAA-88B3-4980-9638-23AC147A936B}">
  <a:tblStyle styleId="{44311CAA-88B3-4980-9638-23AC147A93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{44311CAA-88B3-4980-9638-23AC147A936B}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{44311CAA-88B3-4980-9638-23AC147A936B}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{44311CAA-88B3-4980-9638-23AC147A936B}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