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2A0091-EC77-4539-AE0B-138D4C2F5B4D}">
  <a:tblStyle styleId="{F62A0091-EC77-4539-AE0B-138D4C2F5B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{F62A0091-EC77-4539-AE0B-138D4C2F5B4D}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{F62A0091-EC77-4539-AE0B-138D4C2F5B4D}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{F62A0091-EC77-4539-AE0B-138D4C2F5B4D}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