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61FF81-FD49-4751-A7AE-3B3533D6B957}">
  <a:tblStyle styleId="{F261FF81-FD49-4751-A7AE-3B3533D6B95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{F261FF81-FD49-4751-A7AE-3B3533D6B957}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{F261FF81-FD49-4751-A7AE-3B3533D6B957}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{F261FF81-FD49-4751-A7AE-3B3533D6B957}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