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4C1765-113C-4E90-BC8B-12DA62153CD6}">
  <a:tblStyle styleId="{F54C1765-113C-4E90-BC8B-12DA62153C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{F54C1765-113C-4E90-BC8B-12DA62153CD6}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{F54C1765-113C-4E90-BC8B-12DA62153CD6}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{F54C1765-113C-4E90-BC8B-12DA62153CD6}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