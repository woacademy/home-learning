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49831A-F79A-4CB1-84D0-3B592D79767D}">
  <a:tblStyle styleId="{A549831A-F79A-4CB1-84D0-3B592D79767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{A549831A-F79A-4CB1-84D0-3B592D79767D}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{A549831A-F79A-4CB1-84D0-3B592D79767D}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{A549831A-F79A-4CB1-84D0-3B592D79767D}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