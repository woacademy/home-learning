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21EAB6-488A-498B-A78F-47D834136E64}">
  <a:tblStyle styleId="{1C21EAB6-488A-498B-A78F-47D834136E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{1C21EAB6-488A-498B-A78F-47D834136E64}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{1C21EAB6-488A-498B-A78F-47D834136E64}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{1C21EAB6-488A-498B-A78F-47D834136E64}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