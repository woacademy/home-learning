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D5066F-04F2-41B6-9FD0-3E76C9C7102D}">
  <a:tblStyle styleId="{D4D5066F-04F2-41B6-9FD0-3E76C9C7102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{D4D5066F-04F2-41B6-9FD0-3E76C9C7102D}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{D4D5066F-04F2-41B6-9FD0-3E76C9C7102D}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{D4D5066F-04F2-41B6-9FD0-3E76C9C7102D}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