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21A6B52-531F-4832-9622-3713AA6A420B}">
  <a:tblStyle styleId="{A21A6B52-531F-4832-9622-3713AA6A420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{A21A6B52-531F-4832-9622-3713AA6A420B}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{A21A6B52-531F-4832-9622-3713AA6A420B}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{A21A6B52-531F-4832-9622-3713AA6A420B}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