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4DE0D5-D42B-422E-97D5-419260265CEC}">
  <a:tblStyle styleId="{504DE0D5-D42B-422E-97D5-419260265C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{504DE0D5-D42B-422E-97D5-419260265CEC}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{504DE0D5-D42B-422E-97D5-419260265CEC}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{504DE0D5-D42B-422E-97D5-419260265CEC}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