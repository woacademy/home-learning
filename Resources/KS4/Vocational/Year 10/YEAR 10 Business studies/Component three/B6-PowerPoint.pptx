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67BEB0-B046-4382-AAC9-0420FD1D3423}">
  <a:tblStyle styleId="{5067BEB0-B046-4382-AAC9-0420FD1D342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{5067BEB0-B046-4382-AAC9-0420FD1D3423}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{5067BEB0-B046-4382-AAC9-0420FD1D3423}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{5067BEB0-B046-4382-AAC9-0420FD1D3423}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