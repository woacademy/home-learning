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D37566-9F23-4032-84A9-BD98CBC209B9}">
  <a:tblStyle styleId="{67D37566-9F23-4032-84A9-BD98CBC209B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{67D37566-9F23-4032-84A9-BD98CBC209B9}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{67D37566-9F23-4032-84A9-BD98CBC209B9}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{67D37566-9F23-4032-84A9-BD98CBC209B9}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