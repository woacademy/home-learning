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C4A3442-5519-4FE1-AD43-10412BB35EA7}">
  <a:tblStyle styleId="{0C4A3442-5519-4FE1-AD43-10412BB35EA7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{0C4A3442-5519-4FE1-AD43-10412BB35EA7}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{0C4A3442-5519-4FE1-AD43-10412BB35EA7}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{0C4A3442-5519-4FE1-AD43-10412BB35EA7}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