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93CB72-266E-4A62-95D8-B1B5B3E2A292}">
  <a:tblStyle styleId="{7093CB72-266E-4A62-95D8-B1B5B3E2A2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{7093CB72-266E-4A62-95D8-B1B5B3E2A292}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{7093CB72-266E-4A62-95D8-B1B5B3E2A292}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{7093CB72-266E-4A62-95D8-B1B5B3E2A292}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