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0F4AB-BB08-401D-927B-8A49D1932F34}">
  <a:tblStyle styleId="{E8A0F4AB-BB08-401D-927B-8A49D1932F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{E8A0F4AB-BB08-401D-927B-8A49D1932F34}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{E8A0F4AB-BB08-401D-927B-8A49D1932F34}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{E8A0F4AB-BB08-401D-927B-8A49D1932F34}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