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9899A2-BCB4-4ACB-95AA-43889CE9A96D}">
  <a:tblStyle styleId="{959899A2-BCB4-4ACB-95AA-43889CE9A9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{959899A2-BCB4-4ACB-95AA-43889CE9A96D}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{959899A2-BCB4-4ACB-95AA-43889CE9A96D}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{959899A2-BCB4-4ACB-95AA-43889CE9A96D}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