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D29928-2947-4CA3-97F4-CFD4BF34CF99}">
  <a:tblStyle styleId="{0FD29928-2947-4CA3-97F4-CFD4BF34CF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{0FD29928-2947-4CA3-97F4-CFD4BF34CF99}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{0FD29928-2947-4CA3-97F4-CFD4BF34CF99}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{0FD29928-2947-4CA3-97F4-CFD4BF34CF99}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