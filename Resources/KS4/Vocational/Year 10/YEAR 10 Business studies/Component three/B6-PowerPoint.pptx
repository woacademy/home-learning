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64792F-8183-48DA-AD55-A39A875649EA}">
  <a:tblStyle styleId="{6164792F-8183-48DA-AD55-A39A875649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{6164792F-8183-48DA-AD55-A39A875649EA}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{6164792F-8183-48DA-AD55-A39A875649EA}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{6164792F-8183-48DA-AD55-A39A875649EA}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