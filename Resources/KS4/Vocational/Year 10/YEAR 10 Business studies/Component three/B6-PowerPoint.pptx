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5FAF9-18EA-455A-89D3-A5E340009E37}">
  <a:tblStyle styleId="{0C05FAF9-18EA-455A-89D3-A5E340009E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{0C05FAF9-18EA-455A-89D3-A5E340009E37}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{0C05FAF9-18EA-455A-89D3-A5E340009E37}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{0C05FAF9-18EA-455A-89D3-A5E340009E37}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