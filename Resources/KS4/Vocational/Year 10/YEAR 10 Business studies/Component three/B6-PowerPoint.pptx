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D1F2745-6E61-46BF-84BB-9A07B685E9F6}">
  <a:tblStyle styleId="{1D1F2745-6E61-46BF-84BB-9A07B685E9F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{1D1F2745-6E61-46BF-84BB-9A07B685E9F6}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{1D1F2745-6E61-46BF-84BB-9A07B685E9F6}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{1D1F2745-6E61-46BF-84BB-9A07B685E9F6}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