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943716-4CA1-455C-A41E-A8D5F481FF1F}">
  <a:tblStyle styleId="{C4943716-4CA1-455C-A41E-A8D5F481FF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{C4943716-4CA1-455C-A41E-A8D5F481FF1F}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{C4943716-4CA1-455C-A41E-A8D5F481FF1F}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{C4943716-4CA1-455C-A41E-A8D5F481FF1F}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