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7D4E2A-947C-4A4C-8707-4A517E46BF4B}">
  <a:tblStyle styleId="{507D4E2A-947C-4A4C-8707-4A517E46BF4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{507D4E2A-947C-4A4C-8707-4A517E46BF4B}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{507D4E2A-947C-4A4C-8707-4A517E46BF4B}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{507D4E2A-947C-4A4C-8707-4A517E46BF4B}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