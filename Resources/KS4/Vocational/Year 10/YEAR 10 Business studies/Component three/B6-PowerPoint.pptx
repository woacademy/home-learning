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D339A3-4206-4374-934A-8CBEAFD8747C}">
  <a:tblStyle styleId="{79D339A3-4206-4374-934A-8CBEAFD8747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{79D339A3-4206-4374-934A-8CBEAFD8747C}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{79D339A3-4206-4374-934A-8CBEAFD8747C}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{79D339A3-4206-4374-934A-8CBEAFD8747C}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