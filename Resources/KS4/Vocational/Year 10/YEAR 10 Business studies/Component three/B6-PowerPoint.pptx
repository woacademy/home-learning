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AF824AD-F2A2-4C9E-B7A3-00F3AE898674}">
  <a:tblStyle styleId="{CAF824AD-F2A2-4C9E-B7A3-00F3AE89867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{CAF824AD-F2A2-4C9E-B7A3-00F3AE898674}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{CAF824AD-F2A2-4C9E-B7A3-00F3AE898674}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{CAF824AD-F2A2-4C9E-B7A3-00F3AE898674}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