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6B897B-C551-4C44-ADF5-DC47925D6FC5}">
  <a:tblStyle styleId="{BE6B897B-C551-4C44-ADF5-DC47925D6FC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{BE6B897B-C551-4C44-ADF5-DC47925D6FC5}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{BE6B897B-C551-4C44-ADF5-DC47925D6FC5}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{BE6B897B-C551-4C44-ADF5-DC47925D6FC5}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