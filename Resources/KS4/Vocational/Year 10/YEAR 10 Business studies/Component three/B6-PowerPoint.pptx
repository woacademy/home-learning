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AB1E1-25A3-4712-819D-17F24C7FB321}">
  <a:tblStyle styleId="{5E8AB1E1-25A3-4712-819D-17F24C7FB3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{5E8AB1E1-25A3-4712-819D-17F24C7FB321}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{5E8AB1E1-25A3-4712-819D-17F24C7FB321}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{5E8AB1E1-25A3-4712-819D-17F24C7FB321}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