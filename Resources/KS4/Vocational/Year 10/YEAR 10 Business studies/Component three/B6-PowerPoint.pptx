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32F84F-5ACF-48D1-8E71-24E176585D82}">
  <a:tblStyle styleId="{ED32F84F-5ACF-48D1-8E71-24E176585D8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{ED32F84F-5ACF-48D1-8E71-24E176585D82}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{ED32F84F-5ACF-48D1-8E71-24E176585D82}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{ED32F84F-5ACF-48D1-8E71-24E176585D82}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