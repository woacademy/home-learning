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25E224-9095-4DAA-9693-D608E39121F2}">
  <a:tblStyle styleId="{5425E224-9095-4DAA-9693-D608E39121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{5425E224-9095-4DAA-9693-D608E39121F2}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{5425E224-9095-4DAA-9693-D608E39121F2}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{5425E224-9095-4DAA-9693-D608E39121F2}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