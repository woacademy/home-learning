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29B4EC-E3CA-4339-90E1-A10995C1570F}">
  <a:tblStyle styleId="{3C29B4EC-E3CA-4339-90E1-A10995C157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{3C29B4EC-E3CA-4339-90E1-A10995C1570F}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{3C29B4EC-E3CA-4339-90E1-A10995C1570F}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{3C29B4EC-E3CA-4339-90E1-A10995C1570F}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