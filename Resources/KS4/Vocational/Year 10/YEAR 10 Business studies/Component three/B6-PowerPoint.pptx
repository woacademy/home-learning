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DF9A9D-7DA2-44EE-91A1-6F3138784EEA}">
  <a:tblStyle styleId="{89DF9A9D-7DA2-44EE-91A1-6F3138784EE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{89DF9A9D-7DA2-44EE-91A1-6F3138784EEA}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{89DF9A9D-7DA2-44EE-91A1-6F3138784EEA}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{89DF9A9D-7DA2-44EE-91A1-6F3138784EEA}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