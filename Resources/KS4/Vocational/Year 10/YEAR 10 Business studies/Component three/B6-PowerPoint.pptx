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C3A61-1BD2-495C-A7F1-0A01B5AB5C99}">
  <a:tblStyle styleId="{5B3C3A61-1BD2-495C-A7F1-0A01B5AB5C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{5B3C3A61-1BD2-495C-A7F1-0A01B5AB5C99}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{5B3C3A61-1BD2-495C-A7F1-0A01B5AB5C99}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{5B3C3A61-1BD2-495C-A7F1-0A01B5AB5C99}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