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4FD098-3BE6-4426-A6BD-BEAB801FAD10}">
  <a:tblStyle styleId="{734FD098-3BE6-4426-A6BD-BEAB801FAD1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{734FD098-3BE6-4426-A6BD-BEAB801FAD10}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{734FD098-3BE6-4426-A6BD-BEAB801FAD10}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{734FD098-3BE6-4426-A6BD-BEAB801FAD10}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