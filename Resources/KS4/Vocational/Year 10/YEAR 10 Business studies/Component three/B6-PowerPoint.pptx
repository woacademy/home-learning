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148CE3-2077-46EF-8A60-48AA4E2D35B8}">
  <a:tblStyle styleId="{81148CE3-2077-46EF-8A60-48AA4E2D35B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{81148CE3-2077-46EF-8A60-48AA4E2D35B8}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{81148CE3-2077-46EF-8A60-48AA4E2D35B8}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{81148CE3-2077-46EF-8A60-48AA4E2D35B8}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