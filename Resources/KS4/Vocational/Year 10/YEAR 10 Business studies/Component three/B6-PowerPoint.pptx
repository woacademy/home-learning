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8ED59D-5D4C-46B1-ADA7-DF77BE42BEE8}">
  <a:tblStyle styleId="{AC8ED59D-5D4C-46B1-ADA7-DF77BE42BEE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{AC8ED59D-5D4C-46B1-ADA7-DF77BE42BEE8}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{AC8ED59D-5D4C-46B1-ADA7-DF77BE42BEE8}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{AC8ED59D-5D4C-46B1-ADA7-DF77BE42BEE8}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