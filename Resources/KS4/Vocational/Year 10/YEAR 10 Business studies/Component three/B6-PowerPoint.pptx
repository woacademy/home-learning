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3AEA9C-1784-4F56-8054-46396DE7FF0B}">
  <a:tblStyle styleId="{F53AEA9C-1784-4F56-8054-46396DE7FF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{F53AEA9C-1784-4F56-8054-46396DE7FF0B}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{F53AEA9C-1784-4F56-8054-46396DE7FF0B}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{F53AEA9C-1784-4F56-8054-46396DE7FF0B}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