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C18F4-182E-46B0-8D45-905EDFDD0951}">
  <a:tblStyle styleId="{819C18F4-182E-46B0-8D45-905EDFDD09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{819C18F4-182E-46B0-8D45-905EDFDD0951}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{819C18F4-182E-46B0-8D45-905EDFDD0951}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{819C18F4-182E-46B0-8D45-905EDFDD0951}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