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C3F706-A7D2-4533-B767-38784AC432F5}">
  <a:tblStyle styleId="{B9C3F706-A7D2-4533-B767-38784AC432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{B9C3F706-A7D2-4533-B767-38784AC432F5}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{B9C3F706-A7D2-4533-B767-38784AC432F5}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{B9C3F706-A7D2-4533-B767-38784AC432F5}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