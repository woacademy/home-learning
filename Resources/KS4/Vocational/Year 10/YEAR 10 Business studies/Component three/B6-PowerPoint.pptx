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E4F48-BBB4-40FA-AAB0-2B73A33B5EE3}">
  <a:tblStyle styleId="{DC8E4F48-BBB4-40FA-AAB0-2B73A33B5E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{DC8E4F48-BBB4-40FA-AAB0-2B73A33B5EE3}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{DC8E4F48-BBB4-40FA-AAB0-2B73A33B5EE3}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{DC8E4F48-BBB4-40FA-AAB0-2B73A33B5EE3}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