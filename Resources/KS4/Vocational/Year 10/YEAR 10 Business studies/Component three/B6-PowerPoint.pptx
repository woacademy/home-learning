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B463B2-699B-465A-97B3-15D05B52D164}">
  <a:tblStyle styleId="{49B463B2-699B-465A-97B3-15D05B52D1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{49B463B2-699B-465A-97B3-15D05B52D164}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{49B463B2-699B-465A-97B3-15D05B52D164}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{49B463B2-699B-465A-97B3-15D05B52D164}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