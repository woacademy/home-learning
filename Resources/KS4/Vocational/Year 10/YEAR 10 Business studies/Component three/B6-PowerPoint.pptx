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2E0D18-9F0B-4415-AF40-4C809AE09F0E}">
  <a:tblStyle styleId="{5F2E0D18-9F0B-4415-AF40-4C809AE09F0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{5F2E0D18-9F0B-4415-AF40-4C809AE09F0E}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{5F2E0D18-9F0B-4415-AF40-4C809AE09F0E}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{5F2E0D18-9F0B-4415-AF40-4C809AE09F0E}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