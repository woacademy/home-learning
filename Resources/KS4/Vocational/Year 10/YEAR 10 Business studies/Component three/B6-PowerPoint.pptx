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FDE59C-9DC1-4DF1-A22C-60410B50FF6C}">
  <a:tblStyle styleId="{18FDE59C-9DC1-4DF1-A22C-60410B50FF6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{18FDE59C-9DC1-4DF1-A22C-60410B50FF6C}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{18FDE59C-9DC1-4DF1-A22C-60410B50FF6C}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{18FDE59C-9DC1-4DF1-A22C-60410B50FF6C}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