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69D3BF-AC0D-4DDD-B419-8F8C2C00F167}">
  <a:tblStyle styleId="{5769D3BF-AC0D-4DDD-B419-8F8C2C00F16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{5769D3BF-AC0D-4DDD-B419-8F8C2C00F167}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{5769D3BF-AC0D-4DDD-B419-8F8C2C00F167}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{5769D3BF-AC0D-4DDD-B419-8F8C2C00F167}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