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A6D9693-E881-4043-A14B-5500B9ACC277}">
  <a:tblStyle styleId="{FA6D9693-E881-4043-A14B-5500B9ACC27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{FA6D9693-E881-4043-A14B-5500B9ACC277}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{FA6D9693-E881-4043-A14B-5500B9ACC277}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{FA6D9693-E881-4043-A14B-5500B9ACC277}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