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D7D92-D227-40A6-A226-1C082B438ABA}">
  <a:tblStyle styleId="{568D7D92-D227-40A6-A226-1C082B438A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{568D7D92-D227-40A6-A226-1C082B438ABA}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{568D7D92-D227-40A6-A226-1C082B438ABA}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{568D7D92-D227-40A6-A226-1C082B438ABA}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