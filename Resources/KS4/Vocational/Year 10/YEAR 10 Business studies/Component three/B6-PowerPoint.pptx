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17EC61-5C71-418B-B037-12C92805DC71}">
  <a:tblStyle styleId="{C317EC61-5C71-418B-B037-12C92805DC7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{C317EC61-5C71-418B-B037-12C92805DC71}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{C317EC61-5C71-418B-B037-12C92805DC71}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{C317EC61-5C71-418B-B037-12C92805DC71}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