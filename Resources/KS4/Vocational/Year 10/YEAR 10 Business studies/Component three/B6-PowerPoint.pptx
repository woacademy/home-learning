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438B0A-4725-473D-99F3-147531DF1E65}">
  <a:tblStyle styleId="{04438B0A-4725-473D-99F3-147531DF1E6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{04438B0A-4725-473D-99F3-147531DF1E65}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{04438B0A-4725-473D-99F3-147531DF1E65}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{04438B0A-4725-473D-99F3-147531DF1E65}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