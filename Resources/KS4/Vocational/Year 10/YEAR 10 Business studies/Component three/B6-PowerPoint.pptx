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9EDCAD-0466-4EFD-9BEB-17350542B4C5}">
  <a:tblStyle styleId="{FE9EDCAD-0466-4EFD-9BEB-17350542B4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{FE9EDCAD-0466-4EFD-9BEB-17350542B4C5}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{FE9EDCAD-0466-4EFD-9BEB-17350542B4C5}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{FE9EDCAD-0466-4EFD-9BEB-17350542B4C5}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