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68B50B7-CD0A-4F65-B0BB-B95DD1D2121F}">
  <a:tblStyle styleId="{B68B50B7-CD0A-4F65-B0BB-B95DD1D2121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{B68B50B7-CD0A-4F65-B0BB-B95DD1D2121F}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{B68B50B7-CD0A-4F65-B0BB-B95DD1D2121F}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{B68B50B7-CD0A-4F65-B0BB-B95DD1D2121F}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