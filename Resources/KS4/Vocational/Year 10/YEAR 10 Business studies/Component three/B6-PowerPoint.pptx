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0C50C8-98B5-4515-8BBF-F2E6FFDB2B85}">
  <a:tblStyle styleId="{B00C50C8-98B5-4515-8BBF-F2E6FFDB2B8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{B00C50C8-98B5-4515-8BBF-F2E6FFDB2B85}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{B00C50C8-98B5-4515-8BBF-F2E6FFDB2B85}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{B00C50C8-98B5-4515-8BBF-F2E6FFDB2B85}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