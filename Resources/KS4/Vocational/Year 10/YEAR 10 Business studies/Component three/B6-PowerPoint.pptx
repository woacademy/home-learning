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546930-E58A-4E03-9785-14AF48A7FF37}">
  <a:tblStyle styleId="{B9546930-E58A-4E03-9785-14AF48A7FF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{B9546930-E58A-4E03-9785-14AF48A7FF37}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{B9546930-E58A-4E03-9785-14AF48A7FF37}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{B9546930-E58A-4E03-9785-14AF48A7FF37}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