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7F865D-8177-4FE3-A6D4-D5F545EC1BD4}">
  <a:tblStyle styleId="{EC7F865D-8177-4FE3-A6D4-D5F545EC1B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{EC7F865D-8177-4FE3-A6D4-D5F545EC1BD4}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{EC7F865D-8177-4FE3-A6D4-D5F545EC1BD4}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{EC7F865D-8177-4FE3-A6D4-D5F545EC1BD4}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