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2043BA-AE0A-4B58-AF4F-38AEF77CD2C5}">
  <a:tblStyle styleId="{8A2043BA-AE0A-4B58-AF4F-38AEF77CD2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{8A2043BA-AE0A-4B58-AF4F-38AEF77CD2C5}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{8A2043BA-AE0A-4B58-AF4F-38AEF77CD2C5}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{8A2043BA-AE0A-4B58-AF4F-38AEF77CD2C5}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