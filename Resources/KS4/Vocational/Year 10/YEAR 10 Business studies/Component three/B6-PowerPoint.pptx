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C2025B-B7B1-46B2-ACC2-F245A133078C}">
  <a:tblStyle styleId="{FBC2025B-B7B1-46B2-ACC2-F245A133078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{FBC2025B-B7B1-46B2-ACC2-F245A133078C}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{FBC2025B-B7B1-46B2-ACC2-F245A133078C}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{FBC2025B-B7B1-46B2-ACC2-F245A133078C}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