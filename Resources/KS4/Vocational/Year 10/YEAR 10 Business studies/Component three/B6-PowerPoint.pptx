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083AEC-BC35-4E5C-A6AB-74202E7595F8}">
  <a:tblStyle styleId="{03083AEC-BC35-4E5C-A6AB-74202E7595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{03083AEC-BC35-4E5C-A6AB-74202E7595F8}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{03083AEC-BC35-4E5C-A6AB-74202E7595F8}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{03083AEC-BC35-4E5C-A6AB-74202E7595F8}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