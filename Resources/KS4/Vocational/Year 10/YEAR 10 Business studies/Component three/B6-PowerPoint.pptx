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85BF90-0FA2-4099-94F0-4D80143B4456}">
  <a:tblStyle styleId="{F885BF90-0FA2-4099-94F0-4D80143B44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{F885BF90-0FA2-4099-94F0-4D80143B4456}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{F885BF90-0FA2-4099-94F0-4D80143B4456}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{F885BF90-0FA2-4099-94F0-4D80143B4456}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