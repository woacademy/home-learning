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A4BE05-3D3A-4785-8E11-5DF4F8C2DBDC}">
  <a:tblStyle styleId="{03A4BE05-3D3A-4785-8E11-5DF4F8C2DB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{03A4BE05-3D3A-4785-8E11-5DF4F8C2DBDC}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{03A4BE05-3D3A-4785-8E11-5DF4F8C2DBDC}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{03A4BE05-3D3A-4785-8E11-5DF4F8C2DBDC}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