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57C64-6F5D-4434-8BA7-DFED5C285536}">
  <a:tblStyle styleId="{8D457C64-6F5D-4434-8BA7-DFED5C2855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{8D457C64-6F5D-4434-8BA7-DFED5C285536}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{8D457C64-6F5D-4434-8BA7-DFED5C285536}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{8D457C64-6F5D-4434-8BA7-DFED5C285536}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