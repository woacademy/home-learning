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87D55E-0B2A-45F6-8CEE-74F47E84130F}">
  <a:tblStyle styleId="{5C87D55E-0B2A-45F6-8CEE-74F47E84130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{5C87D55E-0B2A-45F6-8CEE-74F47E84130F}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{5C87D55E-0B2A-45F6-8CEE-74F47E84130F}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{5C87D55E-0B2A-45F6-8CEE-74F47E84130F}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