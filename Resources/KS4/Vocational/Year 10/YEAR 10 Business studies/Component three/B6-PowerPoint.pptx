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D82ECC8-1A59-4ABB-87ED-C7318392226B}">
  <a:tblStyle styleId="{DD82ECC8-1A59-4ABB-87ED-C731839222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{DD82ECC8-1A59-4ABB-87ED-C7318392226B}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{DD82ECC8-1A59-4ABB-87ED-C7318392226B}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{DD82ECC8-1A59-4ABB-87ED-C7318392226B}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