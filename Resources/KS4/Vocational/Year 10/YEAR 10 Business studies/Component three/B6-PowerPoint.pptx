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E04078-55A5-438F-AA01-D6A9F101BFD4}">
  <a:tblStyle styleId="{38E04078-55A5-438F-AA01-D6A9F101BF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{38E04078-55A5-438F-AA01-D6A9F101BFD4}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{38E04078-55A5-438F-AA01-D6A9F101BFD4}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{38E04078-55A5-438F-AA01-D6A9F101BFD4}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