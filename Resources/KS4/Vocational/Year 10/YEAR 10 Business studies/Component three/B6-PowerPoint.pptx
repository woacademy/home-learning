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9F8E9-9C1F-47EE-923E-CBB7A621A540}">
  <a:tblStyle styleId="{EE69F8E9-9C1F-47EE-923E-CBB7A621A5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{EE69F8E9-9C1F-47EE-923E-CBB7A621A540}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{EE69F8E9-9C1F-47EE-923E-CBB7A621A540}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{EE69F8E9-9C1F-47EE-923E-CBB7A621A540}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