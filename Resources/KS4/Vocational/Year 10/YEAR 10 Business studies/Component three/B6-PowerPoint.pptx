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6F9127-6A99-483A-BC67-F2682C4CF8BB}">
  <a:tblStyle styleId="{BD6F9127-6A99-483A-BC67-F2682C4CF8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{BD6F9127-6A99-483A-BC67-F2682C4CF8BB}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{BD6F9127-6A99-483A-BC67-F2682C4CF8BB}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{BD6F9127-6A99-483A-BC67-F2682C4CF8BB}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