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50AED-4104-4B6A-B5A8-8EDD687FD9D2}">
  <a:tblStyle styleId="{AF650AED-4104-4B6A-B5A8-8EDD687FD9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{AF650AED-4104-4B6A-B5A8-8EDD687FD9D2}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{AF650AED-4104-4B6A-B5A8-8EDD687FD9D2}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{AF650AED-4104-4B6A-B5A8-8EDD687FD9D2}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