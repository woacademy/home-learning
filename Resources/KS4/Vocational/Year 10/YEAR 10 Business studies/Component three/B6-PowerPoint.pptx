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CDAB8C-A650-4925-9ACA-D4ED5C7684DE}">
  <a:tblStyle styleId="{09CDAB8C-A650-4925-9ACA-D4ED5C7684D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{09CDAB8C-A650-4925-9ACA-D4ED5C7684DE}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{09CDAB8C-A650-4925-9ACA-D4ED5C7684DE}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{09CDAB8C-A650-4925-9ACA-D4ED5C7684DE}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