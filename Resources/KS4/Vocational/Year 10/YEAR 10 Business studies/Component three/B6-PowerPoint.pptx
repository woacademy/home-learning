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2A9D9E-EAC0-4092-AC26-9B0DFD80C901}">
  <a:tblStyle styleId="{362A9D9E-EAC0-4092-AC26-9B0DFD80C9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{362A9D9E-EAC0-4092-AC26-9B0DFD80C901}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{362A9D9E-EAC0-4092-AC26-9B0DFD80C901}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{362A9D9E-EAC0-4092-AC26-9B0DFD80C901}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