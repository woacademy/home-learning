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7D85B3-FAE7-4769-AE94-3E82E2B2A06E}">
  <a:tblStyle styleId="{6D7D85B3-FAE7-4769-AE94-3E82E2B2A0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{6D7D85B3-FAE7-4769-AE94-3E82E2B2A06E}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{6D7D85B3-FAE7-4769-AE94-3E82E2B2A06E}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{6D7D85B3-FAE7-4769-AE94-3E82E2B2A06E}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