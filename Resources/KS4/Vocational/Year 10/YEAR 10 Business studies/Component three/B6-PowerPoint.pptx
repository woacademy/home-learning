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4974E9-127D-4F3C-A9FD-1F803C4665DE}">
  <a:tblStyle styleId="{A64974E9-127D-4F3C-A9FD-1F803C4665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{A64974E9-127D-4F3C-A9FD-1F803C4665DE}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{A64974E9-127D-4F3C-A9FD-1F803C4665DE}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{A64974E9-127D-4F3C-A9FD-1F803C4665DE}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