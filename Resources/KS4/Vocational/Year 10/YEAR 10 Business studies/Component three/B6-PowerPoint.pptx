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AED18D-6D61-4C99-9FA6-7D85D17B9207}">
  <a:tblStyle styleId="{FBAED18D-6D61-4C99-9FA6-7D85D17B92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{FBAED18D-6D61-4C99-9FA6-7D85D17B9207}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{FBAED18D-6D61-4C99-9FA6-7D85D17B9207}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{FBAED18D-6D61-4C99-9FA6-7D85D17B9207}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