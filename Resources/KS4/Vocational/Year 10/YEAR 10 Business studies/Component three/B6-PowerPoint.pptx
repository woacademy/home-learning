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4AAE52-5A59-41DF-9BBD-AD5C38EA7D6F}">
  <a:tblStyle styleId="{684AAE52-5A59-41DF-9BBD-AD5C38EA7D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{684AAE52-5A59-41DF-9BBD-AD5C38EA7D6F}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{684AAE52-5A59-41DF-9BBD-AD5C38EA7D6F}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{684AAE52-5A59-41DF-9BBD-AD5C38EA7D6F}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