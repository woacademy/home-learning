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B7FEBFC-FCC3-4442-A2C9-7BCB16D39316}">
  <a:tblStyle styleId="{3B7FEBFC-FCC3-4442-A2C9-7BCB16D393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{3B7FEBFC-FCC3-4442-A2C9-7BCB16D39316}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{3B7FEBFC-FCC3-4442-A2C9-7BCB16D39316}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{3B7FEBFC-FCC3-4442-A2C9-7BCB16D39316}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