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741AED7-C5EE-455A-93C2-BF1C26C56DDD}">
  <a:tblStyle styleId="{1741AED7-C5EE-455A-93C2-BF1C26C56DD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{1741AED7-C5EE-455A-93C2-BF1C26C56DDD}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{1741AED7-C5EE-455A-93C2-BF1C26C56DDD}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{1741AED7-C5EE-455A-93C2-BF1C26C56DDD}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