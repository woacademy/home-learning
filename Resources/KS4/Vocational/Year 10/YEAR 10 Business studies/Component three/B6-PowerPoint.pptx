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C339AD-D5EC-45EC-A385-E137D7461BFD}">
  <a:tblStyle styleId="{09C339AD-D5EC-45EC-A385-E137D7461B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{09C339AD-D5EC-45EC-A385-E137D7461BFD}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{09C339AD-D5EC-45EC-A385-E137D7461BFD}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{09C339AD-D5EC-45EC-A385-E137D7461BFD}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