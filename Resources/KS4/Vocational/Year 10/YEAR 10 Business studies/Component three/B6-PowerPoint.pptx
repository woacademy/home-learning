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67CE6F-F196-483E-B238-6C4AA5BD93C1}">
  <a:tblStyle styleId="{DE67CE6F-F196-483E-B238-6C4AA5BD93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{DE67CE6F-F196-483E-B238-6C4AA5BD93C1}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{DE67CE6F-F196-483E-B238-6C4AA5BD93C1}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{DE67CE6F-F196-483E-B238-6C4AA5BD93C1}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