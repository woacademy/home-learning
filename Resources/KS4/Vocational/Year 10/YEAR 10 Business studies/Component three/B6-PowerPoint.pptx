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4CE747-5902-487B-9B46-63DE6801B453}">
  <a:tblStyle styleId="{354CE747-5902-487B-9B46-63DE6801B45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{354CE747-5902-487B-9B46-63DE6801B453}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{354CE747-5902-487B-9B46-63DE6801B453}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{354CE747-5902-487B-9B46-63DE6801B453}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