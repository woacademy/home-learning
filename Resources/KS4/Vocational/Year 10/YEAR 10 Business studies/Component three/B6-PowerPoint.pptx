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4EA4B6-C429-438A-BB59-1FFA9372A2E8}">
  <a:tblStyle styleId="{E24EA4B6-C429-438A-BB59-1FFA9372A2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{E24EA4B6-C429-438A-BB59-1FFA9372A2E8}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{E24EA4B6-C429-438A-BB59-1FFA9372A2E8}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{E24EA4B6-C429-438A-BB59-1FFA9372A2E8}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