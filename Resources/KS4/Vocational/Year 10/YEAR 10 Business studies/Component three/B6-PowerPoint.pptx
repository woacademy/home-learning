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E3EC23-8F67-4096-BCA1-7C3B04BD6C6A}">
  <a:tblStyle styleId="{15E3EC23-8F67-4096-BCA1-7C3B04BD6C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{15E3EC23-8F67-4096-BCA1-7C3B04BD6C6A}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{15E3EC23-8F67-4096-BCA1-7C3B04BD6C6A}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{15E3EC23-8F67-4096-BCA1-7C3B04BD6C6A}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