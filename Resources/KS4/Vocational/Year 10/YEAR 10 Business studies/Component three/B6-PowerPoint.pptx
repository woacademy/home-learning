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073153-E3A8-4E24-8256-B24BD2F2CD52}">
  <a:tblStyle styleId="{A9073153-E3A8-4E24-8256-B24BD2F2CD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{A9073153-E3A8-4E24-8256-B24BD2F2CD52}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{A9073153-E3A8-4E24-8256-B24BD2F2CD52}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{A9073153-E3A8-4E24-8256-B24BD2F2CD52}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