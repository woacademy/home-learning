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2CE1F3-4222-4C22-8688-A44391A491C1}">
  <a:tblStyle styleId="{1F2CE1F3-4222-4C22-8688-A44391A491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{1F2CE1F3-4222-4C22-8688-A44391A491C1}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{1F2CE1F3-4222-4C22-8688-A44391A491C1}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{1F2CE1F3-4222-4C22-8688-A44391A491C1}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