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24AF32-F2AB-4E35-BFBE-FE270800DD10}">
  <a:tblStyle styleId="{AB24AF32-F2AB-4E35-BFBE-FE270800DD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{AB24AF32-F2AB-4E35-BFBE-FE270800DD10}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{AB24AF32-F2AB-4E35-BFBE-FE270800DD10}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{AB24AF32-F2AB-4E35-BFBE-FE270800DD10}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