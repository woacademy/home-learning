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815937-01A9-47BF-BAC3-A1FDD1EF1403}">
  <a:tblStyle styleId="{2B815937-01A9-47BF-BAC3-A1FDD1EF140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{2B815937-01A9-47BF-BAC3-A1FDD1EF1403}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{2B815937-01A9-47BF-BAC3-A1FDD1EF1403}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{2B815937-01A9-47BF-BAC3-A1FDD1EF1403}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