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280DE8-6E74-4BA9-8F39-36E026ECAECF}">
  <a:tblStyle styleId="{1A280DE8-6E74-4BA9-8F39-36E026ECAE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{1A280DE8-6E74-4BA9-8F39-36E026ECAECF}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{1A280DE8-6E74-4BA9-8F39-36E026ECAECF}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{1A280DE8-6E74-4BA9-8F39-36E026ECAECF}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