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86098F-5CC9-4F8F-B038-4F61F09C066B}">
  <a:tblStyle styleId="{9786098F-5CC9-4F8F-B038-4F61F09C06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{9786098F-5CC9-4F8F-B038-4F61F09C066B}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{9786098F-5CC9-4F8F-B038-4F61F09C066B}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{9786098F-5CC9-4F8F-B038-4F61F09C066B}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