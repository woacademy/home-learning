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2B6018-7268-4504-A400-4940D1C3B29D}">
  <a:tblStyle styleId="{452B6018-7268-4504-A400-4940D1C3B2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{452B6018-7268-4504-A400-4940D1C3B29D}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{452B6018-7268-4504-A400-4940D1C3B29D}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{452B6018-7268-4504-A400-4940D1C3B29D}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