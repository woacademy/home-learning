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EDBE3D-476A-4218-BB44-6E1B2D2E99A3}">
  <a:tblStyle styleId="{A1EDBE3D-476A-4218-BB44-6E1B2D2E99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{A1EDBE3D-476A-4218-BB44-6E1B2D2E99A3}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{A1EDBE3D-476A-4218-BB44-6E1B2D2E99A3}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{A1EDBE3D-476A-4218-BB44-6E1B2D2E99A3}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