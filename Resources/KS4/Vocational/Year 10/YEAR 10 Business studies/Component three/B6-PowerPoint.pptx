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DC08DD-1170-4111-99A6-D6BBD1FB67CA}">
  <a:tblStyle styleId="{7FDC08DD-1170-4111-99A6-D6BBD1FB67C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{7FDC08DD-1170-4111-99A6-D6BBD1FB67CA}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{7FDC08DD-1170-4111-99A6-D6BBD1FB67CA}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{7FDC08DD-1170-4111-99A6-D6BBD1FB67CA}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