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D920DF-009C-4154-BD62-B77CEFA33258}">
  <a:tblStyle styleId="{54D920DF-009C-4154-BD62-B77CEFA3325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{54D920DF-009C-4154-BD62-B77CEFA33258}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{54D920DF-009C-4154-BD62-B77CEFA33258}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{54D920DF-009C-4154-BD62-B77CEFA33258}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