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A64BBF-A29D-4CCD-9482-1AFC287EFAC1}">
  <a:tblStyle styleId="{1FA64BBF-A29D-4CCD-9482-1AFC287EFAC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{1FA64BBF-A29D-4CCD-9482-1AFC287EFAC1}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{1FA64BBF-A29D-4CCD-9482-1AFC287EFAC1}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{1FA64BBF-A29D-4CCD-9482-1AFC287EFAC1}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