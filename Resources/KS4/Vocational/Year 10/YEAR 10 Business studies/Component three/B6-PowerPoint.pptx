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414A86-FBEF-4AAC-8737-05D171686761}">
  <a:tblStyle styleId="{56414A86-FBEF-4AAC-8737-05D1716867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{56414A86-FBEF-4AAC-8737-05D171686761}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{56414A86-FBEF-4AAC-8737-05D171686761}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{56414A86-FBEF-4AAC-8737-05D171686761}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