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83FAA-C9F0-4969-8330-AAEF655F36DE}">
  <a:tblStyle styleId="{26083FAA-C9F0-4969-8330-AAEF655F36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{26083FAA-C9F0-4969-8330-AAEF655F36DE}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{26083FAA-C9F0-4969-8330-AAEF655F36DE}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{26083FAA-C9F0-4969-8330-AAEF655F36DE}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