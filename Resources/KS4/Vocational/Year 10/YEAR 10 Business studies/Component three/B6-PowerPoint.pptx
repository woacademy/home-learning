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1BF4D4-1F51-44EE-B09D-AD6A5537E1EE}">
  <a:tblStyle styleId="{241BF4D4-1F51-44EE-B09D-AD6A5537E1E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{241BF4D4-1F51-44EE-B09D-AD6A5537E1EE}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{241BF4D4-1F51-44EE-B09D-AD6A5537E1EE}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{241BF4D4-1F51-44EE-B09D-AD6A5537E1EE}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