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ED61B-49FF-4C8E-A43F-A2A5264CA041}">
  <a:tblStyle styleId="{C1CED61B-49FF-4C8E-A43F-A2A5264CA0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{C1CED61B-49FF-4C8E-A43F-A2A5264CA041}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{C1CED61B-49FF-4C8E-A43F-A2A5264CA041}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{C1CED61B-49FF-4C8E-A43F-A2A5264CA041}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