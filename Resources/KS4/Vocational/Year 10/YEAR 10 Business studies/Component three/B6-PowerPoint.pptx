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F04C96-6BC2-47FF-9EE3-1E4CB518F313}">
  <a:tblStyle styleId="{77F04C96-6BC2-47FF-9EE3-1E4CB518F3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{77F04C96-6BC2-47FF-9EE3-1E4CB518F313}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{77F04C96-6BC2-47FF-9EE3-1E4CB518F313}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{77F04C96-6BC2-47FF-9EE3-1E4CB518F313}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