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B43642-22FD-43FA-8CC7-0737F4520ED8}">
  <a:tblStyle styleId="{B3B43642-22FD-43FA-8CC7-0737F4520E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{B3B43642-22FD-43FA-8CC7-0737F4520ED8}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{B3B43642-22FD-43FA-8CC7-0737F4520ED8}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{B3B43642-22FD-43FA-8CC7-0737F4520ED8}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