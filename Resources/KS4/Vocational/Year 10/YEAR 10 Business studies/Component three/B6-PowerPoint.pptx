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A2450-ECD9-426E-BAEA-7D03D794822F}">
  <a:tblStyle styleId="{EBAA2450-ECD9-426E-BAEA-7D03D79482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{EBAA2450-ECD9-426E-BAEA-7D03D794822F}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{EBAA2450-ECD9-426E-BAEA-7D03D794822F}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{EBAA2450-ECD9-426E-BAEA-7D03D794822F}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