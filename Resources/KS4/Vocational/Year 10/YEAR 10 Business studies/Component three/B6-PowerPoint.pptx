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EB5297-0FB1-4E23-8440-627A9A31FA07}">
  <a:tblStyle styleId="{A1EB5297-0FB1-4E23-8440-627A9A31FA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{A1EB5297-0FB1-4E23-8440-627A9A31FA07}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{A1EB5297-0FB1-4E23-8440-627A9A31FA07}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{A1EB5297-0FB1-4E23-8440-627A9A31FA07}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