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EE32B5-5E62-42DC-A39C-6C660C3C5B53}">
  <a:tblStyle styleId="{0BEE32B5-5E62-42DC-A39C-6C660C3C5B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{0BEE32B5-5E62-42DC-A39C-6C660C3C5B53}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{0BEE32B5-5E62-42DC-A39C-6C660C3C5B53}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{0BEE32B5-5E62-42DC-A39C-6C660C3C5B53}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