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4DF74-E624-4374-8318-565B05F9F714}">
  <a:tblStyle styleId="{7284DF74-E624-4374-8318-565B05F9F7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{7284DF74-E624-4374-8318-565B05F9F714}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{7284DF74-E624-4374-8318-565B05F9F714}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{7284DF74-E624-4374-8318-565B05F9F714}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