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AC41B7-3309-4D3D-8D2F-B6BF9402B64D}">
  <a:tblStyle styleId="{ADAC41B7-3309-4D3D-8D2F-B6BF9402B6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{ADAC41B7-3309-4D3D-8D2F-B6BF9402B64D}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{ADAC41B7-3309-4D3D-8D2F-B6BF9402B64D}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{ADAC41B7-3309-4D3D-8D2F-B6BF9402B64D}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