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E7B790-1A4B-47E7-847D-8584F663B31E}">
  <a:tblStyle styleId="{79E7B790-1A4B-47E7-847D-8584F663B3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{79E7B790-1A4B-47E7-847D-8584F663B31E}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{79E7B790-1A4B-47E7-847D-8584F663B31E}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{79E7B790-1A4B-47E7-847D-8584F663B31E}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