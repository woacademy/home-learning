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EE7910-78EF-48FB-B0ED-17D9B18F6995}">
  <a:tblStyle styleId="{DEEE7910-78EF-48FB-B0ED-17D9B18F699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{DEEE7910-78EF-48FB-B0ED-17D9B18F6995}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{DEEE7910-78EF-48FB-B0ED-17D9B18F6995}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{DEEE7910-78EF-48FB-B0ED-17D9B18F6995}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