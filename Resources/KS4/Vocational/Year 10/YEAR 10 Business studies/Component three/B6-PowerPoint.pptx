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6AE9FC-5B4B-443B-86CC-83C7B3B90F92}">
  <a:tblStyle styleId="{866AE9FC-5B4B-443B-86CC-83C7B3B90F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{866AE9FC-5B4B-443B-86CC-83C7B3B90F92}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{866AE9FC-5B4B-443B-86CC-83C7B3B90F92}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{866AE9FC-5B4B-443B-86CC-83C7B3B90F92}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