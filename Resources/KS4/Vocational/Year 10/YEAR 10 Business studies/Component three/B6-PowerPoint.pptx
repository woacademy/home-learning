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31A5B7-430D-4FA7-B8E9-FC5D6B35DD58}">
  <a:tblStyle styleId="{6331A5B7-430D-4FA7-B8E9-FC5D6B35DD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{6331A5B7-430D-4FA7-B8E9-FC5D6B35DD58}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{6331A5B7-430D-4FA7-B8E9-FC5D6B35DD58}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{6331A5B7-430D-4FA7-B8E9-FC5D6B35DD58}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