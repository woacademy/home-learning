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914008-7449-4757-905A-5B21F89E1A11}">
  <a:tblStyle styleId="{ED914008-7449-4757-905A-5B21F89E1A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{ED914008-7449-4757-905A-5B21F89E1A11}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{ED914008-7449-4757-905A-5B21F89E1A11}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{ED914008-7449-4757-905A-5B21F89E1A11}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