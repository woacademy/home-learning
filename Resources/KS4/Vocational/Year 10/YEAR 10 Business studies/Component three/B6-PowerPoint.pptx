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E89B13-A318-4425-BBE1-5A0DAB2A2734}">
  <a:tblStyle styleId="{BBE89B13-A318-4425-BBE1-5A0DAB2A27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{BBE89B13-A318-4425-BBE1-5A0DAB2A2734}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{BBE89B13-A318-4425-BBE1-5A0DAB2A2734}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{BBE89B13-A318-4425-BBE1-5A0DAB2A2734}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