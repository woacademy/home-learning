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6F7C8-0F42-476E-BE9C-51ADC1374F50}">
  <a:tblStyle styleId="{AFD6F7C8-0F42-476E-BE9C-51ADC1374F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{AFD6F7C8-0F42-476E-BE9C-51ADC1374F50}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{AFD6F7C8-0F42-476E-BE9C-51ADC1374F50}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{AFD6F7C8-0F42-476E-BE9C-51ADC1374F50}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