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5398C7-E901-4B9D-9297-0DA427B13BFB}">
  <a:tblStyle styleId="{F75398C7-E901-4B9D-9297-0DA427B13BF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{F75398C7-E901-4B9D-9297-0DA427B13BFB}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{F75398C7-E901-4B9D-9297-0DA427B13BFB}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{F75398C7-E901-4B9D-9297-0DA427B13BFB}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