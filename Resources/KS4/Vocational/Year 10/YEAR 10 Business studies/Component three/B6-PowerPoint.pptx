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F05431-4BF8-4B80-BEE0-A6B2660F8B81}">
  <a:tblStyle styleId="{B0F05431-4BF8-4B80-BEE0-A6B2660F8B8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{B0F05431-4BF8-4B80-BEE0-A6B2660F8B81}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{B0F05431-4BF8-4B80-BEE0-A6B2660F8B81}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{B0F05431-4BF8-4B80-BEE0-A6B2660F8B81}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