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D9CD92-5AF2-4B1B-B475-65DEF2E5CEDB}">
  <a:tblStyle styleId="{E9D9CD92-5AF2-4B1B-B475-65DEF2E5CED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{E9D9CD92-5AF2-4B1B-B475-65DEF2E5CEDB}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{E9D9CD92-5AF2-4B1B-B475-65DEF2E5CEDB}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{E9D9CD92-5AF2-4B1B-B475-65DEF2E5CEDB}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