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2AD24DA-C78D-4622-980F-DDEAA928CEED}">
  <a:tblStyle styleId="{E2AD24DA-C78D-4622-980F-DDEAA928CE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{E2AD24DA-C78D-4622-980F-DDEAA928CEED}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{E2AD24DA-C78D-4622-980F-DDEAA928CEED}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{E2AD24DA-C78D-4622-980F-DDEAA928CEED}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