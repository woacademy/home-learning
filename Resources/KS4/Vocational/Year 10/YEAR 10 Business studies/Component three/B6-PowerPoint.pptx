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B7E2555-6379-4992-9E0C-D76291A22943}">
  <a:tblStyle styleId="{2B7E2555-6379-4992-9E0C-D76291A2294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{2B7E2555-6379-4992-9E0C-D76291A22943}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{2B7E2555-6379-4992-9E0C-D76291A22943}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{2B7E2555-6379-4992-9E0C-D76291A22943}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