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CCEF518-7E55-4858-A527-29BE508EEC31}">
  <a:tblStyle styleId="{4CCEF518-7E55-4858-A527-29BE508EEC3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{4CCEF518-7E55-4858-A527-29BE508EEC31}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{4CCEF518-7E55-4858-A527-29BE508EEC31}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{4CCEF518-7E55-4858-A527-29BE508EEC31}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