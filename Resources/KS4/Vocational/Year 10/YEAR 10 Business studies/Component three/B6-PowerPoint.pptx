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D30DE9-D17F-4D70-8F42-B2A03F1352F9}">
  <a:tblStyle styleId="{91D30DE9-D17F-4D70-8F42-B2A03F1352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{91D30DE9-D17F-4D70-8F42-B2A03F1352F9}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{91D30DE9-D17F-4D70-8F42-B2A03F1352F9}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{91D30DE9-D17F-4D70-8F42-B2A03F1352F9}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