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2403A-5B42-4735-AEB1-9C9F9D7ADA84}">
  <a:tblStyle styleId="{C6B2403A-5B42-4735-AEB1-9C9F9D7ADA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{C6B2403A-5B42-4735-AEB1-9C9F9D7ADA84}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{C6B2403A-5B42-4735-AEB1-9C9F9D7ADA84}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{C6B2403A-5B42-4735-AEB1-9C9F9D7ADA84}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