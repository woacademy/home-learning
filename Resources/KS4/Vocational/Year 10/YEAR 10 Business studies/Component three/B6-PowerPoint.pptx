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4A39EA-07C0-484A-9D89-850D937C3E8F}">
  <a:tblStyle styleId="{034A39EA-07C0-484A-9D89-850D937C3E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{034A39EA-07C0-484A-9D89-850D937C3E8F}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{034A39EA-07C0-484A-9D89-850D937C3E8F}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{034A39EA-07C0-484A-9D89-850D937C3E8F}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