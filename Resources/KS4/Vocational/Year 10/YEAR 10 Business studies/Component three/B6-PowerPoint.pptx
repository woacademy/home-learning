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2F4B7-8068-4FA7-98B1-916980CCD824}">
  <a:tblStyle styleId="{0552F4B7-8068-4FA7-98B1-916980CCD8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{0552F4B7-8068-4FA7-98B1-916980CCD824}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{0552F4B7-8068-4FA7-98B1-916980CCD824}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{0552F4B7-8068-4FA7-98B1-916980CCD824}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