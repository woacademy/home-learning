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1569CA-6235-427D-B65D-6DDB58766242}">
  <a:tblStyle styleId="{B51569CA-6235-427D-B65D-6DDB5876624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{B51569CA-6235-427D-B65D-6DDB58766242}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{B51569CA-6235-427D-B65D-6DDB58766242}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{B51569CA-6235-427D-B65D-6DDB58766242}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