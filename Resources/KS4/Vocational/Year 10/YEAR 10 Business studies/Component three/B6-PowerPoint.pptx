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78C286-7863-4BEC-B633-5358A3CFBB08}">
  <a:tblStyle styleId="{7D78C286-7863-4BEC-B633-5358A3CFBB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{7D78C286-7863-4BEC-B633-5358A3CFBB08}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{7D78C286-7863-4BEC-B633-5358A3CFBB08}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{7D78C286-7863-4BEC-B633-5358A3CFBB08}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