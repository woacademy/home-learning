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FCDAE7-0471-4196-B4D2-AA9266DBD767}">
  <a:tblStyle styleId="{4AFCDAE7-0471-4196-B4D2-AA9266DBD76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{4AFCDAE7-0471-4196-B4D2-AA9266DBD767}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{4AFCDAE7-0471-4196-B4D2-AA9266DBD767}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{4AFCDAE7-0471-4196-B4D2-AA9266DBD767}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