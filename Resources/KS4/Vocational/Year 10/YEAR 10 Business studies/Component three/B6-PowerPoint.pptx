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3BCC80-997C-4153-89CA-F23B906AA77E}">
  <a:tblStyle styleId="{083BCC80-997C-4153-89CA-F23B906AA7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{083BCC80-997C-4153-89CA-F23B906AA77E}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{083BCC80-997C-4153-89CA-F23B906AA77E}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{083BCC80-997C-4153-89CA-F23B906AA77E}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