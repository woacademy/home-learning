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FBBA04-507D-4CDD-9375-95DE3E222331}">
  <a:tblStyle styleId="{9EFBBA04-507D-4CDD-9375-95DE3E22233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{9EFBBA04-507D-4CDD-9375-95DE3E222331}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{9EFBBA04-507D-4CDD-9375-95DE3E222331}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{9EFBBA04-507D-4CDD-9375-95DE3E222331}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