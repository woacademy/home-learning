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664CB-12B0-4791-9B35-5B05A50C8750}">
  <a:tblStyle styleId="{FED664CB-12B0-4791-9B35-5B05A50C87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{FED664CB-12B0-4791-9B35-5B05A50C8750}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{FED664CB-12B0-4791-9B35-5B05A50C8750}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{FED664CB-12B0-4791-9B35-5B05A50C8750}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