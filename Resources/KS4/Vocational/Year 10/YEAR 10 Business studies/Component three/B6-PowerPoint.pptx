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E422E0-C93E-4959-9B0A-EC15D6820A78}">
  <a:tblStyle styleId="{32E422E0-C93E-4959-9B0A-EC15D6820A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{32E422E0-C93E-4959-9B0A-EC15D6820A78}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{32E422E0-C93E-4959-9B0A-EC15D6820A78}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{32E422E0-C93E-4959-9B0A-EC15D6820A78}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