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89781C-C79B-49C6-83EA-A8EEB739EE28}">
  <a:tblStyle styleId="{6B89781C-C79B-49C6-83EA-A8EEB739EE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{6B89781C-C79B-49C6-83EA-A8EEB739EE28}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{6B89781C-C79B-49C6-83EA-A8EEB739EE28}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{6B89781C-C79B-49C6-83EA-A8EEB739EE28}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