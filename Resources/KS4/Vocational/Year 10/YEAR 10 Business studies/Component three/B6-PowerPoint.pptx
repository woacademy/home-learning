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3A5A61-9964-4137-8DD6-1F4297E06702}">
  <a:tblStyle styleId="{873A5A61-9964-4137-8DD6-1F4297E0670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{873A5A61-9964-4137-8DD6-1F4297E06702}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{873A5A61-9964-4137-8DD6-1F4297E06702}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{873A5A61-9964-4137-8DD6-1F4297E06702}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