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054F01D-E639-448F-950A-4ED46E42DB05}">
  <a:tblStyle styleId="{F054F01D-E639-448F-950A-4ED46E42DB0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{F054F01D-E639-448F-950A-4ED46E42DB05}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{F054F01D-E639-448F-950A-4ED46E42DB05}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{F054F01D-E639-448F-950A-4ED46E42DB05}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