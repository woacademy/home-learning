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CD72CF-681F-45D6-8CFB-DFDF7CEA6FCD}">
  <a:tblStyle styleId="{3DCD72CF-681F-45D6-8CFB-DFDF7CEA6FC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{3DCD72CF-681F-45D6-8CFB-DFDF7CEA6FCD}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{3DCD72CF-681F-45D6-8CFB-DFDF7CEA6FCD}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{3DCD72CF-681F-45D6-8CFB-DFDF7CEA6FCD}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