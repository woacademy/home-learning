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43B5FE-005C-4EF9-BC8D-BF286F18DC62}">
  <a:tblStyle styleId="{CC43B5FE-005C-4EF9-BC8D-BF286F18DC6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{CC43B5FE-005C-4EF9-BC8D-BF286F18DC62}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{CC43B5FE-005C-4EF9-BC8D-BF286F18DC62}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{CC43B5FE-005C-4EF9-BC8D-BF286F18DC62}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