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7B5310-FBE9-4E38-A78A-DEEF5672A9C2}">
  <a:tblStyle styleId="{197B5310-FBE9-4E38-A78A-DEEF5672A9C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{197B5310-FBE9-4E38-A78A-DEEF5672A9C2}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{197B5310-FBE9-4E38-A78A-DEEF5672A9C2}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{197B5310-FBE9-4E38-A78A-DEEF5672A9C2}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