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4AB5F1-35D9-4622-926F-D546A62B042B}">
  <a:tblStyle styleId="{784AB5F1-35D9-4622-926F-D546A62B04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{784AB5F1-35D9-4622-926F-D546A62B042B}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{784AB5F1-35D9-4622-926F-D546A62B042B}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{784AB5F1-35D9-4622-926F-D546A62B042B}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