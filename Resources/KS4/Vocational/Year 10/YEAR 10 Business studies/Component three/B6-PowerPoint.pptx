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B1C7E-5487-4CE8-8DF8-2A5C6A43FF85}">
  <a:tblStyle styleId="{183B1C7E-5487-4CE8-8DF8-2A5C6A43FF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{183B1C7E-5487-4CE8-8DF8-2A5C6A43FF85}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{183B1C7E-5487-4CE8-8DF8-2A5C6A43FF85}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{183B1C7E-5487-4CE8-8DF8-2A5C6A43FF85}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