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8D38CB-E44F-479A-9FAB-0652DC57B296}">
  <a:tblStyle styleId="{248D38CB-E44F-479A-9FAB-0652DC57B2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{248D38CB-E44F-479A-9FAB-0652DC57B296}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{248D38CB-E44F-479A-9FAB-0652DC57B296}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{248D38CB-E44F-479A-9FAB-0652DC57B296}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