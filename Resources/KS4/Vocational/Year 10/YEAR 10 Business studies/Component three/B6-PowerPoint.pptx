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2168FB-3C16-4F38-B9B9-7B4829BD7B95}">
  <a:tblStyle styleId="{1B2168FB-3C16-4F38-B9B9-7B4829BD7B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{1B2168FB-3C16-4F38-B9B9-7B4829BD7B95}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{1B2168FB-3C16-4F38-B9B9-7B4829BD7B95}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{1B2168FB-3C16-4F38-B9B9-7B4829BD7B95}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