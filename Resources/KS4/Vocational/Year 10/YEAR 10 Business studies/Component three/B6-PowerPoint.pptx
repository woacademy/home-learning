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F3956F-36E6-4F8B-A166-11E38433DE1F}">
  <a:tblStyle styleId="{EAF3956F-36E6-4F8B-A166-11E38433DE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{EAF3956F-36E6-4F8B-A166-11E38433DE1F}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{EAF3956F-36E6-4F8B-A166-11E38433DE1F}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{EAF3956F-36E6-4F8B-A166-11E38433DE1F}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