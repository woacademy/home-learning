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893A1C-EB1B-41D2-80DB-63CA93635211}">
  <a:tblStyle styleId="{DF893A1C-EB1B-41D2-80DB-63CA936352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{DF893A1C-EB1B-41D2-80DB-63CA93635211}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{DF893A1C-EB1B-41D2-80DB-63CA93635211}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{DF893A1C-EB1B-41D2-80DB-63CA93635211}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