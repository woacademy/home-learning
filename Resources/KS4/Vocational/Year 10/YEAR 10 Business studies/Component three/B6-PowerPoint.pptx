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9C7957-1C2A-4CA6-B743-5B43E5A1F540}">
  <a:tblStyle styleId="{FA9C7957-1C2A-4CA6-B743-5B43E5A1F54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{FA9C7957-1C2A-4CA6-B743-5B43E5A1F540}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{FA9C7957-1C2A-4CA6-B743-5B43E5A1F540}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{FA9C7957-1C2A-4CA6-B743-5B43E5A1F540}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