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0D58A3-AA63-41BB-941D-E6DD6F6F0296}">
  <a:tblStyle styleId="{990D58A3-AA63-41BB-941D-E6DD6F6F029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{990D58A3-AA63-41BB-941D-E6DD6F6F0296}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{990D58A3-AA63-41BB-941D-E6DD6F6F0296}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{990D58A3-AA63-41BB-941D-E6DD6F6F0296}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