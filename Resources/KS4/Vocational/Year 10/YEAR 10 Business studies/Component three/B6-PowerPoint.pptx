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5E35C7-8FEE-4520-8046-4D9D90A185B8}">
  <a:tblStyle styleId="{2A5E35C7-8FEE-4520-8046-4D9D90A185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{2A5E35C7-8FEE-4520-8046-4D9D90A185B8}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{2A5E35C7-8FEE-4520-8046-4D9D90A185B8}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{2A5E35C7-8FEE-4520-8046-4D9D90A185B8}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