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7E2D97-A051-4382-B1D0-CFC799095E68}">
  <a:tblStyle styleId="{E17E2D97-A051-4382-B1D0-CFC799095E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{E17E2D97-A051-4382-B1D0-CFC799095E68}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{E17E2D97-A051-4382-B1D0-CFC799095E68}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{E17E2D97-A051-4382-B1D0-CFC799095E68}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