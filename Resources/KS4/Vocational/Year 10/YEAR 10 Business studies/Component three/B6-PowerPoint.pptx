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1F2606-45A2-4C28-A282-04C1F1601C52}">
  <a:tblStyle styleId="{021F2606-45A2-4C28-A282-04C1F1601C5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{021F2606-45A2-4C28-A282-04C1F1601C52}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{021F2606-45A2-4C28-A282-04C1F1601C52}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{021F2606-45A2-4C28-A282-04C1F1601C52}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