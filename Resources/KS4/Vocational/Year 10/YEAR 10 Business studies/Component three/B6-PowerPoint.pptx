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8C4403-F217-4881-B336-E87157FC7A2C}">
  <a:tblStyle styleId="{E68C4403-F217-4881-B336-E87157FC7A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{E68C4403-F217-4881-B336-E87157FC7A2C}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{E68C4403-F217-4881-B336-E87157FC7A2C}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{E68C4403-F217-4881-B336-E87157FC7A2C}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