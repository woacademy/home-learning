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BA4A2E-3191-4DC0-95DA-DFA5499AD72C}">
  <a:tblStyle styleId="{34BA4A2E-3191-4DC0-95DA-DFA5499AD7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{34BA4A2E-3191-4DC0-95DA-DFA5499AD72C}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{34BA4A2E-3191-4DC0-95DA-DFA5499AD72C}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{34BA4A2E-3191-4DC0-95DA-DFA5499AD72C}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