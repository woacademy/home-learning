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B20AF9-0C72-4044-9649-3AB68AF3E39A}">
  <a:tblStyle styleId="{89B20AF9-0C72-4044-9649-3AB68AF3E39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{89B20AF9-0C72-4044-9649-3AB68AF3E39A}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{89B20AF9-0C72-4044-9649-3AB68AF3E39A}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{89B20AF9-0C72-4044-9649-3AB68AF3E39A}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