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78F9CD-63B7-4E4D-BA92-CA2914728E16}">
  <a:tblStyle styleId="{B378F9CD-63B7-4E4D-BA92-CA2914728E1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{B378F9CD-63B7-4E4D-BA92-CA2914728E16}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{B378F9CD-63B7-4E4D-BA92-CA2914728E16}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{B378F9CD-63B7-4E4D-BA92-CA2914728E16}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