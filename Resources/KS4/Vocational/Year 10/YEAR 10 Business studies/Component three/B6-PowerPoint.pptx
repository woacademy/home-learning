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2941D-227C-4B74-8BB8-95F114A24630}">
  <a:tblStyle styleId="{8772941D-227C-4B74-8BB8-95F114A246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{8772941D-227C-4B74-8BB8-95F114A24630}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{8772941D-227C-4B74-8BB8-95F114A24630}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{8772941D-227C-4B74-8BB8-95F114A24630}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