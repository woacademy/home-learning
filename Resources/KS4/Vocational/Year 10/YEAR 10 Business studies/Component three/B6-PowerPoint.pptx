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EA0BBF-8142-4845-AC9B-C6290F0E1F59}">
  <a:tblStyle styleId="{F8EA0BBF-8142-4845-AC9B-C6290F0E1F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{F8EA0BBF-8142-4845-AC9B-C6290F0E1F59}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{F8EA0BBF-8142-4845-AC9B-C6290F0E1F59}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{F8EA0BBF-8142-4845-AC9B-C6290F0E1F59}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