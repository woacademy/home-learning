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A15DCF-24A0-4BC5-B4C5-2FF7682A5143}">
  <a:tblStyle styleId="{67A15DCF-24A0-4BC5-B4C5-2FF7682A514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{67A15DCF-24A0-4BC5-B4C5-2FF7682A5143}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{67A15DCF-24A0-4BC5-B4C5-2FF7682A5143}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{67A15DCF-24A0-4BC5-B4C5-2FF7682A5143}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