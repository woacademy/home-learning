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E526E-CAB8-48B3-A620-1D26E3349DA1}">
  <a:tblStyle styleId="{942E526E-CAB8-48B3-A620-1D26E3349D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{942E526E-CAB8-48B3-A620-1D26E3349DA1}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{942E526E-CAB8-48B3-A620-1D26E3349DA1}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{942E526E-CAB8-48B3-A620-1D26E3349DA1}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