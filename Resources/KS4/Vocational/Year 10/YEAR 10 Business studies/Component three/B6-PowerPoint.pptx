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3AE425-460B-47FA-B929-AE30027AE5EF}">
  <a:tblStyle styleId="{7D3AE425-460B-47FA-B929-AE30027AE5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{7D3AE425-460B-47FA-B929-AE30027AE5EF}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{7D3AE425-460B-47FA-B929-AE30027AE5EF}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{7D3AE425-460B-47FA-B929-AE30027AE5EF}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