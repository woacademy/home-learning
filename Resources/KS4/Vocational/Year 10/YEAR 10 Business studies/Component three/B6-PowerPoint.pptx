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774511-4B6B-4615-A014-B2CA6545A860}">
  <a:tblStyle styleId="{D2774511-4B6B-4615-A014-B2CA6545A86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{D2774511-4B6B-4615-A014-B2CA6545A860}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{D2774511-4B6B-4615-A014-B2CA6545A860}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{D2774511-4B6B-4615-A014-B2CA6545A860}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