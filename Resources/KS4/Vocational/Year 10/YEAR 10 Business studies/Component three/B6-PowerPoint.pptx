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BC183C-BA26-4F65-A0A9-C48ABB3E1B04}">
  <a:tblStyle styleId="{5BBC183C-BA26-4F65-A0A9-C48ABB3E1B0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{5BBC183C-BA26-4F65-A0A9-C48ABB3E1B04}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{5BBC183C-BA26-4F65-A0A9-C48ABB3E1B04}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{5BBC183C-BA26-4F65-A0A9-C48ABB3E1B04}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