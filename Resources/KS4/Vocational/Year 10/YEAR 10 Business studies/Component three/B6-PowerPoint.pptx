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C5FFD9-EC63-46DD-A455-E93D7511953F}">
  <a:tblStyle styleId="{9EC5FFD9-EC63-46DD-A455-E93D751195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{9EC5FFD9-EC63-46DD-A455-E93D7511953F}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{9EC5FFD9-EC63-46DD-A455-E93D7511953F}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{9EC5FFD9-EC63-46DD-A455-E93D7511953F}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