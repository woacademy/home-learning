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003A8C-4274-4A72-9082-0D8640C159DA}">
  <a:tblStyle styleId="{E4003A8C-4274-4A72-9082-0D8640C159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{E4003A8C-4274-4A72-9082-0D8640C159DA}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{E4003A8C-4274-4A72-9082-0D8640C159DA}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{E4003A8C-4274-4A72-9082-0D8640C159DA}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