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A813A7-AFB9-4329-9785-0EF8973E89D4}">
  <a:tblStyle styleId="{1EA813A7-AFB9-4329-9785-0EF8973E89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{1EA813A7-AFB9-4329-9785-0EF8973E89D4}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{1EA813A7-AFB9-4329-9785-0EF8973E89D4}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{1EA813A7-AFB9-4329-9785-0EF8973E89D4}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