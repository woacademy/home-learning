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2BA933D0-B20C-4B86-A2D8-0576AE7C0834}">
  <a:tblStyle styleId="{2BA933D0-B20C-4B86-A2D8-0576AE7C083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{2BA933D0-B20C-4B86-A2D8-0576AE7C0834}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{2BA933D0-B20C-4B86-A2D8-0576AE7C0834}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{2BA933D0-B20C-4B86-A2D8-0576AE7C0834}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