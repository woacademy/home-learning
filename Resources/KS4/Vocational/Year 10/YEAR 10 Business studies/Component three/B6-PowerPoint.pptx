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AC7E3D7-2C00-4C7E-8318-04F2F7A532E1}">
  <a:tblStyle styleId="{BAC7E3D7-2C00-4C7E-8318-04F2F7A532E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{BAC7E3D7-2C00-4C7E-8318-04F2F7A532E1}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{BAC7E3D7-2C00-4C7E-8318-04F2F7A532E1}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{BAC7E3D7-2C00-4C7E-8318-04F2F7A532E1}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