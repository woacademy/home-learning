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AE33DC-4764-497C-BA94-3C2FFF5E2528}">
  <a:tblStyle styleId="{92AE33DC-4764-497C-BA94-3C2FFF5E25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{92AE33DC-4764-497C-BA94-3C2FFF5E2528}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{92AE33DC-4764-497C-BA94-3C2FFF5E2528}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{92AE33DC-4764-497C-BA94-3C2FFF5E2528}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