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5471EC-C550-4F42-A95C-B4D7977AC417}">
  <a:tblStyle styleId="{385471EC-C550-4F42-A95C-B4D7977AC4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{385471EC-C550-4F42-A95C-B4D7977AC417}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{385471EC-C550-4F42-A95C-B4D7977AC417}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{385471EC-C550-4F42-A95C-B4D7977AC417}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