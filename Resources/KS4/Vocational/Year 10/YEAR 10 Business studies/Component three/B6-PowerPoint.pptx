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BD6C55-BA63-48FC-9170-640A325C2A8D}">
  <a:tblStyle styleId="{23BD6C55-BA63-48FC-9170-640A325C2A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{23BD6C55-BA63-48FC-9170-640A325C2A8D}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{23BD6C55-BA63-48FC-9170-640A325C2A8D}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{23BD6C55-BA63-48FC-9170-640A325C2A8D}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