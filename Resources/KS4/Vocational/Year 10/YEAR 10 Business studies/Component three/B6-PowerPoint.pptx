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D44E26-0790-46D9-9DBE-0B8D015C0584}">
  <a:tblStyle styleId="{A8D44E26-0790-46D9-9DBE-0B8D015C05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{A8D44E26-0790-46D9-9DBE-0B8D015C0584}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{A8D44E26-0790-46D9-9DBE-0B8D015C0584}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{A8D44E26-0790-46D9-9DBE-0B8D015C0584}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