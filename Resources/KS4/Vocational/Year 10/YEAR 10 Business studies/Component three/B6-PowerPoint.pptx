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E200F5-73A8-4307-9C93-140036D97D9A}">
  <a:tblStyle styleId="{02E200F5-73A8-4307-9C93-140036D97D9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{02E200F5-73A8-4307-9C93-140036D97D9A}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{02E200F5-73A8-4307-9C93-140036D97D9A}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{02E200F5-73A8-4307-9C93-140036D97D9A}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