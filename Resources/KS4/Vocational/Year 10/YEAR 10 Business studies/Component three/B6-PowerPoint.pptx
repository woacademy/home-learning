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A7D60E3-99EE-46DC-93D2-380D5D8B2B72}">
  <a:tblStyle styleId="{6A7D60E3-99EE-46DC-93D2-380D5D8B2B7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{6A7D60E3-99EE-46DC-93D2-380D5D8B2B72}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{6A7D60E3-99EE-46DC-93D2-380D5D8B2B72}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{6A7D60E3-99EE-46DC-93D2-380D5D8B2B72}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