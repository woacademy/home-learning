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CF7590-E278-4D9D-9AFD-E3D40A9DD64D}">
  <a:tblStyle styleId="{EDCF7590-E278-4D9D-9AFD-E3D40A9DD6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{EDCF7590-E278-4D9D-9AFD-E3D40A9DD64D}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{EDCF7590-E278-4D9D-9AFD-E3D40A9DD64D}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{EDCF7590-E278-4D9D-9AFD-E3D40A9DD64D}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