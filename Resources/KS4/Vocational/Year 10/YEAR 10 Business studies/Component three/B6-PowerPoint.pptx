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57E2A2-D4A9-4D9B-BFC7-578F6B57AE74}">
  <a:tblStyle styleId="{7C57E2A2-D4A9-4D9B-BFC7-578F6B57AE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{7C57E2A2-D4A9-4D9B-BFC7-578F6B57AE74}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{7C57E2A2-D4A9-4D9B-BFC7-578F6B57AE74}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{7C57E2A2-D4A9-4D9B-BFC7-578F6B57AE74}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