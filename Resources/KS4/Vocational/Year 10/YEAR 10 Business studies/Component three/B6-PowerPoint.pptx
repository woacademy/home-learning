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D4349A-1E4D-4724-AD94-5145951057FB}">
  <a:tblStyle styleId="{BCD4349A-1E4D-4724-AD94-5145951057F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{BCD4349A-1E4D-4724-AD94-5145951057FB}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{BCD4349A-1E4D-4724-AD94-5145951057FB}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{BCD4349A-1E4D-4724-AD94-5145951057FB}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