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49501-864C-419C-BA3D-858E1353BB93}">
  <a:tblStyle styleId="{24149501-864C-419C-BA3D-858E1353BB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{24149501-864C-419C-BA3D-858E1353BB93}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{24149501-864C-419C-BA3D-858E1353BB93}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{24149501-864C-419C-BA3D-858E1353BB93}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