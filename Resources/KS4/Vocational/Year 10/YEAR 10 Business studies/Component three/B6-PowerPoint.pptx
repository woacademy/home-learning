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48C3A1-4F70-4707-BDB0-94EA6CBD878D}">
  <a:tblStyle styleId="{3B48C3A1-4F70-4707-BDB0-94EA6CBD87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{3B48C3A1-4F70-4707-BDB0-94EA6CBD878D}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{3B48C3A1-4F70-4707-BDB0-94EA6CBD878D}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{3B48C3A1-4F70-4707-BDB0-94EA6CBD878D}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