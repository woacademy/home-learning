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5E40C3-A95F-4981-A00A-A7C3B696B178}">
  <a:tblStyle styleId="{725E40C3-A95F-4981-A00A-A7C3B696B1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{725E40C3-A95F-4981-A00A-A7C3B696B178}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{725E40C3-A95F-4981-A00A-A7C3B696B178}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{725E40C3-A95F-4981-A00A-A7C3B696B178}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