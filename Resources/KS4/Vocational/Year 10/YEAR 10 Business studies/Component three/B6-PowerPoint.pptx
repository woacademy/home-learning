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5BF40A-195E-4371-8A6E-F1A17621C36D}">
  <a:tblStyle styleId="{735BF40A-195E-4371-8A6E-F1A17621C3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{735BF40A-195E-4371-8A6E-F1A17621C36D}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{735BF40A-195E-4371-8A6E-F1A17621C36D}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{735BF40A-195E-4371-8A6E-F1A17621C36D}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