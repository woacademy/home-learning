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F3F910-AFB2-484D-871C-6A477E2C3AE4}">
  <a:tblStyle styleId="{07F3F910-AFB2-484D-871C-6A477E2C3AE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{07F3F910-AFB2-484D-871C-6A477E2C3AE4}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{07F3F910-AFB2-484D-871C-6A477E2C3AE4}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{07F3F910-AFB2-484D-871C-6A477E2C3AE4}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