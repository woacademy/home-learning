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45AFC0-F6FB-4551-A965-E7E5414511FD}">
  <a:tblStyle styleId="{1B45AFC0-F6FB-4551-A965-E7E5414511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{1B45AFC0-F6FB-4551-A965-E7E5414511FD}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{1B45AFC0-F6FB-4551-A965-E7E5414511FD}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{1B45AFC0-F6FB-4551-A965-E7E5414511FD}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