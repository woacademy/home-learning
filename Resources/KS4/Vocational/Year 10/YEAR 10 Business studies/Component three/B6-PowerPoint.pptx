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CFFADC-E896-42B7-AB96-3BD5F39ACDF2}">
  <a:tblStyle styleId="{03CFFADC-E896-42B7-AB96-3BD5F39ACD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{03CFFADC-E896-42B7-AB96-3BD5F39ACDF2}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{03CFFADC-E896-42B7-AB96-3BD5F39ACDF2}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{03CFFADC-E896-42B7-AB96-3BD5F39ACDF2}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