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EF9457-D7CB-47DC-A37F-33901DCC8750}">
  <a:tblStyle styleId="{51EF9457-D7CB-47DC-A37F-33901DCC875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{51EF9457-D7CB-47DC-A37F-33901DCC8750}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{51EF9457-D7CB-47DC-A37F-33901DCC8750}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{51EF9457-D7CB-47DC-A37F-33901DCC8750}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