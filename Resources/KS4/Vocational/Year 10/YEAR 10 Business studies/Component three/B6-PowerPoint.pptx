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B5EF12-A866-4CE2-97D4-C19E851252D0}">
  <a:tblStyle styleId="{68B5EF12-A866-4CE2-97D4-C19E851252D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{68B5EF12-A866-4CE2-97D4-C19E851252D0}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{68B5EF12-A866-4CE2-97D4-C19E851252D0}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{68B5EF12-A866-4CE2-97D4-C19E851252D0}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