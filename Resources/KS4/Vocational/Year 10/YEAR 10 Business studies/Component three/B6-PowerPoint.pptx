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E2481D4-A346-4AD9-8D48-59EB7E39DBE2}">
  <a:tblStyle styleId="{5E2481D4-A346-4AD9-8D48-59EB7E39DBE2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{5E2481D4-A346-4AD9-8D48-59EB7E39DBE2}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{5E2481D4-A346-4AD9-8D48-59EB7E39DBE2}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{5E2481D4-A346-4AD9-8D48-59EB7E39DBE2}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