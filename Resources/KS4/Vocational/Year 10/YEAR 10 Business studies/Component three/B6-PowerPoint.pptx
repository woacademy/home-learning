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D22C90-DE19-4A90-AD87-57C8F5F24FDA}">
  <a:tblStyle styleId="{5DD22C90-DE19-4A90-AD87-57C8F5F24FD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{5DD22C90-DE19-4A90-AD87-57C8F5F24FDA}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{5DD22C90-DE19-4A90-AD87-57C8F5F24FDA}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{5DD22C90-DE19-4A90-AD87-57C8F5F24FDA}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