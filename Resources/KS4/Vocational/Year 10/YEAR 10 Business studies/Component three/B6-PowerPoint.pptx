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43EFFCD3-51EF-4376-94B9-BE279F9D9017}">
  <a:tblStyle styleId="{43EFFCD3-51EF-4376-94B9-BE279F9D9017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4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{43EFFCD3-51EF-4376-94B9-BE279F9D9017}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{43EFFCD3-51EF-4376-94B9-BE279F9D9017}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{43EFFCD3-51EF-4376-94B9-BE279F9D9017}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