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65B155-BF0F-4922-90DA-8D23172560BA}">
  <a:tblStyle styleId="{BF65B155-BF0F-4922-90DA-8D23172560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{BF65B155-BF0F-4922-90DA-8D23172560BA}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{BF65B155-BF0F-4922-90DA-8D23172560BA}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{BF65B155-BF0F-4922-90DA-8D23172560BA}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