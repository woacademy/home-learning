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A5DAE3-153B-45F5-93CA-C994EB46BDA4}">
  <a:tblStyle styleId="{C1A5DAE3-153B-45F5-93CA-C994EB46BD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{C1A5DAE3-153B-45F5-93CA-C994EB46BDA4}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{C1A5DAE3-153B-45F5-93CA-C994EB46BDA4}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{C1A5DAE3-153B-45F5-93CA-C994EB46BDA4}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