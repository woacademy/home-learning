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D2CD79-D597-468D-8F69-7CB616D10AD4}">
  <a:tblStyle styleId="{17D2CD79-D597-468D-8F69-7CB616D10A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{17D2CD79-D597-468D-8F69-7CB616D10AD4}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{17D2CD79-D597-468D-8F69-7CB616D10AD4}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{17D2CD79-D597-468D-8F69-7CB616D10AD4}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