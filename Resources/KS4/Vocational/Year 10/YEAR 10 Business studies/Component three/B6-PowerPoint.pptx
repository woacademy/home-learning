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7F0966-DBBD-4E66-8D23-18D96E39DA05}">
  <a:tblStyle styleId="{237F0966-DBBD-4E66-8D23-18D96E39DA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{237F0966-DBBD-4E66-8D23-18D96E39DA05}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{237F0966-DBBD-4E66-8D23-18D96E39DA05}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{237F0966-DBBD-4E66-8D23-18D96E39DA05}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