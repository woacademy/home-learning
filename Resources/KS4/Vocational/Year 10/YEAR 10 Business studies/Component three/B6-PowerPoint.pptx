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6335801-6478-4E1A-A43D-7A12C1335438}">
  <a:tblStyle styleId="{A6335801-6478-4E1A-A43D-7A12C13354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{A6335801-6478-4E1A-A43D-7A12C1335438}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{A6335801-6478-4E1A-A43D-7A12C1335438}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{A6335801-6478-4E1A-A43D-7A12C1335438}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