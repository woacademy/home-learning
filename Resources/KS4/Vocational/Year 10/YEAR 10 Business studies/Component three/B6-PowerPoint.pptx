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239943-07C3-43FD-A581-8ACC77DF4ED7}">
  <a:tblStyle styleId="{34239943-07C3-43FD-A581-8ACC77DF4E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{34239943-07C3-43FD-A581-8ACC77DF4ED7}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{34239943-07C3-43FD-A581-8ACC77DF4ED7}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{34239943-07C3-43FD-A581-8ACC77DF4ED7}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