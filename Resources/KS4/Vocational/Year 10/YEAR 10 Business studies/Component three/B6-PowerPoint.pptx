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9A0C15-DED0-4EBE-8D75-D300FE92FE6F}">
  <a:tblStyle styleId="{AE9A0C15-DED0-4EBE-8D75-D300FE92FE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{AE9A0C15-DED0-4EBE-8D75-D300FE92FE6F}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{AE9A0C15-DED0-4EBE-8D75-D300FE92FE6F}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{AE9A0C15-DED0-4EBE-8D75-D300FE92FE6F}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