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29C203-1ED7-4642-BCF6-397FC91A46B5}">
  <a:tblStyle styleId="{5A29C203-1ED7-4642-BCF6-397FC91A46B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{5A29C203-1ED7-4642-BCF6-397FC91A46B5}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{5A29C203-1ED7-4642-BCF6-397FC91A46B5}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{5A29C203-1ED7-4642-BCF6-397FC91A46B5}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