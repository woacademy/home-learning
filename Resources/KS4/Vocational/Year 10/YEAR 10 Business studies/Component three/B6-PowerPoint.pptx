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0B9531-C0DE-4655-9DFE-57082375668E}">
  <a:tblStyle styleId="{340B9531-C0DE-4655-9DFE-5708237566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{340B9531-C0DE-4655-9DFE-57082375668E}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{340B9531-C0DE-4655-9DFE-57082375668E}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{340B9531-C0DE-4655-9DFE-57082375668E}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