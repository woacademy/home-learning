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E705FF-B200-42C4-9485-5D39D6F8D1E9}">
  <a:tblStyle styleId="{0FE705FF-B200-42C4-9485-5D39D6F8D1E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{0FE705FF-B200-42C4-9485-5D39D6F8D1E9}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{0FE705FF-B200-42C4-9485-5D39D6F8D1E9}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{0FE705FF-B200-42C4-9485-5D39D6F8D1E9}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