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C43183-8CFE-4084-B7C5-25A0423835E0}">
  <a:tblStyle styleId="{20C43183-8CFE-4084-B7C5-25A0423835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{20C43183-8CFE-4084-B7C5-25A0423835E0}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{20C43183-8CFE-4084-B7C5-25A0423835E0}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{20C43183-8CFE-4084-B7C5-25A0423835E0}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