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5CFB3A-9BBD-4923-BF05-BCC12157D2DD}">
  <a:tblStyle styleId="{395CFB3A-9BBD-4923-BF05-BCC12157D2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{395CFB3A-9BBD-4923-BF05-BCC12157D2DD}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{395CFB3A-9BBD-4923-BF05-BCC12157D2DD}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{395CFB3A-9BBD-4923-BF05-BCC12157D2DD}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