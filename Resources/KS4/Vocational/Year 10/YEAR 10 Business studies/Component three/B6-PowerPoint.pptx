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02407-26FB-481A-80ED-1843F55F9B5E}">
  <a:tblStyle styleId="{BF902407-26FB-481A-80ED-1843F55F9B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{BF902407-26FB-481A-80ED-1843F55F9B5E}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{BF902407-26FB-481A-80ED-1843F55F9B5E}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{BF902407-26FB-481A-80ED-1843F55F9B5E}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