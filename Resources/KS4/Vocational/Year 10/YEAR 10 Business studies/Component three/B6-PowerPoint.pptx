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8F913B0-9F57-40F3-B3C3-D13D074FBAF3}">
  <a:tblStyle styleId="{D8F913B0-9F57-40F3-B3C3-D13D074FBAF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{D8F913B0-9F57-40F3-B3C3-D13D074FBAF3}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{D8F913B0-9F57-40F3-B3C3-D13D074FBAF3}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{D8F913B0-9F57-40F3-B3C3-D13D074FBAF3}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