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338147-4505-4AB3-98E6-3D7C650A0726}">
  <a:tblStyle styleId="{92338147-4505-4AB3-98E6-3D7C650A072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{92338147-4505-4AB3-98E6-3D7C650A0726}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{92338147-4505-4AB3-98E6-3D7C650A0726}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{92338147-4505-4AB3-98E6-3D7C650A0726}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