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FB606B-7A71-45E3-97F6-A56242CF1642}">
  <a:tblStyle styleId="{CBFB606B-7A71-45E3-97F6-A56242CF164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{CBFB606B-7A71-45E3-97F6-A56242CF1642}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{CBFB606B-7A71-45E3-97F6-A56242CF1642}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{CBFB606B-7A71-45E3-97F6-A56242CF1642}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