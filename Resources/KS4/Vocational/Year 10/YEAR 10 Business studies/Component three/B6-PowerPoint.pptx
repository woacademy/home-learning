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513AC7-BF42-4CEE-9C21-7C8311C6B9DF}">
  <a:tblStyle styleId="{A8513AC7-BF42-4CEE-9C21-7C8311C6B9D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{A8513AC7-BF42-4CEE-9C21-7C8311C6B9DF}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{A8513AC7-BF42-4CEE-9C21-7C8311C6B9DF}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{A8513AC7-BF42-4CEE-9C21-7C8311C6B9DF}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