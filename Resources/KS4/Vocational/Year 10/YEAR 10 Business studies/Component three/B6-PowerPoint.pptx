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B6DFCF-D2EE-4989-8ED9-20A82FBF2AFE}">
  <a:tblStyle styleId="{8AB6DFCF-D2EE-4989-8ED9-20A82FBF2A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{8AB6DFCF-D2EE-4989-8ED9-20A82FBF2AFE}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{8AB6DFCF-D2EE-4989-8ED9-20A82FBF2AFE}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{8AB6DFCF-D2EE-4989-8ED9-20A82FBF2AFE}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