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C17F3F-4F5A-4841-AC2E-41AD9862728E}">
  <a:tblStyle styleId="{D2C17F3F-4F5A-4841-AC2E-41AD986272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{D2C17F3F-4F5A-4841-AC2E-41AD9862728E}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{D2C17F3F-4F5A-4841-AC2E-41AD9862728E}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{D2C17F3F-4F5A-4841-AC2E-41AD9862728E}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