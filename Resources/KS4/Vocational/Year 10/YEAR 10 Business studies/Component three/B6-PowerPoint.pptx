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DEF95A-6CD9-437D-A210-A1221DA6AC18}">
  <a:tblStyle styleId="{8EDEF95A-6CD9-437D-A210-A1221DA6AC1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{8EDEF95A-6CD9-437D-A210-A1221DA6AC18}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{8EDEF95A-6CD9-437D-A210-A1221DA6AC18}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{8EDEF95A-6CD9-437D-A210-A1221DA6AC18}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