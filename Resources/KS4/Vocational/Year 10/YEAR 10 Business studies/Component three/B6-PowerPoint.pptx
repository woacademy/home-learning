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173C2B-0149-439E-A1C2-7DFA0E1665D0}">
  <a:tblStyle styleId="{0B173C2B-0149-439E-A1C2-7DFA0E1665D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{0B173C2B-0149-439E-A1C2-7DFA0E1665D0}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{0B173C2B-0149-439E-A1C2-7DFA0E1665D0}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{0B173C2B-0149-439E-A1C2-7DFA0E1665D0}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