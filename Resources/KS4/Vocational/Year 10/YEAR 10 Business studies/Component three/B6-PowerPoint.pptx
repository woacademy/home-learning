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23A0AA-C494-4E29-82D5-A6E9BC53FE84}">
  <a:tblStyle styleId="{0623A0AA-C494-4E29-82D5-A6E9BC53FE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{0623A0AA-C494-4E29-82D5-A6E9BC53FE84}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{0623A0AA-C494-4E29-82D5-A6E9BC53FE84}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{0623A0AA-C494-4E29-82D5-A6E9BC53FE84}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