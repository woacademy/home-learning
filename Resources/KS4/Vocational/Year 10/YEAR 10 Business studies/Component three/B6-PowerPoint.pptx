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59F6BC2-A839-4A0D-9F63-C5825AE57DDA}">
  <a:tblStyle styleId="{C59F6BC2-A839-4A0D-9F63-C5825AE57DDA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{C59F6BC2-A839-4A0D-9F63-C5825AE57DDA}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{C59F6BC2-A839-4A0D-9F63-C5825AE57DDA}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{C59F6BC2-A839-4A0D-9F63-C5825AE57DDA}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