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D342D3-5D25-4B60-80DF-07D3117B6789}">
  <a:tblStyle styleId="{FBD342D3-5D25-4B60-80DF-07D3117B678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{FBD342D3-5D25-4B60-80DF-07D3117B6789}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{FBD342D3-5D25-4B60-80DF-07D3117B6789}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{FBD342D3-5D25-4B60-80DF-07D3117B6789}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