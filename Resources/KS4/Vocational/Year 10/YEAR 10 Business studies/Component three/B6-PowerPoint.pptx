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C2E15C-1550-452C-9FCB-412A87A1381C}">
  <a:tblStyle styleId="{83C2E15C-1550-452C-9FCB-412A87A1381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{83C2E15C-1550-452C-9FCB-412A87A1381C}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{83C2E15C-1550-452C-9FCB-412A87A1381C}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{83C2E15C-1550-452C-9FCB-412A87A1381C}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