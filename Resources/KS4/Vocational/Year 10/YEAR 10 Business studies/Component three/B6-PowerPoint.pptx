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CCE064E-8279-4D0F-B809-B7A598E5055D}">
  <a:tblStyle styleId="{8CCE064E-8279-4D0F-B809-B7A598E5055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{8CCE064E-8279-4D0F-B809-B7A598E5055D}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{8CCE064E-8279-4D0F-B809-B7A598E5055D}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{8CCE064E-8279-4D0F-B809-B7A598E5055D}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