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AB6D4F-20DC-43E4-BE2B-465AC59A9CE7}">
  <a:tblStyle styleId="{79AB6D4F-20DC-43E4-BE2B-465AC59A9C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{79AB6D4F-20DC-43E4-BE2B-465AC59A9CE7}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{79AB6D4F-20DC-43E4-BE2B-465AC59A9CE7}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{79AB6D4F-20DC-43E4-BE2B-465AC59A9CE7}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