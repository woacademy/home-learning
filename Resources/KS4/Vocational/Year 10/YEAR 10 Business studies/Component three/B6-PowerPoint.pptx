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16DCA5-F7D0-478C-94C0-965BF381F7D7}">
  <a:tblStyle styleId="{5016DCA5-F7D0-478C-94C0-965BF381F7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{5016DCA5-F7D0-478C-94C0-965BF381F7D7}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{5016DCA5-F7D0-478C-94C0-965BF381F7D7}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{5016DCA5-F7D0-478C-94C0-965BF381F7D7}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