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8C15F8-DD2B-4F21-AD5C-2F2081405C20}">
  <a:tblStyle styleId="{3C8C15F8-DD2B-4F21-AD5C-2F2081405C2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{3C8C15F8-DD2B-4F21-AD5C-2F2081405C20}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{3C8C15F8-DD2B-4F21-AD5C-2F2081405C20}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{3C8C15F8-DD2B-4F21-AD5C-2F2081405C20}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