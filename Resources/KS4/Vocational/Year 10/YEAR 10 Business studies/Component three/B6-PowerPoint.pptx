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39995B-932C-4079-9673-D4C1BC93180C}">
  <a:tblStyle styleId="{D239995B-932C-4079-9673-D4C1BC9318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{D239995B-932C-4079-9673-D4C1BC93180C}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{D239995B-932C-4079-9673-D4C1BC93180C}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{D239995B-932C-4079-9673-D4C1BC93180C}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