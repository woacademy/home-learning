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52262F-B087-4C9D-8B93-7EF31257A1EF}">
  <a:tblStyle styleId="{DF52262F-B087-4C9D-8B93-7EF31257A1E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{DF52262F-B087-4C9D-8B93-7EF31257A1EF}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{DF52262F-B087-4C9D-8B93-7EF31257A1EF}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{DF52262F-B087-4C9D-8B93-7EF31257A1EF}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