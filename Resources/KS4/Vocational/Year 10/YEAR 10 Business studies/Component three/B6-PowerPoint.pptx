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8C8E8E-6449-4149-9D81-83B6D9518AEA}">
  <a:tblStyle styleId="{AC8C8E8E-6449-4149-9D81-83B6D9518A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{AC8C8E8E-6449-4149-9D81-83B6D9518AEA}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{AC8C8E8E-6449-4149-9D81-83B6D9518AEA}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{AC8C8E8E-6449-4149-9D81-83B6D9518AEA}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