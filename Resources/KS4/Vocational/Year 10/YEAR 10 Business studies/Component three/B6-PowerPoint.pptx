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864D30-3C3A-48F8-955D-05C91EBF22F3}">
  <a:tblStyle styleId="{E4864D30-3C3A-48F8-955D-05C91EBF22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{E4864D30-3C3A-48F8-955D-05C91EBF22F3}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{E4864D30-3C3A-48F8-955D-05C91EBF22F3}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{E4864D30-3C3A-48F8-955D-05C91EBF22F3}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