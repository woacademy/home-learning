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C86E89-D00A-4AA6-B8DB-B41CEB8D40D1}">
  <a:tblStyle styleId="{A9C86E89-D00A-4AA6-B8DB-B41CEB8D40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{A9C86E89-D00A-4AA6-B8DB-B41CEB8D40D1}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{A9C86E89-D00A-4AA6-B8DB-B41CEB8D40D1}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{A9C86E89-D00A-4AA6-B8DB-B41CEB8D40D1}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