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A2B27A-F4AA-4A55-921E-0DDA825645E2}">
  <a:tblStyle styleId="{28A2B27A-F4AA-4A55-921E-0DDA825645E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{28A2B27A-F4AA-4A55-921E-0DDA825645E2}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{28A2B27A-F4AA-4A55-921E-0DDA825645E2}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{28A2B27A-F4AA-4A55-921E-0DDA825645E2}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