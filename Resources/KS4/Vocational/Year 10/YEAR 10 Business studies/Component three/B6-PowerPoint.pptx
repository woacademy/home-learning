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6FDBE0-BDB5-432B-9BBF-38D4E7020D8D}">
  <a:tblStyle styleId="{146FDBE0-BDB5-432B-9BBF-38D4E7020D8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{146FDBE0-BDB5-432B-9BBF-38D4E7020D8D}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{146FDBE0-BDB5-432B-9BBF-38D4E7020D8D}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{146FDBE0-BDB5-432B-9BBF-38D4E7020D8D}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