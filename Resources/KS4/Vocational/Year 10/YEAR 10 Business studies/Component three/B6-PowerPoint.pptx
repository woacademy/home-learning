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C4752B-C5DF-478B-B6F4-E3D1E4CBF5AE}">
  <a:tblStyle styleId="{21C4752B-C5DF-478B-B6F4-E3D1E4CBF5A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{21C4752B-C5DF-478B-B6F4-E3D1E4CBF5AE}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{21C4752B-C5DF-478B-B6F4-E3D1E4CBF5AE}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{21C4752B-C5DF-478B-B6F4-E3D1E4CBF5AE}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