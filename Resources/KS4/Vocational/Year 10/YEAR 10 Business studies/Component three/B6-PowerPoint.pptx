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0E7D2E-C032-4950-8F69-43E74432D41D}">
  <a:tblStyle styleId="{430E7D2E-C032-4950-8F69-43E74432D41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{430E7D2E-C032-4950-8F69-43E74432D41D}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{430E7D2E-C032-4950-8F69-43E74432D41D}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{430E7D2E-C032-4950-8F69-43E74432D41D}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