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44EAF6B-8480-4A53-8F9E-320D5FC30F81}">
  <a:tblStyle styleId="{144EAF6B-8480-4A53-8F9E-320D5FC30F8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{144EAF6B-8480-4A53-8F9E-320D5FC30F81}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{144EAF6B-8480-4A53-8F9E-320D5FC30F81}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{144EAF6B-8480-4A53-8F9E-320D5FC30F81}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