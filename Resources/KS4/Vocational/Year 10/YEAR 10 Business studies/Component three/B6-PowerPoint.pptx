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991EE4-DDC0-4D1F-A7EA-7C1515BE62EA}">
  <a:tblStyle styleId="{84991EE4-DDC0-4D1F-A7EA-7C1515BE62E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{84991EE4-DDC0-4D1F-A7EA-7C1515BE62EA}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{84991EE4-DDC0-4D1F-A7EA-7C1515BE62EA}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{84991EE4-DDC0-4D1F-A7EA-7C1515BE62EA}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