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1BD2E2-5A33-4D5E-829E-B96359E1D50B}">
  <a:tblStyle styleId="{DC1BD2E2-5A33-4D5E-829E-B96359E1D5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{DC1BD2E2-5A33-4D5E-829E-B96359E1D50B}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{DC1BD2E2-5A33-4D5E-829E-B96359E1D50B}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{DC1BD2E2-5A33-4D5E-829E-B96359E1D50B}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