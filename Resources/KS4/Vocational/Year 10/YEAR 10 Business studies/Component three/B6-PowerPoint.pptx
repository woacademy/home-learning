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1F0DBE-0777-4DDE-A084-B93BE667EC8A}">
  <a:tblStyle styleId="{2A1F0DBE-0777-4DDE-A084-B93BE667EC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{2A1F0DBE-0777-4DDE-A084-B93BE667EC8A}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{2A1F0DBE-0777-4DDE-A084-B93BE667EC8A}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{2A1F0DBE-0777-4DDE-A084-B93BE667EC8A}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