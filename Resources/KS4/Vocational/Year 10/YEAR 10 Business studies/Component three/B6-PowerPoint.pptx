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7E6A5-AA24-4BB6-A4DB-65F12EF5F521}">
  <a:tblStyle styleId="{0E47E6A5-AA24-4BB6-A4DB-65F12EF5F5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{0E47E6A5-AA24-4BB6-A4DB-65F12EF5F521}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{0E47E6A5-AA24-4BB6-A4DB-65F12EF5F521}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{0E47E6A5-AA24-4BB6-A4DB-65F12EF5F521}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