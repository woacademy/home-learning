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17F1C6-BFA5-42A8-8840-B337D4A52C12}">
  <a:tblStyle styleId="{1417F1C6-BFA5-42A8-8840-B337D4A52C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{1417F1C6-BFA5-42A8-8840-B337D4A52C12}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{1417F1C6-BFA5-42A8-8840-B337D4A52C12}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{1417F1C6-BFA5-42A8-8840-B337D4A52C12}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