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F2914C-5757-49FB-8CC2-641F3AF1693F}">
  <a:tblStyle styleId="{7FF2914C-5757-49FB-8CC2-641F3AF169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{7FF2914C-5757-49FB-8CC2-641F3AF1693F}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{7FF2914C-5757-49FB-8CC2-641F3AF1693F}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{7FF2914C-5757-49FB-8CC2-641F3AF1693F}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