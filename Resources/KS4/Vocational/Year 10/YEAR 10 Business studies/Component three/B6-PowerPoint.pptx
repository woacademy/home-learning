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20CE68-C3F1-416F-8356-4E96416B9927}">
  <a:tblStyle styleId="{5720CE68-C3F1-416F-8356-4E96416B99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{5720CE68-C3F1-416F-8356-4E96416B9927}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{5720CE68-C3F1-416F-8356-4E96416B9927}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{5720CE68-C3F1-416F-8356-4E96416B9927}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