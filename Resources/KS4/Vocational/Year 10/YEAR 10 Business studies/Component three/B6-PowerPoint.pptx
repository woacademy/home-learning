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C906EFA9-5AC7-4148-9654-5F5A60CE9BFC}">
  <a:tblStyle styleId="{C906EFA9-5AC7-4148-9654-5F5A60CE9BFC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6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{C906EFA9-5AC7-4148-9654-5F5A60CE9BFC}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{C906EFA9-5AC7-4148-9654-5F5A60CE9BFC}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{C906EFA9-5AC7-4148-9654-5F5A60CE9BFC}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