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CB7813-182D-474B-8193-B109E963B643}">
  <a:tblStyle styleId="{94CB7813-182D-474B-8193-B109E963B6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{94CB7813-182D-474B-8193-B109E963B643}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{94CB7813-182D-474B-8193-B109E963B643}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{94CB7813-182D-474B-8193-B109E963B643}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