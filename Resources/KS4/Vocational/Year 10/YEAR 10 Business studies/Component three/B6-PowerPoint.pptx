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7B1AC74-648B-4459-8E17-9B8E1E5C58C0}">
  <a:tblStyle styleId="{47B1AC74-648B-4459-8E17-9B8E1E5C58C0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{47B1AC74-648B-4459-8E17-9B8E1E5C58C0}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{47B1AC74-648B-4459-8E17-9B8E1E5C58C0}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{47B1AC74-648B-4459-8E17-9B8E1E5C58C0}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