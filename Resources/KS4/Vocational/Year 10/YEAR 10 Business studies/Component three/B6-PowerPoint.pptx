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139D7B-2F30-4264-8AF4-569E8D79B640}">
  <a:tblStyle styleId="{35139D7B-2F30-4264-8AF4-569E8D79B6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{35139D7B-2F30-4264-8AF4-569E8D79B640}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{35139D7B-2F30-4264-8AF4-569E8D79B640}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{35139D7B-2F30-4264-8AF4-569E8D79B640}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