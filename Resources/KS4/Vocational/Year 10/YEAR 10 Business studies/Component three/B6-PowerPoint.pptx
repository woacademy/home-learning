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B727A4-4DC3-47C2-9871-B4816A81766A}">
  <a:tblStyle styleId="{F5B727A4-4DC3-47C2-9871-B4816A8176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{F5B727A4-4DC3-47C2-9871-B4816A81766A}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{F5B727A4-4DC3-47C2-9871-B4816A81766A}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{F5B727A4-4DC3-47C2-9871-B4816A81766A}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