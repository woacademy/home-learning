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90BAC3-A543-41CF-8C80-A77AB4E67BFB}">
  <a:tblStyle styleId="{2E90BAC3-A543-41CF-8C80-A77AB4E67BF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{2E90BAC3-A543-41CF-8C80-A77AB4E67BFB}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{2E90BAC3-A543-41CF-8C80-A77AB4E67BFB}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{2E90BAC3-A543-41CF-8C80-A77AB4E67BFB}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