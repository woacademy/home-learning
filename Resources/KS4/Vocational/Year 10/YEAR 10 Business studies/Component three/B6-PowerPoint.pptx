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DFB893E-7D21-43DD-B4F1-CFD7B99879F4}">
  <a:tblStyle styleId="{6DFB893E-7D21-43DD-B4F1-CFD7B99879F4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6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{6DFB893E-7D21-43DD-B4F1-CFD7B99879F4}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{6DFB893E-7D21-43DD-B4F1-CFD7B99879F4}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{6DFB893E-7D21-43DD-B4F1-CFD7B99879F4}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