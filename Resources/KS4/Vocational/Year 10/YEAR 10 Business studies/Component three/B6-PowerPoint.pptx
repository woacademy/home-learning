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97ACA8-54AF-4C73-9E65-B428E045F97C}">
  <a:tblStyle styleId="{F597ACA8-54AF-4C73-9E65-B428E045F97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{F597ACA8-54AF-4C73-9E65-B428E045F97C}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{F597ACA8-54AF-4C73-9E65-B428E045F97C}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{F597ACA8-54AF-4C73-9E65-B428E045F97C}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