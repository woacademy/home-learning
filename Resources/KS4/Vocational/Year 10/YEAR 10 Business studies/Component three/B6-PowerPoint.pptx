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7F73F7-59A5-4F3D-8E57-7E85F57FC4EB}">
  <a:tblStyle styleId="{0A7F73F7-59A5-4F3D-8E57-7E85F57FC4E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{0A7F73F7-59A5-4F3D-8E57-7E85F57FC4EB}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{0A7F73F7-59A5-4F3D-8E57-7E85F57FC4EB}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{0A7F73F7-59A5-4F3D-8E57-7E85F57FC4EB}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