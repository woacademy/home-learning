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C0F446-9211-484D-8F6F-9644B2E9F55A}">
  <a:tblStyle styleId="{1BC0F446-9211-484D-8F6F-9644B2E9F55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{1BC0F446-9211-484D-8F6F-9644B2E9F55A}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{1BC0F446-9211-484D-8F6F-9644B2E9F55A}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{1BC0F446-9211-484D-8F6F-9644B2E9F55A}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