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0FD5D6-4EC4-49D2-8CAF-63CA355F7BE4}">
  <a:tblStyle styleId="{1D0FD5D6-4EC4-49D2-8CAF-63CA355F7BE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{1D0FD5D6-4EC4-49D2-8CAF-63CA355F7BE4}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{1D0FD5D6-4EC4-49D2-8CAF-63CA355F7BE4}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{1D0FD5D6-4EC4-49D2-8CAF-63CA355F7BE4}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