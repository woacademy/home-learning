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E3D26C-4FE6-42CE-9F08-0776CCF190F3}">
  <a:tblStyle styleId="{F0E3D26C-4FE6-42CE-9F08-0776CCF190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{F0E3D26C-4FE6-42CE-9F08-0776CCF190F3}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{F0E3D26C-4FE6-42CE-9F08-0776CCF190F3}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{F0E3D26C-4FE6-42CE-9F08-0776CCF190F3}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