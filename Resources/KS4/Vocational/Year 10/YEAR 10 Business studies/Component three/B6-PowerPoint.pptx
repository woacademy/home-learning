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A3B1C-EF96-4CEE-A0A8-B8CC2B1486C4}">
  <a:tblStyle styleId="{DDDA3B1C-EF96-4CEE-A0A8-B8CC2B1486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{DDDA3B1C-EF96-4CEE-A0A8-B8CC2B1486C4}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{DDDA3B1C-EF96-4CEE-A0A8-B8CC2B1486C4}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{DDDA3B1C-EF96-4CEE-A0A8-B8CC2B1486C4}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