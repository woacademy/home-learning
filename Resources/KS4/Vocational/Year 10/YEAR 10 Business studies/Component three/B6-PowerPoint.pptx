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A73661-BDDC-4054-AAE9-AEF38F9C33A9}">
  <a:tblStyle styleId="{DFA73661-BDDC-4054-AAE9-AEF38F9C33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{DFA73661-BDDC-4054-AAE9-AEF38F9C33A9}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{DFA73661-BDDC-4054-AAE9-AEF38F9C33A9}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{DFA73661-BDDC-4054-AAE9-AEF38F9C33A9}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