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0B693C-7CAB-4A62-BA1E-3A62A4669F0B}">
  <a:tblStyle styleId="{E30B693C-7CAB-4A62-BA1E-3A62A4669F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{E30B693C-7CAB-4A62-BA1E-3A62A4669F0B}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{E30B693C-7CAB-4A62-BA1E-3A62A4669F0B}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{E30B693C-7CAB-4A62-BA1E-3A62A4669F0B}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