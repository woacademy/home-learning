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D3FFD-1AF1-4DE8-B987-258592F27413}">
  <a:tblStyle styleId="{F34D3FFD-1AF1-4DE8-B987-258592F274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{F34D3FFD-1AF1-4DE8-B987-258592F27413}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{F34D3FFD-1AF1-4DE8-B987-258592F27413}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{F34D3FFD-1AF1-4DE8-B987-258592F27413}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