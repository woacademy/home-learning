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70DC28-C8FA-4A81-AA8B-F6D6538ED79E}">
  <a:tblStyle styleId="{A370DC28-C8FA-4A81-AA8B-F6D6538ED7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{A370DC28-C8FA-4A81-AA8B-F6D6538ED79E}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{A370DC28-C8FA-4A81-AA8B-F6D6538ED79E}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{A370DC28-C8FA-4A81-AA8B-F6D6538ED79E}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