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40FB26-D0AC-452B-9C08-F34D57E87D52}">
  <a:tblStyle styleId="{3240FB26-D0AC-452B-9C08-F34D57E87D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{3240FB26-D0AC-452B-9C08-F34D57E87D52}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{3240FB26-D0AC-452B-9C08-F34D57E87D52}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{3240FB26-D0AC-452B-9C08-F34D57E87D52}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