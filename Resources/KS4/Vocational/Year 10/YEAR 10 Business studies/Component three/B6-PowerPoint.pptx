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F14A4F-C49C-417A-B21A-CFE1CA4BD124}">
  <a:tblStyle styleId="{3FF14A4F-C49C-417A-B21A-CFE1CA4BD1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{3FF14A4F-C49C-417A-B21A-CFE1CA4BD124}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{3FF14A4F-C49C-417A-B21A-CFE1CA4BD124}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{3FF14A4F-C49C-417A-B21A-CFE1CA4BD124}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