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8A91F0-4729-47B9-91BE-16033A90A6A4}">
  <a:tblStyle styleId="{C78A91F0-4729-47B9-91BE-16033A90A6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{C78A91F0-4729-47B9-91BE-16033A90A6A4}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{C78A91F0-4729-47B9-91BE-16033A90A6A4}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{C78A91F0-4729-47B9-91BE-16033A90A6A4}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