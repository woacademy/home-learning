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729BFC2-B5BA-45A8-914A-350B4ACEBE8D}">
  <a:tblStyle styleId="{5729BFC2-B5BA-45A8-914A-350B4ACEBE8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{5729BFC2-B5BA-45A8-914A-350B4ACEBE8D}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{5729BFC2-B5BA-45A8-914A-350B4ACEBE8D}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{5729BFC2-B5BA-45A8-914A-350B4ACEBE8D}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