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52CFAF-F8AE-410B-B6D7-23D652A43EE6}">
  <a:tblStyle styleId="{6752CFAF-F8AE-410B-B6D7-23D652A43E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{6752CFAF-F8AE-410B-B6D7-23D652A43EE6}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{6752CFAF-F8AE-410B-B6D7-23D652A43EE6}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{6752CFAF-F8AE-410B-B6D7-23D652A43EE6}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