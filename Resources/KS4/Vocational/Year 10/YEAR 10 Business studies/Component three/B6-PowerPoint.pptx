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AE4835-3CAB-45FE-B3A4-EE4475273EBA}">
  <a:tblStyle styleId="{34AE4835-3CAB-45FE-B3A4-EE4475273E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{34AE4835-3CAB-45FE-B3A4-EE4475273EBA}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{34AE4835-3CAB-45FE-B3A4-EE4475273EBA}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{34AE4835-3CAB-45FE-B3A4-EE4475273EBA}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