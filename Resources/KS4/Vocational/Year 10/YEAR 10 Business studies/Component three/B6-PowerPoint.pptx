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5C1EAD-4EB6-4F48-AEBF-EE8FB6E5057D}">
  <a:tblStyle styleId="{855C1EAD-4EB6-4F48-AEBF-EE8FB6E5057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{855C1EAD-4EB6-4F48-AEBF-EE8FB6E5057D}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{855C1EAD-4EB6-4F48-AEBF-EE8FB6E5057D}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{855C1EAD-4EB6-4F48-AEBF-EE8FB6E5057D}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