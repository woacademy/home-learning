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C63EA-82A4-42CE-8204-D9BE9A587E19}">
  <a:tblStyle styleId="{816C63EA-82A4-42CE-8204-D9BE9A587E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{816C63EA-82A4-42CE-8204-D9BE9A587E19}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{816C63EA-82A4-42CE-8204-D9BE9A587E19}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{816C63EA-82A4-42CE-8204-D9BE9A587E19}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