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C5328D-8530-4341-80F6-A3CF2531A68F}">
  <a:tblStyle styleId="{BFC5328D-8530-4341-80F6-A3CF2531A6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{BFC5328D-8530-4341-80F6-A3CF2531A68F}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{BFC5328D-8530-4341-80F6-A3CF2531A68F}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{BFC5328D-8530-4341-80F6-A3CF2531A68F}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