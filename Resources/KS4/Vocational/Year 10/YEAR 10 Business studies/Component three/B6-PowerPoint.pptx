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43C11B-3F30-4225-AB56-789311C3159B}">
  <a:tblStyle styleId="{3D43C11B-3F30-4225-AB56-789311C315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{3D43C11B-3F30-4225-AB56-789311C3159B}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{3D43C11B-3F30-4225-AB56-789311C3159B}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{3D43C11B-3F30-4225-AB56-789311C3159B}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