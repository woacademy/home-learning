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DF4D9B-FAA0-4712-AF27-C2C82B007D83}">
  <a:tblStyle styleId="{1BDF4D9B-FAA0-4712-AF27-C2C82B007D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{1BDF4D9B-FAA0-4712-AF27-C2C82B007D83}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{1BDF4D9B-FAA0-4712-AF27-C2C82B007D83}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{1BDF4D9B-FAA0-4712-AF27-C2C82B007D83}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