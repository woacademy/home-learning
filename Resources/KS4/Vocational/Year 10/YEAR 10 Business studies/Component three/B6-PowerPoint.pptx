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EE2B2B-78E4-42FB-B865-D5B8D576DC7E}">
  <a:tblStyle styleId="{F5EE2B2B-78E4-42FB-B865-D5B8D576DC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{F5EE2B2B-78E4-42FB-B865-D5B8D576DC7E}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{F5EE2B2B-78E4-42FB-B865-D5B8D576DC7E}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{F5EE2B2B-78E4-42FB-B865-D5B8D576DC7E}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