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548974-8186-437B-B2DC-E9D1EDA82F34}">
  <a:tblStyle styleId="{C0548974-8186-437B-B2DC-E9D1EDA82F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{C0548974-8186-437B-B2DC-E9D1EDA82F34}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{C0548974-8186-437B-B2DC-E9D1EDA82F34}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{C0548974-8186-437B-B2DC-E9D1EDA82F34}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