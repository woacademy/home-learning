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32AF1-E065-4D3B-B6FA-AC3D8319E409}">
  <a:tblStyle styleId="{55A32AF1-E065-4D3B-B6FA-AC3D8319E4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{55A32AF1-E065-4D3B-B6FA-AC3D8319E409}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{55A32AF1-E065-4D3B-B6FA-AC3D8319E409}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{55A32AF1-E065-4D3B-B6FA-AC3D8319E409}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