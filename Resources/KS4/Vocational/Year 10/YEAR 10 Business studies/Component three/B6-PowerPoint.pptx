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DE70C9-727B-43E4-9B27-9B967D0D98CA}">
  <a:tblStyle styleId="{EEDE70C9-727B-43E4-9B27-9B967D0D98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{EEDE70C9-727B-43E4-9B27-9B967D0D98CA}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{EEDE70C9-727B-43E4-9B27-9B967D0D98CA}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{EEDE70C9-727B-43E4-9B27-9B967D0D98CA}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