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DCA32E-0A28-41AC-A9E3-E4AC378BD2C5}">
  <a:tblStyle styleId="{96DCA32E-0A28-41AC-A9E3-E4AC378BD2C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{96DCA32E-0A28-41AC-A9E3-E4AC378BD2C5}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{96DCA32E-0A28-41AC-A9E3-E4AC378BD2C5}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{96DCA32E-0A28-41AC-A9E3-E4AC378BD2C5}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