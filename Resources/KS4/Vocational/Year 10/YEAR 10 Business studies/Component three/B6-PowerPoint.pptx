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95A3E2-9D2E-4097-8159-ECF4EBD5B179}">
  <a:tblStyle styleId="{3695A3E2-9D2E-4097-8159-ECF4EBD5B1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{3695A3E2-9D2E-4097-8159-ECF4EBD5B179}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{3695A3E2-9D2E-4097-8159-ECF4EBD5B179}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{3695A3E2-9D2E-4097-8159-ECF4EBD5B179}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