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A5314-46D9-40FB-9D69-02BD8DDCCF2D}">
  <a:tblStyle styleId="{286A5314-46D9-40FB-9D69-02BD8DDCCF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{286A5314-46D9-40FB-9D69-02BD8DDCCF2D}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{286A5314-46D9-40FB-9D69-02BD8DDCCF2D}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{286A5314-46D9-40FB-9D69-02BD8DDCCF2D}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