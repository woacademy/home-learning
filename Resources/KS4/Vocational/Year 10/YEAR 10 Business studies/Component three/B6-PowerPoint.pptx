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6174AB-66B6-42F5-81F9-9497949F223E}">
  <a:tblStyle styleId="{F66174AB-66B6-42F5-81F9-9497949F22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{F66174AB-66B6-42F5-81F9-9497949F223E}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{F66174AB-66B6-42F5-81F9-9497949F223E}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{F66174AB-66B6-42F5-81F9-9497949F223E}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