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246204-775E-4A70-9B95-437E35A5998C}">
  <a:tblStyle styleId="{D9246204-775E-4A70-9B95-437E35A5998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{D9246204-775E-4A70-9B95-437E35A5998C}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{D9246204-775E-4A70-9B95-437E35A5998C}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{D9246204-775E-4A70-9B95-437E35A5998C}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