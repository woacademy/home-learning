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AAC0E2-0A6F-4FF3-819D-36778EE492A4}">
  <a:tblStyle styleId="{6AAAC0E2-0A6F-4FF3-819D-36778EE492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{6AAAC0E2-0A6F-4FF3-819D-36778EE492A4}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{6AAAC0E2-0A6F-4FF3-819D-36778EE492A4}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{6AAAC0E2-0A6F-4FF3-819D-36778EE492A4}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