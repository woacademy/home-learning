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F72477-EA01-48DA-81CA-8774E570977B}">
  <a:tblStyle styleId="{17F72477-EA01-48DA-81CA-8774E570977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{17F72477-EA01-48DA-81CA-8774E570977B}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{17F72477-EA01-48DA-81CA-8774E570977B}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{17F72477-EA01-48DA-81CA-8774E570977B}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