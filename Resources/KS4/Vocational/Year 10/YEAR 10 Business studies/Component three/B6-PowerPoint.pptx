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B51831-819B-46F9-826D-BA356BC58448}">
  <a:tblStyle styleId="{B0B51831-819B-46F9-826D-BA356BC5844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{B0B51831-819B-46F9-826D-BA356BC58448}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{B0B51831-819B-46F9-826D-BA356BC58448}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{B0B51831-819B-46F9-826D-BA356BC58448}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