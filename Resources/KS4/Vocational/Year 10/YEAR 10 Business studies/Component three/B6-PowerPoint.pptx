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5A64AD-86BE-4198-8E20-F2D75F36B34B}">
  <a:tblStyle styleId="{465A64AD-86BE-4198-8E20-F2D75F36B3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{465A64AD-86BE-4198-8E20-F2D75F36B34B}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{465A64AD-86BE-4198-8E20-F2D75F36B34B}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{465A64AD-86BE-4198-8E20-F2D75F36B34B}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