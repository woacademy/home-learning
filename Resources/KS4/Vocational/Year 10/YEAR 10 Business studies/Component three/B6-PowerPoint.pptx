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16EEFF-A137-445D-947A-B3D20AB6003B}">
  <a:tblStyle styleId="{0C16EEFF-A137-445D-947A-B3D20AB600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{0C16EEFF-A137-445D-947A-B3D20AB6003B}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{0C16EEFF-A137-445D-947A-B3D20AB6003B}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{0C16EEFF-A137-445D-947A-B3D20AB6003B}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