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7DD2100-5732-47A2-ABDB-4170DB7F37F0}">
  <a:tblStyle styleId="{F7DD2100-5732-47A2-ABDB-4170DB7F37F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{F7DD2100-5732-47A2-ABDB-4170DB7F37F0}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{F7DD2100-5732-47A2-ABDB-4170DB7F37F0}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{F7DD2100-5732-47A2-ABDB-4170DB7F37F0}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