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FFE562-3217-48EB-B695-77BA6CED0536}">
  <a:tblStyle styleId="{5EFFE562-3217-48EB-B695-77BA6CED053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{5EFFE562-3217-48EB-B695-77BA6CED0536}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{5EFFE562-3217-48EB-B695-77BA6CED0536}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{5EFFE562-3217-48EB-B695-77BA6CED0536}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