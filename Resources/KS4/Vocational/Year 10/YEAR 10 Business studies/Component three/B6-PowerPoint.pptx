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57688-CF82-4D0C-B23D-E3FA2EDA9814}">
  <a:tblStyle styleId="{F3157688-CF82-4D0C-B23D-E3FA2EDA981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{F3157688-CF82-4D0C-B23D-E3FA2EDA9814}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{F3157688-CF82-4D0C-B23D-E3FA2EDA9814}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{F3157688-CF82-4D0C-B23D-E3FA2EDA9814}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