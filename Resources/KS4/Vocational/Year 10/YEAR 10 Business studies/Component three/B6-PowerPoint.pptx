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FFA7938-F65F-4CF5-957D-AE1CAA8DAF6E}">
  <a:tblStyle styleId="{2FFA7938-F65F-4CF5-957D-AE1CAA8DAF6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{2FFA7938-F65F-4CF5-957D-AE1CAA8DAF6E}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{2FFA7938-F65F-4CF5-957D-AE1CAA8DAF6E}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{2FFA7938-F65F-4CF5-957D-AE1CAA8DAF6E}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