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1DEE37-B2AB-405B-9E2C-EA7751867786}">
  <a:tblStyle styleId="{AD1DEE37-B2AB-405B-9E2C-EA77518677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{AD1DEE37-B2AB-405B-9E2C-EA7751867786}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{AD1DEE37-B2AB-405B-9E2C-EA7751867786}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{AD1DEE37-B2AB-405B-9E2C-EA7751867786}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