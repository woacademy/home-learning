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1547DD-9A4C-4AAB-89DE-D483F4FB6008}">
  <a:tblStyle styleId="{301547DD-9A4C-4AAB-89DE-D483F4FB60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{301547DD-9A4C-4AAB-89DE-D483F4FB6008}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{301547DD-9A4C-4AAB-89DE-D483F4FB6008}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{301547DD-9A4C-4AAB-89DE-D483F4FB6008}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