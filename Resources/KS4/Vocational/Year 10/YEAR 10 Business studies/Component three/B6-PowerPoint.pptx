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61C0B7A-8F92-47C4-B8F9-9575F6FF6FA1}">
  <a:tblStyle styleId="{C61C0B7A-8F92-47C4-B8F9-9575F6FF6FA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{C61C0B7A-8F92-47C4-B8F9-9575F6FF6FA1}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{C61C0B7A-8F92-47C4-B8F9-9575F6FF6FA1}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{C61C0B7A-8F92-47C4-B8F9-9575F6FF6FA1}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