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9831EB9-E2D5-42C5-A28F-EA83D215F6E2}">
  <a:tblStyle styleId="{19831EB9-E2D5-42C5-A28F-EA83D215F6E2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{19831EB9-E2D5-42C5-A28F-EA83D215F6E2}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{19831EB9-E2D5-42C5-A28F-EA83D215F6E2}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{19831EB9-E2D5-42C5-A28F-EA83D215F6E2}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