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1DD60CA-895D-4C30-966F-70757090B508}">
  <a:tblStyle styleId="{F1DD60CA-895D-4C30-966F-70757090B508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{F1DD60CA-895D-4C30-966F-70757090B508}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{F1DD60CA-895D-4C30-966F-70757090B508}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{F1DD60CA-895D-4C30-966F-70757090B508}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