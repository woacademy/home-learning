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2E8737-DA86-49AD-8E98-EBA72BDA6DB2}">
  <a:tblStyle styleId="{922E8737-DA86-49AD-8E98-EBA72BDA6D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{922E8737-DA86-49AD-8E98-EBA72BDA6DB2}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{922E8737-DA86-49AD-8E98-EBA72BDA6DB2}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{922E8737-DA86-49AD-8E98-EBA72BDA6DB2}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