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098EAF-CE55-43D1-844C-F46596053CE1}">
  <a:tblStyle styleId="{97098EAF-CE55-43D1-844C-F46596053C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{97098EAF-CE55-43D1-844C-F46596053CE1}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{97098EAF-CE55-43D1-844C-F46596053CE1}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{97098EAF-CE55-43D1-844C-F46596053CE1}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