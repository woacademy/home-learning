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871C39-B8AE-438C-930F-60EB02D013C8}">
  <a:tblStyle styleId="{44871C39-B8AE-438C-930F-60EB02D013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{44871C39-B8AE-438C-930F-60EB02D013C8}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{44871C39-B8AE-438C-930F-60EB02D013C8}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{44871C39-B8AE-438C-930F-60EB02D013C8}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