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35925D-E346-43B9-9EEE-A4FC21D85277}">
  <a:tblStyle styleId="{7935925D-E346-43B9-9EEE-A4FC21D852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{7935925D-E346-43B9-9EEE-A4FC21D85277}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{7935925D-E346-43B9-9EEE-A4FC21D85277}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{7935925D-E346-43B9-9EEE-A4FC21D85277}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