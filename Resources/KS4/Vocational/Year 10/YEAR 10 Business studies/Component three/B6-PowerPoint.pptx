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39CE2A-6CBC-4A5D-9DE4-81F9297F2F6A}">
  <a:tblStyle styleId="{8C39CE2A-6CBC-4A5D-9DE4-81F9297F2F6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{8C39CE2A-6CBC-4A5D-9DE4-81F9297F2F6A}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{8C39CE2A-6CBC-4A5D-9DE4-81F9297F2F6A}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{8C39CE2A-6CBC-4A5D-9DE4-81F9297F2F6A}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