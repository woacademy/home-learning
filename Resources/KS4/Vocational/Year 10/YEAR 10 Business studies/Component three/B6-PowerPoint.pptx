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4EF11F-AC2E-404A-AAD2-5E7B74BAD4A8}">
  <a:tblStyle styleId="{AB4EF11F-AC2E-404A-AAD2-5E7B74BAD4A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{AB4EF11F-AC2E-404A-AAD2-5E7B74BAD4A8}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{AB4EF11F-AC2E-404A-AAD2-5E7B74BAD4A8}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{AB4EF11F-AC2E-404A-AAD2-5E7B74BAD4A8}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