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6EA1F1-D4A7-4BC2-A8A2-E3E5C7E99520}">
  <a:tblStyle styleId="{916EA1F1-D4A7-4BC2-A8A2-E3E5C7E995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{916EA1F1-D4A7-4BC2-A8A2-E3E5C7E99520}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{916EA1F1-D4A7-4BC2-A8A2-E3E5C7E99520}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{916EA1F1-D4A7-4BC2-A8A2-E3E5C7E99520}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