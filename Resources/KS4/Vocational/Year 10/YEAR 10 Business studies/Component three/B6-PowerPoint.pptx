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A3615-0452-4E79-9317-8658866066F9}">
  <a:tblStyle styleId="{44BA3615-0452-4E79-9317-8658866066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{44BA3615-0452-4E79-9317-8658866066F9}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{44BA3615-0452-4E79-9317-8658866066F9}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{44BA3615-0452-4E79-9317-8658866066F9}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