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02366B-30C7-47F5-810D-092357D8925D}">
  <a:tblStyle styleId="{FF02366B-30C7-47F5-810D-092357D892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{FF02366B-30C7-47F5-810D-092357D8925D}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{FF02366B-30C7-47F5-810D-092357D8925D}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{FF02366B-30C7-47F5-810D-092357D8925D}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