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709A3B-D6CF-4B55-BADE-05F5C1B5ACD5}">
  <a:tblStyle styleId="{74709A3B-D6CF-4B55-BADE-05F5C1B5ACD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{74709A3B-D6CF-4B55-BADE-05F5C1B5ACD5}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{74709A3B-D6CF-4B55-BADE-05F5C1B5ACD5}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{74709A3B-D6CF-4B55-BADE-05F5C1B5ACD5}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