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BE8A5B-0078-4B62-980B-6099B917CC8E}">
  <a:tblStyle styleId="{3FBE8A5B-0078-4B62-980B-6099B917CC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{3FBE8A5B-0078-4B62-980B-6099B917CC8E}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{3FBE8A5B-0078-4B62-980B-6099B917CC8E}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{3FBE8A5B-0078-4B62-980B-6099B917CC8E}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