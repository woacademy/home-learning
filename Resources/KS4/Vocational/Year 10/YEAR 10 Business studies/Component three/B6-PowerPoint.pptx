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383AD9-AAED-44BB-BBFD-3CE10AF9F7BF}">
  <a:tblStyle styleId="{BB383AD9-AAED-44BB-BBFD-3CE10AF9F7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{BB383AD9-AAED-44BB-BBFD-3CE10AF9F7BF}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{BB383AD9-AAED-44BB-BBFD-3CE10AF9F7BF}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{BB383AD9-AAED-44BB-BBFD-3CE10AF9F7BF}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