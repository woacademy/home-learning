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EEA3BC-0FE5-4743-8C9A-E90F12F1D562}">
  <a:tblStyle styleId="{0AEEA3BC-0FE5-4743-8C9A-E90F12F1D56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{0AEEA3BC-0FE5-4743-8C9A-E90F12F1D562}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{0AEEA3BC-0FE5-4743-8C9A-E90F12F1D562}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{0AEEA3BC-0FE5-4743-8C9A-E90F12F1D562}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