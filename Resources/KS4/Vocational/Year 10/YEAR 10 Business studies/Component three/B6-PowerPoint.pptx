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85A3C4-8CCF-477F-9198-5C80F55B577A}">
  <a:tblStyle styleId="{0B85A3C4-8CCF-477F-9198-5C80F55B57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{0B85A3C4-8CCF-477F-9198-5C80F55B577A}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{0B85A3C4-8CCF-477F-9198-5C80F55B577A}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{0B85A3C4-8CCF-477F-9198-5C80F55B577A}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