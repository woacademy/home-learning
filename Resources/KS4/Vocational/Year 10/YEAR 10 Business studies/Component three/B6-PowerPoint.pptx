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3E7C7A-6BF7-440A-921D-6DFB920EDCC7}">
  <a:tblStyle styleId="{7F3E7C7A-6BF7-440A-921D-6DFB920EDCC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{7F3E7C7A-6BF7-440A-921D-6DFB920EDCC7}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{7F3E7C7A-6BF7-440A-921D-6DFB920EDCC7}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{7F3E7C7A-6BF7-440A-921D-6DFB920EDCC7}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