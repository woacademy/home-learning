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470AD6-577C-473A-B9E1-984D502E1138}">
  <a:tblStyle styleId="{16470AD6-577C-473A-B9E1-984D502E11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{16470AD6-577C-473A-B9E1-984D502E1138}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{16470AD6-577C-473A-B9E1-984D502E1138}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{16470AD6-577C-473A-B9E1-984D502E1138}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