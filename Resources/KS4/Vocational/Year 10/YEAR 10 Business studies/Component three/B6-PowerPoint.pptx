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ECD90-5069-491A-AF2A-476C2482FE57}">
  <a:tblStyle styleId="{C97ECD90-5069-491A-AF2A-476C2482FE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{C97ECD90-5069-491A-AF2A-476C2482FE57}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{C97ECD90-5069-491A-AF2A-476C2482FE57}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{C97ECD90-5069-491A-AF2A-476C2482FE57}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