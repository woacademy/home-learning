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28630F-ADB7-4505-926C-C95AC761ACEB}">
  <a:tblStyle styleId="{2828630F-ADB7-4505-926C-C95AC761ACE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{2828630F-ADB7-4505-926C-C95AC761ACEB}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{2828630F-ADB7-4505-926C-C95AC761ACEB}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{2828630F-ADB7-4505-926C-C95AC761ACEB}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