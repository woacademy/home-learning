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F904C3-D55D-42B5-A540-DE9095189B05}">
  <a:tblStyle styleId="{3CF904C3-D55D-42B5-A540-DE9095189B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{3CF904C3-D55D-42B5-A540-DE9095189B05}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{3CF904C3-D55D-42B5-A540-DE9095189B05}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{3CF904C3-D55D-42B5-A540-DE9095189B05}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