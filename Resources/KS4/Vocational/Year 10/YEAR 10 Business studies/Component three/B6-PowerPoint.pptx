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EA1688-2E6D-4E44-AD26-4C98EF3E30AC}">
  <a:tblStyle styleId="{0AEA1688-2E6D-4E44-AD26-4C98EF3E30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{0AEA1688-2E6D-4E44-AD26-4C98EF3E30AC}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{0AEA1688-2E6D-4E44-AD26-4C98EF3E30AC}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{0AEA1688-2E6D-4E44-AD26-4C98EF3E30AC}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