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197CE8-EB63-4AB7-BECE-4D675D4ECA40}">
  <a:tblStyle styleId="{1B197CE8-EB63-4AB7-BECE-4D675D4ECA4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{1B197CE8-EB63-4AB7-BECE-4D675D4ECA40}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{1B197CE8-EB63-4AB7-BECE-4D675D4ECA40}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{1B197CE8-EB63-4AB7-BECE-4D675D4ECA40}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