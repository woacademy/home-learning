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BF1750-DED3-48A7-BB7D-7FD380E89290}">
  <a:tblStyle styleId="{2EBF1750-DED3-48A7-BB7D-7FD380E892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{2EBF1750-DED3-48A7-BB7D-7FD380E89290}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{2EBF1750-DED3-48A7-BB7D-7FD380E89290}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{2EBF1750-DED3-48A7-BB7D-7FD380E89290}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