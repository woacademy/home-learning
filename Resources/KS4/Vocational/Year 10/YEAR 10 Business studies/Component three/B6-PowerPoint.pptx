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B5C7A3-AEC4-4EDF-B5E4-67A2141FA419}">
  <a:tblStyle styleId="{EEB5C7A3-AEC4-4EDF-B5E4-67A2141FA4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{EEB5C7A3-AEC4-4EDF-B5E4-67A2141FA419}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{EEB5C7A3-AEC4-4EDF-B5E4-67A2141FA419}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{EEB5C7A3-AEC4-4EDF-B5E4-67A2141FA419}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