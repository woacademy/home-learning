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B8BD27-C58B-480D-946A-949D18EF9607}">
  <a:tblStyle styleId="{A9B8BD27-C58B-480D-946A-949D18EF96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{A9B8BD27-C58B-480D-946A-949D18EF9607}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{A9B8BD27-C58B-480D-946A-949D18EF9607}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{A9B8BD27-C58B-480D-946A-949D18EF9607}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