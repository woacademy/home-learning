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DF08E6-4A74-4CB5-9935-79AC9CD57EB5}">
  <a:tblStyle styleId="{87DF08E6-4A74-4CB5-9935-79AC9CD57E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{87DF08E6-4A74-4CB5-9935-79AC9CD57EB5}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{87DF08E6-4A74-4CB5-9935-79AC9CD57EB5}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{87DF08E6-4A74-4CB5-9935-79AC9CD57EB5}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