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A397CCE-CB0F-41C1-8255-C5BC1D533DF5}">
  <a:tblStyle styleId="{4A397CCE-CB0F-41C1-8255-C5BC1D533DF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{4A397CCE-CB0F-41C1-8255-C5BC1D533DF5}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{4A397CCE-CB0F-41C1-8255-C5BC1D533DF5}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{4A397CCE-CB0F-41C1-8255-C5BC1D533DF5}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