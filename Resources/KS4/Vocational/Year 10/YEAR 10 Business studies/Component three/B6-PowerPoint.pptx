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72FD93-ED9E-42FF-9C74-0D345FA6F07F}">
  <a:tblStyle styleId="{CC72FD93-ED9E-42FF-9C74-0D345FA6F0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{CC72FD93-ED9E-42FF-9C74-0D345FA6F07F}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{CC72FD93-ED9E-42FF-9C74-0D345FA6F07F}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{CC72FD93-ED9E-42FF-9C74-0D345FA6F07F}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