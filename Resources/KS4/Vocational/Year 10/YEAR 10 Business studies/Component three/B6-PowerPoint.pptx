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EEB2D3-7035-4EE4-A8E2-CD3FC609551B}">
  <a:tblStyle styleId="{0DEEB2D3-7035-4EE4-A8E2-CD3FC609551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{0DEEB2D3-7035-4EE4-A8E2-CD3FC609551B}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{0DEEB2D3-7035-4EE4-A8E2-CD3FC609551B}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{0DEEB2D3-7035-4EE4-A8E2-CD3FC609551B}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