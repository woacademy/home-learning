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C7EF46-2E12-470A-9EEE-DF136F7E0619}">
  <a:tblStyle styleId="{50C7EF46-2E12-470A-9EEE-DF136F7E061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{50C7EF46-2E12-470A-9EEE-DF136F7E0619}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{50C7EF46-2E12-470A-9EEE-DF136F7E0619}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{50C7EF46-2E12-470A-9EEE-DF136F7E0619}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