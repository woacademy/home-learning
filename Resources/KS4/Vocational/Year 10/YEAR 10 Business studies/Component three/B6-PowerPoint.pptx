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1DF309A-2435-452A-B5DD-B8B11E482FBD}">
  <a:tblStyle styleId="{71DF309A-2435-452A-B5DD-B8B11E482FB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{71DF309A-2435-452A-B5DD-B8B11E482FBD}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{71DF309A-2435-452A-B5DD-B8B11E482FBD}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{71DF309A-2435-452A-B5DD-B8B11E482FBD}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