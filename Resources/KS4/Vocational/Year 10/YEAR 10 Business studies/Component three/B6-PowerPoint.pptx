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3A15F1-AAEF-4BEB-8DC2-F5F16A5298D7}">
  <a:tblStyle styleId="{313A15F1-AAEF-4BEB-8DC2-F5F16A5298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{313A15F1-AAEF-4BEB-8DC2-F5F16A5298D7}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{313A15F1-AAEF-4BEB-8DC2-F5F16A5298D7}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{313A15F1-AAEF-4BEB-8DC2-F5F16A5298D7}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