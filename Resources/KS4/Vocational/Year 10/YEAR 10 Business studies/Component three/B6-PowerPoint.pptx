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637E3-407D-4863-96D8-B61662301B5C}">
  <a:tblStyle styleId="{DC0637E3-407D-4863-96D8-B61662301B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{DC0637E3-407D-4863-96D8-B61662301B5C}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{DC0637E3-407D-4863-96D8-B61662301B5C}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{DC0637E3-407D-4863-96D8-B61662301B5C}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