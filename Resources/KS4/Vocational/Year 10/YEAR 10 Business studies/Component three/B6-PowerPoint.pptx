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47D93D-8C97-4877-BEDD-8D98F68F5763}">
  <a:tblStyle styleId="{FC47D93D-8C97-4877-BEDD-8D98F68F57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{FC47D93D-8C97-4877-BEDD-8D98F68F5763}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{FC47D93D-8C97-4877-BEDD-8D98F68F5763}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{FC47D93D-8C97-4877-BEDD-8D98F68F5763}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