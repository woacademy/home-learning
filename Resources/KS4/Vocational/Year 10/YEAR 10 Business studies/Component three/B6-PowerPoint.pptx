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A796EC-BC53-4945-A39D-4EB149F48863}">
  <a:tblStyle styleId="{24A796EC-BC53-4945-A39D-4EB149F4886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{24A796EC-BC53-4945-A39D-4EB149F48863}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{24A796EC-BC53-4945-A39D-4EB149F48863}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{24A796EC-BC53-4945-A39D-4EB149F48863}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