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5343CEB-610D-43A3-B93B-F74B8D59EEB8}">
  <a:tblStyle styleId="{75343CEB-610D-43A3-B93B-F74B8D59EEB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{75343CEB-610D-43A3-B93B-F74B8D59EEB8}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{75343CEB-610D-43A3-B93B-F74B8D59EEB8}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{75343CEB-610D-43A3-B93B-F74B8D59EEB8}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