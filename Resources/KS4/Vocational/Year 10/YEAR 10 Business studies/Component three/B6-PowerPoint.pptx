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670603-8649-426B-904E-DA99F400B600}">
  <a:tblStyle styleId="{21670603-8649-426B-904E-DA99F400B6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{21670603-8649-426B-904E-DA99F400B600}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{21670603-8649-426B-904E-DA99F400B600}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{21670603-8649-426B-904E-DA99F400B600}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