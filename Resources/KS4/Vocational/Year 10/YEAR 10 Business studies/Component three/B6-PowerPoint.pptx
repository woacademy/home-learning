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FEB19-7E08-4088-A85E-B65F9FF58DD2}">
  <a:tblStyle styleId="{185FEB19-7E08-4088-A85E-B65F9FF58D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{185FEB19-7E08-4088-A85E-B65F9FF58DD2}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{185FEB19-7E08-4088-A85E-B65F9FF58DD2}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{185FEB19-7E08-4088-A85E-B65F9FF58DD2}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