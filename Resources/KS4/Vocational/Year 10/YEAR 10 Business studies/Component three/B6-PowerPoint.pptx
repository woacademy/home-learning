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FDF103-63D8-4BF3-8B84-76CF84215F48}">
  <a:tblStyle styleId="{9DFDF103-63D8-4BF3-8B84-76CF84215F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{9DFDF103-63D8-4BF3-8B84-76CF84215F48}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{9DFDF103-63D8-4BF3-8B84-76CF84215F48}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{9DFDF103-63D8-4BF3-8B84-76CF84215F48}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