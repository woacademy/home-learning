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01EB0D-9552-4A9E-A71F-A2CB40DAE02D}">
  <a:tblStyle styleId="{2B01EB0D-9552-4A9E-A71F-A2CB40DAE0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{2B01EB0D-9552-4A9E-A71F-A2CB40DAE02D}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{2B01EB0D-9552-4A9E-A71F-A2CB40DAE02D}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{2B01EB0D-9552-4A9E-A71F-A2CB40DAE02D}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