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003B047F-676D-4C5B-A24B-F16677C4109D}">
  <a:tblStyle styleId="{003B047F-676D-4C5B-A24B-F16677C4109D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{003B047F-676D-4C5B-A24B-F16677C4109D}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{003B047F-676D-4C5B-A24B-F16677C4109D}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{003B047F-676D-4C5B-A24B-F16677C4109D}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