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EB9439-B262-4BCA-A79D-198C8ADBFF87}">
  <a:tblStyle styleId="{A4EB9439-B262-4BCA-A79D-198C8ADBFF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{A4EB9439-B262-4BCA-A79D-198C8ADBFF87}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{A4EB9439-B262-4BCA-A79D-198C8ADBFF87}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{A4EB9439-B262-4BCA-A79D-198C8ADBFF87}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