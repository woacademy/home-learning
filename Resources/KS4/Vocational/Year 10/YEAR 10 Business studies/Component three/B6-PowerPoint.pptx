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2F7FB71-4A8F-431E-89AB-ED58D4C93B19}">
  <a:tblStyle styleId="{22F7FB71-4A8F-431E-89AB-ED58D4C93B1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{22F7FB71-4A8F-431E-89AB-ED58D4C93B19}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{22F7FB71-4A8F-431E-89AB-ED58D4C93B19}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{22F7FB71-4A8F-431E-89AB-ED58D4C93B19}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