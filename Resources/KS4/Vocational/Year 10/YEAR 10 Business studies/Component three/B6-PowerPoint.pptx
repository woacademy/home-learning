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8CABDB-18E6-4E02-9D74-D169855611FE}">
  <a:tblStyle styleId="{248CABDB-18E6-4E02-9D74-D169855611F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{248CABDB-18E6-4E02-9D74-D169855611FE}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{248CABDB-18E6-4E02-9D74-D169855611FE}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{248CABDB-18E6-4E02-9D74-D169855611FE}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