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94D2C-6FE6-4CFA-AC4C-F2B09359A244}">
  <a:tblStyle styleId="{D6594D2C-6FE6-4CFA-AC4C-F2B09359A2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{D6594D2C-6FE6-4CFA-AC4C-F2B09359A244}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{D6594D2C-6FE6-4CFA-AC4C-F2B09359A244}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{D6594D2C-6FE6-4CFA-AC4C-F2B09359A244}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