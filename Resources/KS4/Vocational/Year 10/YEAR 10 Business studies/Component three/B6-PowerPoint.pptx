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407102-28FF-4441-B6B0-7EE0790A3E20}">
  <a:tblStyle styleId="{1C407102-28FF-4441-B6B0-7EE0790A3E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{1C407102-28FF-4441-B6B0-7EE0790A3E20}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{1C407102-28FF-4441-B6B0-7EE0790A3E20}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{1C407102-28FF-4441-B6B0-7EE0790A3E20}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