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60AA09-35AA-46D9-9612-BCE2155F2308}">
  <a:tblStyle styleId="{FC60AA09-35AA-46D9-9612-BCE2155F23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{FC60AA09-35AA-46D9-9612-BCE2155F2308}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{FC60AA09-35AA-46D9-9612-BCE2155F2308}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{FC60AA09-35AA-46D9-9612-BCE2155F2308}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