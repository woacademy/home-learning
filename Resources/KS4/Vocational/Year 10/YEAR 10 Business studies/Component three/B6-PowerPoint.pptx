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FECB4A-1DB8-4106-8E11-C5FE053E26C7}">
  <a:tblStyle styleId="{BAFECB4A-1DB8-4106-8E11-C5FE053E26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{BAFECB4A-1DB8-4106-8E11-C5FE053E26C7}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{BAFECB4A-1DB8-4106-8E11-C5FE053E26C7}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{BAFECB4A-1DB8-4106-8E11-C5FE053E26C7}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