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6965EEF-C1A6-44D4-9E23-FEA21F00299E}">
  <a:tblStyle styleId="{86965EEF-C1A6-44D4-9E23-FEA21F00299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{86965EEF-C1A6-44D4-9E23-FEA21F00299E}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{86965EEF-C1A6-44D4-9E23-FEA21F00299E}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{86965EEF-C1A6-44D4-9E23-FEA21F00299E}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