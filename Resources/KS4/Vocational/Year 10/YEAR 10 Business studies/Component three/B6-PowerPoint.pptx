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7FF915-FB05-499E-A657-F9F3479BDCA3}">
  <a:tblStyle styleId="{867FF915-FB05-499E-A657-F9F3479BDCA3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{867FF915-FB05-499E-A657-F9F3479BDCA3}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{867FF915-FB05-499E-A657-F9F3479BDCA3}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{867FF915-FB05-499E-A657-F9F3479BDCA3}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