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E59F6A-E0D1-4E1D-BD76-8F486453C783}">
  <a:tblStyle styleId="{4CE59F6A-E0D1-4E1D-BD76-8F486453C78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{4CE59F6A-E0D1-4E1D-BD76-8F486453C783}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{4CE59F6A-E0D1-4E1D-BD76-8F486453C783}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{4CE59F6A-E0D1-4E1D-BD76-8F486453C783}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