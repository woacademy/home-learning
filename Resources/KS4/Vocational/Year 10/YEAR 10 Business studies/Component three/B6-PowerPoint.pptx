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1880F09-87A2-45C7-9805-2C85370CB4F9}">
  <a:tblStyle styleId="{21880F09-87A2-45C7-9805-2C85370CB4F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{21880F09-87A2-45C7-9805-2C85370CB4F9}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{21880F09-87A2-45C7-9805-2C85370CB4F9}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{21880F09-87A2-45C7-9805-2C85370CB4F9}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