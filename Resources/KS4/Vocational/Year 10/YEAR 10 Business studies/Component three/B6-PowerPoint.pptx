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7748E0-C6E9-4711-9815-44AEAF3486C1}">
  <a:tblStyle styleId="{E67748E0-C6E9-4711-9815-44AEAF3486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{E67748E0-C6E9-4711-9815-44AEAF3486C1}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{E67748E0-C6E9-4711-9815-44AEAF3486C1}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{E67748E0-C6E9-4711-9815-44AEAF3486C1}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