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3AB812-CD38-43C3-B7AA-6B04250776E3}">
  <a:tblStyle styleId="{913AB812-CD38-43C3-B7AA-6B04250776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{913AB812-CD38-43C3-B7AA-6B04250776E3}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{913AB812-CD38-43C3-B7AA-6B04250776E3}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{913AB812-CD38-43C3-B7AA-6B04250776E3}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