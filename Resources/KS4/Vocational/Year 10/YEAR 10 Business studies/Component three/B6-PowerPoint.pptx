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AC527B-901F-4AE8-B56E-EB4089C66E77}">
  <a:tblStyle styleId="{3CAC527B-901F-4AE8-B56E-EB4089C66E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{3CAC527B-901F-4AE8-B56E-EB4089C66E77}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{3CAC527B-901F-4AE8-B56E-EB4089C66E77}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{3CAC527B-901F-4AE8-B56E-EB4089C66E77}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