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D92169A-3642-40FE-9D63-56664CA3861A}">
  <a:tblStyle styleId="{FD92169A-3642-40FE-9D63-56664CA3861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{FD92169A-3642-40FE-9D63-56664CA3861A}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{FD92169A-3642-40FE-9D63-56664CA3861A}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{FD92169A-3642-40FE-9D63-56664CA3861A}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