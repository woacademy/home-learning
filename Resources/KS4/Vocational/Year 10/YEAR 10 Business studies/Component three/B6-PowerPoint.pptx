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9E9CFF-74D5-4375-B75F-D39E07D0A52E}">
  <a:tblStyle styleId="{379E9CFF-74D5-4375-B75F-D39E07D0A52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{379E9CFF-74D5-4375-B75F-D39E07D0A52E}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{379E9CFF-74D5-4375-B75F-D39E07D0A52E}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{379E9CFF-74D5-4375-B75F-D39E07D0A52E}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