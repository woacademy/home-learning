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0BF56D-344F-4A6F-AD9B-13300519536A}">
  <a:tblStyle styleId="{300BF56D-344F-4A6F-AD9B-13300519536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{300BF56D-344F-4A6F-AD9B-13300519536A}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{300BF56D-344F-4A6F-AD9B-13300519536A}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{300BF56D-344F-4A6F-AD9B-13300519536A}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