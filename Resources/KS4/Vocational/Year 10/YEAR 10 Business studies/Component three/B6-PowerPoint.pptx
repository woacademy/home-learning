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56BC01-5AB1-43E6-B659-17D5F0F47C0C}">
  <a:tblStyle styleId="{9756BC01-5AB1-43E6-B659-17D5F0F47C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{9756BC01-5AB1-43E6-B659-17D5F0F47C0C}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{9756BC01-5AB1-43E6-B659-17D5F0F47C0C}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{9756BC01-5AB1-43E6-B659-17D5F0F47C0C}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