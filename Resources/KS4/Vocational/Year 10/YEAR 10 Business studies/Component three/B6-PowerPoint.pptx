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07BDA0-3E8A-4C65-AAF8-469A4A00C0AF}">
  <a:tblStyle styleId="{8A07BDA0-3E8A-4C65-AAF8-469A4A00C0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{8A07BDA0-3E8A-4C65-AAF8-469A4A00C0AF}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{8A07BDA0-3E8A-4C65-AAF8-469A4A00C0AF}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{8A07BDA0-3E8A-4C65-AAF8-469A4A00C0AF}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