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52695A6-B3AB-4D5F-B755-53D7BF482D80}">
  <a:tblStyle styleId="{A52695A6-B3AB-4D5F-B755-53D7BF482D8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{A52695A6-B3AB-4D5F-B755-53D7BF482D80}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{A52695A6-B3AB-4D5F-B755-53D7BF482D80}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{A52695A6-B3AB-4D5F-B755-53D7BF482D80}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