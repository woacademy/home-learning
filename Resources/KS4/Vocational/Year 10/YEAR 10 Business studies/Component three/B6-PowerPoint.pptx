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383B5C-2611-4866-B1E4-65BBE478BC27}">
  <a:tblStyle styleId="{A7383B5C-2611-4866-B1E4-65BBE478BC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{A7383B5C-2611-4866-B1E4-65BBE478BC27}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{A7383B5C-2611-4866-B1E4-65BBE478BC27}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{A7383B5C-2611-4866-B1E4-65BBE478BC27}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