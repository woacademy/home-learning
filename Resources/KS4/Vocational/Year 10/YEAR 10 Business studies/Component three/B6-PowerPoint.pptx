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F23C82-F0B7-4C77-8A61-DB7789FD183A}">
  <a:tblStyle styleId="{21F23C82-F0B7-4C77-8A61-DB7789FD18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{21F23C82-F0B7-4C77-8A61-DB7789FD183A}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{21F23C82-F0B7-4C77-8A61-DB7789FD183A}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{21F23C82-F0B7-4C77-8A61-DB7789FD183A}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