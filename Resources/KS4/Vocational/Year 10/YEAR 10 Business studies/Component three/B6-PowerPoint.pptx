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AEF8DB-98C5-4302-BD33-3A467029D1CC}">
  <a:tblStyle styleId="{60AEF8DB-98C5-4302-BD33-3A467029D1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{60AEF8DB-98C5-4302-BD33-3A467029D1CC}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{60AEF8DB-98C5-4302-BD33-3A467029D1CC}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{60AEF8DB-98C5-4302-BD33-3A467029D1CC}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