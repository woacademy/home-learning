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533E55-4291-4177-8B13-5EEF543176B3}">
  <a:tblStyle styleId="{E8533E55-4291-4177-8B13-5EEF543176B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{E8533E55-4291-4177-8B13-5EEF543176B3}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{E8533E55-4291-4177-8B13-5EEF543176B3}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{E8533E55-4291-4177-8B13-5EEF543176B3}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