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C34E4F-4582-4561-A9D2-D0569343EB1D}">
  <a:tblStyle styleId="{9EC34E4F-4582-4561-A9D2-D0569343EB1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{9EC34E4F-4582-4561-A9D2-D0569343EB1D}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{9EC34E4F-4582-4561-A9D2-D0569343EB1D}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{9EC34E4F-4582-4561-A9D2-D0569343EB1D}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