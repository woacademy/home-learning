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26A4C6-16EE-4F9A-8097-E28491BFD415}">
  <a:tblStyle styleId="{3226A4C6-16EE-4F9A-8097-E28491BFD41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{3226A4C6-16EE-4F9A-8097-E28491BFD415}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{3226A4C6-16EE-4F9A-8097-E28491BFD415}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{3226A4C6-16EE-4F9A-8097-E28491BFD415}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