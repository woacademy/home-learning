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506853-A538-498A-AA6B-6C30301F7E23}">
  <a:tblStyle styleId="{EF506853-A538-498A-AA6B-6C30301F7E2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{EF506853-A538-498A-AA6B-6C30301F7E23}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{EF506853-A538-498A-AA6B-6C30301F7E23}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{EF506853-A538-498A-AA6B-6C30301F7E23}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