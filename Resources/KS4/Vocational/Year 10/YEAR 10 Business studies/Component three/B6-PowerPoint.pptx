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028867-6EF4-4309-943C-04D0538FFDCD}">
  <a:tblStyle styleId="{10028867-6EF4-4309-943C-04D0538FFD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{10028867-6EF4-4309-943C-04D0538FFDCD}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{10028867-6EF4-4309-943C-04D0538FFDCD}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{10028867-6EF4-4309-943C-04D0538FFDCD}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