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9FE666-CCCD-4A5A-83E8-383487EE7AB9}">
  <a:tblStyle styleId="{369FE666-CCCD-4A5A-83E8-383487EE7A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{369FE666-CCCD-4A5A-83E8-383487EE7AB9}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{369FE666-CCCD-4A5A-83E8-383487EE7AB9}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{369FE666-CCCD-4A5A-83E8-383487EE7AB9}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