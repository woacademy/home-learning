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3B0C32-E8E5-4514-8D9B-DEC33BCA5A1C}">
  <a:tblStyle styleId="{773B0C32-E8E5-4514-8D9B-DEC33BCA5A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{773B0C32-E8E5-4514-8D9B-DEC33BCA5A1C}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{773B0C32-E8E5-4514-8D9B-DEC33BCA5A1C}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{773B0C32-E8E5-4514-8D9B-DEC33BCA5A1C}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