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F8C0F6-E7FA-4F7A-BA53-A272E458C832}">
  <a:tblStyle styleId="{5FF8C0F6-E7FA-4F7A-BA53-A272E458C8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{5FF8C0F6-E7FA-4F7A-BA53-A272E458C832}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{5FF8C0F6-E7FA-4F7A-BA53-A272E458C832}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{5FF8C0F6-E7FA-4F7A-BA53-A272E458C832}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