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0CAC85-E170-444D-BC9E-25785D70AEFE}">
  <a:tblStyle styleId="{300CAC85-E170-444D-BC9E-25785D70AE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{300CAC85-E170-444D-BC9E-25785D70AEFE}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{300CAC85-E170-444D-BC9E-25785D70AEFE}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{300CAC85-E170-444D-BC9E-25785D70AEFE}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