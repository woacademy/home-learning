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16481DC-85DF-4368-B95A-A75D87B32E06}">
  <a:tblStyle styleId="{716481DC-85DF-4368-B95A-A75D87B32E0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{716481DC-85DF-4368-B95A-A75D87B32E06}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{716481DC-85DF-4368-B95A-A75D87B32E06}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{716481DC-85DF-4368-B95A-A75D87B32E06}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