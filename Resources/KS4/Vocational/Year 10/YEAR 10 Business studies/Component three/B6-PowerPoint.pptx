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88F007-D28E-499E-B4A5-36C822702CEC}">
  <a:tblStyle styleId="{E488F007-D28E-499E-B4A5-36C822702C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{E488F007-D28E-499E-B4A5-36C822702CEC}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{E488F007-D28E-499E-B4A5-36C822702CEC}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{E488F007-D28E-499E-B4A5-36C822702CEC}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