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878B12-916B-4C7D-AAD4-FDC4F8F55BB6}">
  <a:tblStyle styleId="{C5878B12-916B-4C7D-AAD4-FDC4F8F55B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{C5878B12-916B-4C7D-AAD4-FDC4F8F55BB6}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{C5878B12-916B-4C7D-AAD4-FDC4F8F55BB6}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{C5878B12-916B-4C7D-AAD4-FDC4F8F55BB6}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