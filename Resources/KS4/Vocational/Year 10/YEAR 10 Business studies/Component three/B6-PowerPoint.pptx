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342C0-CF34-4DEA-8A95-78914D0FC3A6}">
  <a:tblStyle styleId="{7EC342C0-CF34-4DEA-8A95-78914D0FC3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{7EC342C0-CF34-4DEA-8A95-78914D0FC3A6}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{7EC342C0-CF34-4DEA-8A95-78914D0FC3A6}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{7EC342C0-CF34-4DEA-8A95-78914D0FC3A6}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