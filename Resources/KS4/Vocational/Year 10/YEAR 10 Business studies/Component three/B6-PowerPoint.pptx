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BBEC44-90BC-4366-B08F-8063160D538D}">
  <a:tblStyle styleId="{45BBEC44-90BC-4366-B08F-8063160D53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{45BBEC44-90BC-4366-B08F-8063160D538D}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{45BBEC44-90BC-4366-B08F-8063160D538D}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{45BBEC44-90BC-4366-B08F-8063160D538D}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