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FB7C3-7ABC-4662-B5A3-B980BBAB678B}">
  <a:tblStyle styleId="{AFAFB7C3-7ABC-4662-B5A3-B980BBAB67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{AFAFB7C3-7ABC-4662-B5A3-B980BBAB678B}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{AFAFB7C3-7ABC-4662-B5A3-B980BBAB678B}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{AFAFB7C3-7ABC-4662-B5A3-B980BBAB678B}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