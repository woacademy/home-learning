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DFEFBB-0134-4532-B9A9-08286DA4F5C4}">
  <a:tblStyle styleId="{DDDFEFBB-0134-4532-B9A9-08286DA4F5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{DDDFEFBB-0134-4532-B9A9-08286DA4F5C4}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{DDDFEFBB-0134-4532-B9A9-08286DA4F5C4}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{DDDFEFBB-0134-4532-B9A9-08286DA4F5C4}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