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6A2796-628C-41B5-8AC4-64CBECB525DE}">
  <a:tblStyle styleId="{096A2796-628C-41B5-8AC4-64CBECB525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{096A2796-628C-41B5-8AC4-64CBECB525DE}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{096A2796-628C-41B5-8AC4-64CBECB525DE}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{096A2796-628C-41B5-8AC4-64CBECB525DE}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