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4B9A6A-3330-4075-B605-9084341BC8FB}">
  <a:tblStyle styleId="{AF4B9A6A-3330-4075-B605-9084341BC8F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{AF4B9A6A-3330-4075-B605-9084341BC8FB}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{AF4B9A6A-3330-4075-B605-9084341BC8FB}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{AF4B9A6A-3330-4075-B605-9084341BC8FB}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