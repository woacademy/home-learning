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8879E36-BB68-4418-8A5E-B9BCCD3EE1AF}">
  <a:tblStyle styleId="{C8879E36-BB68-4418-8A5E-B9BCCD3EE1A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{C8879E36-BB68-4418-8A5E-B9BCCD3EE1AF}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{C8879E36-BB68-4418-8A5E-B9BCCD3EE1AF}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{C8879E36-BB68-4418-8A5E-B9BCCD3EE1AF}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