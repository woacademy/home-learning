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DE0017-F788-41C8-AA89-8A9C496E819B}">
  <a:tblStyle styleId="{67DE0017-F788-41C8-AA89-8A9C496E819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{67DE0017-F788-41C8-AA89-8A9C496E819B}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{67DE0017-F788-41C8-AA89-8A9C496E819B}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{67DE0017-F788-41C8-AA89-8A9C496E819B}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