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738D0E-CAA7-497F-9176-7D5F7BD384D6}">
  <a:tblStyle styleId="{19738D0E-CAA7-497F-9176-7D5F7BD384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{19738D0E-CAA7-497F-9176-7D5F7BD384D6}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{19738D0E-CAA7-497F-9176-7D5F7BD384D6}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{19738D0E-CAA7-497F-9176-7D5F7BD384D6}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