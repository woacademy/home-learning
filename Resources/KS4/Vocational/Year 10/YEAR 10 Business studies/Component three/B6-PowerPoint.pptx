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8D65D6-F1E4-447F-9C1D-CCCC0326CB47}">
  <a:tblStyle styleId="{9F8D65D6-F1E4-447F-9C1D-CCCC0326CB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{9F8D65D6-F1E4-447F-9C1D-CCCC0326CB47}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{9F8D65D6-F1E4-447F-9C1D-CCCC0326CB47}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{9F8D65D6-F1E4-447F-9C1D-CCCC0326CB47}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