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A9BBD3-3814-4254-99F2-C39EE0CB5A45}">
  <a:tblStyle styleId="{82A9BBD3-3814-4254-99F2-C39EE0CB5A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{82A9BBD3-3814-4254-99F2-C39EE0CB5A45}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{82A9BBD3-3814-4254-99F2-C39EE0CB5A45}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{82A9BBD3-3814-4254-99F2-C39EE0CB5A45}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