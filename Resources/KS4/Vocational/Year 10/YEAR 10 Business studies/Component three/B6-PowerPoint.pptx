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225EE74-DAB7-4656-A545-9350E30E5952}">
  <a:tblStyle styleId="{5225EE74-DAB7-4656-A545-9350E30E595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{5225EE74-DAB7-4656-A545-9350E30E5952}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{5225EE74-DAB7-4656-A545-9350E30E5952}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{5225EE74-DAB7-4656-A545-9350E30E5952}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