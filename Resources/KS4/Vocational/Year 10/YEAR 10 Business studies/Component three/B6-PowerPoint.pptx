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7DA487-C30B-4699-9EFA-BAC02272AE72}">
  <a:tblStyle styleId="{9B7DA487-C30B-4699-9EFA-BAC02272AE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{9B7DA487-C30B-4699-9EFA-BAC02272AE72}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{9B7DA487-C30B-4699-9EFA-BAC02272AE72}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{9B7DA487-C30B-4699-9EFA-BAC02272AE72}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