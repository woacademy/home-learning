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16FF06-9B87-4ADB-A3EA-77D548C67D37}">
  <a:tblStyle styleId="{3E16FF06-9B87-4ADB-A3EA-77D548C67D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{3E16FF06-9B87-4ADB-A3EA-77D548C67D37}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{3E16FF06-9B87-4ADB-A3EA-77D548C67D37}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{3E16FF06-9B87-4ADB-A3EA-77D548C67D37}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