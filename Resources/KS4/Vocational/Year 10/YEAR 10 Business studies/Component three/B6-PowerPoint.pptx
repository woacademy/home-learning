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68F7AC-2B71-4C43-9C45-4F744034FE90}">
  <a:tblStyle styleId="{2668F7AC-2B71-4C43-9C45-4F744034FE9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{2668F7AC-2B71-4C43-9C45-4F744034FE90}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{2668F7AC-2B71-4C43-9C45-4F744034FE90}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{2668F7AC-2B71-4C43-9C45-4F744034FE90}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