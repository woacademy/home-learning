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ADAA87-4486-4246-949E-714C4C5FF912}">
  <a:tblStyle styleId="{ECADAA87-4486-4246-949E-714C4C5FF91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{ECADAA87-4486-4246-949E-714C4C5FF912}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{ECADAA87-4486-4246-949E-714C4C5FF912}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{ECADAA87-4486-4246-949E-714C4C5FF912}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