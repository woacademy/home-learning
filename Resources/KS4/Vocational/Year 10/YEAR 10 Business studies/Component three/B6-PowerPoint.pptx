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8146FC5-1462-4D50-B6D6-7106332CE411}">
  <a:tblStyle styleId="{18146FC5-1462-4D50-B6D6-7106332CE41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{18146FC5-1462-4D50-B6D6-7106332CE411}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{18146FC5-1462-4D50-B6D6-7106332CE411}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{18146FC5-1462-4D50-B6D6-7106332CE411}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