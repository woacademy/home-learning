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230868-9EC4-46BF-A3CC-6F292B9285E9}">
  <a:tblStyle styleId="{91230868-9EC4-46BF-A3CC-6F292B9285E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{91230868-9EC4-46BF-A3CC-6F292B9285E9}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{91230868-9EC4-46BF-A3CC-6F292B9285E9}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{91230868-9EC4-46BF-A3CC-6F292B9285E9}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