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AD1588E-8703-4D33-990E-421350217474}">
  <a:tblStyle styleId="{8AD1588E-8703-4D33-990E-42135021747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{8AD1588E-8703-4D33-990E-421350217474}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{8AD1588E-8703-4D33-990E-421350217474}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{8AD1588E-8703-4D33-990E-421350217474}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