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B93288-6644-4673-B331-1C5860B4738D}">
  <a:tblStyle styleId="{D4B93288-6644-4673-B331-1C5860B473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{D4B93288-6644-4673-B331-1C5860B4738D}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{D4B93288-6644-4673-B331-1C5860B4738D}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{D4B93288-6644-4673-B331-1C5860B4738D}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