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DDC6A38-F31F-445D-889F-8E812F13F1BD}">
  <a:tblStyle styleId="{BDDC6A38-F31F-445D-889F-8E812F13F1B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{BDDC6A38-F31F-445D-889F-8E812F13F1BD}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{BDDC6A38-F31F-445D-889F-8E812F13F1BD}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{BDDC6A38-F31F-445D-889F-8E812F13F1BD}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