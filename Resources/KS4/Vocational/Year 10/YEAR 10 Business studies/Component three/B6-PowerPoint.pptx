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20814F-4E41-42E0-B7BE-EFFE8C560A6B}">
  <a:tblStyle styleId="{3D20814F-4E41-42E0-B7BE-EFFE8C560A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{3D20814F-4E41-42E0-B7BE-EFFE8C560A6B}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{3D20814F-4E41-42E0-B7BE-EFFE8C560A6B}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{3D20814F-4E41-42E0-B7BE-EFFE8C560A6B}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