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F2287-F4F1-463C-A711-FD453DBB40D5}">
  <a:tblStyle styleId="{0BCF2287-F4F1-463C-A711-FD453DBB40D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{0BCF2287-F4F1-463C-A711-FD453DBB40D5}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{0BCF2287-F4F1-463C-A711-FD453DBB40D5}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{0BCF2287-F4F1-463C-A711-FD453DBB40D5}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