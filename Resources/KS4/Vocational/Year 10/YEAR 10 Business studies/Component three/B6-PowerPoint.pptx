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3C1783-BC04-4524-80EA-1FDDEDDD9BF2}">
  <a:tblStyle styleId="{0C3C1783-BC04-4524-80EA-1FDDEDDD9B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{0C3C1783-BC04-4524-80EA-1FDDEDDD9BF2}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{0C3C1783-BC04-4524-80EA-1FDDEDDD9BF2}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{0C3C1783-BC04-4524-80EA-1FDDEDDD9BF2}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