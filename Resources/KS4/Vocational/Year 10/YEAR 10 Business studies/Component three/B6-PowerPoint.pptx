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4F7F25-2964-4A7B-B3D7-BC559B68A1D0}">
  <a:tblStyle styleId="{934F7F25-2964-4A7B-B3D7-BC559B68A1D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{934F7F25-2964-4A7B-B3D7-BC559B68A1D0}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{934F7F25-2964-4A7B-B3D7-BC559B68A1D0}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{934F7F25-2964-4A7B-B3D7-BC559B68A1D0}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