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7CBC58F-33FC-452E-B75B-10899D17DFC1}">
  <a:tblStyle styleId="{27CBC58F-33FC-452E-B75B-10899D17DFC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{27CBC58F-33FC-452E-B75B-10899D17DFC1}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{27CBC58F-33FC-452E-B75B-10899D17DFC1}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{27CBC58F-33FC-452E-B75B-10899D17DFC1}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