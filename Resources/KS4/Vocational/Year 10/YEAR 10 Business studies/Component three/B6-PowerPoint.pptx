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73E66F-6D95-4E4D-B49C-58019F8EB6D2}">
  <a:tblStyle styleId="{EA73E66F-6D95-4E4D-B49C-58019F8EB6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{EA73E66F-6D95-4E4D-B49C-58019F8EB6D2}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{EA73E66F-6D95-4E4D-B49C-58019F8EB6D2}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{EA73E66F-6D95-4E4D-B49C-58019F8EB6D2}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