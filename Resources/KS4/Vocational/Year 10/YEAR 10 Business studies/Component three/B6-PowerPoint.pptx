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3F8DEB-E70E-4392-AC28-20FF9D4A859F}">
  <a:tblStyle styleId="{B73F8DEB-E70E-4392-AC28-20FF9D4A859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{B73F8DEB-E70E-4392-AC28-20FF9D4A859F}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{B73F8DEB-E70E-4392-AC28-20FF9D4A859F}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{B73F8DEB-E70E-4392-AC28-20FF9D4A859F}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