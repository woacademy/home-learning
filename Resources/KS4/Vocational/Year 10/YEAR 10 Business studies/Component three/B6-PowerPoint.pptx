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1F045A-E792-4012-8FB0-96828C09B910}">
  <a:tblStyle styleId="{1F1F045A-E792-4012-8FB0-96828C09B91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{1F1F045A-E792-4012-8FB0-96828C09B910}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{1F1F045A-E792-4012-8FB0-96828C09B910}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{1F1F045A-E792-4012-8FB0-96828C09B910}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