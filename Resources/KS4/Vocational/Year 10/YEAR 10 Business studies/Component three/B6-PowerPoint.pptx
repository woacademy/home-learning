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EC5B42-6D95-4750-9F70-07A30F429368}">
  <a:tblStyle styleId="{B5EC5B42-6D95-4750-9F70-07A30F4293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{B5EC5B42-6D95-4750-9F70-07A30F429368}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{B5EC5B42-6D95-4750-9F70-07A30F429368}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{B5EC5B42-6D95-4750-9F70-07A30F429368}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