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3FD9BE3-15D6-41B8-AC45-D24EA64D8B20}">
  <a:tblStyle styleId="{83FD9BE3-15D6-41B8-AC45-D24EA64D8B2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22" Type="http://schemas.openxmlformats.org/officeDocument/2006/relationships/slide" Target="slides/slide17.xml"/><Relationship Id="rId10" Type="http://schemas.openxmlformats.org/officeDocument/2006/relationships/slide" Target="slides/slide5.xml"/><Relationship Id="rId21" Type="http://schemas.openxmlformats.org/officeDocument/2006/relationships/slide" Target="slides/slide16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{83FD9BE3-15D6-41B8-AC45-D24EA64D8B20}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{83FD9BE3-15D6-41B8-AC45-D24EA64D8B20}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{83FD9BE3-15D6-41B8-AC45-D24EA64D8B20}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