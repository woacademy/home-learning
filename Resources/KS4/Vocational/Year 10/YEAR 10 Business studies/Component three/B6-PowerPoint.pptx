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207566-CD37-4333-9E40-38E9DB00BF60}">
  <a:tblStyle styleId="{E5207566-CD37-4333-9E40-38E9DB00BF6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{E5207566-CD37-4333-9E40-38E9DB00BF60}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{E5207566-CD37-4333-9E40-38E9DB00BF60}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{E5207566-CD37-4333-9E40-38E9DB00BF60}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