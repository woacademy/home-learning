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D8A930-F0E3-4CD1-A161-1CE176306A1D}">
  <a:tblStyle styleId="{37D8A930-F0E3-4CD1-A161-1CE176306A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{37D8A930-F0E3-4CD1-A161-1CE176306A1D}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{37D8A930-F0E3-4CD1-A161-1CE176306A1D}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{37D8A930-F0E3-4CD1-A161-1CE176306A1D}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