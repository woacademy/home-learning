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6B79C-C1B3-439A-A80F-0A475276058A}">
  <a:tblStyle styleId="{29C6B79C-C1B3-439A-A80F-0A47527605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{29C6B79C-C1B3-439A-A80F-0A475276058A}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{29C6B79C-C1B3-439A-A80F-0A475276058A}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{29C6B79C-C1B3-439A-A80F-0A475276058A}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