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397583-0BDA-4128-A7B6-A26642F88515}">
  <a:tblStyle styleId="{4D397583-0BDA-4128-A7B6-A26642F8851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{4D397583-0BDA-4128-A7B6-A26642F88515}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{4D397583-0BDA-4128-A7B6-A26642F88515}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{4D397583-0BDA-4128-A7B6-A26642F88515}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