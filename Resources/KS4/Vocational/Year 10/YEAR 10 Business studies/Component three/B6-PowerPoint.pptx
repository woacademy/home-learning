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982E3E-05C3-42F2-84B8-E1DD35743D57}">
  <a:tblStyle styleId="{E5982E3E-05C3-42F2-84B8-E1DD35743D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{E5982E3E-05C3-42F2-84B8-E1DD35743D57}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{E5982E3E-05C3-42F2-84B8-E1DD35743D57}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{E5982E3E-05C3-42F2-84B8-E1DD35743D57}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