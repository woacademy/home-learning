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B2C319-B9BA-4F30-A170-93EF062D308B}">
  <a:tblStyle styleId="{D2B2C319-B9BA-4F30-A170-93EF062D308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{D2B2C319-B9BA-4F30-A170-93EF062D308B}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{D2B2C319-B9BA-4F30-A170-93EF062D308B}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{D2B2C319-B9BA-4F30-A170-93EF062D308B}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