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875C4-9058-41B7-B767-48B2F528FA56}">
  <a:tblStyle styleId="{1D4875C4-9058-41B7-B767-48B2F528FA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{1D4875C4-9058-41B7-B767-48B2F528FA56}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{1D4875C4-9058-41B7-B767-48B2F528FA56}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{1D4875C4-9058-41B7-B767-48B2F528FA56}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