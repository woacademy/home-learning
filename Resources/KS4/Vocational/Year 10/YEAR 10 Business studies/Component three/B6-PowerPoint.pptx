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B68193-6186-4F62-B64E-E4511BABF635}">
  <a:tblStyle styleId="{82B68193-6186-4F62-B64E-E4511BABF63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{82B68193-6186-4F62-B64E-E4511BABF635}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{82B68193-6186-4F62-B64E-E4511BABF635}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{82B68193-6186-4F62-B64E-E4511BABF635}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