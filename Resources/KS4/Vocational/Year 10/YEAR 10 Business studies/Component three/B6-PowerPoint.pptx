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D79246-365E-4F1A-945B-9504DA1D6B05}">
  <a:tblStyle styleId="{BAD79246-365E-4F1A-945B-9504DA1D6B0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{BAD79246-365E-4F1A-945B-9504DA1D6B05}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{BAD79246-365E-4F1A-945B-9504DA1D6B05}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{BAD79246-365E-4F1A-945B-9504DA1D6B05}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