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9587B7-1931-45C7-8A17-BB539526A32B}">
  <a:tblStyle styleId="{829587B7-1931-45C7-8A17-BB539526A3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{829587B7-1931-45C7-8A17-BB539526A32B}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{829587B7-1931-45C7-8A17-BB539526A32B}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{829587B7-1931-45C7-8A17-BB539526A32B}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