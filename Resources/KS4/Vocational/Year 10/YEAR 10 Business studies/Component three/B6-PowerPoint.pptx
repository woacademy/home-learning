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054886-2920-4379-BCC3-99D348693280}">
  <a:tblStyle styleId="{4C054886-2920-4379-BCC3-99D3486932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{4C054886-2920-4379-BCC3-99D348693280}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{4C054886-2920-4379-BCC3-99D348693280}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{4C054886-2920-4379-BCC3-99D348693280}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