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E665E8-036B-4472-8CFB-07A64C1C640C}">
  <a:tblStyle styleId="{C7E665E8-036B-4472-8CFB-07A64C1C64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{C7E665E8-036B-4472-8CFB-07A64C1C640C}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{C7E665E8-036B-4472-8CFB-07A64C1C640C}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{C7E665E8-036B-4472-8CFB-07A64C1C640C}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