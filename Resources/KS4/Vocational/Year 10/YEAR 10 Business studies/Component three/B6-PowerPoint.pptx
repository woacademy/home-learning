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DC0B60-FF7D-46BA-9F13-FA030EC584A0}">
  <a:tblStyle styleId="{A6DC0B60-FF7D-46BA-9F13-FA030EC584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{A6DC0B60-FF7D-46BA-9F13-FA030EC584A0}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{A6DC0B60-FF7D-46BA-9F13-FA030EC584A0}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{A6DC0B60-FF7D-46BA-9F13-FA030EC584A0}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