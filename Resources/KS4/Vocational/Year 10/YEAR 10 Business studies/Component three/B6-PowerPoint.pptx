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EA631F-D0E7-4F5A-ABA5-F90276EA0622}">
  <a:tblStyle styleId="{C1EA631F-D0E7-4F5A-ABA5-F90276EA06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{C1EA631F-D0E7-4F5A-ABA5-F90276EA0622}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{C1EA631F-D0E7-4F5A-ABA5-F90276EA0622}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{C1EA631F-D0E7-4F5A-ABA5-F90276EA0622}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