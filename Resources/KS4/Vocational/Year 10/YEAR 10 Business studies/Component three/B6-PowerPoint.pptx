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CFC570-4BFB-42BD-81AD-724683C0BD1E}">
  <a:tblStyle styleId="{3CCFC570-4BFB-42BD-81AD-724683C0BD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{3CCFC570-4BFB-42BD-81AD-724683C0BD1E}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{3CCFC570-4BFB-42BD-81AD-724683C0BD1E}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{3CCFC570-4BFB-42BD-81AD-724683C0BD1E}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