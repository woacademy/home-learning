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662A86-823A-481B-AD0B-CAA589A7E9DD}">
  <a:tblStyle styleId="{63662A86-823A-481B-AD0B-CAA589A7E9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{63662A86-823A-481B-AD0B-CAA589A7E9DD}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{63662A86-823A-481B-AD0B-CAA589A7E9DD}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{63662A86-823A-481B-AD0B-CAA589A7E9DD}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