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134516-6EAC-4F92-AAAC-0342024B9C99}">
  <a:tblStyle styleId="{8E134516-6EAC-4F92-AAAC-0342024B9C9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{8E134516-6EAC-4F92-AAAC-0342024B9C99}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{8E134516-6EAC-4F92-AAAC-0342024B9C99}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{8E134516-6EAC-4F92-AAAC-0342024B9C99}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