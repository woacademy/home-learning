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84843-154F-4A9C-A8F5-B0F2A817733A}">
  <a:tblStyle styleId="{5E284843-154F-4A9C-A8F5-B0F2A817733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{5E284843-154F-4A9C-A8F5-B0F2A817733A}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{5E284843-154F-4A9C-A8F5-B0F2A817733A}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{5E284843-154F-4A9C-A8F5-B0F2A817733A}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