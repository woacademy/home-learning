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70276-3809-48B7-A467-82468F1D374F}">
  <a:tblStyle styleId="{87770276-3809-48B7-A467-82468F1D37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{87770276-3809-48B7-A467-82468F1D374F}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{87770276-3809-48B7-A467-82468F1D374F}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{87770276-3809-48B7-A467-82468F1D374F}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