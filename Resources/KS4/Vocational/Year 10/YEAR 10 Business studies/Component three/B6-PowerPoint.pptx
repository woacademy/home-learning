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F63195-BE9C-499D-AF38-AF353F939070}">
  <a:tblStyle styleId="{CDF63195-BE9C-499D-AF38-AF353F9390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{CDF63195-BE9C-499D-AF38-AF353F939070}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{CDF63195-BE9C-499D-AF38-AF353F939070}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{CDF63195-BE9C-499D-AF38-AF353F939070}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