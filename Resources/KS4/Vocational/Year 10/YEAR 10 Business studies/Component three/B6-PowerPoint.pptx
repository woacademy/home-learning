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22B813-BD95-4091-88AD-56F75AB681CF}">
  <a:tblStyle styleId="{7922B813-BD95-4091-88AD-56F75AB681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{7922B813-BD95-4091-88AD-56F75AB681CF}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{7922B813-BD95-4091-88AD-56F75AB681CF}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{7922B813-BD95-4091-88AD-56F75AB681CF}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