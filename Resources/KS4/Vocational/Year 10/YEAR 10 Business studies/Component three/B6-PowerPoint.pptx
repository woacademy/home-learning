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C894AF-D4A6-4718-911E-6DD5E1603610}">
  <a:tblStyle styleId="{B3C894AF-D4A6-4718-911E-6DD5E16036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{B3C894AF-D4A6-4718-911E-6DD5E1603610}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{B3C894AF-D4A6-4718-911E-6DD5E1603610}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{B3C894AF-D4A6-4718-911E-6DD5E1603610}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