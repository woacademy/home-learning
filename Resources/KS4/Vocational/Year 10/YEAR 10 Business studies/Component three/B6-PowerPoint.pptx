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DA478D-56DF-438C-8C9B-BB8877B8FD2B}">
  <a:tblStyle styleId="{DEDA478D-56DF-438C-8C9B-BB8877B8FD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{DEDA478D-56DF-438C-8C9B-BB8877B8FD2B}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{DEDA478D-56DF-438C-8C9B-BB8877B8FD2B}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{DEDA478D-56DF-438C-8C9B-BB8877B8FD2B}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