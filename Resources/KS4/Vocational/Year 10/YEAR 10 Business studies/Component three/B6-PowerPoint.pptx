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A8A0FB-8795-401A-B2E8-B330B24E3186}">
  <a:tblStyle styleId="{8DA8A0FB-8795-401A-B2E8-B330B24E318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{8DA8A0FB-8795-401A-B2E8-B330B24E3186}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{8DA8A0FB-8795-401A-B2E8-B330B24E3186}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{8DA8A0FB-8795-401A-B2E8-B330B24E3186}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