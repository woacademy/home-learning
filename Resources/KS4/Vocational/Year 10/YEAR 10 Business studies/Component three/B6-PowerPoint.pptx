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C3AC9A-5848-49FB-A742-39CF0DC8C7DC}">
  <a:tblStyle styleId="{9DC3AC9A-5848-49FB-A742-39CF0DC8C7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{9DC3AC9A-5848-49FB-A742-39CF0DC8C7DC}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{9DC3AC9A-5848-49FB-A742-39CF0DC8C7DC}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{9DC3AC9A-5848-49FB-A742-39CF0DC8C7DC}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