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304CC6-C949-4D39-BAD2-4B158F052978}">
  <a:tblStyle styleId="{D3304CC6-C949-4D39-BAD2-4B158F05297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{D3304CC6-C949-4D39-BAD2-4B158F052978}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{D3304CC6-C949-4D39-BAD2-4B158F052978}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{D3304CC6-C949-4D39-BAD2-4B158F052978}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