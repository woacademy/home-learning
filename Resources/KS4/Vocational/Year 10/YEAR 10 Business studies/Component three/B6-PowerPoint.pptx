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AD66091-C5A1-4912-AB2E-C3A870DCF103}">
  <a:tblStyle styleId="{1AD66091-C5A1-4912-AB2E-C3A870DCF10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{1AD66091-C5A1-4912-AB2E-C3A870DCF103}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{1AD66091-C5A1-4912-AB2E-C3A870DCF103}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{1AD66091-C5A1-4912-AB2E-C3A870DCF103}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