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671C1A-AF0F-4AC8-9D6B-21DAB773DBBC}">
  <a:tblStyle styleId="{00671C1A-AF0F-4AC8-9D6B-21DAB773DB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{00671C1A-AF0F-4AC8-9D6B-21DAB773DBBC}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{00671C1A-AF0F-4AC8-9D6B-21DAB773DBBC}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{00671C1A-AF0F-4AC8-9D6B-21DAB773DBBC}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