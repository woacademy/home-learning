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C835876-DC34-474D-BCC8-4DE345ED3D0E}">
  <a:tblStyle styleId="{2C835876-DC34-474D-BCC8-4DE345ED3D0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{2C835876-DC34-474D-BCC8-4DE345ED3D0E}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{2C835876-DC34-474D-BCC8-4DE345ED3D0E}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{2C835876-DC34-474D-BCC8-4DE345ED3D0E}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