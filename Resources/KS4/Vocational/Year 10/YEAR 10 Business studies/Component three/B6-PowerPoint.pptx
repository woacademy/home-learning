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C0923C-A9EB-44C1-978B-81F281988846}">
  <a:tblStyle styleId="{40C0923C-A9EB-44C1-978B-81F2819888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{40C0923C-A9EB-44C1-978B-81F281988846}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{40C0923C-A9EB-44C1-978B-81F281988846}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{40C0923C-A9EB-44C1-978B-81F281988846}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