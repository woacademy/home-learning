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17E3E8-B8D2-4440-BAE9-5553C5E82F7F}">
  <a:tblStyle styleId="{0D17E3E8-B8D2-4440-BAE9-5553C5E82F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{0D17E3E8-B8D2-4440-BAE9-5553C5E82F7F}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{0D17E3E8-B8D2-4440-BAE9-5553C5E82F7F}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{0D17E3E8-B8D2-4440-BAE9-5553C5E82F7F}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