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1EA01C-37E8-43CE-97DB-A3C58225330C}">
  <a:tblStyle styleId="{CF1EA01C-37E8-43CE-97DB-A3C5822533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{CF1EA01C-37E8-43CE-97DB-A3C58225330C}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{CF1EA01C-37E8-43CE-97DB-A3C58225330C}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{CF1EA01C-37E8-43CE-97DB-A3C58225330C}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