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11D11A-B3E7-45ED-8886-E7AA3D66FAA6}">
  <a:tblStyle styleId="{9F11D11A-B3E7-45ED-8886-E7AA3D66FA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{9F11D11A-B3E7-45ED-8886-E7AA3D66FAA6}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{9F11D11A-B3E7-45ED-8886-E7AA3D66FAA6}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{9F11D11A-B3E7-45ED-8886-E7AA3D66FAA6}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