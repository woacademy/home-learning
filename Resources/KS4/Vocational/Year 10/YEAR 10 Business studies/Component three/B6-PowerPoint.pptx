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EBE9FB-E8D7-420E-B374-406728286294}">
  <a:tblStyle styleId="{71EBE9FB-E8D7-420E-B374-4067282862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{71EBE9FB-E8D7-420E-B374-406728286294}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{71EBE9FB-E8D7-420E-B374-406728286294}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{71EBE9FB-E8D7-420E-B374-406728286294}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