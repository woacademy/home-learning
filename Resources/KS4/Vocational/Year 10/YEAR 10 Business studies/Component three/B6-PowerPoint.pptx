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98C1B6-5F4A-4894-9ABE-C4D549DDADAD}">
  <a:tblStyle styleId="{3D98C1B6-5F4A-4894-9ABE-C4D549DDAD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{3D98C1B6-5F4A-4894-9ABE-C4D549DDADAD}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{3D98C1B6-5F4A-4894-9ABE-C4D549DDADAD}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{3D98C1B6-5F4A-4894-9ABE-C4D549DDADAD}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