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D7C3586-D689-4E4E-83D8-8150A54DD1B8}">
  <a:tblStyle styleId="{CD7C3586-D689-4E4E-83D8-8150A54DD1B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{CD7C3586-D689-4E4E-83D8-8150A54DD1B8}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{CD7C3586-D689-4E4E-83D8-8150A54DD1B8}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{CD7C3586-D689-4E4E-83D8-8150A54DD1B8}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