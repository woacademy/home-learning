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4CBD83-793E-421F-AF08-93236B935AEB}">
  <a:tblStyle styleId="{1C4CBD83-793E-421F-AF08-93236B935A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{1C4CBD83-793E-421F-AF08-93236B935AEB}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{1C4CBD83-793E-421F-AF08-93236B935AEB}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{1C4CBD83-793E-421F-AF08-93236B935AEB}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