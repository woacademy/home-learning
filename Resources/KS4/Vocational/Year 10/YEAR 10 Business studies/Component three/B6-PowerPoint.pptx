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7390CA3-CCE1-4DD3-B76E-846622B26F46}">
  <a:tblStyle styleId="{07390CA3-CCE1-4DD3-B76E-846622B26F4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{07390CA3-CCE1-4DD3-B76E-846622B26F46}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{07390CA3-CCE1-4DD3-B76E-846622B26F46}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{07390CA3-CCE1-4DD3-B76E-846622B26F46}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