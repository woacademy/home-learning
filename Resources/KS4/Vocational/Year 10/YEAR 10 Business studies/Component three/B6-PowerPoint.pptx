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A819C4B-DDD9-4697-92F1-9FE7E11439C8}">
  <a:tblStyle styleId="{0A819C4B-DDD9-4697-92F1-9FE7E11439C8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{0A819C4B-DDD9-4697-92F1-9FE7E11439C8}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{0A819C4B-DDD9-4697-92F1-9FE7E11439C8}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{0A819C4B-DDD9-4697-92F1-9FE7E11439C8}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