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9FA78A-4A27-480A-BD86-3E120AA96B32}">
  <a:tblStyle styleId="{E69FA78A-4A27-480A-BD86-3E120AA96B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{E69FA78A-4A27-480A-BD86-3E120AA96B32}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{E69FA78A-4A27-480A-BD86-3E120AA96B32}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{E69FA78A-4A27-480A-BD86-3E120AA96B32}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