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9587B6B-752C-4C8D-95C3-4678B2B16E56}">
  <a:tblStyle styleId="{59587B6B-752C-4C8D-95C3-4678B2B16E5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{59587B6B-752C-4C8D-95C3-4678B2B16E56}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{59587B6B-752C-4C8D-95C3-4678B2B16E56}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{59587B6B-752C-4C8D-95C3-4678B2B16E56}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