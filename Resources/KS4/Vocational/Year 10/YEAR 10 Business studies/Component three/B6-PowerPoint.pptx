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343E07-5AEB-479C-90FB-C0659F44CA9D}">
  <a:tblStyle styleId="{39343E07-5AEB-479C-90FB-C0659F44CA9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{39343E07-5AEB-479C-90FB-C0659F44CA9D}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{39343E07-5AEB-479C-90FB-C0659F44CA9D}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{39343E07-5AEB-479C-90FB-C0659F44CA9D}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