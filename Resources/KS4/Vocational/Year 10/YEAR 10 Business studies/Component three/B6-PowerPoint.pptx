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D44F56-2395-4484-BFC9-A1A6F5A454E0}">
  <a:tblStyle styleId="{F2D44F56-2395-4484-BFC9-A1A6F5A454E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{F2D44F56-2395-4484-BFC9-A1A6F5A454E0}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{F2D44F56-2395-4484-BFC9-A1A6F5A454E0}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{F2D44F56-2395-4484-BFC9-A1A6F5A454E0}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