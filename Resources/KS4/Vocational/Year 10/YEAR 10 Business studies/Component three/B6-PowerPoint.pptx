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AF0FED-7032-46D9-A783-0CF860946D73}">
  <a:tblStyle styleId="{59AF0FED-7032-46D9-A783-0CF860946D7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{59AF0FED-7032-46D9-A783-0CF860946D73}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{59AF0FED-7032-46D9-A783-0CF860946D73}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{59AF0FED-7032-46D9-A783-0CF860946D73}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