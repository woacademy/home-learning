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C578D8-9600-4831-AC86-6C0B32B4A3AE}">
  <a:tblStyle styleId="{27C578D8-9600-4831-AC86-6C0B32B4A3A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{27C578D8-9600-4831-AC86-6C0B32B4A3AE}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{27C578D8-9600-4831-AC86-6C0B32B4A3AE}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{27C578D8-9600-4831-AC86-6C0B32B4A3AE}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