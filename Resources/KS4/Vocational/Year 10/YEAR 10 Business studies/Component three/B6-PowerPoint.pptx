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3A65BB-D5CC-49EF-BED7-28EAD2D15130}">
  <a:tblStyle styleId="{F93A65BB-D5CC-49EF-BED7-28EAD2D151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{F93A65BB-D5CC-49EF-BED7-28EAD2D15130}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{F93A65BB-D5CC-49EF-BED7-28EAD2D15130}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{F93A65BB-D5CC-49EF-BED7-28EAD2D15130}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