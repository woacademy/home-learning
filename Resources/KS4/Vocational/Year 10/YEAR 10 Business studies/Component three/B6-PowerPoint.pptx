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4F25A5-C702-443F-B282-C914108590CA}">
  <a:tblStyle styleId="{FE4F25A5-C702-443F-B282-C914108590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{FE4F25A5-C702-443F-B282-C914108590CA}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{FE4F25A5-C702-443F-B282-C914108590CA}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{FE4F25A5-C702-443F-B282-C914108590CA}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