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A65619-AF48-4E9D-AC78-5035EE833633}">
  <a:tblStyle styleId="{B3A65619-AF48-4E9D-AC78-5035EE8336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{B3A65619-AF48-4E9D-AC78-5035EE833633}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{B3A65619-AF48-4E9D-AC78-5035EE833633}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{B3A65619-AF48-4E9D-AC78-5035EE833633}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