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C8B24B-CFEE-412F-AF64-E08759011711}">
  <a:tblStyle styleId="{62C8B24B-CFEE-412F-AF64-E0875901171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{62C8B24B-CFEE-412F-AF64-E08759011711}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{62C8B24B-CFEE-412F-AF64-E08759011711}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{62C8B24B-CFEE-412F-AF64-E08759011711}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