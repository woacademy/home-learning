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139B49-052D-4460-BADF-7EA9031C21A0}">
  <a:tblStyle styleId="{24139B49-052D-4460-BADF-7EA9031C21A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{24139B49-052D-4460-BADF-7EA9031C21A0}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{24139B49-052D-4460-BADF-7EA9031C21A0}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{24139B49-052D-4460-BADF-7EA9031C21A0}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