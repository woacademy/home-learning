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7617D8-F406-45F7-8D5B-753DAEB70DFA}">
  <a:tblStyle styleId="{BC7617D8-F406-45F7-8D5B-753DAEB70DF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{BC7617D8-F406-45F7-8D5B-753DAEB70DFA}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{BC7617D8-F406-45F7-8D5B-753DAEB70DFA}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{BC7617D8-F406-45F7-8D5B-753DAEB70DFA}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