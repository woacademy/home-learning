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FA6700-56BA-493F-B4DF-BFC1C50A8FA1}">
  <a:tblStyle styleId="{6DFA6700-56BA-493F-B4DF-BFC1C50A8FA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{6DFA6700-56BA-493F-B4DF-BFC1C50A8FA1}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{6DFA6700-56BA-493F-B4DF-BFC1C50A8FA1}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{6DFA6700-56BA-493F-B4DF-BFC1C50A8FA1}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