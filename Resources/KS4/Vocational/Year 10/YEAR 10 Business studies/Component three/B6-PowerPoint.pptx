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E8B6EA-B4B1-43E0-ADF3-08EA281328DE}">
  <a:tblStyle styleId="{97E8B6EA-B4B1-43E0-ADF3-08EA281328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{97E8B6EA-B4B1-43E0-ADF3-08EA281328DE}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{97E8B6EA-B4B1-43E0-ADF3-08EA281328DE}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{97E8B6EA-B4B1-43E0-ADF3-08EA281328DE}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