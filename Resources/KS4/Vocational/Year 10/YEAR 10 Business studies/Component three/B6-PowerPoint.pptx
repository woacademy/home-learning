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731253-5D87-4CCD-B269-767BAEF3C092}">
  <a:tblStyle styleId="{9C731253-5D87-4CCD-B269-767BAEF3C09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{9C731253-5D87-4CCD-B269-767BAEF3C092}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{9C731253-5D87-4CCD-B269-767BAEF3C092}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{9C731253-5D87-4CCD-B269-767BAEF3C092}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