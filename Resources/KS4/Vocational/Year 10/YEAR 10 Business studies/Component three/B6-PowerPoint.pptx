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33BB10-E678-441E-B173-BC4872E3414F}">
  <a:tblStyle styleId="{CC33BB10-E678-441E-B173-BC4872E3414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{CC33BB10-E678-441E-B173-BC4872E3414F}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{CC33BB10-E678-441E-B173-BC4872E3414F}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{CC33BB10-E678-441E-B173-BC4872E3414F}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