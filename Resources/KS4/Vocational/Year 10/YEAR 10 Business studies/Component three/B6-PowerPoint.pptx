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85028D-C071-4CE9-BF71-D37337FFD469}">
  <a:tblStyle styleId="{D685028D-C071-4CE9-BF71-D37337FFD4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{D685028D-C071-4CE9-BF71-D37337FFD469}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{D685028D-C071-4CE9-BF71-D37337FFD469}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{D685028D-C071-4CE9-BF71-D37337FFD469}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