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0B934C-2B4B-48B8-9779-974E9365CA6A}">
  <a:tblStyle styleId="{440B934C-2B4B-48B8-9779-974E9365CA6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{440B934C-2B4B-48B8-9779-974E9365CA6A}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{440B934C-2B4B-48B8-9779-974E9365CA6A}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{440B934C-2B4B-48B8-9779-974E9365CA6A}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