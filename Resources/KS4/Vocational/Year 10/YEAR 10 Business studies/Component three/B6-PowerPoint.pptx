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E1A2D15-9E38-4C38-B5A3-3FBAEED78AB2}">
  <a:tblStyle styleId="{2E1A2D15-9E38-4C38-B5A3-3FBAEED78AB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{2E1A2D15-9E38-4C38-B5A3-3FBAEED78AB2}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{2E1A2D15-9E38-4C38-B5A3-3FBAEED78AB2}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{2E1A2D15-9E38-4C38-B5A3-3FBAEED78AB2}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