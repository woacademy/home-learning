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375102-6957-4B0E-8E15-0925293B6587}">
  <a:tblStyle styleId="{D3375102-6957-4B0E-8E15-0925293B658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{D3375102-6957-4B0E-8E15-0925293B6587}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{D3375102-6957-4B0E-8E15-0925293B6587}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{D3375102-6957-4B0E-8E15-0925293B6587}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