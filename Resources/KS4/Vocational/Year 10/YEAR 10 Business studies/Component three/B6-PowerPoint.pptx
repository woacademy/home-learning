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37BAB-A9F1-4FE3-8C35-C16A7B265B9D}">
  <a:tblStyle styleId="{D8537BAB-A9F1-4FE3-8C35-C16A7B265B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{D8537BAB-A9F1-4FE3-8C35-C16A7B265B9D}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{D8537BAB-A9F1-4FE3-8C35-C16A7B265B9D}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{D8537BAB-A9F1-4FE3-8C35-C16A7B265B9D}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