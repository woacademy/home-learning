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AD2B4D-3DFA-464E-ACD6-4FD30FA35DAC}">
  <a:tblStyle styleId="{5FAD2B4D-3DFA-464E-ACD6-4FD30FA35DA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{5FAD2B4D-3DFA-464E-ACD6-4FD30FA35DAC}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{5FAD2B4D-3DFA-464E-ACD6-4FD30FA35DAC}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{5FAD2B4D-3DFA-464E-ACD6-4FD30FA35DAC}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