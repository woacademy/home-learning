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0AF841-83BC-4B4F-A762-8AFC1408A21B}">
  <a:tblStyle styleId="{900AF841-83BC-4B4F-A762-8AFC1408A2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{900AF841-83BC-4B4F-A762-8AFC1408A21B}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{900AF841-83BC-4B4F-A762-8AFC1408A21B}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{900AF841-83BC-4B4F-A762-8AFC1408A21B}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