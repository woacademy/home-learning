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3929BC-609D-4474-A690-5D446126BCAA}">
  <a:tblStyle styleId="{053929BC-609D-4474-A690-5D446126BCA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{053929BC-609D-4474-A690-5D446126BCAA}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{053929BC-609D-4474-A690-5D446126BCAA}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{053929BC-609D-4474-A690-5D446126BCAA}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