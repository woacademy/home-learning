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73C414-2940-4369-9B99-A0B0AF940F3F}">
  <a:tblStyle styleId="{0E73C414-2940-4369-9B99-A0B0AF940F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{0E73C414-2940-4369-9B99-A0B0AF940F3F}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{0E73C414-2940-4369-9B99-A0B0AF940F3F}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{0E73C414-2940-4369-9B99-A0B0AF940F3F}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