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D9274-AA18-46BC-B00B-57EF1FB289F6}">
  <a:tblStyle styleId="{AFDD9274-AA18-46BC-B00B-57EF1FB289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{AFDD9274-AA18-46BC-B00B-57EF1FB289F6}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{AFDD9274-AA18-46BC-B00B-57EF1FB289F6}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{AFDD9274-AA18-46BC-B00B-57EF1FB289F6}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