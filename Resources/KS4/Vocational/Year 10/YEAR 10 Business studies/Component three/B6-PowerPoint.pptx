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97DC047-D86A-44CF-8572-52D08FA8985D}">
  <a:tblStyle styleId="{F97DC047-D86A-44CF-8572-52D08FA8985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{F97DC047-D86A-44CF-8572-52D08FA8985D}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{F97DC047-D86A-44CF-8572-52D08FA8985D}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{F97DC047-D86A-44CF-8572-52D08FA8985D}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