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746C0D-1D59-4116-BEFF-FEEF709F59A3}">
  <a:tblStyle styleId="{62746C0D-1D59-4116-BEFF-FEEF709F59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{62746C0D-1D59-4116-BEFF-FEEF709F59A3}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{62746C0D-1D59-4116-BEFF-FEEF709F59A3}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{62746C0D-1D59-4116-BEFF-FEEF709F59A3}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