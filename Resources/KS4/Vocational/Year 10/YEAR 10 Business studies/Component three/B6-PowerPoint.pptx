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B5E17D-2DE6-481B-8DFC-231A2441F314}">
  <a:tblStyle styleId="{CDB5E17D-2DE6-481B-8DFC-231A2441F3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{CDB5E17D-2DE6-481B-8DFC-231A2441F314}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{CDB5E17D-2DE6-481B-8DFC-231A2441F314}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{CDB5E17D-2DE6-481B-8DFC-231A2441F314}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