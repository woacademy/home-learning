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7BE7B6A-1BF6-4086-BDFA-DCAEADB91051}">
  <a:tblStyle styleId="{67BE7B6A-1BF6-4086-BDFA-DCAEADB9105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{67BE7B6A-1BF6-4086-BDFA-DCAEADB91051}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{67BE7B6A-1BF6-4086-BDFA-DCAEADB91051}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{67BE7B6A-1BF6-4086-BDFA-DCAEADB91051}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