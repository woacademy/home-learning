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D0C20D-3665-43EA-A8D1-98DD833A0E9F}">
  <a:tblStyle styleId="{74D0C20D-3665-43EA-A8D1-98DD833A0E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{74D0C20D-3665-43EA-A8D1-98DD833A0E9F}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{74D0C20D-3665-43EA-A8D1-98DD833A0E9F}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{74D0C20D-3665-43EA-A8D1-98DD833A0E9F}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