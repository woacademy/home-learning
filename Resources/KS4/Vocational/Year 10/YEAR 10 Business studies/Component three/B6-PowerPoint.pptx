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4E797B-4204-40A3-9938-48F0C1AE3751}">
  <a:tblStyle styleId="{954E797B-4204-40A3-9938-48F0C1AE37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{954E797B-4204-40A3-9938-48F0C1AE3751}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{954E797B-4204-40A3-9938-48F0C1AE3751}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{954E797B-4204-40A3-9938-48F0C1AE3751}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