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55C2A8-2C8C-44C2-A9EB-2779FA0FF159}">
  <a:tblStyle styleId="{F655C2A8-2C8C-44C2-A9EB-2779FA0FF15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{F655C2A8-2C8C-44C2-A9EB-2779FA0FF159}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{F655C2A8-2C8C-44C2-A9EB-2779FA0FF159}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{F655C2A8-2C8C-44C2-A9EB-2779FA0FF159}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