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E70398-4F86-4D1D-B402-2802BD8200D9}">
  <a:tblStyle styleId="{D6E70398-4F86-4D1D-B402-2802BD8200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{D6E70398-4F86-4D1D-B402-2802BD8200D9}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{D6E70398-4F86-4D1D-B402-2802BD8200D9}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{D6E70398-4F86-4D1D-B402-2802BD8200D9}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