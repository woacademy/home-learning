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2F9487-34A2-47FF-9831-CDDF4F073924}">
  <a:tblStyle styleId="{452F9487-34A2-47FF-9831-CDDF4F0739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{452F9487-34A2-47FF-9831-CDDF4F073924}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{452F9487-34A2-47FF-9831-CDDF4F073924}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{452F9487-34A2-47FF-9831-CDDF4F073924}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