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B19D57-1F49-4794-9282-DCBEDADDFAA7}">
  <a:tblStyle styleId="{C1B19D57-1F49-4794-9282-DCBEDADDFAA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{C1B19D57-1F49-4794-9282-DCBEDADDFAA7}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{C1B19D57-1F49-4794-9282-DCBEDADDFAA7}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{C1B19D57-1F49-4794-9282-DCBEDADDFAA7}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