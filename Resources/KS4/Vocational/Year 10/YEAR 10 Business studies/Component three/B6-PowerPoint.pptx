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49A787-4DBD-4627-996F-F2DB7C8CA0F9}">
  <a:tblStyle styleId="{F949A787-4DBD-4627-996F-F2DB7C8CA0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{F949A787-4DBD-4627-996F-F2DB7C8CA0F9}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{F949A787-4DBD-4627-996F-F2DB7C8CA0F9}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{F949A787-4DBD-4627-996F-F2DB7C8CA0F9}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