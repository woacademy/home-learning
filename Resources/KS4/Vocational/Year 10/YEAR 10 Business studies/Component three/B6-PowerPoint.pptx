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651DDB-95AB-4486-BB9D-722BCA7321BD}">
  <a:tblStyle styleId="{25651DDB-95AB-4486-BB9D-722BCA7321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{25651DDB-95AB-4486-BB9D-722BCA7321BD}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{25651DDB-95AB-4486-BB9D-722BCA7321BD}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{25651DDB-95AB-4486-BB9D-722BCA7321BD}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