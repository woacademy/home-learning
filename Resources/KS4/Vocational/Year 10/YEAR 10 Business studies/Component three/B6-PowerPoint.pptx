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014C5C-D0BB-43F4-8D0A-5B2443EF3FD6}">
  <a:tblStyle styleId="{94014C5C-D0BB-43F4-8D0A-5B2443EF3FD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{94014C5C-D0BB-43F4-8D0A-5B2443EF3FD6}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{94014C5C-D0BB-43F4-8D0A-5B2443EF3FD6}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{94014C5C-D0BB-43F4-8D0A-5B2443EF3FD6}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