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467875-FB9F-4FF7-8948-AB184F64548E}">
  <a:tblStyle styleId="{90467875-FB9F-4FF7-8948-AB184F6454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{90467875-FB9F-4FF7-8948-AB184F64548E}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{90467875-FB9F-4FF7-8948-AB184F64548E}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{90467875-FB9F-4FF7-8948-AB184F64548E}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