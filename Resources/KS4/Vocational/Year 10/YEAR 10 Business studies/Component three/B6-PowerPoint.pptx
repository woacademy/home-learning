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3F497D-C4FA-46F7-89C2-53C5C6FCCB56}">
  <a:tblStyle styleId="{5B3F497D-C4FA-46F7-89C2-53C5C6FCCB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{5B3F497D-C4FA-46F7-89C2-53C5C6FCCB56}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{5B3F497D-C4FA-46F7-89C2-53C5C6FCCB56}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{5B3F497D-C4FA-46F7-89C2-53C5C6FCCB56}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