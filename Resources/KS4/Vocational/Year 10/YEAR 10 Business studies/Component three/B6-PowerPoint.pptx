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4F183F-6B72-4C44-B8DB-13A6CD03B206}">
  <a:tblStyle styleId="{C14F183F-6B72-4C44-B8DB-13A6CD03B20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{C14F183F-6B72-4C44-B8DB-13A6CD03B206}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{C14F183F-6B72-4C44-B8DB-13A6CD03B206}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{C14F183F-6B72-4C44-B8DB-13A6CD03B206}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