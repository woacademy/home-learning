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99D1FB-3246-4009-BEF9-DE8B7BE5902B}">
  <a:tblStyle styleId="{6F99D1FB-3246-4009-BEF9-DE8B7BE590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{6F99D1FB-3246-4009-BEF9-DE8B7BE5902B}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{6F99D1FB-3246-4009-BEF9-DE8B7BE5902B}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{6F99D1FB-3246-4009-BEF9-DE8B7BE5902B}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