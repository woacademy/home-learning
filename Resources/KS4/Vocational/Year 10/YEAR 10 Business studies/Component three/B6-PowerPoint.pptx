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C01E96-19EC-44D9-A593-175C9AD4B11F}">
  <a:tblStyle styleId="{88C01E96-19EC-44D9-A593-175C9AD4B1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{88C01E96-19EC-44D9-A593-175C9AD4B11F}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{88C01E96-19EC-44D9-A593-175C9AD4B11F}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{88C01E96-19EC-44D9-A593-175C9AD4B11F}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