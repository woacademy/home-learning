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7A1F2B-3A9D-482E-8FE3-4A857E85F88C}">
  <a:tblStyle styleId="{267A1F2B-3A9D-482E-8FE3-4A857E85F8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{267A1F2B-3A9D-482E-8FE3-4A857E85F88C}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{267A1F2B-3A9D-482E-8FE3-4A857E85F88C}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{267A1F2B-3A9D-482E-8FE3-4A857E85F88C}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