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71276-E802-4A05-A1D7-212DC0FF557A}">
  <a:tblStyle styleId="{6B371276-E802-4A05-A1D7-212DC0FF55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{6B371276-E802-4A05-A1D7-212DC0FF557A}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{6B371276-E802-4A05-A1D7-212DC0FF557A}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{6B371276-E802-4A05-A1D7-212DC0FF557A}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