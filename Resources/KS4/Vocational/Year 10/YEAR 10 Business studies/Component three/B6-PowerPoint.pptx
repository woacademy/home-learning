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616C1F-FB93-4F7F-806A-F7C874E31EA5}">
  <a:tblStyle styleId="{BC616C1F-FB93-4F7F-806A-F7C874E31EA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{BC616C1F-FB93-4F7F-806A-F7C874E31EA5}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{BC616C1F-FB93-4F7F-806A-F7C874E31EA5}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{BC616C1F-FB93-4F7F-806A-F7C874E31EA5}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