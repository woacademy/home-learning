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5A0A91-E87D-4422-AB54-256141216A9B}">
  <a:tblStyle styleId="{B35A0A91-E87D-4422-AB54-256141216A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{B35A0A91-E87D-4422-AB54-256141216A9B}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{B35A0A91-E87D-4422-AB54-256141216A9B}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{B35A0A91-E87D-4422-AB54-256141216A9B}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