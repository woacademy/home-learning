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964B26-E3B8-42F5-BD97-E29545B7B486}">
  <a:tblStyle styleId="{28964B26-E3B8-42F5-BD97-E29545B7B48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{28964B26-E3B8-42F5-BD97-E29545B7B486}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{28964B26-E3B8-42F5-BD97-E29545B7B486}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{28964B26-E3B8-42F5-BD97-E29545B7B486}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