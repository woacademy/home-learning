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84CA3A-B03F-4FFA-84AE-78DCEDCA8FBC}">
  <a:tblStyle styleId="{2F84CA3A-B03F-4FFA-84AE-78DCEDCA8F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{2F84CA3A-B03F-4FFA-84AE-78DCEDCA8FBC}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{2F84CA3A-B03F-4FFA-84AE-78DCEDCA8FBC}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{2F84CA3A-B03F-4FFA-84AE-78DCEDCA8FBC}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