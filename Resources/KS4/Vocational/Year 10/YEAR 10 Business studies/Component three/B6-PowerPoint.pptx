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E50673-3C97-4C2B-88B2-FEB6AF250356}">
  <a:tblStyle styleId="{C3E50673-3C97-4C2B-88B2-FEB6AF2503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{C3E50673-3C97-4C2B-88B2-FEB6AF250356}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{C3E50673-3C97-4C2B-88B2-FEB6AF250356}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{C3E50673-3C97-4C2B-88B2-FEB6AF250356}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