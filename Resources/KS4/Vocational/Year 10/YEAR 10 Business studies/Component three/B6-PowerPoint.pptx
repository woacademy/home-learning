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8BD718-0D54-4931-80A0-877240CDD623}">
  <a:tblStyle styleId="{D38BD718-0D54-4931-80A0-877240CDD6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{D38BD718-0D54-4931-80A0-877240CDD623}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{D38BD718-0D54-4931-80A0-877240CDD623}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{D38BD718-0D54-4931-80A0-877240CDD623}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