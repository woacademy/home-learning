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1FE55C-23CB-44B8-8629-7EB2E12A1A47}">
  <a:tblStyle styleId="{A71FE55C-23CB-44B8-8629-7EB2E12A1A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{A71FE55C-23CB-44B8-8629-7EB2E12A1A47}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{A71FE55C-23CB-44B8-8629-7EB2E12A1A47}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{A71FE55C-23CB-44B8-8629-7EB2E12A1A47}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