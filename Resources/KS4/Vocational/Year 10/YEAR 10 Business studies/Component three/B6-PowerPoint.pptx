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D4EA57-EB1D-4544-9DDE-58A3C0A2585B}">
  <a:tblStyle styleId="{F2D4EA57-EB1D-4544-9DDE-58A3C0A258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{F2D4EA57-EB1D-4544-9DDE-58A3C0A2585B}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{F2D4EA57-EB1D-4544-9DDE-58A3C0A2585B}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{F2D4EA57-EB1D-4544-9DDE-58A3C0A2585B}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