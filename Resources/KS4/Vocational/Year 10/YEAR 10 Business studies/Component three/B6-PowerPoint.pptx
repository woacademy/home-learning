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0A3823-F3E1-42A5-8B3B-85854ECCD087}">
  <a:tblStyle styleId="{640A3823-F3E1-42A5-8B3B-85854ECCD08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{640A3823-F3E1-42A5-8B3B-85854ECCD087}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{640A3823-F3E1-42A5-8B3B-85854ECCD087}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{640A3823-F3E1-42A5-8B3B-85854ECCD087}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