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D4F1F3-7678-49BF-B9C9-F40F7F7D3F62}">
  <a:tblStyle styleId="{29D4F1F3-7678-49BF-B9C9-F40F7F7D3F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{29D4F1F3-7678-49BF-B9C9-F40F7F7D3F62}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{29D4F1F3-7678-49BF-B9C9-F40F7F7D3F62}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{29D4F1F3-7678-49BF-B9C9-F40F7F7D3F62}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