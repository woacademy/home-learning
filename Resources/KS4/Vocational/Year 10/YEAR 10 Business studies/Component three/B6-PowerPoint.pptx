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B57D685-8ABD-4469-B386-B76207470804}">
  <a:tblStyle styleId="{7B57D685-8ABD-4469-B386-B7620747080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{7B57D685-8ABD-4469-B386-B76207470804}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{7B57D685-8ABD-4469-B386-B76207470804}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{7B57D685-8ABD-4469-B386-B76207470804}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