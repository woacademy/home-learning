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80D994A-8D05-4F3D-B692-AAE9FD15376E}">
  <a:tblStyle styleId="{980D994A-8D05-4F3D-B692-AAE9FD15376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{980D994A-8D05-4F3D-B692-AAE9FD15376E}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{980D994A-8D05-4F3D-B692-AAE9FD15376E}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{980D994A-8D05-4F3D-B692-AAE9FD15376E}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