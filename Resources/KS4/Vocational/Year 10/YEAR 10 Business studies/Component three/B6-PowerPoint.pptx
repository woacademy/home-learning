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AC057-4D02-444D-BB8B-490E8E908145}">
  <a:tblStyle styleId="{E81AC057-4D02-444D-BB8B-490E8E9081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{E81AC057-4D02-444D-BB8B-490E8E908145}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{E81AC057-4D02-444D-BB8B-490E8E908145}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{E81AC057-4D02-444D-BB8B-490E8E908145}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