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458642D-8640-44C1-95CA-CB59C5A0D56B}">
  <a:tblStyle styleId="{3458642D-8640-44C1-95CA-CB59C5A0D56B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{3458642D-8640-44C1-95CA-CB59C5A0D56B}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{3458642D-8640-44C1-95CA-CB59C5A0D56B}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{3458642D-8640-44C1-95CA-CB59C5A0D56B}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