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9C5310-77AC-4831-9D84-94646D458CA9}">
  <a:tblStyle styleId="{8A9C5310-77AC-4831-9D84-94646D458C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{8A9C5310-77AC-4831-9D84-94646D458CA9}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{8A9C5310-77AC-4831-9D84-94646D458CA9}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{8A9C5310-77AC-4831-9D84-94646D458CA9}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