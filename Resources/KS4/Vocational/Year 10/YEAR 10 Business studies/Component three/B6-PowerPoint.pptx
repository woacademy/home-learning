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F49559-8640-4E2F-A99E-5836BB446AD8}">
  <a:tblStyle styleId="{EEF49559-8640-4E2F-A99E-5836BB446A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{EEF49559-8640-4E2F-A99E-5836BB446AD8}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{EEF49559-8640-4E2F-A99E-5836BB446AD8}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{EEF49559-8640-4E2F-A99E-5836BB446AD8}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