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455A99-9ED5-4B1E-9327-BA4C31F5F870}">
  <a:tblStyle styleId="{49455A99-9ED5-4B1E-9327-BA4C31F5F8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{49455A99-9ED5-4B1E-9327-BA4C31F5F870}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{49455A99-9ED5-4B1E-9327-BA4C31F5F870}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{49455A99-9ED5-4B1E-9327-BA4C31F5F870}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