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3F45AF-9313-427C-AEA6-D380D92D4A2E}">
  <a:tblStyle styleId="{BE3F45AF-9313-427C-AEA6-D380D92D4A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{BE3F45AF-9313-427C-AEA6-D380D92D4A2E}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{BE3F45AF-9313-427C-AEA6-D380D92D4A2E}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{BE3F45AF-9313-427C-AEA6-D380D92D4A2E}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