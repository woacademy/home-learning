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B19F03-D46E-4EBA-9D63-089AC99E9433}">
  <a:tblStyle styleId="{1BB19F03-D46E-4EBA-9D63-089AC99E94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{1BB19F03-D46E-4EBA-9D63-089AC99E9433}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{1BB19F03-D46E-4EBA-9D63-089AC99E9433}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{1BB19F03-D46E-4EBA-9D63-089AC99E9433}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