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62EFB4-02AF-40EA-8B14-0CF012D14FFD}">
  <a:tblStyle styleId="{5062EFB4-02AF-40EA-8B14-0CF012D14FF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{5062EFB4-02AF-40EA-8B14-0CF012D14FFD}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{5062EFB4-02AF-40EA-8B14-0CF012D14FFD}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{5062EFB4-02AF-40EA-8B14-0CF012D14FFD}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