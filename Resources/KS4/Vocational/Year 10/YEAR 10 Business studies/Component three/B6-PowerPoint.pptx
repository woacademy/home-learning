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93A41-1D8F-46B3-A3F1-ABA85CFAEC95}">
  <a:tblStyle styleId="{4D993A41-1D8F-46B3-A3F1-ABA85CFAEC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{4D993A41-1D8F-46B3-A3F1-ABA85CFAEC95}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{4D993A41-1D8F-46B3-A3F1-ABA85CFAEC95}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{4D993A41-1D8F-46B3-A3F1-ABA85CFAEC95}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