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5E3E3B-69E4-47A6-9FB8-3CA95A3AAAD1}">
  <a:tblStyle styleId="{9E5E3E3B-69E4-47A6-9FB8-3CA95A3AAAD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{9E5E3E3B-69E4-47A6-9FB8-3CA95A3AAAD1}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{9E5E3E3B-69E4-47A6-9FB8-3CA95A3AAAD1}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{9E5E3E3B-69E4-47A6-9FB8-3CA95A3AAAD1}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