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F73749-A87E-4D9F-9C93-152B3ED6390D}">
  <a:tblStyle styleId="{E1F73749-A87E-4D9F-9C93-152B3ED639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{E1F73749-A87E-4D9F-9C93-152B3ED6390D}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{E1F73749-A87E-4D9F-9C93-152B3ED6390D}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{E1F73749-A87E-4D9F-9C93-152B3ED6390D}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