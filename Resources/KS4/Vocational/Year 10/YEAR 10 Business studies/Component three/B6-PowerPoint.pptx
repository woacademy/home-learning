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68D4AD-9A1C-4AEE-B907-7A95EF2B77A4}">
  <a:tblStyle styleId="{0B68D4AD-9A1C-4AEE-B907-7A95EF2B77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{0B68D4AD-9A1C-4AEE-B907-7A95EF2B77A4}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{0B68D4AD-9A1C-4AEE-B907-7A95EF2B77A4}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{0B68D4AD-9A1C-4AEE-B907-7A95EF2B77A4}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