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C294F-DB96-45EE-8B7B-418866A2AEE8}">
  <a:tblStyle styleId="{035C294F-DB96-45EE-8B7B-418866A2AE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{035C294F-DB96-45EE-8B7B-418866A2AEE8}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{035C294F-DB96-45EE-8B7B-418866A2AEE8}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{035C294F-DB96-45EE-8B7B-418866A2AEE8}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