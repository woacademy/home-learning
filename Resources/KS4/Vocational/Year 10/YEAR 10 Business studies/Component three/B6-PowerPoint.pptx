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233676-A82C-4EC8-8121-3FF7706C83B8}">
  <a:tblStyle styleId="{EB233676-A82C-4EC8-8121-3FF7706C83B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{EB233676-A82C-4EC8-8121-3FF7706C83B8}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{EB233676-A82C-4EC8-8121-3FF7706C83B8}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{EB233676-A82C-4EC8-8121-3FF7706C83B8}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