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645E0E-31E4-48F1-B9FE-3F8F0244E9A4}">
  <a:tblStyle styleId="{C0645E0E-31E4-48F1-B9FE-3F8F0244E9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{C0645E0E-31E4-48F1-B9FE-3F8F0244E9A4}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{C0645E0E-31E4-48F1-B9FE-3F8F0244E9A4}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{C0645E0E-31E4-48F1-B9FE-3F8F0244E9A4}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