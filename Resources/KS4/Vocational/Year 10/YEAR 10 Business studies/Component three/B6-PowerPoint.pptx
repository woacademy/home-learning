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58A2BB-2800-4F2F-B5D3-0AD84CEA80DC}">
  <a:tblStyle styleId="{6058A2BB-2800-4F2F-B5D3-0AD84CEA80D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{6058A2BB-2800-4F2F-B5D3-0AD84CEA80DC}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{6058A2BB-2800-4F2F-B5D3-0AD84CEA80DC}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{6058A2BB-2800-4F2F-B5D3-0AD84CEA80DC}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