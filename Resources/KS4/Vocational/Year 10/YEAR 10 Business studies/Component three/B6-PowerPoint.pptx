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EE1D2E-6FE5-46FF-9EB7-9721B198D1CE}">
  <a:tblStyle styleId="{61EE1D2E-6FE5-46FF-9EB7-9721B198D1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{61EE1D2E-6FE5-46FF-9EB7-9721B198D1CE}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{61EE1D2E-6FE5-46FF-9EB7-9721B198D1CE}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{61EE1D2E-6FE5-46FF-9EB7-9721B198D1CE}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