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18F1B6F-C2A2-43BD-91BD-07E56D513C9C}">
  <a:tblStyle styleId="{618F1B6F-C2A2-43BD-91BD-07E56D513C9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{618F1B6F-C2A2-43BD-91BD-07E56D513C9C}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{618F1B6F-C2A2-43BD-91BD-07E56D513C9C}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{618F1B6F-C2A2-43BD-91BD-07E56D513C9C}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