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3BECB-780E-45D1-9876-60CDD1169F9E}">
  <a:tblStyle styleId="{C6E3BECB-780E-45D1-9876-60CDD1169F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{C6E3BECB-780E-45D1-9876-60CDD1169F9E}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{C6E3BECB-780E-45D1-9876-60CDD1169F9E}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{C6E3BECB-780E-45D1-9876-60CDD1169F9E}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