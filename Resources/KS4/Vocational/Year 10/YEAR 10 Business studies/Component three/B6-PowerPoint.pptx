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55764F-9D28-4F71-9EE6-8258BB486069}">
  <a:tblStyle styleId="{1B55764F-9D28-4F71-9EE6-8258BB48606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{1B55764F-9D28-4F71-9EE6-8258BB486069}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{1B55764F-9D28-4F71-9EE6-8258BB486069}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{1B55764F-9D28-4F71-9EE6-8258BB486069}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