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E220C5F-8D33-471D-A950-477FAF8F4767}">
  <a:tblStyle styleId="{9E220C5F-8D33-471D-A950-477FAF8F476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{9E220C5F-8D33-471D-A950-477FAF8F4767}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{9E220C5F-8D33-471D-A950-477FAF8F4767}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{9E220C5F-8D33-471D-A950-477FAF8F4767}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