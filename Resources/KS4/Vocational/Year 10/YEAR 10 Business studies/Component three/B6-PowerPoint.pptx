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D9011D-2FC7-40B6-9D4B-29C50FC8B101}">
  <a:tblStyle styleId="{1CD9011D-2FC7-40B6-9D4B-29C50FC8B1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{1CD9011D-2FC7-40B6-9D4B-29C50FC8B101}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{1CD9011D-2FC7-40B6-9D4B-29C50FC8B101}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{1CD9011D-2FC7-40B6-9D4B-29C50FC8B101}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