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5F59F1-25E9-462E-8B1C-F0C74457AF34}">
  <a:tblStyle styleId="{7B5F59F1-25E9-462E-8B1C-F0C74457AF3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{7B5F59F1-25E9-462E-8B1C-F0C74457AF34}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{7B5F59F1-25E9-462E-8B1C-F0C74457AF34}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{7B5F59F1-25E9-462E-8B1C-F0C74457AF34}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