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59FC85-9608-4E0A-9647-7EAB282904D2}">
  <a:tblStyle styleId="{1259FC85-9608-4E0A-9647-7EAB282904D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{1259FC85-9608-4E0A-9647-7EAB282904D2}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{1259FC85-9608-4E0A-9647-7EAB282904D2}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{1259FC85-9608-4E0A-9647-7EAB282904D2}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