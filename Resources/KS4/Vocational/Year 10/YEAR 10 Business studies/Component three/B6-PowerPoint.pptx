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3ADCB6-7148-4948-ADE8-E7FE2230372B}">
  <a:tblStyle styleId="{2C3ADCB6-7148-4948-ADE8-E7FE2230372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{2C3ADCB6-7148-4948-ADE8-E7FE2230372B}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{2C3ADCB6-7148-4948-ADE8-E7FE2230372B}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{2C3ADCB6-7148-4948-ADE8-E7FE2230372B}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