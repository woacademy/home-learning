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F2EC1F-1B22-47FD-B97F-8303944B7504}">
  <a:tblStyle styleId="{C0F2EC1F-1B22-47FD-B97F-8303944B75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{C0F2EC1F-1B22-47FD-B97F-8303944B7504}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{C0F2EC1F-1B22-47FD-B97F-8303944B7504}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{C0F2EC1F-1B22-47FD-B97F-8303944B7504}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