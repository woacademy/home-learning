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FED512-ABDA-45BF-8A63-99CA46184C13}">
  <a:tblStyle styleId="{4AFED512-ABDA-45BF-8A63-99CA46184C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{4AFED512-ABDA-45BF-8A63-99CA46184C13}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{4AFED512-ABDA-45BF-8A63-99CA46184C13}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{4AFED512-ABDA-45BF-8A63-99CA46184C13}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