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B09CB9-A143-4304-B9E3-818962A0AE93}">
  <a:tblStyle styleId="{81B09CB9-A143-4304-B9E3-818962A0AE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{81B09CB9-A143-4304-B9E3-818962A0AE93}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{81B09CB9-A143-4304-B9E3-818962A0AE93}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{81B09CB9-A143-4304-B9E3-818962A0AE93}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