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B3D216-3A92-4937-932C-DADFE98A4CC1}">
  <a:tblStyle styleId="{0BB3D216-3A92-4937-932C-DADFE98A4C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{0BB3D216-3A92-4937-932C-DADFE98A4CC1}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{0BB3D216-3A92-4937-932C-DADFE98A4CC1}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{0BB3D216-3A92-4937-932C-DADFE98A4CC1}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