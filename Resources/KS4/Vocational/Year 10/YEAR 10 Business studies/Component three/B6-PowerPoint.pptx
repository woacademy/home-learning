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D6841-46AC-4902-84A0-99CCD4BAB097}">
  <a:tblStyle styleId="{D98D6841-46AC-4902-84A0-99CCD4BAB0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{D98D6841-46AC-4902-84A0-99CCD4BAB097}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{D98D6841-46AC-4902-84A0-99CCD4BAB097}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{D98D6841-46AC-4902-84A0-99CCD4BAB097}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