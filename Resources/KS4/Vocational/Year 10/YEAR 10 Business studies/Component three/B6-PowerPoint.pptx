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C68F8-6668-4E57-B82F-D5534621E836}">
  <a:tblStyle styleId="{6FEC68F8-6668-4E57-B82F-D5534621E8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{6FEC68F8-6668-4E57-B82F-D5534621E836}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{6FEC68F8-6668-4E57-B82F-D5534621E836}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{6FEC68F8-6668-4E57-B82F-D5534621E836}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