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97A948-CF88-4CA6-8A93-861C3C64FDF0}">
  <a:tblStyle styleId="{C397A948-CF88-4CA6-8A93-861C3C64FD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{C397A948-CF88-4CA6-8A93-861C3C64FDF0}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{C397A948-CF88-4CA6-8A93-861C3C64FDF0}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{C397A948-CF88-4CA6-8A93-861C3C64FDF0}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