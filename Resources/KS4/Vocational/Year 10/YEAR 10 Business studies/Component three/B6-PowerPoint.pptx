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1FBEF9-DAE9-4F0B-8B3C-CCBB7116CECC}">
  <a:tblStyle styleId="{751FBEF9-DAE9-4F0B-8B3C-CCBB7116CE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{751FBEF9-DAE9-4F0B-8B3C-CCBB7116CECC}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{751FBEF9-DAE9-4F0B-8B3C-CCBB7116CECC}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{751FBEF9-DAE9-4F0B-8B3C-CCBB7116CECC}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