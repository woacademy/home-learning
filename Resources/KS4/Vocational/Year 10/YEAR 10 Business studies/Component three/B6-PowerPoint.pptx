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2F87EA-6B1A-4A29-BD73-7101BD181CFD}">
  <a:tblStyle styleId="{DA2F87EA-6B1A-4A29-BD73-7101BD181CF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{DA2F87EA-6B1A-4A29-BD73-7101BD181CFD}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{DA2F87EA-6B1A-4A29-BD73-7101BD181CFD}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{DA2F87EA-6B1A-4A29-BD73-7101BD181CFD}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