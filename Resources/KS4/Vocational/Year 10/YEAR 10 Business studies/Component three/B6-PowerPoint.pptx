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583B64-3332-420B-8458-AA28EB2CCBFE}">
  <a:tblStyle styleId="{1C583B64-3332-420B-8458-AA28EB2CCBF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{1C583B64-3332-420B-8458-AA28EB2CCBFE}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{1C583B64-3332-420B-8458-AA28EB2CCBFE}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{1C583B64-3332-420B-8458-AA28EB2CCBFE}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