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CBE023-8808-4EAB-BA36-ACF41DC138ED}">
  <a:tblStyle styleId="{74CBE023-8808-4EAB-BA36-ACF41DC138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{74CBE023-8808-4EAB-BA36-ACF41DC138ED}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{74CBE023-8808-4EAB-BA36-ACF41DC138ED}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{74CBE023-8808-4EAB-BA36-ACF41DC138ED}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