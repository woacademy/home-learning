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DFD4D3-F6F0-4EB4-9B8D-70728CBFB5AB}">
  <a:tblStyle styleId="{81DFD4D3-F6F0-4EB4-9B8D-70728CBFB5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{81DFD4D3-F6F0-4EB4-9B8D-70728CBFB5AB}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{81DFD4D3-F6F0-4EB4-9B8D-70728CBFB5AB}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{81DFD4D3-F6F0-4EB4-9B8D-70728CBFB5AB}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