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83BC36-D1A4-4563-941B-1C610DD18795}">
  <a:tblStyle styleId="{E383BC36-D1A4-4563-941B-1C610DD187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{E383BC36-D1A4-4563-941B-1C610DD18795}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{E383BC36-D1A4-4563-941B-1C610DD18795}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{E383BC36-D1A4-4563-941B-1C610DD18795}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