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E054E-A488-44D7-9480-B80184B4BE35}">
  <a:tblStyle styleId="{663E054E-A488-44D7-9480-B80184B4BE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{663E054E-A488-44D7-9480-B80184B4BE35}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{663E054E-A488-44D7-9480-B80184B4BE35}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{663E054E-A488-44D7-9480-B80184B4BE35}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