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09D46-4DEC-47DB-B2F1-6996446F2E3E}">
  <a:tblStyle styleId="{01009D46-4DEC-47DB-B2F1-6996446F2E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{01009D46-4DEC-47DB-B2F1-6996446F2E3E}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{01009D46-4DEC-47DB-B2F1-6996446F2E3E}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{01009D46-4DEC-47DB-B2F1-6996446F2E3E}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