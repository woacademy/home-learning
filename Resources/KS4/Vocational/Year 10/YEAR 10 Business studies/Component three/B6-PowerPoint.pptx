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D75C90-589B-4DB7-B6EC-BE4D2A40F6C9}">
  <a:tblStyle styleId="{C6D75C90-589B-4DB7-B6EC-BE4D2A40F6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{C6D75C90-589B-4DB7-B6EC-BE4D2A40F6C9}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{C6D75C90-589B-4DB7-B6EC-BE4D2A40F6C9}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{C6D75C90-589B-4DB7-B6EC-BE4D2A40F6C9}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