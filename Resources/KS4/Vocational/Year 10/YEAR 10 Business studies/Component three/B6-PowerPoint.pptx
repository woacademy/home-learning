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C82CB9-8142-4E1E-A91D-AEB278FBCE4E}">
  <a:tblStyle styleId="{2BC82CB9-8142-4E1E-A91D-AEB278FBCE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{2BC82CB9-8142-4E1E-A91D-AEB278FBCE4E}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{2BC82CB9-8142-4E1E-A91D-AEB278FBCE4E}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{2BC82CB9-8142-4E1E-A91D-AEB278FBCE4E}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