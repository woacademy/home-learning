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298148-DDBF-42FA-9874-E29CDDD69D54}">
  <a:tblStyle styleId="{09298148-DDBF-42FA-9874-E29CDDD69D5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{09298148-DDBF-42FA-9874-E29CDDD69D54}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{09298148-DDBF-42FA-9874-E29CDDD69D54}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{09298148-DDBF-42FA-9874-E29CDDD69D54}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