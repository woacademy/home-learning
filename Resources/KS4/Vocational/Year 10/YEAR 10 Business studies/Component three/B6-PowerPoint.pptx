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1BAB1C-0DDC-4379-B15F-72FB3BC2C5C4}">
  <a:tblStyle styleId="{751BAB1C-0DDC-4379-B15F-72FB3BC2C5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{751BAB1C-0DDC-4379-B15F-72FB3BC2C5C4}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{751BAB1C-0DDC-4379-B15F-72FB3BC2C5C4}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{751BAB1C-0DDC-4379-B15F-72FB3BC2C5C4}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