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D10582-9393-46AC-950D-687E013BC5EE}">
  <a:tblStyle styleId="{26D10582-9393-46AC-950D-687E013BC5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{26D10582-9393-46AC-950D-687E013BC5EE}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{26D10582-9393-46AC-950D-687E013BC5EE}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{26D10582-9393-46AC-950D-687E013BC5EE}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