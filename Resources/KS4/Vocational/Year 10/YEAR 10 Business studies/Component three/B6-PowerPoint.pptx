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73EA07-822E-4080-B7B1-1FB10C3A70C7}">
  <a:tblStyle styleId="{FF73EA07-822E-4080-B7B1-1FB10C3A70C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{FF73EA07-822E-4080-B7B1-1FB10C3A70C7}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{FF73EA07-822E-4080-B7B1-1FB10C3A70C7}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{FF73EA07-822E-4080-B7B1-1FB10C3A70C7}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