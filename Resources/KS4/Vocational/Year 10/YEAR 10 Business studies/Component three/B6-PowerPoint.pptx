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CDB3E3D-A2CB-4634-B3E3-FECBBE970FAF}">
  <a:tblStyle styleId="{6CDB3E3D-A2CB-4634-B3E3-FECBBE970FA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{6CDB3E3D-A2CB-4634-B3E3-FECBBE970FAF}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{6CDB3E3D-A2CB-4634-B3E3-FECBBE970FAF}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{6CDB3E3D-A2CB-4634-B3E3-FECBBE970FAF}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