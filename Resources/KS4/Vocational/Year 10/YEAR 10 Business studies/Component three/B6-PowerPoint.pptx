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934B65-18F7-4B32-93D4-5F268C8996D2}">
  <a:tblStyle styleId="{28934B65-18F7-4B32-93D4-5F268C8996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{28934B65-18F7-4B32-93D4-5F268C8996D2}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{28934B65-18F7-4B32-93D4-5F268C8996D2}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{28934B65-18F7-4B32-93D4-5F268C8996D2}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