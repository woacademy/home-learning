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9FFBE9F-FE90-4752-AEE2-59BAA930A0C2}">
  <a:tblStyle styleId="{A9FFBE9F-FE90-4752-AEE2-59BAA930A0C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{A9FFBE9F-FE90-4752-AEE2-59BAA930A0C2}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{A9FFBE9F-FE90-4752-AEE2-59BAA930A0C2}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{A9FFBE9F-FE90-4752-AEE2-59BAA930A0C2}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