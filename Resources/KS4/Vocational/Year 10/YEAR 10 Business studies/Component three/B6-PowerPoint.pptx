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F2F133-E02A-4DA6-AFF6-645472BF2EB3}">
  <a:tblStyle styleId="{6DF2F133-E02A-4DA6-AFF6-645472BF2E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{6DF2F133-E02A-4DA6-AFF6-645472BF2EB3}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{6DF2F133-E02A-4DA6-AFF6-645472BF2EB3}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{6DF2F133-E02A-4DA6-AFF6-645472BF2EB3}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