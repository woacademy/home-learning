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2A50D9-D8F2-451C-A76E-3A8E8B08B71C}">
  <a:tblStyle styleId="{9A2A50D9-D8F2-451C-A76E-3A8E8B08B7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{9A2A50D9-D8F2-451C-A76E-3A8E8B08B71C}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{9A2A50D9-D8F2-451C-A76E-3A8E8B08B71C}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{9A2A50D9-D8F2-451C-A76E-3A8E8B08B71C}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