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38A415-C3A6-4F9B-B5FA-E16E9DE974CF}">
  <a:tblStyle styleId="{F138A415-C3A6-4F9B-B5FA-E16E9DE974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{F138A415-C3A6-4F9B-B5FA-E16E9DE974CF}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{F138A415-C3A6-4F9B-B5FA-E16E9DE974CF}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{F138A415-C3A6-4F9B-B5FA-E16E9DE974CF}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