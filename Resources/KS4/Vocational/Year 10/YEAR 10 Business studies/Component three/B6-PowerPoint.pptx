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E86D8CE-7385-4137-B8E6-504E6FDD56E9}">
  <a:tblStyle styleId="{FE86D8CE-7385-4137-B8E6-504E6FDD56E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{FE86D8CE-7385-4137-B8E6-504E6FDD56E9}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{FE86D8CE-7385-4137-B8E6-504E6FDD56E9}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{FE86D8CE-7385-4137-B8E6-504E6FDD56E9}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