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342A5B-89C7-4C66-BEB8-8C5C04628C46}">
  <a:tblStyle styleId="{88342A5B-89C7-4C66-BEB8-8C5C04628C4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{88342A5B-89C7-4C66-BEB8-8C5C04628C46}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{88342A5B-89C7-4C66-BEB8-8C5C04628C46}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{88342A5B-89C7-4C66-BEB8-8C5C04628C46}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