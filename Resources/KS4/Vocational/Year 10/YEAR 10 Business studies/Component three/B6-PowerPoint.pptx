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8E78FE-A91D-41CE-A602-15225859F3CC}">
  <a:tblStyle styleId="{188E78FE-A91D-41CE-A602-15225859F3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{188E78FE-A91D-41CE-A602-15225859F3CC}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{188E78FE-A91D-41CE-A602-15225859F3CC}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{188E78FE-A91D-41CE-A602-15225859F3CC}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