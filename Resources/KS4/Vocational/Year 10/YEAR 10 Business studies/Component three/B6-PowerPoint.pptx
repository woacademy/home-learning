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39E394-F6D0-493A-AEE7-25011A070141}">
  <a:tblStyle styleId="{7539E394-F6D0-493A-AEE7-25011A07014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{7539E394-F6D0-493A-AEE7-25011A070141}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{7539E394-F6D0-493A-AEE7-25011A070141}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{7539E394-F6D0-493A-AEE7-25011A070141}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