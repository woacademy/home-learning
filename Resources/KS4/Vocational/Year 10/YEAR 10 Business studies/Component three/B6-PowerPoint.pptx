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FB1413-6663-4F31-80B7-CD55C958CA22}">
  <a:tblStyle styleId="{0DFB1413-6663-4F31-80B7-CD55C958CA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{0DFB1413-6663-4F31-80B7-CD55C958CA22}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{0DFB1413-6663-4F31-80B7-CD55C958CA22}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{0DFB1413-6663-4F31-80B7-CD55C958CA22}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