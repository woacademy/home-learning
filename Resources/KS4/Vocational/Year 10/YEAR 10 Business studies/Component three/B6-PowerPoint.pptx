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AC2C07-6776-450E-942F-40758C7A36CE}">
  <a:tblStyle styleId="{D1AC2C07-6776-450E-942F-40758C7A36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{D1AC2C07-6776-450E-942F-40758C7A36CE}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{D1AC2C07-6776-450E-942F-40758C7A36CE}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{D1AC2C07-6776-450E-942F-40758C7A36CE}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