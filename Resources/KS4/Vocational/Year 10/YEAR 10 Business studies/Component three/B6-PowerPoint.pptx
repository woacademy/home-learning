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099812-FBF0-402E-A0E4-21B25A0A2C44}">
  <a:tblStyle styleId="{88099812-FBF0-402E-A0E4-21B25A0A2C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{88099812-FBF0-402E-A0E4-21B25A0A2C44}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{88099812-FBF0-402E-A0E4-21B25A0A2C44}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{88099812-FBF0-402E-A0E4-21B25A0A2C44}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