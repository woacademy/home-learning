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38B6A0-1DDC-4F20-8031-556D25A37FCB}">
  <a:tblStyle styleId="{D638B6A0-1DDC-4F20-8031-556D25A37FC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{D638B6A0-1DDC-4F20-8031-556D25A37FCB}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{D638B6A0-1DDC-4F20-8031-556D25A37FCB}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{D638B6A0-1DDC-4F20-8031-556D25A37FCB}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