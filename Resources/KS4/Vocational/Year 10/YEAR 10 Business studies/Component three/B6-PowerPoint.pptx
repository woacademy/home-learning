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C38E89-9F87-413A-BB9A-2CB71FDB2784}">
  <a:tblStyle styleId="{86C38E89-9F87-413A-BB9A-2CB71FDB27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{86C38E89-9F87-413A-BB9A-2CB71FDB2784}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{86C38E89-9F87-413A-BB9A-2CB71FDB2784}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{86C38E89-9F87-413A-BB9A-2CB71FDB2784}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