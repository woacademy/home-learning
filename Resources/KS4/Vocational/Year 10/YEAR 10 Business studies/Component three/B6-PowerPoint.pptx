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C53BA1-A447-4FB1-A53C-50AF27FCAC2F}">
  <a:tblStyle styleId="{29C53BA1-A447-4FB1-A53C-50AF27FCAC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{29C53BA1-A447-4FB1-A53C-50AF27FCAC2F}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{29C53BA1-A447-4FB1-A53C-50AF27FCAC2F}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{29C53BA1-A447-4FB1-A53C-50AF27FCAC2F}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