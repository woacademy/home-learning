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C71574-6C5C-4FAA-A37A-D9691C8E3595}">
  <a:tblStyle styleId="{1AC71574-6C5C-4FAA-A37A-D9691C8E359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{1AC71574-6C5C-4FAA-A37A-D9691C8E3595}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{1AC71574-6C5C-4FAA-A37A-D9691C8E3595}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{1AC71574-6C5C-4FAA-A37A-D9691C8E3595}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