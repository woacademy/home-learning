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D0BE5F-FAAD-4775-9404-E36C0107DB8A}">
  <a:tblStyle styleId="{CBD0BE5F-FAAD-4775-9404-E36C0107DB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{CBD0BE5F-FAAD-4775-9404-E36C0107DB8A}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{CBD0BE5F-FAAD-4775-9404-E36C0107DB8A}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{CBD0BE5F-FAAD-4775-9404-E36C0107DB8A}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