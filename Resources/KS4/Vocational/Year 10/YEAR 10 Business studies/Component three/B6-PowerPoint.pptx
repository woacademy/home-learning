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BFB26D1-3B87-4655-B18F-58B556C32B21}">
  <a:tblStyle styleId="{6BFB26D1-3B87-4655-B18F-58B556C32B2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{6BFB26D1-3B87-4655-B18F-58B556C32B21}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{6BFB26D1-3B87-4655-B18F-58B556C32B21}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{6BFB26D1-3B87-4655-B18F-58B556C32B21}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