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95624E-0189-4BD7-ADA7-A8BCA74A5438}">
  <a:tblStyle styleId="{7995624E-0189-4BD7-ADA7-A8BCA74A54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{7995624E-0189-4BD7-ADA7-A8BCA74A5438}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{7995624E-0189-4BD7-ADA7-A8BCA74A5438}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{7995624E-0189-4BD7-ADA7-A8BCA74A5438}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