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1DA6E5-2746-44EE-8189-61DB586285DE}">
  <a:tblStyle styleId="{161DA6E5-2746-44EE-8189-61DB586285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{161DA6E5-2746-44EE-8189-61DB586285DE}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{161DA6E5-2746-44EE-8189-61DB586285DE}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{161DA6E5-2746-44EE-8189-61DB586285DE}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