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6ACD611-04F4-437A-9E9B-AF73C203D7D3}">
  <a:tblStyle styleId="{B6ACD611-04F4-437A-9E9B-AF73C203D7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{B6ACD611-04F4-437A-9E9B-AF73C203D7D3}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{B6ACD611-04F4-437A-9E9B-AF73C203D7D3}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{B6ACD611-04F4-437A-9E9B-AF73C203D7D3}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