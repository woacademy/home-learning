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21B604-B393-4B9C-9B74-EFAEBC3ADCCB}">
  <a:tblStyle styleId="{EB21B604-B393-4B9C-9B74-EFAEBC3ADCC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{EB21B604-B393-4B9C-9B74-EFAEBC3ADCCB}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{EB21B604-B393-4B9C-9B74-EFAEBC3ADCCB}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{EB21B604-B393-4B9C-9B74-EFAEBC3ADCCB}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