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7EBFC4-812C-4B14-B792-514E9C8C390D}">
  <a:tblStyle styleId="{487EBFC4-812C-4B14-B792-514E9C8C39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{487EBFC4-812C-4B14-B792-514E9C8C390D}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{487EBFC4-812C-4B14-B792-514E9C8C390D}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{487EBFC4-812C-4B14-B792-514E9C8C390D}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