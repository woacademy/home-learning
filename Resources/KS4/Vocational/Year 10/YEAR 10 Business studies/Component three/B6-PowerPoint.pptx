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0B375D-0BA6-4AF9-8555-B6D7CA097E83}">
  <a:tblStyle styleId="{420B375D-0BA6-4AF9-8555-B6D7CA097E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{420B375D-0BA6-4AF9-8555-B6D7CA097E83}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{420B375D-0BA6-4AF9-8555-B6D7CA097E83}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{420B375D-0BA6-4AF9-8555-B6D7CA097E83}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