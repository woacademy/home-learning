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B4ACA-A23E-46DD-BA79-15ACD6442712}">
  <a:tblStyle styleId="{B23B4ACA-A23E-46DD-BA79-15ACD64427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{B23B4ACA-A23E-46DD-BA79-15ACD6442712}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{B23B4ACA-A23E-46DD-BA79-15ACD6442712}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{B23B4ACA-A23E-46DD-BA79-15ACD6442712}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