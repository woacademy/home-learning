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487F3-7660-417B-8C2B-65F58B2B9080}">
  <a:tblStyle styleId="{E10487F3-7660-417B-8C2B-65F58B2B90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{E10487F3-7660-417B-8C2B-65F58B2B9080}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{E10487F3-7660-417B-8C2B-65F58B2B9080}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{E10487F3-7660-417B-8C2B-65F58B2B9080}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