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BA924B6-B969-4E5F-AE3B-48D1596763A6}">
  <a:tblStyle styleId="{1BA924B6-B969-4E5F-AE3B-48D1596763A6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{1BA924B6-B969-4E5F-AE3B-48D1596763A6}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{1BA924B6-B969-4E5F-AE3B-48D1596763A6}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{1BA924B6-B969-4E5F-AE3B-48D1596763A6}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