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E3AA2A-B34F-496A-963C-0BD6CF6E1852}">
  <a:tblStyle styleId="{01E3AA2A-B34F-496A-963C-0BD6CF6E18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{01E3AA2A-B34F-496A-963C-0BD6CF6E1852}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{01E3AA2A-B34F-496A-963C-0BD6CF6E1852}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{01E3AA2A-B34F-496A-963C-0BD6CF6E1852}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