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5C3870-1F35-4A74-86F2-29D9378C00AD}">
  <a:tblStyle styleId="{FB5C3870-1F35-4A74-86F2-29D9378C00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{FB5C3870-1F35-4A74-86F2-29D9378C00AD}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{FB5C3870-1F35-4A74-86F2-29D9378C00AD}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{FB5C3870-1F35-4A74-86F2-29D9378C00AD}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