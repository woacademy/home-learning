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2FA0C4-8498-4B0A-979B-744EF4012853}">
  <a:tblStyle styleId="{0E2FA0C4-8498-4B0A-979B-744EF40128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{0E2FA0C4-8498-4B0A-979B-744EF4012853}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{0E2FA0C4-8498-4B0A-979B-744EF4012853}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{0E2FA0C4-8498-4B0A-979B-744EF4012853}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