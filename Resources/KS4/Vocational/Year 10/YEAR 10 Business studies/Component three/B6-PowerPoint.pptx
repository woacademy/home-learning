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A98444-3182-41E9-8479-C54D316EB2F9}">
  <a:tblStyle styleId="{DAA98444-3182-41E9-8479-C54D316EB2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{DAA98444-3182-41E9-8479-C54D316EB2F9}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{DAA98444-3182-41E9-8479-C54D316EB2F9}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{DAA98444-3182-41E9-8479-C54D316EB2F9}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