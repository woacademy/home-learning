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AD098B-7D98-4FB6-B98A-FE73EA93575B}">
  <a:tblStyle styleId="{B6AD098B-7D98-4FB6-B98A-FE73EA93575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{B6AD098B-7D98-4FB6-B98A-FE73EA93575B}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{B6AD098B-7D98-4FB6-B98A-FE73EA93575B}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{B6AD098B-7D98-4FB6-B98A-FE73EA93575B}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