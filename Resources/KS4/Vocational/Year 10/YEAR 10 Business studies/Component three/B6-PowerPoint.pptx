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A8985-1BF2-4755-AE76-B5B17C0B898D}">
  <a:tblStyle styleId="{9D6A8985-1BF2-4755-AE76-B5B17C0B89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{9D6A8985-1BF2-4755-AE76-B5B17C0B898D}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{9D6A8985-1BF2-4755-AE76-B5B17C0B898D}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{9D6A8985-1BF2-4755-AE76-B5B17C0B898D}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