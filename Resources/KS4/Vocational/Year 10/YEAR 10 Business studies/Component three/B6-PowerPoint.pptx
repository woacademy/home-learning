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EBD686-0D37-461E-A155-407F3169B37F}">
  <a:tblStyle styleId="{90EBD686-0D37-461E-A155-407F3169B37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{90EBD686-0D37-461E-A155-407F3169B37F}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{90EBD686-0D37-461E-A155-407F3169B37F}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{90EBD686-0D37-461E-A155-407F3169B37F}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