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2CBCC7-B206-4623-8CA5-1D2FDDFE635F}">
  <a:tblStyle styleId="{502CBCC7-B206-4623-8CA5-1D2FDDFE63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{502CBCC7-B206-4623-8CA5-1D2FDDFE635F}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{502CBCC7-B206-4623-8CA5-1D2FDDFE635F}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{502CBCC7-B206-4623-8CA5-1D2FDDFE635F}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