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7751A5-813B-400B-8CF0-2EC39CB4FFFC}">
  <a:tblStyle styleId="{3D7751A5-813B-400B-8CF0-2EC39CB4FF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{3D7751A5-813B-400B-8CF0-2EC39CB4FFFC}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{3D7751A5-813B-400B-8CF0-2EC39CB4FFFC}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{3D7751A5-813B-400B-8CF0-2EC39CB4FFFC}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