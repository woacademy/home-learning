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3B2B41-830C-499A-8DC6-5CD86DEB734D}">
  <a:tblStyle styleId="{013B2B41-830C-499A-8DC6-5CD86DEB73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{013B2B41-830C-499A-8DC6-5CD86DEB734D}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{013B2B41-830C-499A-8DC6-5CD86DEB734D}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{013B2B41-830C-499A-8DC6-5CD86DEB734D}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