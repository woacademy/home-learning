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0C7B18-8662-4C4B-AEAD-B7FE9094095E}">
  <a:tblStyle styleId="{700C7B18-8662-4C4B-AEAD-B7FE909409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{700C7B18-8662-4C4B-AEAD-B7FE9094095E}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{700C7B18-8662-4C4B-AEAD-B7FE9094095E}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{700C7B18-8662-4C4B-AEAD-B7FE9094095E}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