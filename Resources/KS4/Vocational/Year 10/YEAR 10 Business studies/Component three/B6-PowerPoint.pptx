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A0A932-E67D-4965-9752-570FB9E0983D}">
  <a:tblStyle styleId="{69A0A932-E67D-4965-9752-570FB9E098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{69A0A932-E67D-4965-9752-570FB9E0983D}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{69A0A932-E67D-4965-9752-570FB9E0983D}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{69A0A932-E67D-4965-9752-570FB9E0983D}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