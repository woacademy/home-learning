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C37C7B-CC1C-4C34-99F5-C41EF52F45C7}">
  <a:tblStyle styleId="{67C37C7B-CC1C-4C34-99F5-C41EF52F45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{67C37C7B-CC1C-4C34-99F5-C41EF52F45C7}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{67C37C7B-CC1C-4C34-99F5-C41EF52F45C7}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{67C37C7B-CC1C-4C34-99F5-C41EF52F45C7}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