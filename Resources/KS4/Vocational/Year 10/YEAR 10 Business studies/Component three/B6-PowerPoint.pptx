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BDE7A2-EF52-4911-B817-F1FB23B921EE}">
  <a:tblStyle styleId="{30BDE7A2-EF52-4911-B817-F1FB23B921E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{30BDE7A2-EF52-4911-B817-F1FB23B921EE}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{30BDE7A2-EF52-4911-B817-F1FB23B921EE}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{30BDE7A2-EF52-4911-B817-F1FB23B921EE}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