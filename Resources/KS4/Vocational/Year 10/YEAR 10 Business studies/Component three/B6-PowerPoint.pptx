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D87A763-97B4-4BEE-BD8C-53B202A98B38}">
  <a:tblStyle styleId="{4D87A763-97B4-4BEE-BD8C-53B202A98B3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{4D87A763-97B4-4BEE-BD8C-53B202A98B38}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{4D87A763-97B4-4BEE-BD8C-53B202A98B38}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{4D87A763-97B4-4BEE-BD8C-53B202A98B38}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