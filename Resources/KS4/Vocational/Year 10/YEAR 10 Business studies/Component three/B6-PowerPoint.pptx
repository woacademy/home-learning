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281205A-5FDF-43BE-B292-3EB0667A2E95}">
  <a:tblStyle styleId="{A281205A-5FDF-43BE-B292-3EB0667A2E9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{A281205A-5FDF-43BE-B292-3EB0667A2E95}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{A281205A-5FDF-43BE-B292-3EB0667A2E95}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{A281205A-5FDF-43BE-B292-3EB0667A2E95}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