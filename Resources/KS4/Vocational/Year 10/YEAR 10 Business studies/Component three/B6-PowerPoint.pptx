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A9637D-327B-4B98-B6D2-77B0DE613E2E}">
  <a:tblStyle styleId="{C5A9637D-327B-4B98-B6D2-77B0DE613E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{C5A9637D-327B-4B98-B6D2-77B0DE613E2E}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{C5A9637D-327B-4B98-B6D2-77B0DE613E2E}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{C5A9637D-327B-4B98-B6D2-77B0DE613E2E}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