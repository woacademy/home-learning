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ED259B-438B-4864-9F8E-DD16D607CF52}">
  <a:tblStyle styleId="{2DED259B-438B-4864-9F8E-DD16D607CF5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{2DED259B-438B-4864-9F8E-DD16D607CF52}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{2DED259B-438B-4864-9F8E-DD16D607CF52}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{2DED259B-438B-4864-9F8E-DD16D607CF52}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