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C708C5-FF7D-45AB-9FC6-FF86166194F1}">
  <a:tblStyle styleId="{29C708C5-FF7D-45AB-9FC6-FF86166194F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{29C708C5-FF7D-45AB-9FC6-FF86166194F1}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{29C708C5-FF7D-45AB-9FC6-FF86166194F1}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{29C708C5-FF7D-45AB-9FC6-FF86166194F1}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