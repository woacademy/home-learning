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ADBD0-7407-41EE-AD0B-DE04837F7A01}">
  <a:tblStyle styleId="{929ADBD0-7407-41EE-AD0B-DE04837F7A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{929ADBD0-7407-41EE-AD0B-DE04837F7A01}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{929ADBD0-7407-41EE-AD0B-DE04837F7A01}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{929ADBD0-7407-41EE-AD0B-DE04837F7A01}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