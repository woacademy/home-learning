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66C138F-8121-45B1-B550-456EA057BEF9}">
  <a:tblStyle styleId="{A66C138F-8121-45B1-B550-456EA057BE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{A66C138F-8121-45B1-B550-456EA057BEF9}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{A66C138F-8121-45B1-B550-456EA057BEF9}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{A66C138F-8121-45B1-B550-456EA057BEF9}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