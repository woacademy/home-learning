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C5646C-6758-4E16-BBD7-99FA183FE4EC}">
  <a:tblStyle styleId="{79C5646C-6758-4E16-BBD7-99FA183FE4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{79C5646C-6758-4E16-BBD7-99FA183FE4EC}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{79C5646C-6758-4E16-BBD7-99FA183FE4EC}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{79C5646C-6758-4E16-BBD7-99FA183FE4EC}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