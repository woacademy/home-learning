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F0357-54D4-4088-9B34-3E82C7BF3446}">
  <a:tblStyle styleId="{BC5F0357-54D4-4088-9B34-3E82C7BF34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{BC5F0357-54D4-4088-9B34-3E82C7BF3446}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{BC5F0357-54D4-4088-9B34-3E82C7BF3446}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{BC5F0357-54D4-4088-9B34-3E82C7BF3446}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