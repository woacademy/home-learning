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93B43E-2A8B-4D2D-9B2C-91AA849A0388}">
  <a:tblStyle styleId="{8393B43E-2A8B-4D2D-9B2C-91AA849A038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{8393B43E-2A8B-4D2D-9B2C-91AA849A0388}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{8393B43E-2A8B-4D2D-9B2C-91AA849A0388}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{8393B43E-2A8B-4D2D-9B2C-91AA849A0388}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