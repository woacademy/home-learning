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796668E-AC97-491B-BDC7-DA852CEF0AF4}">
  <a:tblStyle styleId="{5796668E-AC97-491B-BDC7-DA852CEF0AF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{5796668E-AC97-491B-BDC7-DA852CEF0AF4}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{5796668E-AC97-491B-BDC7-DA852CEF0AF4}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{5796668E-AC97-491B-BDC7-DA852CEF0AF4}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