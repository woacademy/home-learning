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2009AC-6745-444C-91BA-5F31BBB1C02B}">
  <a:tblStyle styleId="{AC2009AC-6745-444C-91BA-5F31BBB1C0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{AC2009AC-6745-444C-91BA-5F31BBB1C02B}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{AC2009AC-6745-444C-91BA-5F31BBB1C02B}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{AC2009AC-6745-444C-91BA-5F31BBB1C02B}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