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6CCF1-3076-4506-B1A9-68C3800A951D}">
  <a:tblStyle styleId="{A466CCF1-3076-4506-B1A9-68C3800A95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{A466CCF1-3076-4506-B1A9-68C3800A951D}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{A466CCF1-3076-4506-B1A9-68C3800A951D}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{A466CCF1-3076-4506-B1A9-68C3800A951D}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