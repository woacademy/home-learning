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C6F6E-60A9-4974-AE94-182D45706913}">
  <a:tblStyle styleId="{542C6F6E-60A9-4974-AE94-182D457069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{542C6F6E-60A9-4974-AE94-182D45706913}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{542C6F6E-60A9-4974-AE94-182D45706913}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{542C6F6E-60A9-4974-AE94-182D45706913}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