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B6C224A-DA3E-4BB0-9284-A4A16BEBB28B}">
  <a:tblStyle styleId="{5B6C224A-DA3E-4BB0-9284-A4A16BEBB28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{5B6C224A-DA3E-4BB0-9284-A4A16BEBB28B}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{5B6C224A-DA3E-4BB0-9284-A4A16BEBB28B}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{5B6C224A-DA3E-4BB0-9284-A4A16BEBB28B}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