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917F7D-B3C4-41FA-9A95-60B4435FB448}">
  <a:tblStyle styleId="{EA917F7D-B3C4-41FA-9A95-60B4435FB4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{EA917F7D-B3C4-41FA-9A95-60B4435FB448}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{EA917F7D-B3C4-41FA-9A95-60B4435FB448}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{EA917F7D-B3C4-41FA-9A95-60B4435FB448}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