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2B426D-8A18-4AE9-9B29-0F71E719CDE8}">
  <a:tblStyle styleId="{F32B426D-8A18-4AE9-9B29-0F71E719CDE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{F32B426D-8A18-4AE9-9B29-0F71E719CDE8}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{F32B426D-8A18-4AE9-9B29-0F71E719CDE8}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{F32B426D-8A18-4AE9-9B29-0F71E719CDE8}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