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34FD33B-7793-4378-A453-7D61CA0ADBBB}">
  <a:tblStyle styleId="{134FD33B-7793-4378-A453-7D61CA0ADBBB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{134FD33B-7793-4378-A453-7D61CA0ADBBB}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{134FD33B-7793-4378-A453-7D61CA0ADBBB}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{134FD33B-7793-4378-A453-7D61CA0ADBBB}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