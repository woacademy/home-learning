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B3D6F3-D84E-4BEF-8A24-D9A1B1E0EF32}">
  <a:tblStyle styleId="{8DB3D6F3-D84E-4BEF-8A24-D9A1B1E0EF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{8DB3D6F3-D84E-4BEF-8A24-D9A1B1E0EF32}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{8DB3D6F3-D84E-4BEF-8A24-D9A1B1E0EF32}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{8DB3D6F3-D84E-4BEF-8A24-D9A1B1E0EF32}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