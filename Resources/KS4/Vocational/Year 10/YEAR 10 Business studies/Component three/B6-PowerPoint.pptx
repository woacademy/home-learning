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1CDED9-040E-4F27-BF82-B531CFEB2AE7}">
  <a:tblStyle styleId="{D91CDED9-040E-4F27-BF82-B531CFEB2A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{D91CDED9-040E-4F27-BF82-B531CFEB2AE7}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{D91CDED9-040E-4F27-BF82-B531CFEB2AE7}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{D91CDED9-040E-4F27-BF82-B531CFEB2AE7}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