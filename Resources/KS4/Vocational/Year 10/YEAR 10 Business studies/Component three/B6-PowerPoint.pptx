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5FE47-EC5A-4915-BB89-6CCF38BB0F61}">
  <a:tblStyle styleId="{DCE5FE47-EC5A-4915-BB89-6CCF38BB0F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{DCE5FE47-EC5A-4915-BB89-6CCF38BB0F61}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{DCE5FE47-EC5A-4915-BB89-6CCF38BB0F61}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{DCE5FE47-EC5A-4915-BB89-6CCF38BB0F61}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