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FCC830-81F9-428A-9C57-57FBF59BE954}">
  <a:tblStyle styleId="{03FCC830-81F9-428A-9C57-57FBF59BE9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{03FCC830-81F9-428A-9C57-57FBF59BE954}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{03FCC830-81F9-428A-9C57-57FBF59BE954}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{03FCC830-81F9-428A-9C57-57FBF59BE954}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