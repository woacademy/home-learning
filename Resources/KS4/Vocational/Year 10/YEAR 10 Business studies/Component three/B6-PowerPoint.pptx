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68DDB2-FAC6-412D-BC22-0D46090C87EA}">
  <a:tblStyle styleId="{4668DDB2-FAC6-412D-BC22-0D46090C87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{4668DDB2-FAC6-412D-BC22-0D46090C87EA}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{4668DDB2-FAC6-412D-BC22-0D46090C87EA}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{4668DDB2-FAC6-412D-BC22-0D46090C87EA}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