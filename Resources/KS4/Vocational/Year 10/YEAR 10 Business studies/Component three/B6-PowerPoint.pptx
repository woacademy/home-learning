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9AE586-0691-418A-882A-76309F03B465}">
  <a:tblStyle styleId="{749AE586-0691-418A-882A-76309F03B4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{749AE586-0691-418A-882A-76309F03B465}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{749AE586-0691-418A-882A-76309F03B465}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{749AE586-0691-418A-882A-76309F03B465}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