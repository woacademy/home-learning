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78447E-95CA-4FB9-AAD8-F267EB675ACE}">
  <a:tblStyle styleId="{FF78447E-95CA-4FB9-AAD8-F267EB675AC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{FF78447E-95CA-4FB9-AAD8-F267EB675ACE}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{FF78447E-95CA-4FB9-AAD8-F267EB675ACE}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{FF78447E-95CA-4FB9-AAD8-F267EB675ACE}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