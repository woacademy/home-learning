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D2B6A1-3D18-430C-9869-48F51CEE9730}">
  <a:tblStyle styleId="{B2D2B6A1-3D18-430C-9869-48F51CEE97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{B2D2B6A1-3D18-430C-9869-48F51CEE9730}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{B2D2B6A1-3D18-430C-9869-48F51CEE9730}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{B2D2B6A1-3D18-430C-9869-48F51CEE9730}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