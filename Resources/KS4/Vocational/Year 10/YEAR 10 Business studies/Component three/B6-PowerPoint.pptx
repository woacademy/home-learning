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F307FB-4688-4959-9F19-B4DA783EF108}">
  <a:tblStyle styleId="{71F307FB-4688-4959-9F19-B4DA783EF1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{71F307FB-4688-4959-9F19-B4DA783EF108}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{71F307FB-4688-4959-9F19-B4DA783EF108}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{71F307FB-4688-4959-9F19-B4DA783EF108}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