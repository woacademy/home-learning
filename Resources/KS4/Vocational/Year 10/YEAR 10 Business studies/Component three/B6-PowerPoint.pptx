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8BFFB-E0F9-4E44-B4C1-66DD113F4F06}">
  <a:tblStyle styleId="{C768BFFB-E0F9-4E44-B4C1-66DD113F4F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{C768BFFB-E0F9-4E44-B4C1-66DD113F4F06}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{C768BFFB-E0F9-4E44-B4C1-66DD113F4F06}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{C768BFFB-E0F9-4E44-B4C1-66DD113F4F06}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