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8D2787-AFD0-4B3B-878F-BA0D6CED7DBB}">
  <a:tblStyle styleId="{778D2787-AFD0-4B3B-878F-BA0D6CED7DB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{778D2787-AFD0-4B3B-878F-BA0D6CED7DBB}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{778D2787-AFD0-4B3B-878F-BA0D6CED7DBB}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{778D2787-AFD0-4B3B-878F-BA0D6CED7DBB}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