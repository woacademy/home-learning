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B1B507-5A6D-4E76-B8BD-FE498EF72078}">
  <a:tblStyle styleId="{BFB1B507-5A6D-4E76-B8BD-FE498EF7207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{BFB1B507-5A6D-4E76-B8BD-FE498EF72078}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{BFB1B507-5A6D-4E76-B8BD-FE498EF72078}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{BFB1B507-5A6D-4E76-B8BD-FE498EF72078}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