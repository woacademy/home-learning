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71FFB2-C984-43C4-8C88-FCB8090D66D6}">
  <a:tblStyle styleId="{3471FFB2-C984-43C4-8C88-FCB8090D66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{3471FFB2-C984-43C4-8C88-FCB8090D66D6}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{3471FFB2-C984-43C4-8C88-FCB8090D66D6}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{3471FFB2-C984-43C4-8C88-FCB8090D66D6}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