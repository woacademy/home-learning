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1687B-9BE0-435F-812B-205CE9CC7F9B}">
  <a:tblStyle styleId="{49E1687B-9BE0-435F-812B-205CE9CC7F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{49E1687B-9BE0-435F-812B-205CE9CC7F9B}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{49E1687B-9BE0-435F-812B-205CE9CC7F9B}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{49E1687B-9BE0-435F-812B-205CE9CC7F9B}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