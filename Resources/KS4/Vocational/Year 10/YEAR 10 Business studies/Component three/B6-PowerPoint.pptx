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430F3B-7D9A-418F-9AD9-00BEFD026681}">
  <a:tblStyle styleId="{96430F3B-7D9A-418F-9AD9-00BEFD02668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{96430F3B-7D9A-418F-9AD9-00BEFD026681}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{96430F3B-7D9A-418F-9AD9-00BEFD026681}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{96430F3B-7D9A-418F-9AD9-00BEFD026681}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