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117ABC-F5F9-4C91-B134-A8A614A099E2}">
  <a:tblStyle styleId="{2D117ABC-F5F9-4C91-B134-A8A614A099E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{2D117ABC-F5F9-4C91-B134-A8A614A099E2}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{2D117ABC-F5F9-4C91-B134-A8A614A099E2}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{2D117ABC-F5F9-4C91-B134-A8A614A099E2}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