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6DE961-02C1-4E3D-A801-BEDCEC94D2B8}">
  <a:tblStyle styleId="{C36DE961-02C1-4E3D-A801-BEDCEC94D2B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{C36DE961-02C1-4E3D-A801-BEDCEC94D2B8}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{C36DE961-02C1-4E3D-A801-BEDCEC94D2B8}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{C36DE961-02C1-4E3D-A801-BEDCEC94D2B8}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