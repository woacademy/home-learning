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13D2B-BE37-402A-B81C-197DDAED971B}">
  <a:tblStyle styleId="{DED13D2B-BE37-402A-B81C-197DDAED97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{DED13D2B-BE37-402A-B81C-197DDAED971B}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{DED13D2B-BE37-402A-B81C-197DDAED971B}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{DED13D2B-BE37-402A-B81C-197DDAED971B}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