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B35308-CF01-4A9C-BCDC-2E8B87FD7327}">
  <a:tblStyle styleId="{9DB35308-CF01-4A9C-BCDC-2E8B87FD73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{9DB35308-CF01-4A9C-BCDC-2E8B87FD7327}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{9DB35308-CF01-4A9C-BCDC-2E8B87FD7327}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{9DB35308-CF01-4A9C-BCDC-2E8B87FD7327}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