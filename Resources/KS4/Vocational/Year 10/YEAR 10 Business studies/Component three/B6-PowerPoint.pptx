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58C9000-E70A-44C6-9365-64ED3F0EEAD7}">
  <a:tblStyle styleId="{C58C9000-E70A-44C6-9365-64ED3F0EEAD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{C58C9000-E70A-44C6-9365-64ED3F0EEAD7}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{C58C9000-E70A-44C6-9365-64ED3F0EEAD7}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{C58C9000-E70A-44C6-9365-64ED3F0EEAD7}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