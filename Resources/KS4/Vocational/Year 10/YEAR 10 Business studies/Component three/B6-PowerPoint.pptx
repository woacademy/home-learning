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9A24D1-5899-4CEC-A9A8-85A518F1F388}">
  <a:tblStyle styleId="{AD9A24D1-5899-4CEC-A9A8-85A518F1F38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{AD9A24D1-5899-4CEC-A9A8-85A518F1F388}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{AD9A24D1-5899-4CEC-A9A8-85A518F1F388}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{AD9A24D1-5899-4CEC-A9A8-85A518F1F388}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