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F34F0E-BC05-46AF-85BB-75133428FB1C}">
  <a:tblStyle styleId="{97F34F0E-BC05-46AF-85BB-75133428FB1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{97F34F0E-BC05-46AF-85BB-75133428FB1C}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{97F34F0E-BC05-46AF-85BB-75133428FB1C}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{97F34F0E-BC05-46AF-85BB-75133428FB1C}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