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B9AA1-A7F2-4B76-813B-837826B4CD0C}">
  <a:tblStyle styleId="{D6DB9AA1-A7F2-4B76-813B-837826B4CD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{D6DB9AA1-A7F2-4B76-813B-837826B4CD0C}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{D6DB9AA1-A7F2-4B76-813B-837826B4CD0C}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{D6DB9AA1-A7F2-4B76-813B-837826B4CD0C}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