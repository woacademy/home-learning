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7E354C-85FF-4D30-ADAE-3C0145638C3D}">
  <a:tblStyle styleId="{E47E354C-85FF-4D30-ADAE-3C0145638C3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{E47E354C-85FF-4D30-ADAE-3C0145638C3D}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{E47E354C-85FF-4D30-ADAE-3C0145638C3D}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{E47E354C-85FF-4D30-ADAE-3C0145638C3D}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