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193465-3A31-4C07-AC49-8734950B240D}">
  <a:tblStyle styleId="{F2193465-3A31-4C07-AC49-8734950B24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{F2193465-3A31-4C07-AC49-8734950B240D}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{F2193465-3A31-4C07-AC49-8734950B240D}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{F2193465-3A31-4C07-AC49-8734950B240D}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