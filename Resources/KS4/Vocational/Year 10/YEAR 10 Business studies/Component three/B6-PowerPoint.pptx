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80C14-BA9E-4DB5-A86A-33D549617B8D}">
  <a:tblStyle styleId="{D9C80C14-BA9E-4DB5-A86A-33D549617B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{D9C80C14-BA9E-4DB5-A86A-33D549617B8D}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{D9C80C14-BA9E-4DB5-A86A-33D549617B8D}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{D9C80C14-BA9E-4DB5-A86A-33D549617B8D}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