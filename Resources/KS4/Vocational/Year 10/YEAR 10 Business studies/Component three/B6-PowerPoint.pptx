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6970670-5593-4ABF-837C-2785B26A8637}">
  <a:tblStyle styleId="{F6970670-5593-4ABF-837C-2785B26A863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{F6970670-5593-4ABF-837C-2785B26A8637}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{F6970670-5593-4ABF-837C-2785B26A8637}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{F6970670-5593-4ABF-837C-2785B26A8637}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