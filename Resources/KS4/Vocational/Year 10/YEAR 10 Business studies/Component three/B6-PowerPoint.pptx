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7A0ED0-9C88-485D-B241-0C2A89D05638}">
  <a:tblStyle styleId="{9C7A0ED0-9C88-485D-B241-0C2A89D0563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{9C7A0ED0-9C88-485D-B241-0C2A89D05638}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{9C7A0ED0-9C88-485D-B241-0C2A89D05638}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{9C7A0ED0-9C88-485D-B241-0C2A89D05638}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