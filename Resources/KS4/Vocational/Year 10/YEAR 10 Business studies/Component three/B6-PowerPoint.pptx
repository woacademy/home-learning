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2EE089-B5CB-4708-B950-4AB8FA5B0D3C}">
  <a:tblStyle styleId="{D02EE089-B5CB-4708-B950-4AB8FA5B0D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{D02EE089-B5CB-4708-B950-4AB8FA5B0D3C}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{D02EE089-B5CB-4708-B950-4AB8FA5B0D3C}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{D02EE089-B5CB-4708-B950-4AB8FA5B0D3C}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