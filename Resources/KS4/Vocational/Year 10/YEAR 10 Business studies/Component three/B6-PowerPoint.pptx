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E7C2A-A07A-4224-A9F3-DB3372044DBA}">
  <a:tblStyle styleId="{B84E7C2A-A07A-4224-A9F3-DB3372044D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{B84E7C2A-A07A-4224-A9F3-DB3372044DBA}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{B84E7C2A-A07A-4224-A9F3-DB3372044DBA}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{B84E7C2A-A07A-4224-A9F3-DB3372044DBA}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