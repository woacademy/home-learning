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8FF473-91D7-402C-95CC-3BD5CA15623C}">
  <a:tblStyle styleId="{508FF473-91D7-402C-95CC-3BD5CA1562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{508FF473-91D7-402C-95CC-3BD5CA15623C}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{508FF473-91D7-402C-95CC-3BD5CA15623C}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{508FF473-91D7-402C-95CC-3BD5CA15623C}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