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A45EA9-DDC7-463B-A81D-FECBD56136D1}">
  <a:tblStyle styleId="{70A45EA9-DDC7-463B-A81D-FECBD56136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{70A45EA9-DDC7-463B-A81D-FECBD56136D1}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{70A45EA9-DDC7-463B-A81D-FECBD56136D1}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{70A45EA9-DDC7-463B-A81D-FECBD56136D1}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