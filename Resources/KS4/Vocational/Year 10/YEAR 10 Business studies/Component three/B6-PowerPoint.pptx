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AD576B-F791-43BF-80FA-C4C7B580F2E1}">
  <a:tblStyle styleId="{6CAD576B-F791-43BF-80FA-C4C7B580F2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{6CAD576B-F791-43BF-80FA-C4C7B580F2E1}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{6CAD576B-F791-43BF-80FA-C4C7B580F2E1}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{6CAD576B-F791-43BF-80FA-C4C7B580F2E1}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