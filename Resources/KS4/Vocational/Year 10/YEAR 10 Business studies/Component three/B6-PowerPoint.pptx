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69F3F9-3A12-4E78-89CB-0921EEAAAB18}">
  <a:tblStyle styleId="{BE69F3F9-3A12-4E78-89CB-0921EEAAAB1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{BE69F3F9-3A12-4E78-89CB-0921EEAAAB18}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{BE69F3F9-3A12-4E78-89CB-0921EEAAAB18}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{BE69F3F9-3A12-4E78-89CB-0921EEAAAB18}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