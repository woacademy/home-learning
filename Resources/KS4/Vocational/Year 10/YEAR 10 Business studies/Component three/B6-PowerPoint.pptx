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2D3156-1BDE-4EFE-9DE6-F6699D4A6D3F}">
  <a:tblStyle styleId="{662D3156-1BDE-4EFE-9DE6-F6699D4A6D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{662D3156-1BDE-4EFE-9DE6-F6699D4A6D3F}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{662D3156-1BDE-4EFE-9DE6-F6699D4A6D3F}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{662D3156-1BDE-4EFE-9DE6-F6699D4A6D3F}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