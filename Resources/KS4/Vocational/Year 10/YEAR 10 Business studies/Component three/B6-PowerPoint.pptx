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3AA2CA-4B93-42FB-8849-276812A26108}">
  <a:tblStyle styleId="{1E3AA2CA-4B93-42FB-8849-276812A2610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{1E3AA2CA-4B93-42FB-8849-276812A26108}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{1E3AA2CA-4B93-42FB-8849-276812A26108}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{1E3AA2CA-4B93-42FB-8849-276812A26108}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