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680BF2-71A2-43DE-A322-35CA1A345373}">
  <a:tblStyle styleId="{5B680BF2-71A2-43DE-A322-35CA1A34537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{5B680BF2-71A2-43DE-A322-35CA1A345373}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{5B680BF2-71A2-43DE-A322-35CA1A345373}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{5B680BF2-71A2-43DE-A322-35CA1A345373}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