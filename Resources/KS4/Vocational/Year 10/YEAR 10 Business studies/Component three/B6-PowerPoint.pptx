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65F1B27-7B39-4A03-8E7C-711EE93EF00A}">
  <a:tblStyle styleId="{B65F1B27-7B39-4A03-8E7C-711EE93EF00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{B65F1B27-7B39-4A03-8E7C-711EE93EF00A}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{B65F1B27-7B39-4A03-8E7C-711EE93EF00A}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{B65F1B27-7B39-4A03-8E7C-711EE93EF00A}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