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D9B927-37F6-49FE-AFBA-2064CF9420E2}">
  <a:tblStyle styleId="{97D9B927-37F6-49FE-AFBA-2064CF9420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{97D9B927-37F6-49FE-AFBA-2064CF9420E2}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{97D9B927-37F6-49FE-AFBA-2064CF9420E2}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{97D9B927-37F6-49FE-AFBA-2064CF9420E2}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