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42DCE8-9423-4857-9637-27594EF6268A}">
  <a:tblStyle styleId="{8842DCE8-9423-4857-9637-27594EF626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{8842DCE8-9423-4857-9637-27594EF6268A}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{8842DCE8-9423-4857-9637-27594EF6268A}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{8842DCE8-9423-4857-9637-27594EF6268A}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