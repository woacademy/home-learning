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2289F9-D67B-4E08-9750-F58C65DC8213}">
  <a:tblStyle styleId="{312289F9-D67B-4E08-9750-F58C65DC82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{312289F9-D67B-4E08-9750-F58C65DC8213}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{312289F9-D67B-4E08-9750-F58C65DC8213}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{312289F9-D67B-4E08-9750-F58C65DC8213}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