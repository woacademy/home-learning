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447038-8047-4593-ABF2-F7A0CC656A79}">
  <a:tblStyle styleId="{3B447038-8047-4593-ABF2-F7A0CC656A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{3B447038-8047-4593-ABF2-F7A0CC656A79}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{3B447038-8047-4593-ABF2-F7A0CC656A79}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{3B447038-8047-4593-ABF2-F7A0CC656A79}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