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F49E18-7418-451D-B9D2-B7347908CF1B}">
  <a:tblStyle styleId="{94F49E18-7418-451D-B9D2-B7347908CF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{94F49E18-7418-451D-B9D2-B7347908CF1B}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{94F49E18-7418-451D-B9D2-B7347908CF1B}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{94F49E18-7418-451D-B9D2-B7347908CF1B}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