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7F9888-4406-41F2-B47D-D7D898DABC45}">
  <a:tblStyle styleId="{E57F9888-4406-41F2-B47D-D7D898DABC4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{E57F9888-4406-41F2-B47D-D7D898DABC45}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{E57F9888-4406-41F2-B47D-D7D898DABC45}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{E57F9888-4406-41F2-B47D-D7D898DABC45}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