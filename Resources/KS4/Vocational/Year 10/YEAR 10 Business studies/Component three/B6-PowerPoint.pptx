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20240C-8FE3-432A-A73C-472C0901568F}">
  <a:tblStyle styleId="{3320240C-8FE3-432A-A73C-472C090156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{3320240C-8FE3-432A-A73C-472C0901568F}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{3320240C-8FE3-432A-A73C-472C0901568F}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{3320240C-8FE3-432A-A73C-472C0901568F}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