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FFB83E-78AA-4F7B-8EA7-236EB26D7A1E}">
  <a:tblStyle styleId="{75FFB83E-78AA-4F7B-8EA7-236EB26D7A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{75FFB83E-78AA-4F7B-8EA7-236EB26D7A1E}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{75FFB83E-78AA-4F7B-8EA7-236EB26D7A1E}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{75FFB83E-78AA-4F7B-8EA7-236EB26D7A1E}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