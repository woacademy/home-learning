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D0EC647-7D1E-4620-9CE3-A916DDDBB036}">
  <a:tblStyle styleId="{6D0EC647-7D1E-4620-9CE3-A916DDDBB03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{6D0EC647-7D1E-4620-9CE3-A916DDDBB036}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{6D0EC647-7D1E-4620-9CE3-A916DDDBB036}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{6D0EC647-7D1E-4620-9CE3-A916DDDBB036}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