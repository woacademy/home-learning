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F9A1AB-790D-42A3-A26A-DD005D40B359}">
  <a:tblStyle styleId="{09F9A1AB-790D-42A3-A26A-DD005D40B3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{09F9A1AB-790D-42A3-A26A-DD005D40B359}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{09F9A1AB-790D-42A3-A26A-DD005D40B359}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{09F9A1AB-790D-42A3-A26A-DD005D40B359}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