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5F4C69-0787-4A6B-94CC-D33A772CAC3A}">
  <a:tblStyle styleId="{F85F4C69-0787-4A6B-94CC-D33A772CAC3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{F85F4C69-0787-4A6B-94CC-D33A772CAC3A}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{F85F4C69-0787-4A6B-94CC-D33A772CAC3A}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{F85F4C69-0787-4A6B-94CC-D33A772CAC3A}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