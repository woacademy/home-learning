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65E560-BE96-4D80-96C4-AA6A9B098ED6}">
  <a:tblStyle styleId="{AF65E560-BE96-4D80-96C4-AA6A9B098E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{AF65E560-BE96-4D80-96C4-AA6A9B098ED6}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{AF65E560-BE96-4D80-96C4-AA6A9B098ED6}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{AF65E560-BE96-4D80-96C4-AA6A9B098ED6}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