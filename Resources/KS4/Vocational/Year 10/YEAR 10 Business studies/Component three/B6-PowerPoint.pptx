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68B8834-067F-45C9-A626-3FEBF929DBAB}">
  <a:tblStyle styleId="{C68B8834-067F-45C9-A626-3FEBF929DBA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{C68B8834-067F-45C9-A626-3FEBF929DBAB}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{C68B8834-067F-45C9-A626-3FEBF929DBAB}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{C68B8834-067F-45C9-A626-3FEBF929DBAB}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