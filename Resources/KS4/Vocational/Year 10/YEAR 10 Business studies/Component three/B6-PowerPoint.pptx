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419BB95-78CA-4596-A07D-EF03BA2C105C}">
  <a:tblStyle styleId="{0419BB95-78CA-4596-A07D-EF03BA2C10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{0419BB95-78CA-4596-A07D-EF03BA2C105C}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{0419BB95-78CA-4596-A07D-EF03BA2C105C}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{0419BB95-78CA-4596-A07D-EF03BA2C105C}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