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1F6D3-B8A8-41D6-AFA8-89FE07ADEEAD}">
  <a:tblStyle styleId="{2F21F6D3-B8A8-41D6-AFA8-89FE07ADEE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{2F21F6D3-B8A8-41D6-AFA8-89FE07ADEEAD}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{2F21F6D3-B8A8-41D6-AFA8-89FE07ADEEAD}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{2F21F6D3-B8A8-41D6-AFA8-89FE07ADEEAD}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