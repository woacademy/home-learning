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F0B87F-A3A0-4764-A194-3013EE3DBD63}">
  <a:tblStyle styleId="{FEF0B87F-A3A0-4764-A194-3013EE3DBD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{FEF0B87F-A3A0-4764-A194-3013EE3DBD63}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{FEF0B87F-A3A0-4764-A194-3013EE3DBD63}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{FEF0B87F-A3A0-4764-A194-3013EE3DBD63}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