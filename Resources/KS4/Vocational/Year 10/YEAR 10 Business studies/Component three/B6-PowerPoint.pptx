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52237C-231C-48D4-9319-7898F90D55E6}">
  <a:tblStyle styleId="{2452237C-231C-48D4-9319-7898F90D55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{2452237C-231C-48D4-9319-7898F90D55E6}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{2452237C-231C-48D4-9319-7898F90D55E6}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{2452237C-231C-48D4-9319-7898F90D55E6}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