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C5B090-FD5D-4558-85EF-8DB8AEF0B75D}">
  <a:tblStyle styleId="{1FC5B090-FD5D-4558-85EF-8DB8AEF0B7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{1FC5B090-FD5D-4558-85EF-8DB8AEF0B75D}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{1FC5B090-FD5D-4558-85EF-8DB8AEF0B75D}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{1FC5B090-FD5D-4558-85EF-8DB8AEF0B75D}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