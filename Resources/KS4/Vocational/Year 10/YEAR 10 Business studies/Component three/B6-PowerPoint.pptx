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49BE05-6F56-485B-AB0F-537C0102F397}">
  <a:tblStyle styleId="{8B49BE05-6F56-485B-AB0F-537C0102F3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{8B49BE05-6F56-485B-AB0F-537C0102F397}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{8B49BE05-6F56-485B-AB0F-537C0102F397}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{8B49BE05-6F56-485B-AB0F-537C0102F397}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