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4AD363-8976-4B27-8F89-C028B45558C0}">
  <a:tblStyle styleId="{E14AD363-8976-4B27-8F89-C028B45558C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{E14AD363-8976-4B27-8F89-C028B45558C0}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{E14AD363-8976-4B27-8F89-C028B45558C0}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{E14AD363-8976-4B27-8F89-C028B45558C0}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