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9AB56DC-019F-4F8B-BBF5-EAD4725A482E}">
  <a:tblStyle styleId="{69AB56DC-019F-4F8B-BBF5-EAD4725A482E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5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{69AB56DC-019F-4F8B-BBF5-EAD4725A482E}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{69AB56DC-019F-4F8B-BBF5-EAD4725A482E}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{69AB56DC-019F-4F8B-BBF5-EAD4725A482E}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