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E3CCAE-9857-49F9-8C5F-F23FFB7A01AB}">
  <a:tblStyle styleId="{6DE3CCAE-9857-49F9-8C5F-F23FFB7A01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{6DE3CCAE-9857-49F9-8C5F-F23FFB7A01AB}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{6DE3CCAE-9857-49F9-8C5F-F23FFB7A01AB}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{6DE3CCAE-9857-49F9-8C5F-F23FFB7A01AB}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