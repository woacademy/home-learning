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7A143E-3164-4745-93BD-1D6F547CDEA6}">
  <a:tblStyle styleId="{EA7A143E-3164-4745-93BD-1D6F547CDE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{EA7A143E-3164-4745-93BD-1D6F547CDEA6}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{EA7A143E-3164-4745-93BD-1D6F547CDEA6}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{EA7A143E-3164-4745-93BD-1D6F547CDEA6}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