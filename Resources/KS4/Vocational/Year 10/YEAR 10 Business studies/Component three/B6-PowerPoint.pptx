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AD7391C-C466-4643-8AA3-125F4C7D62BD}">
  <a:tblStyle styleId="{4AD7391C-C466-4643-8AA3-125F4C7D62BD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{4AD7391C-C466-4643-8AA3-125F4C7D62BD}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{4AD7391C-C466-4643-8AA3-125F4C7D62BD}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{4AD7391C-C466-4643-8AA3-125F4C7D62BD}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