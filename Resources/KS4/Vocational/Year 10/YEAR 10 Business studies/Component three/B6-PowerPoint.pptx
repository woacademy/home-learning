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6D8A50-C52E-427E-AFD2-63F245FB7EA3}">
  <a:tblStyle styleId="{E86D8A50-C52E-427E-AFD2-63F245FB7EA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{E86D8A50-C52E-427E-AFD2-63F245FB7EA3}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{E86D8A50-C52E-427E-AFD2-63F245FB7EA3}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{E86D8A50-C52E-427E-AFD2-63F245FB7EA3}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