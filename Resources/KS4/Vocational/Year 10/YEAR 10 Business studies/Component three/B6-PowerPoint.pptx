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EA96FE5-1ED7-4C0E-BD85-B9A3B9A96329}">
  <a:tblStyle styleId="{BEA96FE5-1ED7-4C0E-BD85-B9A3B9A963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{BEA96FE5-1ED7-4C0E-BD85-B9A3B9A96329}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{BEA96FE5-1ED7-4C0E-BD85-B9A3B9A96329}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{BEA96FE5-1ED7-4C0E-BD85-B9A3B9A96329}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