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264CC-556C-4A3B-B7F2-339AFDDC3F5C}">
  <a:tblStyle styleId="{686264CC-556C-4A3B-B7F2-339AFDDC3F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{686264CC-556C-4A3B-B7F2-339AFDDC3F5C}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{686264CC-556C-4A3B-B7F2-339AFDDC3F5C}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{686264CC-556C-4A3B-B7F2-339AFDDC3F5C}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