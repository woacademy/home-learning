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0FE74-150A-443A-A290-4BC40E0BAA69}">
  <a:tblStyle styleId="{8420FE74-150A-443A-A290-4BC40E0BAA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{8420FE74-150A-443A-A290-4BC40E0BAA69}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{8420FE74-150A-443A-A290-4BC40E0BAA69}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{8420FE74-150A-443A-A290-4BC40E0BAA69}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