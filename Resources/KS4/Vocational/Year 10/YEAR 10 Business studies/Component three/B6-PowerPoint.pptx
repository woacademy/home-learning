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6C1AC8-2CE4-425D-A65B-D85760CFA748}">
  <a:tblStyle styleId="{A26C1AC8-2CE4-425D-A65B-D85760CFA7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{A26C1AC8-2CE4-425D-A65B-D85760CFA748}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{A26C1AC8-2CE4-425D-A65B-D85760CFA748}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{A26C1AC8-2CE4-425D-A65B-D85760CFA748}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