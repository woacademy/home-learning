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F2498EAB-2B65-49F8-8613-B8F3C90FC9E4}">
  <a:tblStyle styleId="{F2498EAB-2B65-49F8-8613-B8F3C90FC9E4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{F2498EAB-2B65-49F8-8613-B8F3C90FC9E4}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{F2498EAB-2B65-49F8-8613-B8F3C90FC9E4}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{F2498EAB-2B65-49F8-8613-B8F3C90FC9E4}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