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ADA30B-C856-48E8-9ED7-D0541508CE6B}">
  <a:tblStyle styleId="{1FADA30B-C856-48E8-9ED7-D0541508CE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{1FADA30B-C856-48E8-9ED7-D0541508CE6B}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{1FADA30B-C856-48E8-9ED7-D0541508CE6B}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{1FADA30B-C856-48E8-9ED7-D0541508CE6B}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