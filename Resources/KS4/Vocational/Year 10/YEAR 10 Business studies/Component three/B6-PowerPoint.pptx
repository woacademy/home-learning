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374B04-A1EF-403F-A7B7-9A4FC5526DD1}">
  <a:tblStyle styleId="{70374B04-A1EF-403F-A7B7-9A4FC5526D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{70374B04-A1EF-403F-A7B7-9A4FC5526DD1}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{70374B04-A1EF-403F-A7B7-9A4FC5526DD1}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{70374B04-A1EF-403F-A7B7-9A4FC5526DD1}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