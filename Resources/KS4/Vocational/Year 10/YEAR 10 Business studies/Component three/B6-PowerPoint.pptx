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A75552-8928-4193-8840-01B7238C6F9D}">
  <a:tblStyle styleId="{B8A75552-8928-4193-8840-01B7238C6F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{B8A75552-8928-4193-8840-01B7238C6F9D}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{B8A75552-8928-4193-8840-01B7238C6F9D}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{B8A75552-8928-4193-8840-01B7238C6F9D}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