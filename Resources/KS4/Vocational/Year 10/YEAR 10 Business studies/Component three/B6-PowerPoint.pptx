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3B32FA3-3D33-4C41-8978-100DF13C63DF}">
  <a:tblStyle styleId="{83B32FA3-3D33-4C41-8978-100DF13C63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{83B32FA3-3D33-4C41-8978-100DF13C63DF}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{83B32FA3-3D33-4C41-8978-100DF13C63DF}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{83B32FA3-3D33-4C41-8978-100DF13C63DF}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