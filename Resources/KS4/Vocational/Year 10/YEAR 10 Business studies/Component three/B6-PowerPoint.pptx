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850816-EFED-4767-A2C8-FFC6FF6DBF2D}">
  <a:tblStyle styleId="{CA850816-EFED-4767-A2C8-FFC6FF6DBF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{CA850816-EFED-4767-A2C8-FFC6FF6DBF2D}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{CA850816-EFED-4767-A2C8-FFC6FF6DBF2D}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{CA850816-EFED-4767-A2C8-FFC6FF6DBF2D}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