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549DC-1BF0-4FD0-BBD5-38C7410DC0F2}">
  <a:tblStyle styleId="{BB5549DC-1BF0-4FD0-BBD5-38C7410DC0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{BB5549DC-1BF0-4FD0-BBD5-38C7410DC0F2}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{BB5549DC-1BF0-4FD0-BBD5-38C7410DC0F2}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{BB5549DC-1BF0-4FD0-BBD5-38C7410DC0F2}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