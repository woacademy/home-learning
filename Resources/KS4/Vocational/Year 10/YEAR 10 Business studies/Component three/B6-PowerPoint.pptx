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B3B84B-C0EE-44B3-9128-533BB653F0AD}">
  <a:tblStyle styleId="{E8B3B84B-C0EE-44B3-9128-533BB653F0A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{E8B3B84B-C0EE-44B3-9128-533BB653F0AD}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{E8B3B84B-C0EE-44B3-9128-533BB653F0AD}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{E8B3B84B-C0EE-44B3-9128-533BB653F0AD}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