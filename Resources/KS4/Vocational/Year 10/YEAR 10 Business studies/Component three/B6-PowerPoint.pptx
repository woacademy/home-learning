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B2ECB3-B920-4954-8F7C-BEC5584109EC}">
  <a:tblStyle styleId="{8DB2ECB3-B920-4954-8F7C-BEC5584109E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{8DB2ECB3-B920-4954-8F7C-BEC5584109EC}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{8DB2ECB3-B920-4954-8F7C-BEC5584109EC}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{8DB2ECB3-B920-4954-8F7C-BEC5584109EC}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