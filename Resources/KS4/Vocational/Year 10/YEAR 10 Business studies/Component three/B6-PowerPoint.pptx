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471113A-5ACD-4D91-ADB6-D7F0912859F8}">
  <a:tblStyle styleId="{1471113A-5ACD-4D91-ADB6-D7F0912859F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{1471113A-5ACD-4D91-ADB6-D7F0912859F8}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{1471113A-5ACD-4D91-ADB6-D7F0912859F8}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{1471113A-5ACD-4D91-ADB6-D7F0912859F8}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