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EDBF4-F27F-4610-BD61-C7B69651656E}">
  <a:tblStyle styleId="{1F0EDBF4-F27F-4610-BD61-C7B6965165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{1F0EDBF4-F27F-4610-BD61-C7B69651656E}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{1F0EDBF4-F27F-4610-BD61-C7B69651656E}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{1F0EDBF4-F27F-4610-BD61-C7B69651656E}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