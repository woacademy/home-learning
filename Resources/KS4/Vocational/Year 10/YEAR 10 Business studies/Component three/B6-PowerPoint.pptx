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635B2F-0130-4DF6-A80B-85CDACA03719}">
  <a:tblStyle styleId="{59635B2F-0130-4DF6-A80B-85CDACA037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{59635B2F-0130-4DF6-A80B-85CDACA03719}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{59635B2F-0130-4DF6-A80B-85CDACA03719}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{59635B2F-0130-4DF6-A80B-85CDACA03719}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