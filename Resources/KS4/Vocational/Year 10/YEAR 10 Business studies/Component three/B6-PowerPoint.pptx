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EC8150-FA21-46E1-BD11-21183D2CE1D8}">
  <a:tblStyle styleId="{FEEC8150-FA21-46E1-BD11-21183D2CE1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{FEEC8150-FA21-46E1-BD11-21183D2CE1D8}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{FEEC8150-FA21-46E1-BD11-21183D2CE1D8}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{FEEC8150-FA21-46E1-BD11-21183D2CE1D8}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