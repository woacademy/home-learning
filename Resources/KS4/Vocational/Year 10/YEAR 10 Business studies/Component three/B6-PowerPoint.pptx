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5B35891-D4AF-43E9-8DAA-6182C0F83B5E}">
  <a:tblStyle styleId="{95B35891-D4AF-43E9-8DAA-6182C0F83B5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{95B35891-D4AF-43E9-8DAA-6182C0F83B5E}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{95B35891-D4AF-43E9-8DAA-6182C0F83B5E}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{95B35891-D4AF-43E9-8DAA-6182C0F83B5E}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