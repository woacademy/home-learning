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69BC1C-DC02-4FED-B85E-3F461E80296F}">
  <a:tblStyle styleId="{0369BC1C-DC02-4FED-B85E-3F461E8029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{0369BC1C-DC02-4FED-B85E-3F461E80296F}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{0369BC1C-DC02-4FED-B85E-3F461E80296F}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{0369BC1C-DC02-4FED-B85E-3F461E80296F}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