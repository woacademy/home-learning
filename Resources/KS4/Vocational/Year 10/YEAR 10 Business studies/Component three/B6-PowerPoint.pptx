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E0405BD-EE30-4FC9-B31D-70C7E36AB2C4}">
  <a:tblStyle styleId="{BE0405BD-EE30-4FC9-B31D-70C7E36AB2C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{BE0405BD-EE30-4FC9-B31D-70C7E36AB2C4}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{BE0405BD-EE30-4FC9-B31D-70C7E36AB2C4}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{BE0405BD-EE30-4FC9-B31D-70C7E36AB2C4}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