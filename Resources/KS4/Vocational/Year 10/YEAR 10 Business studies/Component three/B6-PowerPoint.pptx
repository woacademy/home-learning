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7BF88F-0D8C-4DD7-AAA8-220B2EA1D0F2}">
  <a:tblStyle styleId="{E97BF88F-0D8C-4DD7-AAA8-220B2EA1D0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{E97BF88F-0D8C-4DD7-AAA8-220B2EA1D0F2}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{E97BF88F-0D8C-4DD7-AAA8-220B2EA1D0F2}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{E97BF88F-0D8C-4DD7-AAA8-220B2EA1D0F2}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