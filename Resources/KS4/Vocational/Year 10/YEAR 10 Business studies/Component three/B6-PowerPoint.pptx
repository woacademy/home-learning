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BE7C08-F80C-43B2-9051-EDA9A3F3A5A8}">
  <a:tblStyle styleId="{57BE7C08-F80C-43B2-9051-EDA9A3F3A5A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{57BE7C08-F80C-43B2-9051-EDA9A3F3A5A8}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{57BE7C08-F80C-43B2-9051-EDA9A3F3A5A8}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{57BE7C08-F80C-43B2-9051-EDA9A3F3A5A8}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