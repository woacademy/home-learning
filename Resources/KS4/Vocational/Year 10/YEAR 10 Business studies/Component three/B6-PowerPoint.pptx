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0A1380-744F-40B0-8E7B-CE56D5281469}">
  <a:tblStyle styleId="{A50A1380-744F-40B0-8E7B-CE56D52814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{A50A1380-744F-40B0-8E7B-CE56D5281469}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{A50A1380-744F-40B0-8E7B-CE56D5281469}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{A50A1380-744F-40B0-8E7B-CE56D5281469}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