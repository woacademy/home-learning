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3F00DBC-35BA-47F4-99D7-E0F4A1ABCE1E}">
  <a:tblStyle styleId="{73F00DBC-35BA-47F4-99D7-E0F4A1ABCE1E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{73F00DBC-35BA-47F4-99D7-E0F4A1ABCE1E}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{73F00DBC-35BA-47F4-99D7-E0F4A1ABCE1E}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{73F00DBC-35BA-47F4-99D7-E0F4A1ABCE1E}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