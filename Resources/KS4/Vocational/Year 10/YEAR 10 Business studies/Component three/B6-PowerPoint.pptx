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15E48B-82C1-4D66-B197-A7BA136CCD6A}">
  <a:tblStyle styleId="{CE15E48B-82C1-4D66-B197-A7BA136CCD6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{CE15E48B-82C1-4D66-B197-A7BA136CCD6A}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{CE15E48B-82C1-4D66-B197-A7BA136CCD6A}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{CE15E48B-82C1-4D66-B197-A7BA136CCD6A}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