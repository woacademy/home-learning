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99703D-7FF9-44CB-AB7D-0AF269C1653D}">
  <a:tblStyle styleId="{D699703D-7FF9-44CB-AB7D-0AF269C1653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{D699703D-7FF9-44CB-AB7D-0AF269C1653D}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{D699703D-7FF9-44CB-AB7D-0AF269C1653D}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{D699703D-7FF9-44CB-AB7D-0AF269C1653D}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