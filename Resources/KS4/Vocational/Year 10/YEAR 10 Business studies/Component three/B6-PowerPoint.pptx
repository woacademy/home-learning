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DFAA1-BA6F-4C30-842A-D12FEE26EA60}">
  <a:tblStyle styleId="{379DFAA1-BA6F-4C30-842A-D12FEE26EA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{379DFAA1-BA6F-4C30-842A-D12FEE26EA60}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{379DFAA1-BA6F-4C30-842A-D12FEE26EA60}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{379DFAA1-BA6F-4C30-842A-D12FEE26EA60}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