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56C1AB-1800-4E7D-841C-2BBF5E4D809C}">
  <a:tblStyle styleId="{9F56C1AB-1800-4E7D-841C-2BBF5E4D80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{9F56C1AB-1800-4E7D-841C-2BBF5E4D809C}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{9F56C1AB-1800-4E7D-841C-2BBF5E4D809C}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{9F56C1AB-1800-4E7D-841C-2BBF5E4D809C}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