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41C08-136E-4EA8-92BE-96032AAAA147}">
  <a:tblStyle styleId="{9C741C08-136E-4EA8-92BE-96032AAAA1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{9C741C08-136E-4EA8-92BE-96032AAAA147}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{9C741C08-136E-4EA8-92BE-96032AAAA147}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{9C741C08-136E-4EA8-92BE-96032AAAA147}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