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6924A9-2F58-4CEA-872A-39602589B941}">
  <a:tblStyle styleId="{826924A9-2F58-4CEA-872A-39602589B94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{826924A9-2F58-4CEA-872A-39602589B941}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{826924A9-2F58-4CEA-872A-39602589B941}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{826924A9-2F58-4CEA-872A-39602589B941}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