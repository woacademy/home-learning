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028D15-0C5D-4034-8BDC-C86BD1863D88}">
  <a:tblStyle styleId="{37028D15-0C5D-4034-8BDC-C86BD1863D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{37028D15-0C5D-4034-8BDC-C86BD1863D88}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{37028D15-0C5D-4034-8BDC-C86BD1863D88}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{37028D15-0C5D-4034-8BDC-C86BD1863D88}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