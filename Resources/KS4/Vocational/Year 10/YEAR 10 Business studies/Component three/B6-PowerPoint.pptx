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4CA11D-7633-4E30-B042-EF69709B0887}">
  <a:tblStyle styleId="{334CA11D-7633-4E30-B042-EF69709B08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{334CA11D-7633-4E30-B042-EF69709B0887}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{334CA11D-7633-4E30-B042-EF69709B0887}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{334CA11D-7633-4E30-B042-EF69709B0887}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