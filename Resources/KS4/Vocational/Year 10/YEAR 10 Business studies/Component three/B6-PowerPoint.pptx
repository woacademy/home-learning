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9FA64-B9E1-4E5A-9F72-111FA532F3ED}">
  <a:tblStyle styleId="{6139FA64-B9E1-4E5A-9F72-111FA532F3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{6139FA64-B9E1-4E5A-9F72-111FA532F3ED}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{6139FA64-B9E1-4E5A-9F72-111FA532F3ED}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{6139FA64-B9E1-4E5A-9F72-111FA532F3ED}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