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F48CDF-115B-446B-B831-40A398A1FEC8}">
  <a:tblStyle styleId="{6FF48CDF-115B-446B-B831-40A398A1FE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{6FF48CDF-115B-446B-B831-40A398A1FEC8}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{6FF48CDF-115B-446B-B831-40A398A1FEC8}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{6FF48CDF-115B-446B-B831-40A398A1FEC8}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