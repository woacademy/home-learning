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4F2142-8A11-4BBB-99F1-EB905197E85B}">
  <a:tblStyle styleId="{DE4F2142-8A11-4BBB-99F1-EB905197E85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{DE4F2142-8A11-4BBB-99F1-EB905197E85B}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{DE4F2142-8A11-4BBB-99F1-EB905197E85B}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{DE4F2142-8A11-4BBB-99F1-EB905197E85B}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