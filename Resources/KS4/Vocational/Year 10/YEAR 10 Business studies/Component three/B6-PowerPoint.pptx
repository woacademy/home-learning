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2D21FF-848C-412B-8B62-031FAD663F84}">
  <a:tblStyle styleId="{8D2D21FF-848C-412B-8B62-031FAD663F8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{8D2D21FF-848C-412B-8B62-031FAD663F84}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{8D2D21FF-848C-412B-8B62-031FAD663F84}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{8D2D21FF-848C-412B-8B62-031FAD663F84}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