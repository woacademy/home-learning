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D17F32-8302-437F-B0F8-419193623A6F}">
  <a:tblStyle styleId="{40D17F32-8302-437F-B0F8-419193623A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{40D17F32-8302-437F-B0F8-419193623A6F}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{40D17F32-8302-437F-B0F8-419193623A6F}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{40D17F32-8302-437F-B0F8-419193623A6F}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