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9E5FD1-AA36-4F64-9426-45AD0811B5BF}">
  <a:tblStyle styleId="{019E5FD1-AA36-4F64-9426-45AD0811B5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{019E5FD1-AA36-4F64-9426-45AD0811B5BF}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{019E5FD1-AA36-4F64-9426-45AD0811B5BF}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{019E5FD1-AA36-4F64-9426-45AD0811B5BF}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