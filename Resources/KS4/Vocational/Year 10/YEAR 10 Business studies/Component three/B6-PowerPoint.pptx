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97D589-BD82-4E11-8695-55F9B93AD6E7}">
  <a:tblStyle styleId="{1797D589-BD82-4E11-8695-55F9B93AD6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{1797D589-BD82-4E11-8695-55F9B93AD6E7}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{1797D589-BD82-4E11-8695-55F9B93AD6E7}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{1797D589-BD82-4E11-8695-55F9B93AD6E7}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