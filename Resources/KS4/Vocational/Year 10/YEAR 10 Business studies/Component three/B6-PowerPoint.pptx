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B82AD7-5B85-4DF7-BB60-54AB6E8EBC97}">
  <a:tblStyle styleId="{C7B82AD7-5B85-4DF7-BB60-54AB6E8EBC9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{C7B82AD7-5B85-4DF7-BB60-54AB6E8EBC97}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{C7B82AD7-5B85-4DF7-BB60-54AB6E8EBC97}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{C7B82AD7-5B85-4DF7-BB60-54AB6E8EBC97}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