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8117F7-130E-4FE3-BB13-F0820B9753E0}">
  <a:tblStyle styleId="{A38117F7-130E-4FE3-BB13-F0820B9753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{A38117F7-130E-4FE3-BB13-F0820B9753E0}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{A38117F7-130E-4FE3-BB13-F0820B9753E0}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{A38117F7-130E-4FE3-BB13-F0820B9753E0}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