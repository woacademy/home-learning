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F81319-00E8-46E6-A401-3AD016232969}">
  <a:tblStyle styleId="{A1F81319-00E8-46E6-A401-3AD0162329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{A1F81319-00E8-46E6-A401-3AD016232969}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{A1F81319-00E8-46E6-A401-3AD016232969}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{A1F81319-00E8-46E6-A401-3AD016232969}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