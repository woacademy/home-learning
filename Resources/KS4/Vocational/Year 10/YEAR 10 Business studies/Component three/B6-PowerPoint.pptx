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0592D99-252C-4DD2-8DD1-F8F47AA5E87A}">
  <a:tblStyle styleId="{40592D99-252C-4DD2-8DD1-F8F47AA5E87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{40592D99-252C-4DD2-8DD1-F8F47AA5E87A}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{40592D99-252C-4DD2-8DD1-F8F47AA5E87A}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{40592D99-252C-4DD2-8DD1-F8F47AA5E87A}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