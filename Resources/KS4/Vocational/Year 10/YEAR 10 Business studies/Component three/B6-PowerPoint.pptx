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E1A9F2-C551-44D8-90DA-5DB5AE741188}">
  <a:tblStyle styleId="{C6E1A9F2-C551-44D8-90DA-5DB5AE74118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{C6E1A9F2-C551-44D8-90DA-5DB5AE741188}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{C6E1A9F2-C551-44D8-90DA-5DB5AE741188}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{C6E1A9F2-C551-44D8-90DA-5DB5AE741188}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