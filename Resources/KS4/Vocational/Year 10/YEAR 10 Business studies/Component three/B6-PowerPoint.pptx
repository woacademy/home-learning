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C2360D-4F5D-417C-B762-D2373FB5EBC8}">
  <a:tblStyle styleId="{E1C2360D-4F5D-417C-B762-D2373FB5EB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{E1C2360D-4F5D-417C-B762-D2373FB5EBC8}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{E1C2360D-4F5D-417C-B762-D2373FB5EBC8}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{E1C2360D-4F5D-417C-B762-D2373FB5EBC8}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