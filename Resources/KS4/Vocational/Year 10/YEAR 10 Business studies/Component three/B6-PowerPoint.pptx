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94D932-226A-41F9-9EFA-62EA12EF30D3}">
  <a:tblStyle styleId="{4194D932-226A-41F9-9EFA-62EA12EF30D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{4194D932-226A-41F9-9EFA-62EA12EF30D3}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{4194D932-226A-41F9-9EFA-62EA12EF30D3}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{4194D932-226A-41F9-9EFA-62EA12EF30D3}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