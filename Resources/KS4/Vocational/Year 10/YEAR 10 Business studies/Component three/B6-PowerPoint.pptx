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C3C2A8-6551-458A-9E6C-D6815A38686C}">
  <a:tblStyle styleId="{78C3C2A8-6551-458A-9E6C-D6815A3868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{78C3C2A8-6551-458A-9E6C-D6815A38686C}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{78C3C2A8-6551-458A-9E6C-D6815A38686C}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{78C3C2A8-6551-458A-9E6C-D6815A38686C}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