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4B603C-0D01-45C7-ADEB-FB5D3ABDAA8F}">
  <a:tblStyle styleId="{9C4B603C-0D01-45C7-ADEB-FB5D3ABDAA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{9C4B603C-0D01-45C7-ADEB-FB5D3ABDAA8F}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{9C4B603C-0D01-45C7-ADEB-FB5D3ABDAA8F}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{9C4B603C-0D01-45C7-ADEB-FB5D3ABDAA8F}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