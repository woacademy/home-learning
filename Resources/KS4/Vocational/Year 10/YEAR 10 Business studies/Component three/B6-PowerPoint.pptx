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26617A-ABBB-4531-9791-336283F6A914}">
  <a:tblStyle styleId="{E926617A-ABBB-4531-9791-336283F6A9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{E926617A-ABBB-4531-9791-336283F6A914}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{E926617A-ABBB-4531-9791-336283F6A914}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{E926617A-ABBB-4531-9791-336283F6A914}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