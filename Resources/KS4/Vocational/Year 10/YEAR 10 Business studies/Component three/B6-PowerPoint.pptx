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0E87E3-F1D2-45CD-B42B-8C5CB4BA79EC}">
  <a:tblStyle styleId="{8B0E87E3-F1D2-45CD-B42B-8C5CB4BA79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{8B0E87E3-F1D2-45CD-B42B-8C5CB4BA79EC}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{8B0E87E3-F1D2-45CD-B42B-8C5CB4BA79EC}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{8B0E87E3-F1D2-45CD-B42B-8C5CB4BA79EC}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