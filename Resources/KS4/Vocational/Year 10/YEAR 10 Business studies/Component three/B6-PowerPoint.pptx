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335898-1D0E-4702-BB63-DA9E6540ED3A}">
  <a:tblStyle styleId="{58335898-1D0E-4702-BB63-DA9E6540ED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{58335898-1D0E-4702-BB63-DA9E6540ED3A}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{58335898-1D0E-4702-BB63-DA9E6540ED3A}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{58335898-1D0E-4702-BB63-DA9E6540ED3A}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