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3C2CD1-64C3-453B-863D-4F738CFCC0E6}">
  <a:tblStyle styleId="{CB3C2CD1-64C3-453B-863D-4F738CFCC0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{CB3C2CD1-64C3-453B-863D-4F738CFCC0E6}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{CB3C2CD1-64C3-453B-863D-4F738CFCC0E6}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{CB3C2CD1-64C3-453B-863D-4F738CFCC0E6}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