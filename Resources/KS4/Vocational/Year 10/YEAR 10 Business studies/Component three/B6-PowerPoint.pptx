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5D615358-AFE0-48EB-B87A-D51419756205}">
  <a:tblStyle styleId="{5D615358-AFE0-48EB-B87A-D51419756205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5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3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{5D615358-AFE0-48EB-B87A-D51419756205}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{5D615358-AFE0-48EB-B87A-D51419756205}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{5D615358-AFE0-48EB-B87A-D51419756205}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