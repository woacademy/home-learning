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0EE7D9-BF2B-44D2-A4D4-60F7990591C1}">
  <a:tblStyle styleId="{7F0EE7D9-BF2B-44D2-A4D4-60F7990591C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{7F0EE7D9-BF2B-44D2-A4D4-60F7990591C1}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{7F0EE7D9-BF2B-44D2-A4D4-60F7990591C1}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{7F0EE7D9-BF2B-44D2-A4D4-60F7990591C1}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