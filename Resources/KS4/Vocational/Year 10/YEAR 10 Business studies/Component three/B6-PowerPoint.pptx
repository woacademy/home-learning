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A32829-0279-49D0-9095-73992229473D}">
  <a:tblStyle styleId="{B4A32829-0279-49D0-9095-7399222947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{B4A32829-0279-49D0-9095-73992229473D}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{B4A32829-0279-49D0-9095-73992229473D}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{B4A32829-0279-49D0-9095-73992229473D}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