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AA3733-2BD4-4C7D-ACCA-0B3473F180FE}">
  <a:tblStyle styleId="{ABAA3733-2BD4-4C7D-ACCA-0B3473F180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{ABAA3733-2BD4-4C7D-ACCA-0B3473F180FE}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{ABAA3733-2BD4-4C7D-ACCA-0B3473F180FE}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{ABAA3733-2BD4-4C7D-ACCA-0B3473F180FE}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