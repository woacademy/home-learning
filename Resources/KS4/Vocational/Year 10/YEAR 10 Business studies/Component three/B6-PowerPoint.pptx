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CB7237-DE01-46A5-847D-B54EAF08427F}">
  <a:tblStyle styleId="{1CCB7237-DE01-46A5-847D-B54EAF08427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{1CCB7237-DE01-46A5-847D-B54EAF08427F}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{1CCB7237-DE01-46A5-847D-B54EAF08427F}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{1CCB7237-DE01-46A5-847D-B54EAF08427F}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