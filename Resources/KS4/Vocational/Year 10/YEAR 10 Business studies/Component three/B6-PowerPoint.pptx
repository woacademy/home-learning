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BD6FC7-A20A-47E6-AD20-F34AE027F66F}">
  <a:tblStyle styleId="{28BD6FC7-A20A-47E6-AD20-F34AE027F6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{28BD6FC7-A20A-47E6-AD20-F34AE027F66F}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{28BD6FC7-A20A-47E6-AD20-F34AE027F66F}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{28BD6FC7-A20A-47E6-AD20-F34AE027F66F}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