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A459623-812C-45F5-8D99-C38729ED0498}">
  <a:tblStyle styleId="{FA459623-812C-45F5-8D99-C38729ED0498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{FA459623-812C-45F5-8D99-C38729ED0498}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{FA459623-812C-45F5-8D99-C38729ED0498}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{FA459623-812C-45F5-8D99-C38729ED0498}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