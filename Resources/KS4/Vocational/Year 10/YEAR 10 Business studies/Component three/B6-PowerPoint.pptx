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9B5B7-A6E4-4891-B870-6F70EE73BD2A}">
  <a:tblStyle styleId="{0359B5B7-A6E4-4891-B870-6F70EE73BD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{0359B5B7-A6E4-4891-B870-6F70EE73BD2A}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{0359B5B7-A6E4-4891-B870-6F70EE73BD2A}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{0359B5B7-A6E4-4891-B870-6F70EE73BD2A}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