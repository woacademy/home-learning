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0D7347-73F9-44CA-AA2E-29A220B1EBB0}">
  <a:tblStyle styleId="{010D7347-73F9-44CA-AA2E-29A220B1EB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{010D7347-73F9-44CA-AA2E-29A220B1EBB0}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{010D7347-73F9-44CA-AA2E-29A220B1EBB0}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{010D7347-73F9-44CA-AA2E-29A220B1EBB0}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