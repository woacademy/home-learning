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38DBA9-CAD7-4F44-9073-4A5338D7653E}">
  <a:tblStyle styleId="{1238DBA9-CAD7-4F44-9073-4A5338D765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{1238DBA9-CAD7-4F44-9073-4A5338D7653E}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{1238DBA9-CAD7-4F44-9073-4A5338D7653E}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{1238DBA9-CAD7-4F44-9073-4A5338D7653E}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