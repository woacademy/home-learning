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D3D5F-CFFE-4BD7-B5C9-FEDECBD5FC9A}">
  <a:tblStyle styleId="{25BD3D5F-CFFE-4BD7-B5C9-FEDECBD5FC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{25BD3D5F-CFFE-4BD7-B5C9-FEDECBD5FC9A}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{25BD3D5F-CFFE-4BD7-B5C9-FEDECBD5FC9A}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{25BD3D5F-CFFE-4BD7-B5C9-FEDECBD5FC9A}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