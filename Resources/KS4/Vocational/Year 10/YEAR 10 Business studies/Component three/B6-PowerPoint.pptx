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369B2E-6505-4AFA-9080-D0856BDEE313}">
  <a:tblStyle styleId="{38369B2E-6505-4AFA-9080-D0856BDEE3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{38369B2E-6505-4AFA-9080-D0856BDEE313}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{38369B2E-6505-4AFA-9080-D0856BDEE313}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{38369B2E-6505-4AFA-9080-D0856BDEE313}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