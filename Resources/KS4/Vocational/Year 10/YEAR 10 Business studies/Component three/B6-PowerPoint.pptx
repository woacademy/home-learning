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C5A58C-C4F8-4B99-9F33-29FF5EAC0ACC}">
  <a:tblStyle styleId="{38C5A58C-C4F8-4B99-9F33-29FF5EAC0A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{38C5A58C-C4F8-4B99-9F33-29FF5EAC0ACC}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{38C5A58C-C4F8-4B99-9F33-29FF5EAC0ACC}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{38C5A58C-C4F8-4B99-9F33-29FF5EAC0ACC}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