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DD96B1-9270-44F9-BBCC-BD9EB82449C3}">
  <a:tblStyle styleId="{A6DD96B1-9270-44F9-BBCC-BD9EB82449C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{A6DD96B1-9270-44F9-BBCC-BD9EB82449C3}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{A6DD96B1-9270-44F9-BBCC-BD9EB82449C3}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{A6DD96B1-9270-44F9-BBCC-BD9EB82449C3}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