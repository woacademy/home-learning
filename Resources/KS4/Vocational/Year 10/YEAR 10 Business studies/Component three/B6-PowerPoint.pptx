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7F65A3-F472-4F2F-87FA-6E0F8A0F5142}">
  <a:tblStyle styleId="{EE7F65A3-F472-4F2F-87FA-6E0F8A0F51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{EE7F65A3-F472-4F2F-87FA-6E0F8A0F5142}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{EE7F65A3-F472-4F2F-87FA-6E0F8A0F5142}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{EE7F65A3-F472-4F2F-87FA-6E0F8A0F5142}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