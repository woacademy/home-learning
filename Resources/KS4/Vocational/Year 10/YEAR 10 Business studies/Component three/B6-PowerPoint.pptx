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A19470-F31B-4646-B0B0-9137A801F837}">
  <a:tblStyle styleId="{47A19470-F31B-4646-B0B0-9137A801F8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{47A19470-F31B-4646-B0B0-9137A801F837}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{47A19470-F31B-4646-B0B0-9137A801F837}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{47A19470-F31B-4646-B0B0-9137A801F837}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