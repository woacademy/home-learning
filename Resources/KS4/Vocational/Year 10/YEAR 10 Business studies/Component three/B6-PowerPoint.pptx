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F1D4DE-36CF-4DC4-A2C7-A63624DE738E}">
  <a:tblStyle styleId="{B1F1D4DE-36CF-4DC4-A2C7-A63624DE73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{B1F1D4DE-36CF-4DC4-A2C7-A63624DE738E}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{B1F1D4DE-36CF-4DC4-A2C7-A63624DE738E}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{B1F1D4DE-36CF-4DC4-A2C7-A63624DE738E}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