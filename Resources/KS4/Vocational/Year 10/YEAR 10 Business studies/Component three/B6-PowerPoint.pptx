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29B3CC-0138-43D9-9932-88CE9F9105E8}">
  <a:tblStyle styleId="{6D29B3CC-0138-43D9-9932-88CE9F9105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{6D29B3CC-0138-43D9-9932-88CE9F9105E8}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{6D29B3CC-0138-43D9-9932-88CE9F9105E8}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{6D29B3CC-0138-43D9-9932-88CE9F9105E8}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