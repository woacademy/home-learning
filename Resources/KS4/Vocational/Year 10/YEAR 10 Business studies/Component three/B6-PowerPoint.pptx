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3B7CA8F-F3B4-487A-BC3E-41C61D129E79}">
  <a:tblStyle styleId="{33B7CA8F-F3B4-487A-BC3E-41C61D129E7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{33B7CA8F-F3B4-487A-BC3E-41C61D129E79}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{33B7CA8F-F3B4-487A-BC3E-41C61D129E79}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{33B7CA8F-F3B4-487A-BC3E-41C61D129E79}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