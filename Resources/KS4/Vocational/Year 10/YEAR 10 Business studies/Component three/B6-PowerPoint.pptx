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08B5FA-0537-48FF-AD6F-CA0408741185}">
  <a:tblStyle styleId="{9708B5FA-0537-48FF-AD6F-CA04087411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{9708B5FA-0537-48FF-AD6F-CA0408741185}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{9708B5FA-0537-48FF-AD6F-CA0408741185}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{9708B5FA-0537-48FF-AD6F-CA0408741185}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