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E4A88E-C9CC-462B-A9A8-84751FEBCD7A}">
  <a:tblStyle styleId="{31E4A88E-C9CC-462B-A9A8-84751FEBCD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{31E4A88E-C9CC-462B-A9A8-84751FEBCD7A}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{31E4A88E-C9CC-462B-A9A8-84751FEBCD7A}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{31E4A88E-C9CC-462B-A9A8-84751FEBCD7A}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