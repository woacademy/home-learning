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5A589F-CCCE-4D26-B8B8-3277D0C44556}">
  <a:tblStyle styleId="{285A589F-CCCE-4D26-B8B8-3277D0C4455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{285A589F-CCCE-4D26-B8B8-3277D0C44556}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{285A589F-CCCE-4D26-B8B8-3277D0C44556}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{285A589F-CCCE-4D26-B8B8-3277D0C44556}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