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FBBE7AE-6FFD-4052-8BA6-E1CBA36C2E7A}">
  <a:tblStyle styleId="{0FBBE7AE-6FFD-4052-8BA6-E1CBA36C2E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{0FBBE7AE-6FFD-4052-8BA6-E1CBA36C2E7A}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{0FBBE7AE-6FFD-4052-8BA6-E1CBA36C2E7A}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{0FBBE7AE-6FFD-4052-8BA6-E1CBA36C2E7A}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