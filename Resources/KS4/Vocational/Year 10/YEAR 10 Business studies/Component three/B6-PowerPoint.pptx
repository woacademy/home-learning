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C157498-DAE0-459D-A6F2-F2AB1F270F28}">
  <a:tblStyle styleId="{EC157498-DAE0-459D-A6F2-F2AB1F270F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{EC157498-DAE0-459D-A6F2-F2AB1F270F28}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{EC157498-DAE0-459D-A6F2-F2AB1F270F28}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{EC157498-DAE0-459D-A6F2-F2AB1F270F28}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