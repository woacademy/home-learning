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511CE9-82FE-443E-AEAD-4469F9D6ECA9}">
  <a:tblStyle styleId="{12511CE9-82FE-443E-AEAD-4469F9D6EC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{12511CE9-82FE-443E-AEAD-4469F9D6ECA9}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{12511CE9-82FE-443E-AEAD-4469F9D6ECA9}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{12511CE9-82FE-443E-AEAD-4469F9D6ECA9}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