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BA4C18-7D59-4635-A335-F49D29B92B90}">
  <a:tblStyle styleId="{60BA4C18-7D59-4635-A335-F49D29B92B9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{60BA4C18-7D59-4635-A335-F49D29B92B90}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{60BA4C18-7D59-4635-A335-F49D29B92B90}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{60BA4C18-7D59-4635-A335-F49D29B92B90}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