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A3ED6C-D994-4727-B0B4-6AE3C4B793EA}">
  <a:tblStyle styleId="{CBA3ED6C-D994-4727-B0B4-6AE3C4B793E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{CBA3ED6C-D994-4727-B0B4-6AE3C4B793EA}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{CBA3ED6C-D994-4727-B0B4-6AE3C4B793EA}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{CBA3ED6C-D994-4727-B0B4-6AE3C4B793EA}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