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A74F1-97AA-4589-AF02-19D64EEED89E}">
  <a:tblStyle styleId="{3E8A74F1-97AA-4589-AF02-19D64EEED8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{3E8A74F1-97AA-4589-AF02-19D64EEED89E}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{3E8A74F1-97AA-4589-AF02-19D64EEED89E}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{3E8A74F1-97AA-4589-AF02-19D64EEED89E}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