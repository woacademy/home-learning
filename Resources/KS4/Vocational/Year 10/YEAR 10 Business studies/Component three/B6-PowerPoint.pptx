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75170A-1F00-4D30-A783-775C92BF5EE9}">
  <a:tblStyle styleId="{DD75170A-1F00-4D30-A783-775C92BF5EE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{DD75170A-1F00-4D30-A783-775C92BF5EE9}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{DD75170A-1F00-4D30-A783-775C92BF5EE9}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{DD75170A-1F00-4D30-A783-775C92BF5EE9}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