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61B8A8B-2638-4654-B034-B71A2EF27F1F}">
  <a:tblStyle styleId="{861B8A8B-2638-4654-B034-B71A2EF27F1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{861B8A8B-2638-4654-B034-B71A2EF27F1F}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{861B8A8B-2638-4654-B034-B71A2EF27F1F}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{861B8A8B-2638-4654-B034-B71A2EF27F1F}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