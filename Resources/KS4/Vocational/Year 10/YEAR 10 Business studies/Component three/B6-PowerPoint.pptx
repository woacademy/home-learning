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1BFFAE-6044-4104-BDFC-80E326FE3F36}">
  <a:tblStyle styleId="{821BFFAE-6044-4104-BDFC-80E326FE3F3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{821BFFAE-6044-4104-BDFC-80E326FE3F36}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{821BFFAE-6044-4104-BDFC-80E326FE3F36}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{821BFFAE-6044-4104-BDFC-80E326FE3F36}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