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0F73D0-B89B-498E-A844-9F5420731699}">
  <a:tblStyle styleId="{CB0F73D0-B89B-498E-A844-9F54207316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{CB0F73D0-B89B-498E-A844-9F5420731699}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{CB0F73D0-B89B-498E-A844-9F5420731699}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{CB0F73D0-B89B-498E-A844-9F5420731699}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