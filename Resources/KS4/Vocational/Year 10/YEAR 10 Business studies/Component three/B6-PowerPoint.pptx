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1494AD-EF61-4D1D-AAFF-55D4825EF38C}">
  <a:tblStyle styleId="{231494AD-EF61-4D1D-AAFF-55D4825EF3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{231494AD-EF61-4D1D-AAFF-55D4825EF38C}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{231494AD-EF61-4D1D-AAFF-55D4825EF38C}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{231494AD-EF61-4D1D-AAFF-55D4825EF38C}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