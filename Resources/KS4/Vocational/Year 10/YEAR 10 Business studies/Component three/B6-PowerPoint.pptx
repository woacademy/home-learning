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252569-5D98-4505-9B31-4AD98673C577}">
  <a:tblStyle styleId="{08252569-5D98-4505-9B31-4AD98673C57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{08252569-5D98-4505-9B31-4AD98673C577}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{08252569-5D98-4505-9B31-4AD98673C577}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{08252569-5D98-4505-9B31-4AD98673C577}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