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5AF0EC-CDC5-4C39-86DC-8F5079FF8605}">
  <a:tblStyle styleId="{A05AF0EC-CDC5-4C39-86DC-8F5079FF860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{A05AF0EC-CDC5-4C39-86DC-8F5079FF8605}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{A05AF0EC-CDC5-4C39-86DC-8F5079FF8605}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{A05AF0EC-CDC5-4C39-86DC-8F5079FF8605}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