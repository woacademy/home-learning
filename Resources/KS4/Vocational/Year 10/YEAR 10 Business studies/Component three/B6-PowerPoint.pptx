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21832EC-FC18-493E-9D16-2D7C83767C1A}">
  <a:tblStyle styleId="{821832EC-FC18-493E-9D16-2D7C83767C1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{821832EC-FC18-493E-9D16-2D7C83767C1A}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{821832EC-FC18-493E-9D16-2D7C83767C1A}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{821832EC-FC18-493E-9D16-2D7C83767C1A}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