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317661-426F-4A22-B03E-DDEB5DFF28F1}">
  <a:tblStyle styleId="{52317661-426F-4A22-B03E-DDEB5DFF28F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{52317661-426F-4A22-B03E-DDEB5DFF28F1}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{52317661-426F-4A22-B03E-DDEB5DFF28F1}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{52317661-426F-4A22-B03E-DDEB5DFF28F1}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