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6212E-7B76-4B04-AA3D-BD3574FA9EA0}">
  <a:tblStyle styleId="{9856212E-7B76-4B04-AA3D-BD3574FA9E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{9856212E-7B76-4B04-AA3D-BD3574FA9EA0}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{9856212E-7B76-4B04-AA3D-BD3574FA9EA0}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{9856212E-7B76-4B04-AA3D-BD3574FA9EA0}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