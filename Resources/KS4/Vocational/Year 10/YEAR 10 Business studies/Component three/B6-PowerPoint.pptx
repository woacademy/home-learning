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15146DC-1EB3-4EF3-9423-72BE3633B8B3}">
  <a:tblStyle styleId="{915146DC-1EB3-4EF3-9423-72BE3633B8B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{915146DC-1EB3-4EF3-9423-72BE3633B8B3}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{915146DC-1EB3-4EF3-9423-72BE3633B8B3}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{915146DC-1EB3-4EF3-9423-72BE3633B8B3}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