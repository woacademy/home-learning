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F8895A-5F8A-4221-ABDC-285363783A30}">
  <a:tblStyle styleId="{67F8895A-5F8A-4221-ABDC-285363783A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{67F8895A-5F8A-4221-ABDC-285363783A30}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{67F8895A-5F8A-4221-ABDC-285363783A30}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{67F8895A-5F8A-4221-ABDC-285363783A30}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