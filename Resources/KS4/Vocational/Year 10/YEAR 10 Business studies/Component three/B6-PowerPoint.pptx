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57D529-EE56-438E-925F-A058013917F3}">
  <a:tblStyle styleId="{7A57D529-EE56-438E-925F-A058013917F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{7A57D529-EE56-438E-925F-A058013917F3}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{7A57D529-EE56-438E-925F-A058013917F3}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{7A57D529-EE56-438E-925F-A058013917F3}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