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77DE4F-A758-4B9E-8F0F-BA99AF33C565}">
  <a:tblStyle styleId="{5777DE4F-A758-4B9E-8F0F-BA99AF33C5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{5777DE4F-A758-4B9E-8F0F-BA99AF33C565}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{5777DE4F-A758-4B9E-8F0F-BA99AF33C565}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{5777DE4F-A758-4B9E-8F0F-BA99AF33C565}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