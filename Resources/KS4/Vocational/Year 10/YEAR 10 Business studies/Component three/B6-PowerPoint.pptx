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93C68-1695-481A-919D-763E29A0A269}">
  <a:tblStyle styleId="{FAB93C68-1695-481A-919D-763E29A0A2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{FAB93C68-1695-481A-919D-763E29A0A269}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{FAB93C68-1695-481A-919D-763E29A0A269}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{FAB93C68-1695-481A-919D-763E29A0A269}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