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B1E088-5E0A-4280-83E9-1B7979D005AF}">
  <a:tblStyle styleId="{E7B1E088-5E0A-4280-83E9-1B7979D005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{E7B1E088-5E0A-4280-83E9-1B7979D005AF}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{E7B1E088-5E0A-4280-83E9-1B7979D005AF}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{E7B1E088-5E0A-4280-83E9-1B7979D005AF}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