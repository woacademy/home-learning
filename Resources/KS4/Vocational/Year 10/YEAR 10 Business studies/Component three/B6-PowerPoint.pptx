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CD42EB-4546-44BB-A85C-20EC4A263164}">
  <a:tblStyle styleId="{3BCD42EB-4546-44BB-A85C-20EC4A26316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{3BCD42EB-4546-44BB-A85C-20EC4A263164}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{3BCD42EB-4546-44BB-A85C-20EC4A263164}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{3BCD42EB-4546-44BB-A85C-20EC4A263164}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