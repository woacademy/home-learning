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B650B0-3DC5-4CF8-9653-151FFF8609FA}">
  <a:tblStyle styleId="{79B650B0-3DC5-4CF8-9653-151FFF8609F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{79B650B0-3DC5-4CF8-9653-151FFF8609FA}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{79B650B0-3DC5-4CF8-9653-151FFF8609FA}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{79B650B0-3DC5-4CF8-9653-151FFF8609FA}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