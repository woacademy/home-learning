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7C01BA-15C2-4C36-8039-C650504A1B9C}">
  <a:tblStyle styleId="{C87C01BA-15C2-4C36-8039-C650504A1B9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{C87C01BA-15C2-4C36-8039-C650504A1B9C}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{C87C01BA-15C2-4C36-8039-C650504A1B9C}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{C87C01BA-15C2-4C36-8039-C650504A1B9C}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