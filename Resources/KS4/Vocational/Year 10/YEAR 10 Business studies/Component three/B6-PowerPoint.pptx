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A0FDD9-5CAE-4E81-87EA-D0E448E2FC16}">
  <a:tblStyle styleId="{C4A0FDD9-5CAE-4E81-87EA-D0E448E2FC1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{C4A0FDD9-5CAE-4E81-87EA-D0E448E2FC16}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{C4A0FDD9-5CAE-4E81-87EA-D0E448E2FC16}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{C4A0FDD9-5CAE-4E81-87EA-D0E448E2FC16}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