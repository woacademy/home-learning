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D208B9-B818-416A-930C-82E0BA39B268}">
  <a:tblStyle styleId="{82D208B9-B818-416A-930C-82E0BA39B26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{82D208B9-B818-416A-930C-82E0BA39B268}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{82D208B9-B818-416A-930C-82E0BA39B268}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{82D208B9-B818-416A-930C-82E0BA39B268}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