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3C864D-8053-41ED-AC1C-8D72AA1B331E}">
  <a:tblStyle styleId="{9A3C864D-8053-41ED-AC1C-8D72AA1B331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{9A3C864D-8053-41ED-AC1C-8D72AA1B331E}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{9A3C864D-8053-41ED-AC1C-8D72AA1B331E}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{9A3C864D-8053-41ED-AC1C-8D72AA1B331E}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