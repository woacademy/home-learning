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88893C-6296-4A6A-ABA1-2EB959183298}">
  <a:tblStyle styleId="{9188893C-6296-4A6A-ABA1-2EB9591832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{9188893C-6296-4A6A-ABA1-2EB959183298}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{9188893C-6296-4A6A-ABA1-2EB959183298}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{9188893C-6296-4A6A-ABA1-2EB959183298}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