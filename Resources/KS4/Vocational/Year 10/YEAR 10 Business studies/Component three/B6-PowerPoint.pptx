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0114AB-1EAB-4607-B1A7-60D8DF30D92E}">
  <a:tblStyle styleId="{8F0114AB-1EAB-4607-B1A7-60D8DF30D9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{8F0114AB-1EAB-4607-B1A7-60D8DF30D92E}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{8F0114AB-1EAB-4607-B1A7-60D8DF30D92E}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{8F0114AB-1EAB-4607-B1A7-60D8DF30D92E}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