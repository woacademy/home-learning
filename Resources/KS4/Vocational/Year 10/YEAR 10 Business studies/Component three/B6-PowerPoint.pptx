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1AD565-BD6F-4C85-B8D9-A36441580B95}">
  <a:tblStyle styleId="{981AD565-BD6F-4C85-B8D9-A36441580B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{981AD565-BD6F-4C85-B8D9-A36441580B95}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{981AD565-BD6F-4C85-B8D9-A36441580B95}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{981AD565-BD6F-4C85-B8D9-A36441580B95}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