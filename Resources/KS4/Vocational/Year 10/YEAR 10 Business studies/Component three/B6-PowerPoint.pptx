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C9178F-6EC9-477D-B284-B46A0DC745A6}">
  <a:tblStyle styleId="{74C9178F-6EC9-477D-B284-B46A0DC745A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{74C9178F-6EC9-477D-B284-B46A0DC745A6}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{74C9178F-6EC9-477D-B284-B46A0DC745A6}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{74C9178F-6EC9-477D-B284-B46A0DC745A6}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