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FBB67B-1823-4654-A73C-11D43C219940}">
  <a:tblStyle styleId="{10FBB67B-1823-4654-A73C-11D43C21994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{10FBB67B-1823-4654-A73C-11D43C219940}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{10FBB67B-1823-4654-A73C-11D43C219940}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{10FBB67B-1823-4654-A73C-11D43C219940}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