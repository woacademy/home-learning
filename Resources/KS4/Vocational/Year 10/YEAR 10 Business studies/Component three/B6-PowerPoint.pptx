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F5EDB-73E6-48DA-A317-571FAC60F55A}">
  <a:tblStyle styleId="{D04F5EDB-73E6-48DA-A317-571FAC60F5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{D04F5EDB-73E6-48DA-A317-571FAC60F55A}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{D04F5EDB-73E6-48DA-A317-571FAC60F55A}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{D04F5EDB-73E6-48DA-A317-571FAC60F55A}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