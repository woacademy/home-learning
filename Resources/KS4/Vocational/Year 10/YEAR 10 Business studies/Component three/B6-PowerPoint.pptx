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091254F-02CA-4C31-9775-F33970864104}">
  <a:tblStyle styleId="{E091254F-02CA-4C31-9775-F3397086410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{E091254F-02CA-4C31-9775-F33970864104}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{E091254F-02CA-4C31-9775-F33970864104}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{E091254F-02CA-4C31-9775-F33970864104}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