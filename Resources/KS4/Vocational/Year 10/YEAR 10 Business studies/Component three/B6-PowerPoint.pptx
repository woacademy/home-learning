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848E1C4B-838A-4136-A536-17DC74A47DD0}">
  <a:tblStyle styleId="{848E1C4B-838A-4136-A536-17DC74A47DD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{848E1C4B-838A-4136-A536-17DC74A47DD0}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{848E1C4B-838A-4136-A536-17DC74A47DD0}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{848E1C4B-838A-4136-A536-17DC74A47DD0}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