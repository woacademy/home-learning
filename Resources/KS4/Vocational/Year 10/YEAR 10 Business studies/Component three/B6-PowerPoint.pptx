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36DFC1-3AA4-42C1-A641-98154BB3A62D}">
  <a:tblStyle styleId="{E036DFC1-3AA4-42C1-A641-98154BB3A6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{E036DFC1-3AA4-42C1-A641-98154BB3A62D}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{E036DFC1-3AA4-42C1-A641-98154BB3A62D}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{E036DFC1-3AA4-42C1-A641-98154BB3A62D}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