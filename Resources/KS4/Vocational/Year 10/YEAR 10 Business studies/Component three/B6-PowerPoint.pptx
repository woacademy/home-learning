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999711-DB90-46CE-A198-9C0CB5FB2813}">
  <a:tblStyle styleId="{BE999711-DB90-46CE-A198-9C0CB5FB28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{BE999711-DB90-46CE-A198-9C0CB5FB2813}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{BE999711-DB90-46CE-A198-9C0CB5FB2813}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{BE999711-DB90-46CE-A198-9C0CB5FB2813}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