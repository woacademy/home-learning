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B7E081-1ADB-4F54-8B0E-60081873C8DF}">
  <a:tblStyle styleId="{E7B7E081-1ADB-4F54-8B0E-60081873C8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{E7B7E081-1ADB-4F54-8B0E-60081873C8DF}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{E7B7E081-1ADB-4F54-8B0E-60081873C8DF}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{E7B7E081-1ADB-4F54-8B0E-60081873C8DF}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