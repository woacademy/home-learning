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8659B-B390-48C3-B860-8F32C8A0295A}">
  <a:tblStyle styleId="{92B8659B-B390-48C3-B860-8F32C8A029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{92B8659B-B390-48C3-B860-8F32C8A0295A}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{92B8659B-B390-48C3-B860-8F32C8A0295A}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{92B8659B-B390-48C3-B860-8F32C8A0295A}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