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BCD833-53B3-4809-AA01-6D16EE31D932}">
  <a:tblStyle styleId="{E8BCD833-53B3-4809-AA01-6D16EE31D9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{E8BCD833-53B3-4809-AA01-6D16EE31D932}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{E8BCD833-53B3-4809-AA01-6D16EE31D932}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{E8BCD833-53B3-4809-AA01-6D16EE31D932}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