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4B782D-FC6D-40CF-BBCD-98F085941F0E}">
  <a:tblStyle styleId="{C14B782D-FC6D-40CF-BBCD-98F085941F0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{C14B782D-FC6D-40CF-BBCD-98F085941F0E}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{C14B782D-FC6D-40CF-BBCD-98F085941F0E}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{C14B782D-FC6D-40CF-BBCD-98F085941F0E}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