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C17EA3-D664-4212-94DF-B0609601315F}">
  <a:tblStyle styleId="{DCC17EA3-D664-4212-94DF-B060960131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{DCC17EA3-D664-4212-94DF-B0609601315F}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{DCC17EA3-D664-4212-94DF-B0609601315F}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{DCC17EA3-D664-4212-94DF-B0609601315F}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