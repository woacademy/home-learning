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D9346-A596-4990-8061-E75B01794A8C}">
  <a:tblStyle styleId="{414D9346-A596-4990-8061-E75B01794A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{414D9346-A596-4990-8061-E75B01794A8C}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{414D9346-A596-4990-8061-E75B01794A8C}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{414D9346-A596-4990-8061-E75B01794A8C}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