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92E333-B26F-430D-ACD7-44248520CC41}">
  <a:tblStyle styleId="{2692E333-B26F-430D-ACD7-44248520CC4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{2692E333-B26F-430D-ACD7-44248520CC41}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{2692E333-B26F-430D-ACD7-44248520CC41}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{2692E333-B26F-430D-ACD7-44248520CC41}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