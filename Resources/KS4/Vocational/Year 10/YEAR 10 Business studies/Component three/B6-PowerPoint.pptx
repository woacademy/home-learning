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A5942F-6D67-411D-96A8-084C828D00D1}">
  <a:tblStyle styleId="{A0A5942F-6D67-411D-96A8-084C828D00D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{A0A5942F-6D67-411D-96A8-084C828D00D1}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{A0A5942F-6D67-411D-96A8-084C828D00D1}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{A0A5942F-6D67-411D-96A8-084C828D00D1}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