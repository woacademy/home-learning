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B981132F-54B7-4B27-BE7D-64574273854A}">
  <a:tblStyle styleId="{B981132F-54B7-4B27-BE7D-64574273854A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{B981132F-54B7-4B27-BE7D-64574273854A}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{B981132F-54B7-4B27-BE7D-64574273854A}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{B981132F-54B7-4B27-BE7D-64574273854A}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