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14CBB1-02A7-4104-B700-C8F1329FB7B2}">
  <a:tblStyle styleId="{C214CBB1-02A7-4104-B700-C8F1329FB7B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{C214CBB1-02A7-4104-B700-C8F1329FB7B2}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{C214CBB1-02A7-4104-B700-C8F1329FB7B2}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{C214CBB1-02A7-4104-B700-C8F1329FB7B2}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