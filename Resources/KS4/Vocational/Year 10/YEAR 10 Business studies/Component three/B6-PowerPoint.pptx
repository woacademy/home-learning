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2FBF2C-472D-43C5-AFF6-935B18C3C3C6}">
  <a:tblStyle styleId="{512FBF2C-472D-43C5-AFF6-935B18C3C3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{512FBF2C-472D-43C5-AFF6-935B18C3C3C6}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{512FBF2C-472D-43C5-AFF6-935B18C3C3C6}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{512FBF2C-472D-43C5-AFF6-935B18C3C3C6}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