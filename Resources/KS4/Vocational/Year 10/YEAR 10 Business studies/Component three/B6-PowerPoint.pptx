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0F5192-26D1-4DF4-AA0C-0B4274E0CF78}">
  <a:tblStyle styleId="{E90F5192-26D1-4DF4-AA0C-0B4274E0CF7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{E90F5192-26D1-4DF4-AA0C-0B4274E0CF78}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{E90F5192-26D1-4DF4-AA0C-0B4274E0CF78}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{E90F5192-26D1-4DF4-AA0C-0B4274E0CF78}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