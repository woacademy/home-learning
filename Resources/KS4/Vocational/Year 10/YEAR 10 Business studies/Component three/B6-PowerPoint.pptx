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3ACA97-6DD2-4354-BB19-22E35084AAAD}">
  <a:tblStyle styleId="{D23ACA97-6DD2-4354-BB19-22E35084AA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{D23ACA97-6DD2-4354-BB19-22E35084AAAD}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{D23ACA97-6DD2-4354-BB19-22E35084AAAD}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{D23ACA97-6DD2-4354-BB19-22E35084AAAD}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