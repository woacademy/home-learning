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F1115E1-6101-4312-B7F5-166261ABD05F}">
  <a:tblStyle styleId="{7F1115E1-6101-4312-B7F5-166261ABD0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{7F1115E1-6101-4312-B7F5-166261ABD05F}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{7F1115E1-6101-4312-B7F5-166261ABD05F}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{7F1115E1-6101-4312-B7F5-166261ABD05F}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