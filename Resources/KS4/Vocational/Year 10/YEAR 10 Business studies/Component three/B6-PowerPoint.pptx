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0D3A0-F03E-4A34-8A37-E373D614C0AC}">
  <a:tblStyle styleId="{4D60D3A0-F03E-4A34-8A37-E373D614C0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{4D60D3A0-F03E-4A34-8A37-E373D614C0AC}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{4D60D3A0-F03E-4A34-8A37-E373D614C0AC}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{4D60D3A0-F03E-4A34-8A37-E373D614C0AC}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