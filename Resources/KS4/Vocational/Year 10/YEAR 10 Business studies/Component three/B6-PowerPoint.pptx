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B13BC3-EEE5-4591-B37E-F6E9AF171FF3}">
  <a:tblStyle styleId="{DDB13BC3-EEE5-4591-B37E-F6E9AF171F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{DDB13BC3-EEE5-4591-B37E-F6E9AF171FF3}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{DDB13BC3-EEE5-4591-B37E-F6E9AF171FF3}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{DDB13BC3-EEE5-4591-B37E-F6E9AF171FF3}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