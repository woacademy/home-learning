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D6544B-AE29-4410-92E8-1F010E3AA89F}">
  <a:tblStyle styleId="{25D6544B-AE29-4410-92E8-1F010E3AA8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{25D6544B-AE29-4410-92E8-1F010E3AA89F}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{25D6544B-AE29-4410-92E8-1F010E3AA89F}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{25D6544B-AE29-4410-92E8-1F010E3AA89F}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