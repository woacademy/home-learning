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021748-975D-4BD1-8283-91B1A71CC5CB}">
  <a:tblStyle styleId="{FB021748-975D-4BD1-8283-91B1A71CC5C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{FB021748-975D-4BD1-8283-91B1A71CC5CB}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{FB021748-975D-4BD1-8283-91B1A71CC5CB}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{FB021748-975D-4BD1-8283-91B1A71CC5CB}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