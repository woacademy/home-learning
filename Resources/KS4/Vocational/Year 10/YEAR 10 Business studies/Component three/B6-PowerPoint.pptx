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F29CF2-8DA0-4EDF-91F1-5A292C2F5ACB}">
  <a:tblStyle styleId="{B4F29CF2-8DA0-4EDF-91F1-5A292C2F5AC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{B4F29CF2-8DA0-4EDF-91F1-5A292C2F5ACB}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{B4F29CF2-8DA0-4EDF-91F1-5A292C2F5ACB}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{B4F29CF2-8DA0-4EDF-91F1-5A292C2F5ACB}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