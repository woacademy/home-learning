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37FBEA-36F9-43A1-A4CD-3D0EA5EBCB71}">
  <a:tblStyle styleId="{C037FBEA-36F9-43A1-A4CD-3D0EA5EBCB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{C037FBEA-36F9-43A1-A4CD-3D0EA5EBCB71}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{C037FBEA-36F9-43A1-A4CD-3D0EA5EBCB71}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{C037FBEA-36F9-43A1-A4CD-3D0EA5EBCB71}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