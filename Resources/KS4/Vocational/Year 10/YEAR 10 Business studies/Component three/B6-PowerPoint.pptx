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225292-5495-4447-A5DD-C7DF10B3DB08}">
  <a:tblStyle styleId="{33225292-5495-4447-A5DD-C7DF10B3DB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{33225292-5495-4447-A5DD-C7DF10B3DB08}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{33225292-5495-4447-A5DD-C7DF10B3DB08}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{33225292-5495-4447-A5DD-C7DF10B3DB08}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