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D0CF1A-EC33-4FC7-B8BE-A2BD561AB184}">
  <a:tblStyle styleId="{DAD0CF1A-EC33-4FC7-B8BE-A2BD561AB1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{DAD0CF1A-EC33-4FC7-B8BE-A2BD561AB184}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{DAD0CF1A-EC33-4FC7-B8BE-A2BD561AB184}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{DAD0CF1A-EC33-4FC7-B8BE-A2BD561AB184}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