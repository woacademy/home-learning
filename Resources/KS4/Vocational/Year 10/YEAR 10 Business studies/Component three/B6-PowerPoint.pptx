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01CB57-5DAD-4A57-A2FA-1FEE6F9C7F21}">
  <a:tblStyle styleId="{9A01CB57-5DAD-4A57-A2FA-1FEE6F9C7F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{9A01CB57-5DAD-4A57-A2FA-1FEE6F9C7F21}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{9A01CB57-5DAD-4A57-A2FA-1FEE6F9C7F21}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{9A01CB57-5DAD-4A57-A2FA-1FEE6F9C7F21}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