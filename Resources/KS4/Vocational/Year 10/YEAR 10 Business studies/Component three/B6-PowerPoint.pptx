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07F3E5-D7D5-4A7D-92F5-4A461EE3A484}">
  <a:tblStyle styleId="{FE07F3E5-D7D5-4A7D-92F5-4A461EE3A4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{FE07F3E5-D7D5-4A7D-92F5-4A461EE3A484}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{FE07F3E5-D7D5-4A7D-92F5-4A461EE3A484}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{FE07F3E5-D7D5-4A7D-92F5-4A461EE3A484}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