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540347-A54F-4ACF-84DE-6FD948643EAF}">
  <a:tblStyle styleId="{A4540347-A54F-4ACF-84DE-6FD948643E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{A4540347-A54F-4ACF-84DE-6FD948643EAF}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{A4540347-A54F-4ACF-84DE-6FD948643EAF}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{A4540347-A54F-4ACF-84DE-6FD948643EAF}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