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FB4C24-9514-4F4F-90ED-D42367D06D83}">
  <a:tblStyle styleId="{40FB4C24-9514-4F4F-90ED-D42367D06D8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{40FB4C24-9514-4F4F-90ED-D42367D06D83}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{40FB4C24-9514-4F4F-90ED-D42367D06D83}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{40FB4C24-9514-4F4F-90ED-D42367D06D83}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