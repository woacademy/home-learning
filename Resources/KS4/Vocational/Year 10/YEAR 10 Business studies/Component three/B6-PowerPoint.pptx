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6C4F87-98D3-4D8E-8638-B8AC680FC65D}">
  <a:tblStyle styleId="{AD6C4F87-98D3-4D8E-8638-B8AC680FC6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{AD6C4F87-98D3-4D8E-8638-B8AC680FC65D}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{AD6C4F87-98D3-4D8E-8638-B8AC680FC65D}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{AD6C4F87-98D3-4D8E-8638-B8AC680FC65D}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