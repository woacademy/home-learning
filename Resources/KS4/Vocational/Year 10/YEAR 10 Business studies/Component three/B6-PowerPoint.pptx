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6BFF0B-FB96-486C-B99F-616A15C49C32}">
  <a:tblStyle styleId="{816BFF0B-FB96-486C-B99F-616A15C49C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{816BFF0B-FB96-486C-B99F-616A15C49C32}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{816BFF0B-FB96-486C-B99F-616A15C49C32}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{816BFF0B-FB96-486C-B99F-616A15C49C32}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