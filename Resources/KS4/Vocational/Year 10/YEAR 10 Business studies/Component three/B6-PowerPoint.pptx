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F2A8B-5CB0-470F-979B-8550C8C92350}">
  <a:tblStyle styleId="{B95F2A8B-5CB0-470F-979B-8550C8C923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{B95F2A8B-5CB0-470F-979B-8550C8C92350}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{B95F2A8B-5CB0-470F-979B-8550C8C92350}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{B95F2A8B-5CB0-470F-979B-8550C8C92350}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