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5FB240-C6E7-46AF-8DBF-11F0CCA873EA}">
  <a:tblStyle styleId="{FF5FB240-C6E7-46AF-8DBF-11F0CCA873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{FF5FB240-C6E7-46AF-8DBF-11F0CCA873EA}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{FF5FB240-C6E7-46AF-8DBF-11F0CCA873EA}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{FF5FB240-C6E7-46AF-8DBF-11F0CCA873EA}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