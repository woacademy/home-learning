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745C4-328A-4A37-B90B-D6D827D15BFB}">
  <a:tblStyle styleId="{D65745C4-328A-4A37-B90B-D6D827D15B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{D65745C4-328A-4A37-B90B-D6D827D15BFB}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{D65745C4-328A-4A37-B90B-D6D827D15BFB}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{D65745C4-328A-4A37-B90B-D6D827D15BFB}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