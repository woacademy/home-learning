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3F43D-DBBE-4A4B-A4A6-231CD179C196}">
  <a:tblStyle styleId="{9BD3F43D-DBBE-4A4B-A4A6-231CD179C1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{9BD3F43D-DBBE-4A4B-A4A6-231CD179C196}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{9BD3F43D-DBBE-4A4B-A4A6-231CD179C196}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{9BD3F43D-DBBE-4A4B-A4A6-231CD179C196}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