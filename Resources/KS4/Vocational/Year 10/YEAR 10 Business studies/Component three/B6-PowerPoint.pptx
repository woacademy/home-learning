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17AB79-32C4-4645-AD89-D254EFEA90C7}">
  <a:tblStyle styleId="{2817AB79-32C4-4645-AD89-D254EFEA90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{2817AB79-32C4-4645-AD89-D254EFEA90C7}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{2817AB79-32C4-4645-AD89-D254EFEA90C7}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{2817AB79-32C4-4645-AD89-D254EFEA90C7}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