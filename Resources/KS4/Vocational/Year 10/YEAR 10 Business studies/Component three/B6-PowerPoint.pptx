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48E5AF3-40DB-4278-BDC1-8C8C033BE24D}">
  <a:tblStyle styleId="{248E5AF3-40DB-4278-BDC1-8C8C033BE24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{248E5AF3-40DB-4278-BDC1-8C8C033BE24D}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{248E5AF3-40DB-4278-BDC1-8C8C033BE24D}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{248E5AF3-40DB-4278-BDC1-8C8C033BE24D}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