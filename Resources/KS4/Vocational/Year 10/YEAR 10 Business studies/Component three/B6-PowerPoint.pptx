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3BB9CB-1418-4880-8C0A-221394844EAF}">
  <a:tblStyle styleId="{443BB9CB-1418-4880-8C0A-221394844E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{443BB9CB-1418-4880-8C0A-221394844EAF}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{443BB9CB-1418-4880-8C0A-221394844EAF}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{443BB9CB-1418-4880-8C0A-221394844EAF}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