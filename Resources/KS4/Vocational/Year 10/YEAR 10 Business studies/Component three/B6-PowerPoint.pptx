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CA189-C611-4894-AC24-DC329F14CA16}">
  <a:tblStyle styleId="{151CA189-C611-4894-AC24-DC329F14CA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{151CA189-C611-4894-AC24-DC329F14CA16}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{151CA189-C611-4894-AC24-DC329F14CA16}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{151CA189-C611-4894-AC24-DC329F14CA16}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