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B75B45C-D2F4-4B6F-854F-E0BC7CB59A7A}">
  <a:tblStyle styleId="{9B75B45C-D2F4-4B6F-854F-E0BC7CB59A7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{9B75B45C-D2F4-4B6F-854F-E0BC7CB59A7A}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{9B75B45C-D2F4-4B6F-854F-E0BC7CB59A7A}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{9B75B45C-D2F4-4B6F-854F-E0BC7CB59A7A}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