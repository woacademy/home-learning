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F2AF6F-0A52-47D6-A562-7AE053AF4BE0}">
  <a:tblStyle styleId="{2EF2AF6F-0A52-47D6-A562-7AE053AF4B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{2EF2AF6F-0A52-47D6-A562-7AE053AF4BE0}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{2EF2AF6F-0A52-47D6-A562-7AE053AF4BE0}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{2EF2AF6F-0A52-47D6-A562-7AE053AF4BE0}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