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98D058-C173-4857-A17D-24DE9F8DA235}">
  <a:tblStyle styleId="{4398D058-C173-4857-A17D-24DE9F8DA23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{4398D058-C173-4857-A17D-24DE9F8DA235}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{4398D058-C173-4857-A17D-24DE9F8DA235}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{4398D058-C173-4857-A17D-24DE9F8DA235}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