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773A89-D0DF-474A-A9F0-BCDF4FBC3BB1}">
  <a:tblStyle styleId="{BD773A89-D0DF-474A-A9F0-BCDF4FBC3BB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{BD773A89-D0DF-474A-A9F0-BCDF4FBC3BB1}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{BD773A89-D0DF-474A-A9F0-BCDF4FBC3BB1}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{BD773A89-D0DF-474A-A9F0-BCDF4FBC3BB1}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