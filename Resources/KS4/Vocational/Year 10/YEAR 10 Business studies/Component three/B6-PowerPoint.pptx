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8F1143-CF18-489A-A0DF-E6E861EE3157}">
  <a:tblStyle styleId="{9A8F1143-CF18-489A-A0DF-E6E861EE31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{9A8F1143-CF18-489A-A0DF-E6E861EE3157}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{9A8F1143-CF18-489A-A0DF-E6E861EE3157}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{9A8F1143-CF18-489A-A0DF-E6E861EE3157}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