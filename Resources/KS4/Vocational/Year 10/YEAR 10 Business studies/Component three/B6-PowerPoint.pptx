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E6D542-E440-4316-98DA-A5341BE18836}">
  <a:tblStyle styleId="{60E6D542-E440-4316-98DA-A5341BE1883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{60E6D542-E440-4316-98DA-A5341BE18836}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{60E6D542-E440-4316-98DA-A5341BE18836}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{60E6D542-E440-4316-98DA-A5341BE18836}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