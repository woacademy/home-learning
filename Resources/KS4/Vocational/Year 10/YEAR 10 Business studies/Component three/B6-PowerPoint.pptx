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6FBF99-9E2F-46E1-8BAF-48AA22634FE5}">
  <a:tblStyle styleId="{E76FBF99-9E2F-46E1-8BAF-48AA22634F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{E76FBF99-9E2F-46E1-8BAF-48AA22634FE5}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{E76FBF99-9E2F-46E1-8BAF-48AA22634FE5}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{E76FBF99-9E2F-46E1-8BAF-48AA22634FE5}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