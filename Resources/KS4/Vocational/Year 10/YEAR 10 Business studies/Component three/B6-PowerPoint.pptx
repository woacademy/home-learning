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8F3990-1717-44A2-8C85-A3247E480725}">
  <a:tblStyle styleId="{AD8F3990-1717-44A2-8C85-A3247E4807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{AD8F3990-1717-44A2-8C85-A3247E480725}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{AD8F3990-1717-44A2-8C85-A3247E480725}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{AD8F3990-1717-44A2-8C85-A3247E480725}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