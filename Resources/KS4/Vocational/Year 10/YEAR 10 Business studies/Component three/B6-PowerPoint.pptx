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FED8E-D9B2-484F-A483-901B7FB3DAC6}">
  <a:tblStyle styleId="{221FED8E-D9B2-484F-A483-901B7FB3DA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{221FED8E-D9B2-484F-A483-901B7FB3DAC6}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{221FED8E-D9B2-484F-A483-901B7FB3DAC6}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{221FED8E-D9B2-484F-A483-901B7FB3DAC6}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