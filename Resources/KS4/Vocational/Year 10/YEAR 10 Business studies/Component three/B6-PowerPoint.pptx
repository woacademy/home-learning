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34FF50-E6CA-42EE-9B08-DC8A557308DD}">
  <a:tblStyle styleId="{4E34FF50-E6CA-42EE-9B08-DC8A557308D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{4E34FF50-E6CA-42EE-9B08-DC8A557308DD}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{4E34FF50-E6CA-42EE-9B08-DC8A557308DD}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{4E34FF50-E6CA-42EE-9B08-DC8A557308DD}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