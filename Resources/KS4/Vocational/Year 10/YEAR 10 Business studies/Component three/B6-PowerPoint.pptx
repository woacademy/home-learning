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D8D383-7BEF-4BF1-841C-65DDF233F269}">
  <a:tblStyle styleId="{2DD8D383-7BEF-4BF1-841C-65DDF233F2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{2DD8D383-7BEF-4BF1-841C-65DDF233F269}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{2DD8D383-7BEF-4BF1-841C-65DDF233F269}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{2DD8D383-7BEF-4BF1-841C-65DDF233F269}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