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FF9A1A-0B79-454E-9779-086D3316B96B}">
  <a:tblStyle styleId="{38FF9A1A-0B79-454E-9779-086D3316B96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{38FF9A1A-0B79-454E-9779-086D3316B96B}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{38FF9A1A-0B79-454E-9779-086D3316B96B}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{38FF9A1A-0B79-454E-9779-086D3316B96B}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