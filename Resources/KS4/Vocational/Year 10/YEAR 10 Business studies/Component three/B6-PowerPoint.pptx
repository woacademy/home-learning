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46A5DA-D9C0-4A39-B04E-B0100D949C58}">
  <a:tblStyle styleId="{C646A5DA-D9C0-4A39-B04E-B0100D949C5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{C646A5DA-D9C0-4A39-B04E-B0100D949C58}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{C646A5DA-D9C0-4A39-B04E-B0100D949C58}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{C646A5DA-D9C0-4A39-B04E-B0100D949C58}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