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345914E-0C3F-47CC-9E08-90BE4902A344}">
  <a:tblStyle styleId="{F345914E-0C3F-47CC-9E08-90BE4902A344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{F345914E-0C3F-47CC-9E08-90BE4902A344}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{F345914E-0C3F-47CC-9E08-90BE4902A344}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{F345914E-0C3F-47CC-9E08-90BE4902A344}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