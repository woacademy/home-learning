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8524AA-D4C1-4344-B9BE-ED45DAAE9315}">
  <a:tblStyle styleId="{C68524AA-D4C1-4344-B9BE-ED45DAAE93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{C68524AA-D4C1-4344-B9BE-ED45DAAE9315}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{C68524AA-D4C1-4344-B9BE-ED45DAAE9315}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{C68524AA-D4C1-4344-B9BE-ED45DAAE9315}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