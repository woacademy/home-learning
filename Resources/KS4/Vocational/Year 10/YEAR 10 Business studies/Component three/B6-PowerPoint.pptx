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38FFC5-2609-4E92-A5A9-973C3147D1B4}">
  <a:tblStyle styleId="{8838FFC5-2609-4E92-A5A9-973C3147D1B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{8838FFC5-2609-4E92-A5A9-973C3147D1B4}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{8838FFC5-2609-4E92-A5A9-973C3147D1B4}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{8838FFC5-2609-4E92-A5A9-973C3147D1B4}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