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58EAB8-782B-4D2E-AC0F-6CCCDAA25917}">
  <a:tblStyle styleId="{C958EAB8-782B-4D2E-AC0F-6CCCDAA259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{C958EAB8-782B-4D2E-AC0F-6CCCDAA25917}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{C958EAB8-782B-4D2E-AC0F-6CCCDAA25917}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{C958EAB8-782B-4D2E-AC0F-6CCCDAA25917}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