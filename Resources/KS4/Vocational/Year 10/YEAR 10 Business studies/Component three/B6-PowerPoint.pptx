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5648AC-F07E-4C65-9CE4-8F9C3D9A85A5}">
  <a:tblStyle styleId="{255648AC-F07E-4C65-9CE4-8F9C3D9A85A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{255648AC-F07E-4C65-9CE4-8F9C3D9A85A5}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{255648AC-F07E-4C65-9CE4-8F9C3D9A85A5}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{255648AC-F07E-4C65-9CE4-8F9C3D9A85A5}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