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9BC976-D110-4D46-AE05-EFD8950CA30F}">
  <a:tblStyle styleId="{539BC976-D110-4D46-AE05-EFD8950CA30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{539BC976-D110-4D46-AE05-EFD8950CA30F}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{539BC976-D110-4D46-AE05-EFD8950CA30F}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{539BC976-D110-4D46-AE05-EFD8950CA30F}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