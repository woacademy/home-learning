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0D1D12-BFE2-4D73-8B61-602861815D0D}">
  <a:tblStyle styleId="{3A0D1D12-BFE2-4D73-8B61-602861815D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{3A0D1D12-BFE2-4D73-8B61-602861815D0D}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{3A0D1D12-BFE2-4D73-8B61-602861815D0D}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{3A0D1D12-BFE2-4D73-8B61-602861815D0D}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