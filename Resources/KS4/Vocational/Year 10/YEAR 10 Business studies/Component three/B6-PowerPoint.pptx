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DAA5FE-7D41-4150-B446-7ED891656FCD}">
  <a:tblStyle styleId="{41DAA5FE-7D41-4150-B446-7ED891656F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{41DAA5FE-7D41-4150-B446-7ED891656FCD}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{41DAA5FE-7D41-4150-B446-7ED891656FCD}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{41DAA5FE-7D41-4150-B446-7ED891656FCD}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