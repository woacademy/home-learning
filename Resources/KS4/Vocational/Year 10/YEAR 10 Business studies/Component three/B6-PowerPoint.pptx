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1D520E0-3905-4016-83A7-0E024B1BDB2C}">
  <a:tblStyle styleId="{11D520E0-3905-4016-83A7-0E024B1BDB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{11D520E0-3905-4016-83A7-0E024B1BDB2C}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{11D520E0-3905-4016-83A7-0E024B1BDB2C}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{11D520E0-3905-4016-83A7-0E024B1BDB2C}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