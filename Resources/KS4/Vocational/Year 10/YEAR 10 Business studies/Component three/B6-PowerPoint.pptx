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F41E40F-F73A-41FD-A099-0097E70732F3}">
  <a:tblStyle styleId="{BF41E40F-F73A-41FD-A099-0097E70732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{BF41E40F-F73A-41FD-A099-0097E70732F3}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{BF41E40F-F73A-41FD-A099-0097E70732F3}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{BF41E40F-F73A-41FD-A099-0097E70732F3}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