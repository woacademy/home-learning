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029E23-8081-44D6-BBCD-1FEDE872D67F}">
  <a:tblStyle styleId="{54029E23-8081-44D6-BBCD-1FEDE872D67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{54029E23-8081-44D6-BBCD-1FEDE872D67F}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{54029E23-8081-44D6-BBCD-1FEDE872D67F}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{54029E23-8081-44D6-BBCD-1FEDE872D67F}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