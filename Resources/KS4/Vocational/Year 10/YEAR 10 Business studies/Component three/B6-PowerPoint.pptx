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C081B3-B54C-4C02-A509-87E3BCFC0DB0}">
  <a:tblStyle styleId="{30C081B3-B54C-4C02-A509-87E3BCFC0DB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{30C081B3-B54C-4C02-A509-87E3BCFC0DB0}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{30C081B3-B54C-4C02-A509-87E3BCFC0DB0}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{30C081B3-B54C-4C02-A509-87E3BCFC0DB0}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