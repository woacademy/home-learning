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6FF8D6-365E-46E4-99B8-0E8F2F760593}">
  <a:tblStyle styleId="{AD6FF8D6-365E-46E4-99B8-0E8F2F7605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{AD6FF8D6-365E-46E4-99B8-0E8F2F760593}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{AD6FF8D6-365E-46E4-99B8-0E8F2F760593}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{AD6FF8D6-365E-46E4-99B8-0E8F2F760593}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