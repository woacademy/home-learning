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96128A-CD93-494C-8248-CCA7F9880A6D}">
  <a:tblStyle styleId="{6896128A-CD93-494C-8248-CCA7F9880A6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{6896128A-CD93-494C-8248-CCA7F9880A6D}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{6896128A-CD93-494C-8248-CCA7F9880A6D}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{6896128A-CD93-494C-8248-CCA7F9880A6D}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