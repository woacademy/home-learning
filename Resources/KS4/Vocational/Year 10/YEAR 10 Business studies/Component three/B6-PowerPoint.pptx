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FFED38-A081-4B64-91D6-CB823FB141FD}">
  <a:tblStyle styleId="{8AFFED38-A081-4B64-91D6-CB823FB141F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{8AFFED38-A081-4B64-91D6-CB823FB141FD}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{8AFFED38-A081-4B64-91D6-CB823FB141FD}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{8AFFED38-A081-4B64-91D6-CB823FB141FD}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