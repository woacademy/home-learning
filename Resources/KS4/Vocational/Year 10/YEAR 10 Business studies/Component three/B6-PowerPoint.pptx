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137FC5-DB37-4AD2-82BA-6BEBFA8AEAD3}">
  <a:tblStyle styleId="{B3137FC5-DB37-4AD2-82BA-6BEBFA8AEA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{B3137FC5-DB37-4AD2-82BA-6BEBFA8AEAD3}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{B3137FC5-DB37-4AD2-82BA-6BEBFA8AEAD3}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{B3137FC5-DB37-4AD2-82BA-6BEBFA8AEAD3}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