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317904-8E4C-4C29-9E0D-722CD2974D69}">
  <a:tblStyle styleId="{55317904-8E4C-4C29-9E0D-722CD2974D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{55317904-8E4C-4C29-9E0D-722CD2974D69}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{55317904-8E4C-4C29-9E0D-722CD2974D69}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{55317904-8E4C-4C29-9E0D-722CD2974D69}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