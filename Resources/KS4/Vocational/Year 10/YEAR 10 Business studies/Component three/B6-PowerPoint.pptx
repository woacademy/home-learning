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B2A702-6987-4CB6-89F3-9CDAF48FE7C6}">
  <a:tblStyle styleId="{7CB2A702-6987-4CB6-89F3-9CDAF48FE7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{7CB2A702-6987-4CB6-89F3-9CDAF48FE7C6}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{7CB2A702-6987-4CB6-89F3-9CDAF48FE7C6}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{7CB2A702-6987-4CB6-89F3-9CDAF48FE7C6}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