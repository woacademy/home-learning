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DD435E-599B-44C1-B8CE-AC7D54BADD7D}">
  <a:tblStyle styleId="{82DD435E-599B-44C1-B8CE-AC7D54BADD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{82DD435E-599B-44C1-B8CE-AC7D54BADD7D}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{82DD435E-599B-44C1-B8CE-AC7D54BADD7D}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{82DD435E-599B-44C1-B8CE-AC7D54BADD7D}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