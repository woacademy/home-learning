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789272-9627-4DD5-A2F3-6895F09245EA}">
  <a:tblStyle styleId="{E5789272-9627-4DD5-A2F3-6895F09245E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{E5789272-9627-4DD5-A2F3-6895F09245EA}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{E5789272-9627-4DD5-A2F3-6895F09245EA}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{E5789272-9627-4DD5-A2F3-6895F09245EA}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