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433B9E-4E5A-4FD8-A5FC-E8C66EB82D13}">
  <a:tblStyle styleId="{64433B9E-4E5A-4FD8-A5FC-E8C66EB82D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{64433B9E-4E5A-4FD8-A5FC-E8C66EB82D13}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{64433B9E-4E5A-4FD8-A5FC-E8C66EB82D13}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{64433B9E-4E5A-4FD8-A5FC-E8C66EB82D13}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