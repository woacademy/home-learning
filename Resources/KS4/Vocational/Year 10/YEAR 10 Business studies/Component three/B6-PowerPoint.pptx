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ACC2D1-224B-47CB-83F1-61D61B9C8261}">
  <a:tblStyle styleId="{88ACC2D1-224B-47CB-83F1-61D61B9C82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{88ACC2D1-224B-47CB-83F1-61D61B9C8261}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{88ACC2D1-224B-47CB-83F1-61D61B9C8261}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{88ACC2D1-224B-47CB-83F1-61D61B9C8261}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