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D694691-0D2A-4F7C-843F-9CDF969FD347}">
  <a:tblStyle styleId="{3D694691-0D2A-4F7C-843F-9CDF969FD347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{3D694691-0D2A-4F7C-843F-9CDF969FD347}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{3D694691-0D2A-4F7C-843F-9CDF969FD347}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{3D694691-0D2A-4F7C-843F-9CDF969FD347}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