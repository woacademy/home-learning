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392D01-1766-4864-AC44-D34572A6A56A}">
  <a:tblStyle styleId="{2C392D01-1766-4864-AC44-D34572A6A56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{2C392D01-1766-4864-AC44-D34572A6A56A}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{2C392D01-1766-4864-AC44-D34572A6A56A}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{2C392D01-1766-4864-AC44-D34572A6A56A}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