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E64E5E-F733-4765-975D-C41958F3666E}">
  <a:tblStyle styleId="{B9E64E5E-F733-4765-975D-C41958F3666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{B9E64E5E-F733-4765-975D-C41958F3666E}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{B9E64E5E-F733-4765-975D-C41958F3666E}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{B9E64E5E-F733-4765-975D-C41958F3666E}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