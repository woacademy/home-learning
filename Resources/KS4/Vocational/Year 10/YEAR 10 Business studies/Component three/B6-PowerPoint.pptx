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0687A4-F592-43E5-9050-E3740C147A76}">
  <a:tblStyle styleId="{440687A4-F592-43E5-9050-E3740C147A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{440687A4-F592-43E5-9050-E3740C147A76}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{440687A4-F592-43E5-9050-E3740C147A76}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{440687A4-F592-43E5-9050-E3740C147A76}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