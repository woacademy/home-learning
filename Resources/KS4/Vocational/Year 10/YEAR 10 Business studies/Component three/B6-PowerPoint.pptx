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716721-D468-4420-BC8C-48FF585760D9}">
  <a:tblStyle styleId="{8A716721-D468-4420-BC8C-48FF585760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{8A716721-D468-4420-BC8C-48FF585760D9}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{8A716721-D468-4420-BC8C-48FF585760D9}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{8A716721-D468-4420-BC8C-48FF585760D9}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