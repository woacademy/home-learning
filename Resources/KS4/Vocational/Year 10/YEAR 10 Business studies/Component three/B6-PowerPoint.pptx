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CE3E1F-7BA4-4B94-AFD8-19622FB017F6}">
  <a:tblStyle styleId="{CECE3E1F-7BA4-4B94-AFD8-19622FB017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{CECE3E1F-7BA4-4B94-AFD8-19622FB017F6}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{CECE3E1F-7BA4-4B94-AFD8-19622FB017F6}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{CECE3E1F-7BA4-4B94-AFD8-19622FB017F6}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