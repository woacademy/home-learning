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7F5AD-EB32-4D34-83E3-F521C89693B4}">
  <a:tblStyle styleId="{3DA7F5AD-EB32-4D34-83E3-F521C89693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{3DA7F5AD-EB32-4D34-83E3-F521C89693B4}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{3DA7F5AD-EB32-4D34-83E3-F521C89693B4}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{3DA7F5AD-EB32-4D34-83E3-F521C89693B4}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