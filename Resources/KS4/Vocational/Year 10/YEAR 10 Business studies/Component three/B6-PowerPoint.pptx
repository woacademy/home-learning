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B34DB-57A7-4AF6-8138-5AC88BD9B98E}">
  <a:tblStyle styleId="{24EB34DB-57A7-4AF6-8138-5AC88BD9B9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{24EB34DB-57A7-4AF6-8138-5AC88BD9B98E}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{24EB34DB-57A7-4AF6-8138-5AC88BD9B98E}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{24EB34DB-57A7-4AF6-8138-5AC88BD9B98E}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