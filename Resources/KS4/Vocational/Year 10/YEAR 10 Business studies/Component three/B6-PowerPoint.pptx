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374103-F6EB-4FD3-B461-C2AA23FCF0EA}">
  <a:tblStyle styleId="{C0374103-F6EB-4FD3-B461-C2AA23FCF0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{C0374103-F6EB-4FD3-B461-C2AA23FCF0EA}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{C0374103-F6EB-4FD3-B461-C2AA23FCF0EA}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{C0374103-F6EB-4FD3-B461-C2AA23FCF0EA}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