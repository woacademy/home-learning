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A245FD-2DEC-493E-8607-72E1929F3A12}">
  <a:tblStyle styleId="{44A245FD-2DEC-493E-8607-72E1929F3A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{44A245FD-2DEC-493E-8607-72E1929F3A12}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{44A245FD-2DEC-493E-8607-72E1929F3A12}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{44A245FD-2DEC-493E-8607-72E1929F3A12}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