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1DFCCE-D138-4FE6-88C0-31BBF1EE8661}">
  <a:tblStyle styleId="{9C1DFCCE-D138-4FE6-88C0-31BBF1EE86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{9C1DFCCE-D138-4FE6-88C0-31BBF1EE8661}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{9C1DFCCE-D138-4FE6-88C0-31BBF1EE8661}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{9C1DFCCE-D138-4FE6-88C0-31BBF1EE8661}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