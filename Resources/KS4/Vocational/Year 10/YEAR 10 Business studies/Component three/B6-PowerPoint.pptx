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BE5730-D12C-4595-A1AD-D67F86769A72}">
  <a:tblStyle styleId="{73BE5730-D12C-4595-A1AD-D67F86769A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{73BE5730-D12C-4595-A1AD-D67F86769A72}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{73BE5730-D12C-4595-A1AD-D67F86769A72}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{73BE5730-D12C-4595-A1AD-D67F86769A72}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