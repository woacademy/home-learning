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2D8E83-F370-46FB-B752-596DD398A13B}">
  <a:tblStyle styleId="{2A2D8E83-F370-46FB-B752-596DD398A1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{2A2D8E83-F370-46FB-B752-596DD398A13B}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{2A2D8E83-F370-46FB-B752-596DD398A13B}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{2A2D8E83-F370-46FB-B752-596DD398A13B}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