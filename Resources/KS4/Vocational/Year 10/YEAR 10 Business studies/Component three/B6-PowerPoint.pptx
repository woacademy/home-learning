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A10C8B2-35F4-43A1-A89C-15837CDAF4BB}">
  <a:tblStyle styleId="{8A10C8B2-35F4-43A1-A89C-15837CDAF4B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{8A10C8B2-35F4-43A1-A89C-15837CDAF4BB}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{8A10C8B2-35F4-43A1-A89C-15837CDAF4BB}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{8A10C8B2-35F4-43A1-A89C-15837CDAF4BB}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