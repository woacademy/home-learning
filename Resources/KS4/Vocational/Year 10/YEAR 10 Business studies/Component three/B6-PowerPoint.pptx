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768059-625A-4133-B619-5A13C1EB675E}">
  <a:tblStyle styleId="{65768059-625A-4133-B619-5A13C1EB67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{65768059-625A-4133-B619-5A13C1EB675E}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{65768059-625A-4133-B619-5A13C1EB675E}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{65768059-625A-4133-B619-5A13C1EB675E}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