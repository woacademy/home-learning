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7C24A7-07E3-4946-A8FD-1F118668F11E}">
  <a:tblStyle styleId="{9E7C24A7-07E3-4946-A8FD-1F118668F1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{9E7C24A7-07E3-4946-A8FD-1F118668F11E}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{9E7C24A7-07E3-4946-A8FD-1F118668F11E}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{9E7C24A7-07E3-4946-A8FD-1F118668F11E}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