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F619A2-B602-402B-A6B4-33E8EC55AE31}">
  <a:tblStyle styleId="{67F619A2-B602-402B-A6B4-33E8EC55AE3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{67F619A2-B602-402B-A6B4-33E8EC55AE31}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{67F619A2-B602-402B-A6B4-33E8EC55AE31}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{67F619A2-B602-402B-A6B4-33E8EC55AE31}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