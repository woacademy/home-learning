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635F18-4F3E-4CF3-AD91-772C230FAABA}">
  <a:tblStyle styleId="{3F635F18-4F3E-4CF3-AD91-772C230FAA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{3F635F18-4F3E-4CF3-AD91-772C230FAABA}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{3F635F18-4F3E-4CF3-AD91-772C230FAABA}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{3F635F18-4F3E-4CF3-AD91-772C230FAABA}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