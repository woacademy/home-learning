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15038D-BCD5-490D-B5A8-57D133CB9235}">
  <a:tblStyle styleId="{C715038D-BCD5-490D-B5A8-57D133CB923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{C715038D-BCD5-490D-B5A8-57D133CB9235}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{C715038D-BCD5-490D-B5A8-57D133CB9235}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{C715038D-BCD5-490D-B5A8-57D133CB9235}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