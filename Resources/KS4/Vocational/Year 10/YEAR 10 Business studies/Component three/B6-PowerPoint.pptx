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EDC319-52FC-45EA-B248-4952001F48FF}">
  <a:tblStyle styleId="{60EDC319-52FC-45EA-B248-4952001F48F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{60EDC319-52FC-45EA-B248-4952001F48FF}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{60EDC319-52FC-45EA-B248-4952001F48FF}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{60EDC319-52FC-45EA-B248-4952001F48FF}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