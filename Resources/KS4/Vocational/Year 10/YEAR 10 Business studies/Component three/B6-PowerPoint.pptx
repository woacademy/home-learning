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F57900-2400-4F9F-B9D8-C3FA91F7E07B}">
  <a:tblStyle styleId="{C2F57900-2400-4F9F-B9D8-C3FA91F7E07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{C2F57900-2400-4F9F-B9D8-C3FA91F7E07B}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{C2F57900-2400-4F9F-B9D8-C3FA91F7E07B}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{C2F57900-2400-4F9F-B9D8-C3FA91F7E07B}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