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9F31A6-322C-4260-B8EA-334C0980227D}">
  <a:tblStyle styleId="{A79F31A6-322C-4260-B8EA-334C098022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{A79F31A6-322C-4260-B8EA-334C0980227D}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{A79F31A6-322C-4260-B8EA-334C0980227D}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{A79F31A6-322C-4260-B8EA-334C0980227D}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