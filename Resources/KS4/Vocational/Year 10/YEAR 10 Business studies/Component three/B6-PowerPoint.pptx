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F916CE-F960-4A9E-9D3F-276F26C7A8C9}">
  <a:tblStyle styleId="{03F916CE-F960-4A9E-9D3F-276F26C7A8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{03F916CE-F960-4A9E-9D3F-276F26C7A8C9}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{03F916CE-F960-4A9E-9D3F-276F26C7A8C9}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{03F916CE-F960-4A9E-9D3F-276F26C7A8C9}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