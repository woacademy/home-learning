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0EE841-3C1A-4E65-9981-6A673B831FB7}">
  <a:tblStyle styleId="{110EE841-3C1A-4E65-9981-6A673B831F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{110EE841-3C1A-4E65-9981-6A673B831FB7}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{110EE841-3C1A-4E65-9981-6A673B831FB7}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{110EE841-3C1A-4E65-9981-6A673B831FB7}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