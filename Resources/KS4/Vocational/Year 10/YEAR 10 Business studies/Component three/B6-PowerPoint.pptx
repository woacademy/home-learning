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137AC-AABC-4558-B6C7-FD067ADD90CD}">
  <a:tblStyle styleId="{D57137AC-AABC-4558-B6C7-FD067ADD90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{D57137AC-AABC-4558-B6C7-FD067ADD90CD}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{D57137AC-AABC-4558-B6C7-FD067ADD90CD}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{D57137AC-AABC-4558-B6C7-FD067ADD90CD}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