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5D8C39-8330-4C84-A7C2-19F367BEA8F9}">
  <a:tblStyle styleId="{EC5D8C39-8330-4C84-A7C2-19F367BEA8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{EC5D8C39-8330-4C84-A7C2-19F367BEA8F9}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{EC5D8C39-8330-4C84-A7C2-19F367BEA8F9}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{EC5D8C39-8330-4C84-A7C2-19F367BEA8F9}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