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F2CDEFB-0E76-4E44-B010-A22533DDEAD4}">
  <a:tblStyle styleId="{8F2CDEFB-0E76-4E44-B010-A22533DDEAD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{8F2CDEFB-0E76-4E44-B010-A22533DDEAD4}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{8F2CDEFB-0E76-4E44-B010-A22533DDEAD4}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{8F2CDEFB-0E76-4E44-B010-A22533DDEAD4}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