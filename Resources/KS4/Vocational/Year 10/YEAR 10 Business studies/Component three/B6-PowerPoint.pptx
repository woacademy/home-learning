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897C0-17DE-4576-B2AF-7FFE76A12FC0}">
  <a:tblStyle styleId="{995897C0-17DE-4576-B2AF-7FFE76A12F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{995897C0-17DE-4576-B2AF-7FFE76A12FC0}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{995897C0-17DE-4576-B2AF-7FFE76A12FC0}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{995897C0-17DE-4576-B2AF-7FFE76A12FC0}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