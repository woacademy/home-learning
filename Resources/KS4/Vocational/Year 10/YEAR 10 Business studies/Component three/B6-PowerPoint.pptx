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64D4B-4D15-4EE1-810A-E03B1601406B}">
  <a:tblStyle styleId="{58B64D4B-4D15-4EE1-810A-E03B160140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{58B64D4B-4D15-4EE1-810A-E03B1601406B}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{58B64D4B-4D15-4EE1-810A-E03B1601406B}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{58B64D4B-4D15-4EE1-810A-E03B1601406B}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