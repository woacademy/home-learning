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FBAA21-0DEE-43F7-BE71-59C3C47CE2EC}">
  <a:tblStyle styleId="{B0FBAA21-0DEE-43F7-BE71-59C3C47CE2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{B0FBAA21-0DEE-43F7-BE71-59C3C47CE2EC}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{B0FBAA21-0DEE-43F7-BE71-59C3C47CE2EC}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{B0FBAA21-0DEE-43F7-BE71-59C3C47CE2EC}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