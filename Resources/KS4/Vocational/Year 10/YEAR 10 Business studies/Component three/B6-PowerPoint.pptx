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ADA402-E7B4-4454-B4E9-7BE4626937A8}">
  <a:tblStyle styleId="{A3ADA402-E7B4-4454-B4E9-7BE4626937A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{A3ADA402-E7B4-4454-B4E9-7BE4626937A8}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{A3ADA402-E7B4-4454-B4E9-7BE4626937A8}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{A3ADA402-E7B4-4454-B4E9-7BE4626937A8}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