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C1A396-E2C1-43C2-B9C0-3B685C45DFD7}">
  <a:tblStyle styleId="{76C1A396-E2C1-43C2-B9C0-3B685C45DF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{76C1A396-E2C1-43C2-B9C0-3B685C45DFD7}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{76C1A396-E2C1-43C2-B9C0-3B685C45DFD7}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{76C1A396-E2C1-43C2-B9C0-3B685C45DFD7}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