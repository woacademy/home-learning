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4FCA0E-295E-4610-A37E-D47E8EE97A03}">
  <a:tblStyle styleId="{024FCA0E-295E-4610-A37E-D47E8EE97A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{024FCA0E-295E-4610-A37E-D47E8EE97A03}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{024FCA0E-295E-4610-A37E-D47E8EE97A03}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{024FCA0E-295E-4610-A37E-D47E8EE97A03}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