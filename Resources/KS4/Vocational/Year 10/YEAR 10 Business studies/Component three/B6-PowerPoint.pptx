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4481D4-A51E-486D-810C-8C2E1DE1BAD0}">
  <a:tblStyle styleId="{3E4481D4-A51E-486D-810C-8C2E1DE1BA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{3E4481D4-A51E-486D-810C-8C2E1DE1BAD0}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{3E4481D4-A51E-486D-810C-8C2E1DE1BAD0}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{3E4481D4-A51E-486D-810C-8C2E1DE1BAD0}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