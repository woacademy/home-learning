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5A1789-B410-436C-BB99-39FC4F1B2AA2}">
  <a:tblStyle styleId="{145A1789-B410-436C-BB99-39FC4F1B2A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{145A1789-B410-436C-BB99-39FC4F1B2AA2}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{145A1789-B410-436C-BB99-39FC4F1B2AA2}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{145A1789-B410-436C-BB99-39FC4F1B2AA2}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