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B1988A-7F0F-4722-88C7-36214CA18837}">
  <a:tblStyle styleId="{36B1988A-7F0F-4722-88C7-36214CA1883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{36B1988A-7F0F-4722-88C7-36214CA18837}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{36B1988A-7F0F-4722-88C7-36214CA18837}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{36B1988A-7F0F-4722-88C7-36214CA18837}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