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396B81-05F3-41ED-8D47-2E667998A590}">
  <a:tblStyle styleId="{80396B81-05F3-41ED-8D47-2E667998A5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{80396B81-05F3-41ED-8D47-2E667998A590}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{80396B81-05F3-41ED-8D47-2E667998A590}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{80396B81-05F3-41ED-8D47-2E667998A590}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