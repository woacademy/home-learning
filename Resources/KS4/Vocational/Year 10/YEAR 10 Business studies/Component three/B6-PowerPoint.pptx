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0307B1-8E94-4409-B3A3-5F91D9F29B6A}">
  <a:tblStyle styleId="{940307B1-8E94-4409-B3A3-5F91D9F29B6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{940307B1-8E94-4409-B3A3-5F91D9F29B6A}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{940307B1-8E94-4409-B3A3-5F91D9F29B6A}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{940307B1-8E94-4409-B3A3-5F91D9F29B6A}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