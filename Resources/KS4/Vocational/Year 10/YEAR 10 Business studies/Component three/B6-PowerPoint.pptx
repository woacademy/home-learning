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52B440-9EB5-4B51-B7E2-D8169555439B}">
  <a:tblStyle styleId="{F852B440-9EB5-4B51-B7E2-D816955543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{F852B440-9EB5-4B51-B7E2-D8169555439B}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{F852B440-9EB5-4B51-B7E2-D8169555439B}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{F852B440-9EB5-4B51-B7E2-D8169555439B}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