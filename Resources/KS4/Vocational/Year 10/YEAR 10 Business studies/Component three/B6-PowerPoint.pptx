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12573D-2662-4035-955F-4E8A8FC43813}">
  <a:tblStyle styleId="{C012573D-2662-4035-955F-4E8A8FC4381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{C012573D-2662-4035-955F-4E8A8FC43813}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{C012573D-2662-4035-955F-4E8A8FC43813}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{C012573D-2662-4035-955F-4E8A8FC43813}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