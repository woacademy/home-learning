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022130-DE6A-4362-A583-735615AB20A5}">
  <a:tblStyle styleId="{03022130-DE6A-4362-A583-735615AB20A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{03022130-DE6A-4362-A583-735615AB20A5}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{03022130-DE6A-4362-A583-735615AB20A5}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{03022130-DE6A-4362-A583-735615AB20A5}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