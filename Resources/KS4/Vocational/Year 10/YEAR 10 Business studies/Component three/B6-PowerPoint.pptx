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2460C1-72BC-4560-BCF7-4C0A8952770D}">
  <a:tblStyle styleId="{B82460C1-72BC-4560-BCF7-4C0A895277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{B82460C1-72BC-4560-BCF7-4C0A8952770D}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{B82460C1-72BC-4560-BCF7-4C0A8952770D}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{B82460C1-72BC-4560-BCF7-4C0A8952770D}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