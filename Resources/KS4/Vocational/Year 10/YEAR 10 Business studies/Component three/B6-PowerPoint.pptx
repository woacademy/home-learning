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40F16B-76F4-4717-903F-C3345D3BD825}">
  <a:tblStyle styleId="{F640F16B-76F4-4717-903F-C3345D3BD8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{F640F16B-76F4-4717-903F-C3345D3BD825}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{F640F16B-76F4-4717-903F-C3345D3BD825}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{F640F16B-76F4-4717-903F-C3345D3BD825}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