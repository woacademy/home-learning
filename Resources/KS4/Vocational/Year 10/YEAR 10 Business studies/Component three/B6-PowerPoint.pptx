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34CE4B-9EDA-4F7A-B74C-85BC248B2286}">
  <a:tblStyle styleId="{3034CE4B-9EDA-4F7A-B74C-85BC248B228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{3034CE4B-9EDA-4F7A-B74C-85BC248B2286}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{3034CE4B-9EDA-4F7A-B74C-85BC248B2286}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{3034CE4B-9EDA-4F7A-B74C-85BC248B2286}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