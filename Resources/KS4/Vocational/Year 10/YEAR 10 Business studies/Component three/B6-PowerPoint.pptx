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E967E0-AEB0-4D2F-A34A-102CECCC2344}">
  <a:tblStyle styleId="{60E967E0-AEB0-4D2F-A34A-102CECCC23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{60E967E0-AEB0-4D2F-A34A-102CECCC2344}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{60E967E0-AEB0-4D2F-A34A-102CECCC2344}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{60E967E0-AEB0-4D2F-A34A-102CECCC2344}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