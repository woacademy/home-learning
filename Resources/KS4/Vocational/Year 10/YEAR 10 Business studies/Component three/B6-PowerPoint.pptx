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3AEF34-8078-402E-8BDC-628756838C81}">
  <a:tblStyle styleId="{AE3AEF34-8078-402E-8BDC-628756838C8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{AE3AEF34-8078-402E-8BDC-628756838C81}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{AE3AEF34-8078-402E-8BDC-628756838C81}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{AE3AEF34-8078-402E-8BDC-628756838C81}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