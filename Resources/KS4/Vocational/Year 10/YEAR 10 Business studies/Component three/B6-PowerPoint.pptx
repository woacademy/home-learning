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8F9EF4-AF7F-4A63-B6CC-D8FD9663156C}">
  <a:tblStyle styleId="{C28F9EF4-AF7F-4A63-B6CC-D8FD966315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{C28F9EF4-AF7F-4A63-B6CC-D8FD9663156C}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{C28F9EF4-AF7F-4A63-B6CC-D8FD9663156C}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{C28F9EF4-AF7F-4A63-B6CC-D8FD9663156C}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