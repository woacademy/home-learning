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F2877C-7B7D-4718-AB05-7DA10AEADFD2}">
  <a:tblStyle styleId="{F6F2877C-7B7D-4718-AB05-7DA10AEADFD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{F6F2877C-7B7D-4718-AB05-7DA10AEADFD2}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{F6F2877C-7B7D-4718-AB05-7DA10AEADFD2}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{F6F2877C-7B7D-4718-AB05-7DA10AEADFD2}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