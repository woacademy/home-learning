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87FD3B-A640-4DCE-A0A8-62B25BBB75B8}">
  <a:tblStyle styleId="{9387FD3B-A640-4DCE-A0A8-62B25BBB75B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{9387FD3B-A640-4DCE-A0A8-62B25BBB75B8}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{9387FD3B-A640-4DCE-A0A8-62B25BBB75B8}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{9387FD3B-A640-4DCE-A0A8-62B25BBB75B8}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