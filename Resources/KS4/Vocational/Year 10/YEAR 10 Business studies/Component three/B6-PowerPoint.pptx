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3AEA3-EA4C-49A9-AB6A-6BBEC61BCD25}">
  <a:tblStyle styleId="{8573AEA3-EA4C-49A9-AB6A-6BBEC61BCD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{8573AEA3-EA4C-49A9-AB6A-6BBEC61BCD25}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{8573AEA3-EA4C-49A9-AB6A-6BBEC61BCD25}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{8573AEA3-EA4C-49A9-AB6A-6BBEC61BCD25}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