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88A8F-143B-4FF2-A9E8-A0E2163FF04A}">
  <a:tblStyle styleId="{CFD88A8F-143B-4FF2-A9E8-A0E2163FF0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{CFD88A8F-143B-4FF2-A9E8-A0E2163FF04A}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{CFD88A8F-143B-4FF2-A9E8-A0E2163FF04A}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{CFD88A8F-143B-4FF2-A9E8-A0E2163FF04A}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