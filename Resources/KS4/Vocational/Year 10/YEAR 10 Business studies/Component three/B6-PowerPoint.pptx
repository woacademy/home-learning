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8901C90-2F01-4A70-A9C1-9CC16371F087}">
  <a:tblStyle styleId="{08901C90-2F01-4A70-A9C1-9CC16371F0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{08901C90-2F01-4A70-A9C1-9CC16371F087}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{08901C90-2F01-4A70-A9C1-9CC16371F087}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{08901C90-2F01-4A70-A9C1-9CC16371F087}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