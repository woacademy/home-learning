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376C75-29FF-4703-948F-B5CDC636B2F8}">
  <a:tblStyle styleId="{04376C75-29FF-4703-948F-B5CDC636B2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{04376C75-29FF-4703-948F-B5CDC636B2F8}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{04376C75-29FF-4703-948F-B5CDC636B2F8}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{04376C75-29FF-4703-948F-B5CDC636B2F8}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