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AECC6B-8566-40CD-8DD2-B92FBB65C7D7}">
  <a:tblStyle styleId="{73AECC6B-8566-40CD-8DD2-B92FBB65C7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{73AECC6B-8566-40CD-8DD2-B92FBB65C7D7}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{73AECC6B-8566-40CD-8DD2-B92FBB65C7D7}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{73AECC6B-8566-40CD-8DD2-B92FBB65C7D7}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