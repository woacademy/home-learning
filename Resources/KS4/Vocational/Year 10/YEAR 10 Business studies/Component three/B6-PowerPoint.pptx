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835314-E026-435C-B4B8-4D66F39B96FD}">
  <a:tblStyle styleId="{08835314-E026-435C-B4B8-4D66F39B96F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{08835314-E026-435C-B4B8-4D66F39B96FD}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{08835314-E026-435C-B4B8-4D66F39B96FD}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{08835314-E026-435C-B4B8-4D66F39B96FD}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