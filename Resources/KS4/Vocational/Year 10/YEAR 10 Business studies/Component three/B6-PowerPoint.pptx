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8334587-04C6-4AC0-AD22-EC3FB79B07AB}">
  <a:tblStyle styleId="{48334587-04C6-4AC0-AD22-EC3FB79B07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{48334587-04C6-4AC0-AD22-EC3FB79B07AB}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{48334587-04C6-4AC0-AD22-EC3FB79B07AB}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{48334587-04C6-4AC0-AD22-EC3FB79B07AB}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