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FDEFCA-0C04-4FFB-8639-642F4A7418BF}">
  <a:tblStyle styleId="{CDFDEFCA-0C04-4FFB-8639-642F4A7418B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{CDFDEFCA-0C04-4FFB-8639-642F4A7418BF}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{CDFDEFCA-0C04-4FFB-8639-642F4A7418BF}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{CDFDEFCA-0C04-4FFB-8639-642F4A7418BF}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