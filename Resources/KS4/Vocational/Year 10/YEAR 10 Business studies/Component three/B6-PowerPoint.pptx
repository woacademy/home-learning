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92B55F-0313-4ACE-8680-943184F9E0D1}">
  <a:tblStyle styleId="{EB92B55F-0313-4ACE-8680-943184F9E0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{EB92B55F-0313-4ACE-8680-943184F9E0D1}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{EB92B55F-0313-4ACE-8680-943184F9E0D1}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{EB92B55F-0313-4ACE-8680-943184F9E0D1}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