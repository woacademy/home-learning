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7A0A0E-0110-488E-9D02-78BF985CBE24}">
  <a:tblStyle styleId="{6F7A0A0E-0110-488E-9D02-78BF985CBE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{6F7A0A0E-0110-488E-9D02-78BF985CBE24}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{6F7A0A0E-0110-488E-9D02-78BF985CBE24}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{6F7A0A0E-0110-488E-9D02-78BF985CBE24}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