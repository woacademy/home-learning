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28764C-5619-40C9-A6C4-00CE8212D433}">
  <a:tblStyle styleId="{C628764C-5619-40C9-A6C4-00CE8212D4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{C628764C-5619-40C9-A6C4-00CE8212D433}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{C628764C-5619-40C9-A6C4-00CE8212D433}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{C628764C-5619-40C9-A6C4-00CE8212D433}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