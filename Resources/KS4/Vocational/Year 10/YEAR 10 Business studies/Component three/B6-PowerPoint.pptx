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6DAD49-D772-47A8-A148-AF3D75E351C8}">
  <a:tblStyle styleId="{A06DAD49-D772-47A8-A148-AF3D75E351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{A06DAD49-D772-47A8-A148-AF3D75E351C8}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{A06DAD49-D772-47A8-A148-AF3D75E351C8}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{A06DAD49-D772-47A8-A148-AF3D75E351C8}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