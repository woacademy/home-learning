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CB4F16-D5AA-42EC-BF1B-5CF1C2CEA7A8}">
  <a:tblStyle styleId="{88CB4F16-D5AA-42EC-BF1B-5CF1C2CEA7A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{88CB4F16-D5AA-42EC-BF1B-5CF1C2CEA7A8}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{88CB4F16-D5AA-42EC-BF1B-5CF1C2CEA7A8}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{88CB4F16-D5AA-42EC-BF1B-5CF1C2CEA7A8}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