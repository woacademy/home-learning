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EA12C3-1EC1-412E-A584-79CD23343BB6}">
  <a:tblStyle styleId="{95EA12C3-1EC1-412E-A584-79CD23343B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{95EA12C3-1EC1-412E-A584-79CD23343BB6}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{95EA12C3-1EC1-412E-A584-79CD23343BB6}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{95EA12C3-1EC1-412E-A584-79CD23343BB6}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