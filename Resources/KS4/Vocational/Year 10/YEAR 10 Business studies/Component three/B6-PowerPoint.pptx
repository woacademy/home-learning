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D3E20E-25FC-4C4D-8389-CC43835A32E0}">
  <a:tblStyle styleId="{F3D3E20E-25FC-4C4D-8389-CC43835A32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{F3D3E20E-25FC-4C4D-8389-CC43835A32E0}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{F3D3E20E-25FC-4C4D-8389-CC43835A32E0}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{F3D3E20E-25FC-4C4D-8389-CC43835A32E0}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