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C2D003-BE64-41CD-95BC-589136BFD743}">
  <a:tblStyle styleId="{72C2D003-BE64-41CD-95BC-589136BFD7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{72C2D003-BE64-41CD-95BC-589136BFD743}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{72C2D003-BE64-41CD-95BC-589136BFD743}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{72C2D003-BE64-41CD-95BC-589136BFD743}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