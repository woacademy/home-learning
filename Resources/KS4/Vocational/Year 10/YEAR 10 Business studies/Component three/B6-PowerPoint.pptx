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EB0223-A30E-4725-BFD7-79F6CDE161C8}">
  <a:tblStyle styleId="{91EB0223-A30E-4725-BFD7-79F6CDE161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{91EB0223-A30E-4725-BFD7-79F6CDE161C8}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{91EB0223-A30E-4725-BFD7-79F6CDE161C8}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{91EB0223-A30E-4725-BFD7-79F6CDE161C8}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