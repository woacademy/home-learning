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8AF5E2-890B-431D-841D-730699F6FBE4}">
  <a:tblStyle styleId="{D28AF5E2-890B-431D-841D-730699F6FB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{D28AF5E2-890B-431D-841D-730699F6FBE4}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{D28AF5E2-890B-431D-841D-730699F6FBE4}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{D28AF5E2-890B-431D-841D-730699F6FBE4}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