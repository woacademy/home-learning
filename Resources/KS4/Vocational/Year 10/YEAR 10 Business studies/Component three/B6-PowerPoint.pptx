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E01C34-90C5-4E30-B23A-9711AC2DC7E7}">
  <a:tblStyle styleId="{A7E01C34-90C5-4E30-B23A-9711AC2DC7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{A7E01C34-90C5-4E30-B23A-9711AC2DC7E7}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{A7E01C34-90C5-4E30-B23A-9711AC2DC7E7}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{A7E01C34-90C5-4E30-B23A-9711AC2DC7E7}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