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69F8C-5575-4755-BE03-A66BB5E5D124}">
  <a:tblStyle styleId="{D6F69F8C-5575-4755-BE03-A66BB5E5D12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{D6F69F8C-5575-4755-BE03-A66BB5E5D124}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{D6F69F8C-5575-4755-BE03-A66BB5E5D124}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{D6F69F8C-5575-4755-BE03-A66BB5E5D124}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