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125AD2-FBE9-43D3-8380-8B3E08A14A50}">
  <a:tblStyle styleId="{51125AD2-FBE9-43D3-8380-8B3E08A14A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{51125AD2-FBE9-43D3-8380-8B3E08A14A50}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{51125AD2-FBE9-43D3-8380-8B3E08A14A50}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{51125AD2-FBE9-43D3-8380-8B3E08A14A50}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