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CF78D8-1FB1-40DF-BFD0-E6F7355F611A}">
  <a:tblStyle styleId="{4FCF78D8-1FB1-40DF-BFD0-E6F7355F61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{4FCF78D8-1FB1-40DF-BFD0-E6F7355F611A}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{4FCF78D8-1FB1-40DF-BFD0-E6F7355F611A}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{4FCF78D8-1FB1-40DF-BFD0-E6F7355F611A}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