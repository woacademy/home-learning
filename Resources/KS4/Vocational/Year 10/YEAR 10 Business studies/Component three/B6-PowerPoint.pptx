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00D5F9-5963-4D7E-A0C9-BAE4AA9A8B87}">
  <a:tblStyle styleId="{2E00D5F9-5963-4D7E-A0C9-BAE4AA9A8B8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{2E00D5F9-5963-4D7E-A0C9-BAE4AA9A8B87}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{2E00D5F9-5963-4D7E-A0C9-BAE4AA9A8B87}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{2E00D5F9-5963-4D7E-A0C9-BAE4AA9A8B87}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