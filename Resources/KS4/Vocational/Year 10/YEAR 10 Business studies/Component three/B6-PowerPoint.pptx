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44EA3C-8BE4-42F3-912B-B672C0461E1B}">
  <a:tblStyle styleId="{D444EA3C-8BE4-42F3-912B-B672C0461E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{D444EA3C-8BE4-42F3-912B-B672C0461E1B}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{D444EA3C-8BE4-42F3-912B-B672C0461E1B}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{D444EA3C-8BE4-42F3-912B-B672C0461E1B}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