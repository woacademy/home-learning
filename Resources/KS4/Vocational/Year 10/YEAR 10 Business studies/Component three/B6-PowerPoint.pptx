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9BDF65-6696-44FB-8456-168A9494A209}">
  <a:tblStyle styleId="{2A9BDF65-6696-44FB-8456-168A9494A209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{2A9BDF65-6696-44FB-8456-168A9494A209}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{2A9BDF65-6696-44FB-8456-168A9494A209}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{2A9BDF65-6696-44FB-8456-168A9494A209}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