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EAB8BE-5B80-4206-AF5F-D56F063F23EF}">
  <a:tblStyle styleId="{68EAB8BE-5B80-4206-AF5F-D56F063F23E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{68EAB8BE-5B80-4206-AF5F-D56F063F23EF}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{68EAB8BE-5B80-4206-AF5F-D56F063F23EF}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{68EAB8BE-5B80-4206-AF5F-D56F063F23EF}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