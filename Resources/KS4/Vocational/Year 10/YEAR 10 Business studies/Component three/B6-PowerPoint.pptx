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CEBF45-703A-431E-825F-B879E738A124}">
  <a:tblStyle styleId="{1DCEBF45-703A-431E-825F-B879E738A1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{1DCEBF45-703A-431E-825F-B879E738A124}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{1DCEBF45-703A-431E-825F-B879E738A124}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{1DCEBF45-703A-431E-825F-B879E738A124}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