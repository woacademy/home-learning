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E9B298-DFAC-4803-BE62-98BE78FD2C1E}">
  <a:tblStyle styleId="{29E9B298-DFAC-4803-BE62-98BE78FD2C1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{29E9B298-DFAC-4803-BE62-98BE78FD2C1E}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{29E9B298-DFAC-4803-BE62-98BE78FD2C1E}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{29E9B298-DFAC-4803-BE62-98BE78FD2C1E}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