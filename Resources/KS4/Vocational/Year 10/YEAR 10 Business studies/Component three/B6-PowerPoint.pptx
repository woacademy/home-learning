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AEA4E3-B284-4B53-9781-5BCE997D87DF}">
  <a:tblStyle styleId="{56AEA4E3-B284-4B53-9781-5BCE997D87D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{56AEA4E3-B284-4B53-9781-5BCE997D87DF}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{56AEA4E3-B284-4B53-9781-5BCE997D87DF}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{56AEA4E3-B284-4B53-9781-5BCE997D87DF}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