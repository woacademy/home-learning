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4F57D-DE29-4D1B-B8BE-8D8533D98086}">
  <a:tblStyle styleId="{B184F57D-DE29-4D1B-B8BE-8D8533D980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{B184F57D-DE29-4D1B-B8BE-8D8533D98086}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{B184F57D-DE29-4D1B-B8BE-8D8533D98086}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{B184F57D-DE29-4D1B-B8BE-8D8533D98086}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