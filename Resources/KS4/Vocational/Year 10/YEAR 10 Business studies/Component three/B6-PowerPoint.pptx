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6C4396-0ABA-4EAC-A073-2033A32AD2A7}">
  <a:tblStyle styleId="{816C4396-0ABA-4EAC-A073-2033A32AD2A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{816C4396-0ABA-4EAC-A073-2033A32AD2A7}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{816C4396-0ABA-4EAC-A073-2033A32AD2A7}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{816C4396-0ABA-4EAC-A073-2033A32AD2A7}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