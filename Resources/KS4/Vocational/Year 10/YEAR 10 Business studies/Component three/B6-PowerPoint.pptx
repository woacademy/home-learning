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D0729-975E-49DD-9E54-1CD080AC9AFA}">
  <a:tblStyle styleId="{915D0729-975E-49DD-9E54-1CD080AC9A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{915D0729-975E-49DD-9E54-1CD080AC9AFA}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{915D0729-975E-49DD-9E54-1CD080AC9AFA}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{915D0729-975E-49DD-9E54-1CD080AC9AFA}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