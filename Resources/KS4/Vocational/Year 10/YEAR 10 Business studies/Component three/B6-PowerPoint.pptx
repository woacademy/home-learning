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CB6AB7-1F8D-4DB0-9E53-537C29D8AC53}">
  <a:tblStyle styleId="{52CB6AB7-1F8D-4DB0-9E53-537C29D8AC5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{52CB6AB7-1F8D-4DB0-9E53-537C29D8AC53}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{52CB6AB7-1F8D-4DB0-9E53-537C29D8AC53}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{52CB6AB7-1F8D-4DB0-9E53-537C29D8AC53}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