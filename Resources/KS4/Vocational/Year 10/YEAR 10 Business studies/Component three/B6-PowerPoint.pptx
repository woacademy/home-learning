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1AC524-B407-4667-9A78-312A06FE66E7}">
  <a:tblStyle styleId="{4A1AC524-B407-4667-9A78-312A06FE66E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{4A1AC524-B407-4667-9A78-312A06FE66E7}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{4A1AC524-B407-4667-9A78-312A06FE66E7}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{4A1AC524-B407-4667-9A78-312A06FE66E7}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