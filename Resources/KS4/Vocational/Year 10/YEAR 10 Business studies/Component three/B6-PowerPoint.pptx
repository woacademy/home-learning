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40AC6B-D373-4D41-8DC6-188E77A00CD5}">
  <a:tblStyle styleId="{0C40AC6B-D373-4D41-8DC6-188E77A00CD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{0C40AC6B-D373-4D41-8DC6-188E77A00CD5}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{0C40AC6B-D373-4D41-8DC6-188E77A00CD5}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{0C40AC6B-D373-4D41-8DC6-188E77A00CD5}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