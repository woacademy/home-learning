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C1DBDC-6096-4421-AE9E-966B6F81C70F}">
  <a:tblStyle styleId="{8BC1DBDC-6096-4421-AE9E-966B6F81C70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{8BC1DBDC-6096-4421-AE9E-966B6F81C70F}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{8BC1DBDC-6096-4421-AE9E-966B6F81C70F}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{8BC1DBDC-6096-4421-AE9E-966B6F81C70F}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