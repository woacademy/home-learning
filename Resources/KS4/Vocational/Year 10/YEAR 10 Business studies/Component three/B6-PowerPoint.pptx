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E6AD9-8D99-41DD-8769-62CFE0B0D5B5}">
  <a:tblStyle styleId="{297E6AD9-8D99-41DD-8769-62CFE0B0D5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{297E6AD9-8D99-41DD-8769-62CFE0B0D5B5}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{297E6AD9-8D99-41DD-8769-62CFE0B0D5B5}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{297E6AD9-8D99-41DD-8769-62CFE0B0D5B5}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