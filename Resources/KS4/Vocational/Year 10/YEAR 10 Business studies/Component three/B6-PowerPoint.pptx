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3991D0-A32D-4713-9894-AD6034DE0A5A}">
  <a:tblStyle styleId="{543991D0-A32D-4713-9894-AD6034DE0A5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{543991D0-A32D-4713-9894-AD6034DE0A5A}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{543991D0-A32D-4713-9894-AD6034DE0A5A}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{543991D0-A32D-4713-9894-AD6034DE0A5A}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