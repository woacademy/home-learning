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4E643C-84E5-4922-90E8-7C2381BF9F5D}">
  <a:tblStyle styleId="{E84E643C-84E5-4922-90E8-7C2381BF9F5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{E84E643C-84E5-4922-90E8-7C2381BF9F5D}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{E84E643C-84E5-4922-90E8-7C2381BF9F5D}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{E84E643C-84E5-4922-90E8-7C2381BF9F5D}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