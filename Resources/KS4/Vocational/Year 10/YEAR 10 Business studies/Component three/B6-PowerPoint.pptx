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F75E89-D675-4174-B909-4246CEF96A2B}">
  <a:tblStyle styleId="{44F75E89-D675-4174-B909-4246CEF96A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{44F75E89-D675-4174-B909-4246CEF96A2B}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{44F75E89-D675-4174-B909-4246CEF96A2B}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{44F75E89-D675-4174-B909-4246CEF96A2B}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