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D074D2-4AA9-417A-B1B5-169140F37F44}">
  <a:tblStyle styleId="{D3D074D2-4AA9-417A-B1B5-169140F37F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{D3D074D2-4AA9-417A-B1B5-169140F37F44}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{D3D074D2-4AA9-417A-B1B5-169140F37F44}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{D3D074D2-4AA9-417A-B1B5-169140F37F44}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