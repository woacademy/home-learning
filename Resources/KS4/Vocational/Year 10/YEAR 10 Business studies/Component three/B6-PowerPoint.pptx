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CBE783-8AFF-47F3-B93C-1D91266C0A29}">
  <a:tblStyle styleId="{CECBE783-8AFF-47F3-B93C-1D91266C0A2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{CECBE783-8AFF-47F3-B93C-1D91266C0A29}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{CECBE783-8AFF-47F3-B93C-1D91266C0A29}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{CECBE783-8AFF-47F3-B93C-1D91266C0A29}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