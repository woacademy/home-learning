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7D23DA-AC5C-4A8B-BA59-1CB8A929A6F6}">
  <a:tblStyle styleId="{3F7D23DA-AC5C-4A8B-BA59-1CB8A929A6F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{3F7D23DA-AC5C-4A8B-BA59-1CB8A929A6F6}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{3F7D23DA-AC5C-4A8B-BA59-1CB8A929A6F6}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{3F7D23DA-AC5C-4A8B-BA59-1CB8A929A6F6}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