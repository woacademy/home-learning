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5C6BFA-804F-468E-A785-A22963109C38}">
  <a:tblStyle styleId="{3F5C6BFA-804F-468E-A785-A22963109C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{3F5C6BFA-804F-468E-A785-A22963109C38}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{3F5C6BFA-804F-468E-A785-A22963109C38}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{3F5C6BFA-804F-468E-A785-A22963109C38}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