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B77E1-4F82-4023-87F1-099CC05FF21F}">
  <a:tblStyle styleId="{BACB77E1-4F82-4023-87F1-099CC05FF2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{BACB77E1-4F82-4023-87F1-099CC05FF21F}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{BACB77E1-4F82-4023-87F1-099CC05FF21F}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{BACB77E1-4F82-4023-87F1-099CC05FF21F}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