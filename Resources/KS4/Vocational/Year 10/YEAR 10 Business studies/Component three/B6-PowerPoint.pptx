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5DBD6A-6687-4397-98A4-E10E8A7BF9D6}">
  <a:tblStyle styleId="{1F5DBD6A-6687-4397-98A4-E10E8A7BF9D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{1F5DBD6A-6687-4397-98A4-E10E8A7BF9D6}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{1F5DBD6A-6687-4397-98A4-E10E8A7BF9D6}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{1F5DBD6A-6687-4397-98A4-E10E8A7BF9D6}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