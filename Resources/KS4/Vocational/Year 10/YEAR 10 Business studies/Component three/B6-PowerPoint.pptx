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9BFF1A-80F9-4827-9269-599E44B1D949}">
  <a:tblStyle styleId="{8F9BFF1A-80F9-4827-9269-599E44B1D9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{8F9BFF1A-80F9-4827-9269-599E44B1D949}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{8F9BFF1A-80F9-4827-9269-599E44B1D949}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{8F9BFF1A-80F9-4827-9269-599E44B1D949}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