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727125-7840-49EA-9689-8CC95A52DFED}">
  <a:tblStyle styleId="{B2727125-7840-49EA-9689-8CC95A52DF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{B2727125-7840-49EA-9689-8CC95A52DFED}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{B2727125-7840-49EA-9689-8CC95A52DFED}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{B2727125-7840-49EA-9689-8CC95A52DFED}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