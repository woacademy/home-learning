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FB46A2-3820-4D54-A9E1-2525D23C5124}">
  <a:tblStyle styleId="{8DFB46A2-3820-4D54-A9E1-2525D23C51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{8DFB46A2-3820-4D54-A9E1-2525D23C5124}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{8DFB46A2-3820-4D54-A9E1-2525D23C5124}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{8DFB46A2-3820-4D54-A9E1-2525D23C5124}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