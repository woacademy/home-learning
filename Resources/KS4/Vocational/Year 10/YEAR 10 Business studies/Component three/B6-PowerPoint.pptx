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617CCE-66F4-42DE-A551-64C3DCE1EA25}">
  <a:tblStyle styleId="{3E617CCE-66F4-42DE-A551-64C3DCE1EA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{3E617CCE-66F4-42DE-A551-64C3DCE1EA25}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{3E617CCE-66F4-42DE-A551-64C3DCE1EA25}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{3E617CCE-66F4-42DE-A551-64C3DCE1EA25}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