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0F9F05-6354-4DA4-A067-7E7F23172379}">
  <a:tblStyle styleId="{DC0F9F05-6354-4DA4-A067-7E7F231723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{DC0F9F05-6354-4DA4-A067-7E7F23172379}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{DC0F9F05-6354-4DA4-A067-7E7F23172379}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{DC0F9F05-6354-4DA4-A067-7E7F23172379}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