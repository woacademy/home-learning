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B9AAC7D-D232-4C01-889F-88878BED446C}">
  <a:tblStyle styleId="{6B9AAC7D-D232-4C01-889F-88878BED446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{6B9AAC7D-D232-4C01-889F-88878BED446C}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{6B9AAC7D-D232-4C01-889F-88878BED446C}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{6B9AAC7D-D232-4C01-889F-88878BED446C}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