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8CA122-52CB-41F4-81E8-D3D728A4BAEC}">
  <a:tblStyle styleId="{198CA122-52CB-41F4-81E8-D3D728A4BA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{198CA122-52CB-41F4-81E8-D3D728A4BAEC}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{198CA122-52CB-41F4-81E8-D3D728A4BAEC}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{198CA122-52CB-41F4-81E8-D3D728A4BAEC}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