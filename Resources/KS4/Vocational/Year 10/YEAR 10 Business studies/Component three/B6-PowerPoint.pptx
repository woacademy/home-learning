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02C278-3947-40EE-949E-FC76BEC913AE}">
  <a:tblStyle styleId="{8102C278-3947-40EE-949E-FC76BEC913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{8102C278-3947-40EE-949E-FC76BEC913AE}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{8102C278-3947-40EE-949E-FC76BEC913AE}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{8102C278-3947-40EE-949E-FC76BEC913AE}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