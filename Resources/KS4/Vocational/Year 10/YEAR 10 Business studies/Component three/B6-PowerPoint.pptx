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D3AF0-AF0F-4EEE-A877-3086AC66DAD9}">
  <a:tblStyle styleId="{8AAD3AF0-AF0F-4EEE-A877-3086AC66DA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{8AAD3AF0-AF0F-4EEE-A877-3086AC66DAD9}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{8AAD3AF0-AF0F-4EEE-A877-3086AC66DAD9}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{8AAD3AF0-AF0F-4EEE-A877-3086AC66DAD9}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