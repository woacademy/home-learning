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67CFFF-23CE-43F8-9420-A650417B22E6}">
  <a:tblStyle styleId="{FF67CFFF-23CE-43F8-9420-A650417B22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{FF67CFFF-23CE-43F8-9420-A650417B22E6}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{FF67CFFF-23CE-43F8-9420-A650417B22E6}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{FF67CFFF-23CE-43F8-9420-A650417B22E6}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