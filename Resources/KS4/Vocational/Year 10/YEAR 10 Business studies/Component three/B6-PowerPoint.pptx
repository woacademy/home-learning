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34DEA4-B4D3-4173-BD4E-BE6773BA9C25}">
  <a:tblStyle styleId="{D434DEA4-B4D3-4173-BD4E-BE6773BA9C2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{D434DEA4-B4D3-4173-BD4E-BE6773BA9C25}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{D434DEA4-B4D3-4173-BD4E-BE6773BA9C25}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{D434DEA4-B4D3-4173-BD4E-BE6773BA9C25}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