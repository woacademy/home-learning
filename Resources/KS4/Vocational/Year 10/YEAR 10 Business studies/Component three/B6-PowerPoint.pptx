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905FA3-AEDB-46AC-B2FA-BE3599DEF43A}">
  <a:tblStyle styleId="{78905FA3-AEDB-46AC-B2FA-BE3599DEF4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{78905FA3-AEDB-46AC-B2FA-BE3599DEF43A}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{78905FA3-AEDB-46AC-B2FA-BE3599DEF43A}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{78905FA3-AEDB-46AC-B2FA-BE3599DEF43A}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