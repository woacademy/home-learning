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00C9A1-EB59-46B2-840A-89586FA568C4}">
  <a:tblStyle styleId="{9400C9A1-EB59-46B2-840A-89586FA568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{9400C9A1-EB59-46B2-840A-89586FA568C4}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{9400C9A1-EB59-46B2-840A-89586FA568C4}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{9400C9A1-EB59-46B2-840A-89586FA568C4}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