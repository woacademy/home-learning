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4B298D-1F5A-4BF4-873C-71CF60316120}">
  <a:tblStyle styleId="{884B298D-1F5A-4BF4-873C-71CF603161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{884B298D-1F5A-4BF4-873C-71CF60316120}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{884B298D-1F5A-4BF4-873C-71CF60316120}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{884B298D-1F5A-4BF4-873C-71CF60316120}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