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40A484-D165-4611-8E88-2838A8A803F3}">
  <a:tblStyle styleId="{CD40A484-D165-4611-8E88-2838A8A803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{CD40A484-D165-4611-8E88-2838A8A803F3}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{CD40A484-D165-4611-8E88-2838A8A803F3}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{CD40A484-D165-4611-8E88-2838A8A803F3}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