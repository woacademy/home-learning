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C4CF9C-5FFC-4313-A66F-8E91AE008786}">
  <a:tblStyle styleId="{F3C4CF9C-5FFC-4313-A66F-8E91AE00878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{F3C4CF9C-5FFC-4313-A66F-8E91AE008786}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{F3C4CF9C-5FFC-4313-A66F-8E91AE008786}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{F3C4CF9C-5FFC-4313-A66F-8E91AE008786}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