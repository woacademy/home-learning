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20F42D-FF04-4DA6-906F-03E813F0A2C1}">
  <a:tblStyle styleId="{8B20F42D-FF04-4DA6-906F-03E813F0A2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{8B20F42D-FF04-4DA6-906F-03E813F0A2C1}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{8B20F42D-FF04-4DA6-906F-03E813F0A2C1}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{8B20F42D-FF04-4DA6-906F-03E813F0A2C1}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