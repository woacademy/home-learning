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0DDFA4-674F-4D64-B74D-F8AB16762C5A}">
  <a:tblStyle styleId="{7A0DDFA4-674F-4D64-B74D-F8AB16762C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{7A0DDFA4-674F-4D64-B74D-F8AB16762C5A}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{7A0DDFA4-674F-4D64-B74D-F8AB16762C5A}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{7A0DDFA4-674F-4D64-B74D-F8AB16762C5A}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