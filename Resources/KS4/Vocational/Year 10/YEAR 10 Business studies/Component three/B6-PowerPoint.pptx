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3D7077-AE20-41C4-B7B2-E8098E3F319E}">
  <a:tblStyle styleId="{C33D7077-AE20-41C4-B7B2-E8098E3F31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{C33D7077-AE20-41C4-B7B2-E8098E3F319E}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{C33D7077-AE20-41C4-B7B2-E8098E3F319E}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{C33D7077-AE20-41C4-B7B2-E8098E3F319E}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