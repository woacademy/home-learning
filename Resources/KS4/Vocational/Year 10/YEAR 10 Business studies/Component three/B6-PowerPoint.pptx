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FB5D7B-41A3-452B-AA6F-A39E3814C549}">
  <a:tblStyle styleId="{96FB5D7B-41A3-452B-AA6F-A39E3814C54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{96FB5D7B-41A3-452B-AA6F-A39E3814C549}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{96FB5D7B-41A3-452B-AA6F-A39E3814C549}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{96FB5D7B-41A3-452B-AA6F-A39E3814C549}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