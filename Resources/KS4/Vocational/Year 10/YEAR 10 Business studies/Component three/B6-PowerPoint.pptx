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3920C5-1174-4BDA-A253-957900FBE7BB}">
  <a:tblStyle styleId="{503920C5-1174-4BDA-A253-957900FBE7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{503920C5-1174-4BDA-A253-957900FBE7BB}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{503920C5-1174-4BDA-A253-957900FBE7BB}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{503920C5-1174-4BDA-A253-957900FBE7BB}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