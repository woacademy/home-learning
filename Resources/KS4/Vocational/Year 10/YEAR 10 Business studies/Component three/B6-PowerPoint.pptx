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703543-E7B1-4E94-88E9-C99E4F70A5A1}">
  <a:tblStyle styleId="{E7703543-E7B1-4E94-88E9-C99E4F70A5A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{E7703543-E7B1-4E94-88E9-C99E4F70A5A1}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{E7703543-E7B1-4E94-88E9-C99E4F70A5A1}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{E7703543-E7B1-4E94-88E9-C99E4F70A5A1}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