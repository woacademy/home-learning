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66F42D-4024-4404-90D9-4DC2ACA3F34C}">
  <a:tblStyle styleId="{1166F42D-4024-4404-90D9-4DC2ACA3F34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{1166F42D-4024-4404-90D9-4DC2ACA3F34C}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{1166F42D-4024-4404-90D9-4DC2ACA3F34C}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{1166F42D-4024-4404-90D9-4DC2ACA3F34C}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