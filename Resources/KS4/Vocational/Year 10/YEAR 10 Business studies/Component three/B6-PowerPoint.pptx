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54A734-3AB8-46F6-A444-CF33608F2BEF}">
  <a:tblStyle styleId="{0B54A734-3AB8-46F6-A444-CF33608F2BE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{0B54A734-3AB8-46F6-A444-CF33608F2BEF}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{0B54A734-3AB8-46F6-A444-CF33608F2BEF}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{0B54A734-3AB8-46F6-A444-CF33608F2BEF}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