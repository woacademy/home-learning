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8745F-D887-41B1-A91E-A2C9F7146FF8}">
  <a:tblStyle styleId="{2EC8745F-D887-41B1-A91E-A2C9F7146F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{2EC8745F-D887-41B1-A91E-A2C9F7146FF8}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{2EC8745F-D887-41B1-A91E-A2C9F7146FF8}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{2EC8745F-D887-41B1-A91E-A2C9F7146FF8}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