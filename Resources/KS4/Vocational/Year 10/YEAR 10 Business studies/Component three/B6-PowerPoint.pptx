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62C6D4-8E36-4443-8250-338C6E486F2A}">
  <a:tblStyle styleId="{D562C6D4-8E36-4443-8250-338C6E486F2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{D562C6D4-8E36-4443-8250-338C6E486F2A}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{D562C6D4-8E36-4443-8250-338C6E486F2A}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{D562C6D4-8E36-4443-8250-338C6E486F2A}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