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42E2BCD-8687-45E2-81A5-A7ED054A46F0}">
  <a:tblStyle styleId="{842E2BCD-8687-45E2-81A5-A7ED054A46F0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{842E2BCD-8687-45E2-81A5-A7ED054A46F0}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{842E2BCD-8687-45E2-81A5-A7ED054A46F0}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{842E2BCD-8687-45E2-81A5-A7ED054A46F0}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