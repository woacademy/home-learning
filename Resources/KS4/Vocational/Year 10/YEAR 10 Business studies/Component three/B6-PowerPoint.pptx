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760453-A7C8-49F9-893C-75723ACECC61}">
  <a:tblStyle styleId="{DD760453-A7C8-49F9-893C-75723ACECC6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{DD760453-A7C8-49F9-893C-75723ACECC61}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{DD760453-A7C8-49F9-893C-75723ACECC61}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{DD760453-A7C8-49F9-893C-75723ACECC61}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