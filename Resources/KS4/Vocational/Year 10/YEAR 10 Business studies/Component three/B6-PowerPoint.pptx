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C8CE79-632D-494D-8DEF-53FF71A1D02B}">
  <a:tblStyle styleId="{7BC8CE79-632D-494D-8DEF-53FF71A1D0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{7BC8CE79-632D-494D-8DEF-53FF71A1D02B}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{7BC8CE79-632D-494D-8DEF-53FF71A1D02B}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{7BC8CE79-632D-494D-8DEF-53FF71A1D02B}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