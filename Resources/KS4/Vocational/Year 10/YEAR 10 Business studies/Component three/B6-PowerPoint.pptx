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AF831-DB1A-4BA0-8FEF-5FFD96BE88F1}">
  <a:tblStyle styleId="{7F0AF831-DB1A-4BA0-8FEF-5FFD96BE88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{7F0AF831-DB1A-4BA0-8FEF-5FFD96BE88F1}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{7F0AF831-DB1A-4BA0-8FEF-5FFD96BE88F1}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{7F0AF831-DB1A-4BA0-8FEF-5FFD96BE88F1}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