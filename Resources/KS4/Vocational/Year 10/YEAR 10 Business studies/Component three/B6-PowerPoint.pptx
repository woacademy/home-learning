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92510-3AE0-4042-B19A-924F98A962E6}">
  <a:tblStyle styleId="{E1092510-3AE0-4042-B19A-924F98A962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{E1092510-3AE0-4042-B19A-924F98A962E6}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{E1092510-3AE0-4042-B19A-924F98A962E6}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{E1092510-3AE0-4042-B19A-924F98A962E6}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