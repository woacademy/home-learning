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D39C651-491D-4E85-A9B6-251C16CD59C5}">
  <a:tblStyle styleId="{DD39C651-491D-4E85-A9B6-251C16CD59C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{DD39C651-491D-4E85-A9B6-251C16CD59C5}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{DD39C651-491D-4E85-A9B6-251C16CD59C5}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{DD39C651-491D-4E85-A9B6-251C16CD59C5}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