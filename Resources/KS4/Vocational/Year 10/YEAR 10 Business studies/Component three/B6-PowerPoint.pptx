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39871A-E2C4-4D85-9378-8F785A9F8675}">
  <a:tblStyle styleId="{C139871A-E2C4-4D85-9378-8F785A9F867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{C139871A-E2C4-4D85-9378-8F785A9F8675}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{C139871A-E2C4-4D85-9378-8F785A9F8675}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{C139871A-E2C4-4D85-9378-8F785A9F8675}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