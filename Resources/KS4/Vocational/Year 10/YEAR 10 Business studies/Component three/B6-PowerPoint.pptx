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D6004D-9036-4D0D-BD3F-6D6D4BE3DC3E}">
  <a:tblStyle styleId="{51D6004D-9036-4D0D-BD3F-6D6D4BE3DC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{51D6004D-9036-4D0D-BD3F-6D6D4BE3DC3E}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{51D6004D-9036-4D0D-BD3F-6D6D4BE3DC3E}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{51D6004D-9036-4D0D-BD3F-6D6D4BE3DC3E}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