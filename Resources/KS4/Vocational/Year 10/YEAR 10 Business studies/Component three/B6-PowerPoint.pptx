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D2BAC0-A274-4566-9F59-E4740A9B9ADD}">
  <a:tblStyle styleId="{FBD2BAC0-A274-4566-9F59-E4740A9B9A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{FBD2BAC0-A274-4566-9F59-E4740A9B9ADD}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{FBD2BAC0-A274-4566-9F59-E4740A9B9ADD}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{FBD2BAC0-A274-4566-9F59-E4740A9B9ADD}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