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2C04C2-86F0-48D5-8A5A-A244AD2CA81F}">
  <a:tblStyle styleId="{532C04C2-86F0-48D5-8A5A-A244AD2CA8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{532C04C2-86F0-48D5-8A5A-A244AD2CA81F}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{532C04C2-86F0-48D5-8A5A-A244AD2CA81F}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{532C04C2-86F0-48D5-8A5A-A244AD2CA81F}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