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3D9034E-496A-4B24-8C05-6C2A7B77769C}">
  <a:tblStyle styleId="{D3D9034E-496A-4B24-8C05-6C2A7B77769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{D3D9034E-496A-4B24-8C05-6C2A7B77769C}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{D3D9034E-496A-4B24-8C05-6C2A7B77769C}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{D3D9034E-496A-4B24-8C05-6C2A7B77769C}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