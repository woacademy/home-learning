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CE61A7-EF74-4B89-A7F8-DFE45B5A6863}">
  <a:tblStyle styleId="{C4CE61A7-EF74-4B89-A7F8-DFE45B5A686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{C4CE61A7-EF74-4B89-A7F8-DFE45B5A6863}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{C4CE61A7-EF74-4B89-A7F8-DFE45B5A6863}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{C4CE61A7-EF74-4B89-A7F8-DFE45B5A6863}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