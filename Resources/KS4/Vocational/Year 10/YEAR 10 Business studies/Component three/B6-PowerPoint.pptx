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D6365D-F3C2-4D2D-9C4A-0882C65C1EF5}">
  <a:tblStyle styleId="{ECD6365D-F3C2-4D2D-9C4A-0882C65C1E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{ECD6365D-F3C2-4D2D-9C4A-0882C65C1EF5}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{ECD6365D-F3C2-4D2D-9C4A-0882C65C1EF5}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{ECD6365D-F3C2-4D2D-9C4A-0882C65C1EF5}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