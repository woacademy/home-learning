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D1BD52-E1EE-4B99-AB94-086977D7EDFD}">
  <a:tblStyle styleId="{B5D1BD52-E1EE-4B99-AB94-086977D7ED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{B5D1BD52-E1EE-4B99-AB94-086977D7EDFD}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{B5D1BD52-E1EE-4B99-AB94-086977D7EDFD}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{B5D1BD52-E1EE-4B99-AB94-086977D7EDFD}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