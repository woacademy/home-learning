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92EB1B-8B87-4154-8588-1D75798A1A00}">
  <a:tblStyle styleId="{1592EB1B-8B87-4154-8588-1D75798A1A0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{1592EB1B-8B87-4154-8588-1D75798A1A00}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{1592EB1B-8B87-4154-8588-1D75798A1A00}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{1592EB1B-8B87-4154-8588-1D75798A1A00}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