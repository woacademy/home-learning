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211952-D955-4F92-A352-41931F806594}">
  <a:tblStyle styleId="{DC211952-D955-4F92-A352-41931F80659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{DC211952-D955-4F92-A352-41931F806594}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{DC211952-D955-4F92-A352-41931F806594}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{DC211952-D955-4F92-A352-41931F806594}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