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BE707B-1495-4FCD-98D3-167BE1EA0011}">
  <a:tblStyle styleId="{B3BE707B-1495-4FCD-98D3-167BE1EA00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{B3BE707B-1495-4FCD-98D3-167BE1EA0011}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{B3BE707B-1495-4FCD-98D3-167BE1EA0011}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{B3BE707B-1495-4FCD-98D3-167BE1EA0011}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