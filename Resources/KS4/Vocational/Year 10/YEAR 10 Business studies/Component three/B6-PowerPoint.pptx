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973EAF-10E4-4DDA-92AC-D5F40E384058}">
  <a:tblStyle styleId="{FA973EAF-10E4-4DDA-92AC-D5F40E3840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{FA973EAF-10E4-4DDA-92AC-D5F40E384058}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{FA973EAF-10E4-4DDA-92AC-D5F40E384058}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{FA973EAF-10E4-4DDA-92AC-D5F40E384058}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