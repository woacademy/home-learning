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95B982-A0C0-404A-8D87-000350545EF2}">
  <a:tblStyle styleId="{8B95B982-A0C0-404A-8D87-000350545E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{8B95B982-A0C0-404A-8D87-000350545EF2}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{8B95B982-A0C0-404A-8D87-000350545EF2}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{8B95B982-A0C0-404A-8D87-000350545EF2}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