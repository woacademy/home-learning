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5903A2-31DF-4385-B2AA-17836B0E93EC}">
  <a:tblStyle styleId="{725903A2-31DF-4385-B2AA-17836B0E93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{725903A2-31DF-4385-B2AA-17836B0E93EC}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{725903A2-31DF-4385-B2AA-17836B0E93EC}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{725903A2-31DF-4385-B2AA-17836B0E93EC}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