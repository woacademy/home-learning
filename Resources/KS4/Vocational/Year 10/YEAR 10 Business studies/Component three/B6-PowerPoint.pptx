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FA8A58-D99B-4F26-B2FB-1F619F356418}">
  <a:tblStyle styleId="{D6FA8A58-D99B-4F26-B2FB-1F619F35641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{D6FA8A58-D99B-4F26-B2FB-1F619F356418}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{D6FA8A58-D99B-4F26-B2FB-1F619F356418}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{D6FA8A58-D99B-4F26-B2FB-1F619F356418}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