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666001-1CF5-47DF-BC64-EEBE90AF00CD}">
  <a:tblStyle styleId="{ED666001-1CF5-47DF-BC64-EEBE90AF00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{ED666001-1CF5-47DF-BC64-EEBE90AF00CD}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{ED666001-1CF5-47DF-BC64-EEBE90AF00CD}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{ED666001-1CF5-47DF-BC64-EEBE90AF00CD}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