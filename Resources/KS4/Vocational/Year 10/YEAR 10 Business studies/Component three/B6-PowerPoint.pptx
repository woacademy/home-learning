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C970EF-2A9C-4AE5-B220-296AD76D5FF6}">
  <a:tblStyle styleId="{F7C970EF-2A9C-4AE5-B220-296AD76D5F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{F7C970EF-2A9C-4AE5-B220-296AD76D5FF6}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{F7C970EF-2A9C-4AE5-B220-296AD76D5FF6}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{F7C970EF-2A9C-4AE5-B220-296AD76D5FF6}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