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F8F2C3-1360-41CC-824B-0E8C6B861137}">
  <a:tblStyle styleId="{0CF8F2C3-1360-41CC-824B-0E8C6B8611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{0CF8F2C3-1360-41CC-824B-0E8C6B861137}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{0CF8F2C3-1360-41CC-824B-0E8C6B861137}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{0CF8F2C3-1360-41CC-824B-0E8C6B861137}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