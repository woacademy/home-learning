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F36979-E5E1-44DD-82BD-BA815A3DB620}">
  <a:tblStyle styleId="{15F36979-E5E1-44DD-82BD-BA815A3DB6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{15F36979-E5E1-44DD-82BD-BA815A3DB620}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{15F36979-E5E1-44DD-82BD-BA815A3DB620}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{15F36979-E5E1-44DD-82BD-BA815A3DB620}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