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D96741-1E92-4999-B031-7404B86E98C9}">
  <a:tblStyle styleId="{48D96741-1E92-4999-B031-7404B86E98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{48D96741-1E92-4999-B031-7404B86E98C9}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{48D96741-1E92-4999-B031-7404B86E98C9}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{48D96741-1E92-4999-B031-7404B86E98C9}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