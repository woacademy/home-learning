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343DA5-997C-480F-AC53-7C47A0970731}">
  <a:tblStyle styleId="{76343DA5-997C-480F-AC53-7C47A09707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{76343DA5-997C-480F-AC53-7C47A0970731}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{76343DA5-997C-480F-AC53-7C47A0970731}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{76343DA5-997C-480F-AC53-7C47A0970731}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