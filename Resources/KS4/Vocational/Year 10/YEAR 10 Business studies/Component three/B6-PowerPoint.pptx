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FA4D3A-BFE2-471A-A482-F2CBCBB41C4E}">
  <a:tblStyle styleId="{74FA4D3A-BFE2-471A-A482-F2CBCBB41C4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{74FA4D3A-BFE2-471A-A482-F2CBCBB41C4E}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{74FA4D3A-BFE2-471A-A482-F2CBCBB41C4E}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{74FA4D3A-BFE2-471A-A482-F2CBCBB41C4E}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