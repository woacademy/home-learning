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9B6B241-59A7-4F61-A567-8494D5527990}">
  <a:tblStyle styleId="{19B6B241-59A7-4F61-A567-8494D55279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{19B6B241-59A7-4F61-A567-8494D5527990}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{19B6B241-59A7-4F61-A567-8494D5527990}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{19B6B241-59A7-4F61-A567-8494D5527990}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