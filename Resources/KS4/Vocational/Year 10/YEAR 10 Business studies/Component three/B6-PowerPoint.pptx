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68EB6-6E54-4824-A486-6C4A4953377D}">
  <a:tblStyle styleId="{39C68EB6-6E54-4824-A486-6C4A495337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{39C68EB6-6E54-4824-A486-6C4A4953377D}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{39C68EB6-6E54-4824-A486-6C4A4953377D}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{39C68EB6-6E54-4824-A486-6C4A4953377D}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