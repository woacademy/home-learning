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1C2484-8163-4741-AF67-5DE21445FAB6}">
  <a:tblStyle styleId="{161C2484-8163-4741-AF67-5DE21445FA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{161C2484-8163-4741-AF67-5DE21445FAB6}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{161C2484-8163-4741-AF67-5DE21445FAB6}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{161C2484-8163-4741-AF67-5DE21445FAB6}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