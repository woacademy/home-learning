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4A7E81-45A9-4FD1-BBA0-68BF6FC0D2DC}">
  <a:tblStyle styleId="{AC4A7E81-45A9-4FD1-BBA0-68BF6FC0D2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{AC4A7E81-45A9-4FD1-BBA0-68BF6FC0D2DC}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{AC4A7E81-45A9-4FD1-BBA0-68BF6FC0D2DC}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{AC4A7E81-45A9-4FD1-BBA0-68BF6FC0D2DC}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