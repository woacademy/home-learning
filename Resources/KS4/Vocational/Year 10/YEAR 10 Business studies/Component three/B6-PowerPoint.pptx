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2D30AA-F715-4C8B-8720-6D4A47C31290}">
  <a:tblStyle styleId="{1D2D30AA-F715-4C8B-8720-6D4A47C3129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{1D2D30AA-F715-4C8B-8720-6D4A47C31290}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{1D2D30AA-F715-4C8B-8720-6D4A47C31290}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{1D2D30AA-F715-4C8B-8720-6D4A47C31290}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