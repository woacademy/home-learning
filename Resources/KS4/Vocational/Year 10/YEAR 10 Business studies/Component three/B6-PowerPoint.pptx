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5CE2E-2F06-472B-A8C5-D9D746E41694}">
  <a:tblStyle styleId="{1225CE2E-2F06-472B-A8C5-D9D746E416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{1225CE2E-2F06-472B-A8C5-D9D746E41694}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{1225CE2E-2F06-472B-A8C5-D9D746E41694}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{1225CE2E-2F06-472B-A8C5-D9D746E41694}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