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33A04A-DAEE-4768-81C9-6A2686CC43AB}">
  <a:tblStyle styleId="{8933A04A-DAEE-4768-81C9-6A2686CC43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{8933A04A-DAEE-4768-81C9-6A2686CC43AB}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{8933A04A-DAEE-4768-81C9-6A2686CC43AB}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{8933A04A-DAEE-4768-81C9-6A2686CC43AB}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