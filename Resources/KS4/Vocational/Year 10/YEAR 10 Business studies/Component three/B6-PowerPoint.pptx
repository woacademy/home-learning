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7A288-1C80-4C3E-A182-78F89665CD2B}">
  <a:tblStyle styleId="{E3E7A288-1C80-4C3E-A182-78F89665CD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{E3E7A288-1C80-4C3E-A182-78F89665CD2B}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{E3E7A288-1C80-4C3E-A182-78F89665CD2B}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{E3E7A288-1C80-4C3E-A182-78F89665CD2B}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