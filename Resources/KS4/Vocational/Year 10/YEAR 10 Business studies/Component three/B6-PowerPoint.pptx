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F261D0-4F8D-49A8-8E19-9A69C6A0A660}">
  <a:tblStyle styleId="{6FF261D0-4F8D-49A8-8E19-9A69C6A0A6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{6FF261D0-4F8D-49A8-8E19-9A69C6A0A660}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{6FF261D0-4F8D-49A8-8E19-9A69C6A0A660}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{6FF261D0-4F8D-49A8-8E19-9A69C6A0A660}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