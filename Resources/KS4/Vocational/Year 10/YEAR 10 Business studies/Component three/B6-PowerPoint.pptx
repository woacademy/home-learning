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A91B7-968E-41B3-8B23-129C7211FE32}">
  <a:tblStyle styleId="{6CAA91B7-968E-41B3-8B23-129C7211FE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{6CAA91B7-968E-41B3-8B23-129C7211FE32}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{6CAA91B7-968E-41B3-8B23-129C7211FE32}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{6CAA91B7-968E-41B3-8B23-129C7211FE32}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