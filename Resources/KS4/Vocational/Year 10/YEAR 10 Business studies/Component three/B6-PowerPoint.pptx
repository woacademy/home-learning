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1BB6A1-20E4-4E65-BB1C-846554A9BBDB}">
  <a:tblStyle styleId="{9D1BB6A1-20E4-4E65-BB1C-846554A9BBD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{9D1BB6A1-20E4-4E65-BB1C-846554A9BBDB}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{9D1BB6A1-20E4-4E65-BB1C-846554A9BBDB}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{9D1BB6A1-20E4-4E65-BB1C-846554A9BBDB}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