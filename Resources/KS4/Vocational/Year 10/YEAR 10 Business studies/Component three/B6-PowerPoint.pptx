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DE5D6C-459C-4361-A20C-DFBF5E0A35B5}">
  <a:tblStyle styleId="{5EDE5D6C-459C-4361-A20C-DFBF5E0A35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{5EDE5D6C-459C-4361-A20C-DFBF5E0A35B5}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{5EDE5D6C-459C-4361-A20C-DFBF5E0A35B5}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{5EDE5D6C-459C-4361-A20C-DFBF5E0A35B5}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