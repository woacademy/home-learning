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BFBCB2-78D6-4A12-BCB3-6D11FAD6DA5E}">
  <a:tblStyle styleId="{1CBFBCB2-78D6-4A12-BCB3-6D11FAD6DA5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{1CBFBCB2-78D6-4A12-BCB3-6D11FAD6DA5E}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{1CBFBCB2-78D6-4A12-BCB3-6D11FAD6DA5E}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{1CBFBCB2-78D6-4A12-BCB3-6D11FAD6DA5E}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