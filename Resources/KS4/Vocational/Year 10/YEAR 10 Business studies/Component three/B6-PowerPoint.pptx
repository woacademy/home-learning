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93D599-7B54-4F10-A7AA-C93741545FDB}">
  <a:tblStyle styleId="{2F93D599-7B54-4F10-A7AA-C93741545F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{2F93D599-7B54-4F10-A7AA-C93741545FDB}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{2F93D599-7B54-4F10-A7AA-C93741545FDB}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{2F93D599-7B54-4F10-A7AA-C93741545FDB}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