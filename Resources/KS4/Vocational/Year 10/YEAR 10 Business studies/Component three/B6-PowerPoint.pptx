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239984-D269-41C8-A40C-4143D5F7A4F1}">
  <a:tblStyle styleId="{71239984-D269-41C8-A40C-4143D5F7A4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{71239984-D269-41C8-A40C-4143D5F7A4F1}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{71239984-D269-41C8-A40C-4143D5F7A4F1}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{71239984-D269-41C8-A40C-4143D5F7A4F1}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