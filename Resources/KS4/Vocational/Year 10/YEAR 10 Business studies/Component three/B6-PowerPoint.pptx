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4B84C2-640A-4E64-B5A6-E37AAA173762}">
  <a:tblStyle styleId="{2C4B84C2-640A-4E64-B5A6-E37AAA1737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{2C4B84C2-640A-4E64-B5A6-E37AAA173762}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{2C4B84C2-640A-4E64-B5A6-E37AAA173762}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{2C4B84C2-640A-4E64-B5A6-E37AAA173762}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