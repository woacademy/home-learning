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644885F6-4843-466F-BED0-8996C16541AD}">
  <a:tblStyle styleId="{644885F6-4843-466F-BED0-8996C16541AD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6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3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{644885F6-4843-466F-BED0-8996C16541AD}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{644885F6-4843-466F-BED0-8996C16541AD}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{644885F6-4843-466F-BED0-8996C16541AD}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