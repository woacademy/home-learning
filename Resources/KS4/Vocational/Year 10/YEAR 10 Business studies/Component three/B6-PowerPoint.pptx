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3985A1-DEB6-49C5-A006-07D81F134308}">
  <a:tblStyle styleId="{AC3985A1-DEB6-49C5-A006-07D81F1343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{AC3985A1-DEB6-49C5-A006-07D81F134308}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{AC3985A1-DEB6-49C5-A006-07D81F134308}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{AC3985A1-DEB6-49C5-A006-07D81F134308}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