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B2931D-61A6-4109-BC13-C8CF851CADBE}">
  <a:tblStyle styleId="{E9B2931D-61A6-4109-BC13-C8CF851CADB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{E9B2931D-61A6-4109-BC13-C8CF851CADBE}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{E9B2931D-61A6-4109-BC13-C8CF851CADBE}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{E9B2931D-61A6-4109-BC13-C8CF851CADBE}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