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644CD0-E00D-4671-8625-7F412A76B0FE}">
  <a:tblStyle styleId="{C5644CD0-E00D-4671-8625-7F412A76B0F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{C5644CD0-E00D-4671-8625-7F412A76B0FE}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{C5644CD0-E00D-4671-8625-7F412A76B0FE}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{C5644CD0-E00D-4671-8625-7F412A76B0FE}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