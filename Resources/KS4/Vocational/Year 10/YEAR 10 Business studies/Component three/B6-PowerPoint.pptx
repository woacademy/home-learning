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F43C00-EFC8-4899-9122-287DD60C7743}">
  <a:tblStyle styleId="{DCF43C00-EFC8-4899-9122-287DD60C77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{DCF43C00-EFC8-4899-9122-287DD60C7743}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{DCF43C00-EFC8-4899-9122-287DD60C7743}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{DCF43C00-EFC8-4899-9122-287DD60C7743}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