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070B56-758E-402A-BAE0-0382EFCFCD34}">
  <a:tblStyle styleId="{FE070B56-758E-402A-BAE0-0382EFCFCD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{FE070B56-758E-402A-BAE0-0382EFCFCD34}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{FE070B56-758E-402A-BAE0-0382EFCFCD34}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{FE070B56-758E-402A-BAE0-0382EFCFCD34}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