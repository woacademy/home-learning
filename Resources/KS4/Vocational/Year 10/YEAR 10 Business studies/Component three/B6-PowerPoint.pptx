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6C245F-8F20-4CE6-90E0-D4C42ED92816}">
  <a:tblStyle styleId="{296C245F-8F20-4CE6-90E0-D4C42ED9281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{296C245F-8F20-4CE6-90E0-D4C42ED92816}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{296C245F-8F20-4CE6-90E0-D4C42ED92816}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{296C245F-8F20-4CE6-90E0-D4C42ED92816}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