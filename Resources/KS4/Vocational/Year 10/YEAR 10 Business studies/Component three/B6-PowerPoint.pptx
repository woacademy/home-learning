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930555-C253-4316-9BC5-CC3392498B00}">
  <a:tblStyle styleId="{E9930555-C253-4316-9BC5-CC3392498B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{E9930555-C253-4316-9BC5-CC3392498B00}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{E9930555-C253-4316-9BC5-CC3392498B00}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{E9930555-C253-4316-9BC5-CC3392498B00}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