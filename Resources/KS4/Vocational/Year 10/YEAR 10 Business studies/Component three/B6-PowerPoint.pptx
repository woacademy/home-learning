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D6C09C-314B-423F-9359-57704564267B}">
  <a:tblStyle styleId="{BDD6C09C-314B-423F-9359-5770456426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{BDD6C09C-314B-423F-9359-57704564267B}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{BDD6C09C-314B-423F-9359-57704564267B}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{BDD6C09C-314B-423F-9359-57704564267B}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