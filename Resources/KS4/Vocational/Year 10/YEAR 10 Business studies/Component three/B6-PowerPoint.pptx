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AD2BDD-A450-4163-9AEA-7A6A04A76D7B}">
  <a:tblStyle styleId="{15AD2BDD-A450-4163-9AEA-7A6A04A76D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{15AD2BDD-A450-4163-9AEA-7A6A04A76D7B}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{15AD2BDD-A450-4163-9AEA-7A6A04A76D7B}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{15AD2BDD-A450-4163-9AEA-7A6A04A76D7B}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