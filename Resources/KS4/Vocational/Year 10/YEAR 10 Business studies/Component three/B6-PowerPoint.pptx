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A5534C-3BDA-495C-A60F-1F1F17FDF1E2}">
  <a:tblStyle styleId="{09A5534C-3BDA-495C-A60F-1F1F17FDF1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{09A5534C-3BDA-495C-A60F-1F1F17FDF1E2}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{09A5534C-3BDA-495C-A60F-1F1F17FDF1E2}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{09A5534C-3BDA-495C-A60F-1F1F17FDF1E2}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