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0D64A-AA73-453F-8544-A82DAF118CD2}">
  <a:tblStyle styleId="{F8B0D64A-AA73-453F-8544-A82DAF118C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{F8B0D64A-AA73-453F-8544-A82DAF118CD2}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{F8B0D64A-AA73-453F-8544-A82DAF118CD2}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{F8B0D64A-AA73-453F-8544-A82DAF118CD2}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