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9EA56-5B1E-45BB-9E07-C59AF7291431}">
  <a:tblStyle styleId="{4229EA56-5B1E-45BB-9E07-C59AF72914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{4229EA56-5B1E-45BB-9E07-C59AF7291431}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{4229EA56-5B1E-45BB-9E07-C59AF7291431}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{4229EA56-5B1E-45BB-9E07-C59AF7291431}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