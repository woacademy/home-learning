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D00127-77A3-463D-AD62-64333AA93E4A}">
  <a:tblStyle styleId="{33D00127-77A3-463D-AD62-64333AA93E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{33D00127-77A3-463D-AD62-64333AA93E4A}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{33D00127-77A3-463D-AD62-64333AA93E4A}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{33D00127-77A3-463D-AD62-64333AA93E4A}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