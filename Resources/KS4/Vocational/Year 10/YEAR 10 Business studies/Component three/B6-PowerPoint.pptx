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AB56A2-1465-4EC6-A42D-3C514A699845}">
  <a:tblStyle styleId="{31AB56A2-1465-4EC6-A42D-3C514A6998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{31AB56A2-1465-4EC6-A42D-3C514A699845}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{31AB56A2-1465-4EC6-A42D-3C514A699845}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{31AB56A2-1465-4EC6-A42D-3C514A699845}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