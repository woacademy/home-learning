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09E468-686E-473A-99E5-A41A6F5C454B}">
  <a:tblStyle styleId="{F009E468-686E-473A-99E5-A41A6F5C45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{F009E468-686E-473A-99E5-A41A6F5C454B}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{F009E468-686E-473A-99E5-A41A6F5C454B}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{F009E468-686E-473A-99E5-A41A6F5C454B}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