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DA0A5E-E629-4CD8-95FE-9BB4D3774AD4}">
  <a:tblStyle styleId="{E1DA0A5E-E629-4CD8-95FE-9BB4D3774A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{E1DA0A5E-E629-4CD8-95FE-9BB4D3774AD4}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{E1DA0A5E-E629-4CD8-95FE-9BB4D3774AD4}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{E1DA0A5E-E629-4CD8-95FE-9BB4D3774AD4}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