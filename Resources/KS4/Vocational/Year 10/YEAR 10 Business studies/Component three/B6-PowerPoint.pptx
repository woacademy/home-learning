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1D1DD-B468-47BC-B78B-810F9DC76209}">
  <a:tblStyle styleId="{5721D1DD-B468-47BC-B78B-810F9DC762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{5721D1DD-B468-47BC-B78B-810F9DC76209}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{5721D1DD-B468-47BC-B78B-810F9DC76209}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{5721D1DD-B468-47BC-B78B-810F9DC76209}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