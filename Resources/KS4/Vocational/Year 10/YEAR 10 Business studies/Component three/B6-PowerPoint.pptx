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FEC86-2EF0-48A9-8569-8D87248F9393}">
  <a:tblStyle styleId="{DF5FEC86-2EF0-48A9-8569-8D87248F93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{DF5FEC86-2EF0-48A9-8569-8D87248F9393}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{DF5FEC86-2EF0-48A9-8569-8D87248F9393}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{DF5FEC86-2EF0-48A9-8569-8D87248F9393}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