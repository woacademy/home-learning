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558A94B-B9FB-411E-B5F4-632559513A81}">
  <a:tblStyle styleId="{D558A94B-B9FB-411E-B5F4-632559513A8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{D558A94B-B9FB-411E-B5F4-632559513A81}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{D558A94B-B9FB-411E-B5F4-632559513A81}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{D558A94B-B9FB-411E-B5F4-632559513A81}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