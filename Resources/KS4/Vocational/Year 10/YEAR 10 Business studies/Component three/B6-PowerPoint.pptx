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1D9CEA-A54B-493E-A1E5-3C665BDF85F5}">
  <a:tblStyle styleId="{AC1D9CEA-A54B-493E-A1E5-3C665BDF85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{AC1D9CEA-A54B-493E-A1E5-3C665BDF85F5}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{AC1D9CEA-A54B-493E-A1E5-3C665BDF85F5}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{AC1D9CEA-A54B-493E-A1E5-3C665BDF85F5}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