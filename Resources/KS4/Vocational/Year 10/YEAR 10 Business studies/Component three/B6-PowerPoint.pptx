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1D07421-EAF8-4E04-A7D9-444750C2FF8E}">
  <a:tblStyle styleId="{01D07421-EAF8-4E04-A7D9-444750C2FF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{01D07421-EAF8-4E04-A7D9-444750C2FF8E}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{01D07421-EAF8-4E04-A7D9-444750C2FF8E}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{01D07421-EAF8-4E04-A7D9-444750C2FF8E}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