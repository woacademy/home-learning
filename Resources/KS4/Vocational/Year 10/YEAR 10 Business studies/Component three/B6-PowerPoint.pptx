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0723B2-72C1-4B66-A5A2-EE3D93648481}">
  <a:tblStyle styleId="{600723B2-72C1-4B66-A5A2-EE3D9364848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{600723B2-72C1-4B66-A5A2-EE3D93648481}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{600723B2-72C1-4B66-A5A2-EE3D93648481}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{600723B2-72C1-4B66-A5A2-EE3D93648481}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