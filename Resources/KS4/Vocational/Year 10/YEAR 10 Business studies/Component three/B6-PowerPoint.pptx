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91C40B-05DE-45CB-BEDE-2EF4C9D3A5B9}">
  <a:tblStyle styleId="{7691C40B-05DE-45CB-BEDE-2EF4C9D3A5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{7691C40B-05DE-45CB-BEDE-2EF4C9D3A5B9}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{7691C40B-05DE-45CB-BEDE-2EF4C9D3A5B9}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{7691C40B-05DE-45CB-BEDE-2EF4C9D3A5B9}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