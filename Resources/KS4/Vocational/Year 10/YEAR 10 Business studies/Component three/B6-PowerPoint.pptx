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263B49-119C-4923-BEEB-C6FDD3FB24CD}">
  <a:tblStyle styleId="{4B263B49-119C-4923-BEEB-C6FDD3FB24C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{4B263B49-119C-4923-BEEB-C6FDD3FB24CD}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{4B263B49-119C-4923-BEEB-C6FDD3FB24CD}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{4B263B49-119C-4923-BEEB-C6FDD3FB24CD}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