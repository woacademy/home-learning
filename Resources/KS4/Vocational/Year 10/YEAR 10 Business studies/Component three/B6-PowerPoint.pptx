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762657-236D-4AF0-A129-B8CA2D36AEE3}">
  <a:tblStyle styleId="{60762657-236D-4AF0-A129-B8CA2D36AEE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{60762657-236D-4AF0-A129-B8CA2D36AEE3}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{60762657-236D-4AF0-A129-B8CA2D36AEE3}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{60762657-236D-4AF0-A129-B8CA2D36AEE3}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