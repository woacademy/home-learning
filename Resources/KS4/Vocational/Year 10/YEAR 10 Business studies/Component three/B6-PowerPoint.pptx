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3F50CB-02DE-4C4E-8472-112F648B47E2}">
  <a:tblStyle styleId="{9B3F50CB-02DE-4C4E-8472-112F648B47E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{9B3F50CB-02DE-4C4E-8472-112F648B47E2}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{9B3F50CB-02DE-4C4E-8472-112F648B47E2}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{9B3F50CB-02DE-4C4E-8472-112F648B47E2}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