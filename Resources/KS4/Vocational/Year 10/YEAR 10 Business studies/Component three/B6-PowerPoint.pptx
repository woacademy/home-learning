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8B178E9-22AB-4F3B-A4C9-92F57F457300}">
  <a:tblStyle styleId="{F8B178E9-22AB-4F3B-A4C9-92F57F45730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{F8B178E9-22AB-4F3B-A4C9-92F57F457300}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{F8B178E9-22AB-4F3B-A4C9-92F57F457300}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{F8B178E9-22AB-4F3B-A4C9-92F57F457300}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