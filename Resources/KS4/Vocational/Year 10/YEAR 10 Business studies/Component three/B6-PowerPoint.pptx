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90B109-F504-406B-BDD4-DD0D56882773}">
  <a:tblStyle styleId="{8890B109-F504-406B-BDD4-DD0D568827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{8890B109-F504-406B-BDD4-DD0D56882773}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{8890B109-F504-406B-BDD4-DD0D56882773}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{8890B109-F504-406B-BDD4-DD0D56882773}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