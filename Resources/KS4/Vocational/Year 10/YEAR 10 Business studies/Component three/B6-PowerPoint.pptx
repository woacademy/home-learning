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B15F9C-0D90-4BD4-8923-A439667F8F58}">
  <a:tblStyle styleId="{FFB15F9C-0D90-4BD4-8923-A439667F8F5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{FFB15F9C-0D90-4BD4-8923-A439667F8F58}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{FFB15F9C-0D90-4BD4-8923-A439667F8F58}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{FFB15F9C-0D90-4BD4-8923-A439667F8F58}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