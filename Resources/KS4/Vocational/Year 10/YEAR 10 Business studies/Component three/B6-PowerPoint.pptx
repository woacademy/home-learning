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0A1B96-E7A6-4606-BC18-3122C614F46B}">
  <a:tblStyle styleId="{8D0A1B96-E7A6-4606-BC18-3122C614F4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{8D0A1B96-E7A6-4606-BC18-3122C614F46B}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{8D0A1B96-E7A6-4606-BC18-3122C614F46B}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{8D0A1B96-E7A6-4606-BC18-3122C614F46B}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