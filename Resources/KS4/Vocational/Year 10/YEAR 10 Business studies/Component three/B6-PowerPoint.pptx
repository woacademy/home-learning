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4ADD41-87FA-4281-A804-AE6EC54727A5}">
  <a:tblStyle styleId="{2B4ADD41-87FA-4281-A804-AE6EC54727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{2B4ADD41-87FA-4281-A804-AE6EC54727A5}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{2B4ADD41-87FA-4281-A804-AE6EC54727A5}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{2B4ADD41-87FA-4281-A804-AE6EC54727A5}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