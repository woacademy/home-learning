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719CE1-009E-4465-BB94-46ED46E68FFD}">
  <a:tblStyle styleId="{4A719CE1-009E-4465-BB94-46ED46E68F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{4A719CE1-009E-4465-BB94-46ED46E68FFD}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{4A719CE1-009E-4465-BB94-46ED46E68FFD}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{4A719CE1-009E-4465-BB94-46ED46E68FFD}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