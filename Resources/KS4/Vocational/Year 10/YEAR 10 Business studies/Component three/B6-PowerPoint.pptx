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0F2BC-CB7C-49C1-9B73-00628E73D168}">
  <a:tblStyle styleId="{7320F2BC-CB7C-49C1-9B73-00628E73D1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{7320F2BC-CB7C-49C1-9B73-00628E73D168}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{7320F2BC-CB7C-49C1-9B73-00628E73D168}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{7320F2BC-CB7C-49C1-9B73-00628E73D168}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