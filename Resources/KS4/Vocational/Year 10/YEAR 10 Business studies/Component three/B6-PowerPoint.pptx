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8D54F3-573E-4AF0-9E13-D574B5E63AEF}">
  <a:tblStyle styleId="{438D54F3-573E-4AF0-9E13-D574B5E63A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{438D54F3-573E-4AF0-9E13-D574B5E63AEF}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{438D54F3-573E-4AF0-9E13-D574B5E63AEF}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{438D54F3-573E-4AF0-9E13-D574B5E63AEF}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