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09612B-5AAA-4CB8-A369-57C25F399313}">
  <a:tblStyle styleId="{6D09612B-5AAA-4CB8-A369-57C25F3993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{6D09612B-5AAA-4CB8-A369-57C25F399313}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{6D09612B-5AAA-4CB8-A369-57C25F399313}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{6D09612B-5AAA-4CB8-A369-57C25F399313}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