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730373-C4C0-4C0E-AE30-76201FA0DDC7}">
  <a:tblStyle styleId="{FF730373-C4C0-4C0E-AE30-76201FA0DD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{FF730373-C4C0-4C0E-AE30-76201FA0DDC7}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{FF730373-C4C0-4C0E-AE30-76201FA0DDC7}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{FF730373-C4C0-4C0E-AE30-76201FA0DDC7}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