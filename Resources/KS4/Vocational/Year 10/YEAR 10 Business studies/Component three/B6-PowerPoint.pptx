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244141-D4D4-453C-8B23-C051F6E24B0F}">
  <a:tblStyle styleId="{DC244141-D4D4-453C-8B23-C051F6E24B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{DC244141-D4D4-453C-8B23-C051F6E24B0F}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{DC244141-D4D4-453C-8B23-C051F6E24B0F}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{DC244141-D4D4-453C-8B23-C051F6E24B0F}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