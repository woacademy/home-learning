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7E929-5E64-4286-BF2F-D52D5A982732}">
  <a:tblStyle styleId="{7A27E929-5E64-4286-BF2F-D52D5A9827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{7A27E929-5E64-4286-BF2F-D52D5A982732}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{7A27E929-5E64-4286-BF2F-D52D5A982732}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{7A27E929-5E64-4286-BF2F-D52D5A982732}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