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036C0A-1C85-4C15-8221-7AD9A4102D46}">
  <a:tblStyle styleId="{B8036C0A-1C85-4C15-8221-7AD9A4102D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{B8036C0A-1C85-4C15-8221-7AD9A4102D46}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{B8036C0A-1C85-4C15-8221-7AD9A4102D46}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{B8036C0A-1C85-4C15-8221-7AD9A4102D46}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