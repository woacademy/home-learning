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F121C5-FAF6-4FCC-8ECC-5D513A8CAB48}">
  <a:tblStyle styleId="{AFF121C5-FAF6-4FCC-8ECC-5D513A8CAB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{AFF121C5-FAF6-4FCC-8ECC-5D513A8CAB48}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{AFF121C5-FAF6-4FCC-8ECC-5D513A8CAB48}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{AFF121C5-FAF6-4FCC-8ECC-5D513A8CAB48}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