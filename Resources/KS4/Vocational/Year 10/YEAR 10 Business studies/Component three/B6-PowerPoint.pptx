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08D658-3B1A-4124-8204-A610A630C4A9}">
  <a:tblStyle styleId="{2408D658-3B1A-4124-8204-A610A630C4A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{2408D658-3B1A-4124-8204-A610A630C4A9}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{2408D658-3B1A-4124-8204-A610A630C4A9}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{2408D658-3B1A-4124-8204-A610A630C4A9}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