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B1A8C9-525D-4081-BACB-8E3B3438BC72}">
  <a:tblStyle styleId="{69B1A8C9-525D-4081-BACB-8E3B3438BC7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{69B1A8C9-525D-4081-BACB-8E3B3438BC72}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{69B1A8C9-525D-4081-BACB-8E3B3438BC72}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{69B1A8C9-525D-4081-BACB-8E3B3438BC72}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