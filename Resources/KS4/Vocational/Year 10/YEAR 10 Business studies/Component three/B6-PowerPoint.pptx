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F8E30A-2DF3-452B-9C41-E0A791A4EF55}">
  <a:tblStyle styleId="{E4F8E30A-2DF3-452B-9C41-E0A791A4EF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{E4F8E30A-2DF3-452B-9C41-E0A791A4EF55}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{E4F8E30A-2DF3-452B-9C41-E0A791A4EF55}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{E4F8E30A-2DF3-452B-9C41-E0A791A4EF55}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