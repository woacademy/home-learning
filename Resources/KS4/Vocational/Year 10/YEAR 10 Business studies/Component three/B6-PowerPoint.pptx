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622B75-76A0-4050-8D36-F024668CD5F2}">
  <a:tblStyle styleId="{E5622B75-76A0-4050-8D36-F024668CD5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{E5622B75-76A0-4050-8D36-F024668CD5F2}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{E5622B75-76A0-4050-8D36-F024668CD5F2}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{E5622B75-76A0-4050-8D36-F024668CD5F2}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