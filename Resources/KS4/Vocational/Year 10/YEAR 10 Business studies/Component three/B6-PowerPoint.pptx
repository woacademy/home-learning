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916115F-E237-4168-964F-1270A4F7044F}">
  <a:tblStyle styleId="{1916115F-E237-4168-964F-1270A4F7044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{1916115F-E237-4168-964F-1270A4F7044F}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{1916115F-E237-4168-964F-1270A4F7044F}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{1916115F-E237-4168-964F-1270A4F7044F}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