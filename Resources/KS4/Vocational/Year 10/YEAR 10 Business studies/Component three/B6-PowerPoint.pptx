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5D29EC-426B-4808-8F57-4E1EB6C062F5}">
  <a:tblStyle styleId="{9A5D29EC-426B-4808-8F57-4E1EB6C062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{9A5D29EC-426B-4808-8F57-4E1EB6C062F5}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{9A5D29EC-426B-4808-8F57-4E1EB6C062F5}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{9A5D29EC-426B-4808-8F57-4E1EB6C062F5}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