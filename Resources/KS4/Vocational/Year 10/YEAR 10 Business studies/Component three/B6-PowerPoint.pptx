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EC6344-3417-4519-9ADC-33E58843A832}">
  <a:tblStyle styleId="{A6EC6344-3417-4519-9ADC-33E58843A8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{A6EC6344-3417-4519-9ADC-33E58843A832}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{A6EC6344-3417-4519-9ADC-33E58843A832}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{A6EC6344-3417-4519-9ADC-33E58843A832}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