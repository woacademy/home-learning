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E7F5B8-6CC1-4BBE-986E-C3EA82A98974}">
  <a:tblStyle styleId="{ABE7F5B8-6CC1-4BBE-986E-C3EA82A989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{ABE7F5B8-6CC1-4BBE-986E-C3EA82A98974}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{ABE7F5B8-6CC1-4BBE-986E-C3EA82A98974}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{ABE7F5B8-6CC1-4BBE-986E-C3EA82A98974}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