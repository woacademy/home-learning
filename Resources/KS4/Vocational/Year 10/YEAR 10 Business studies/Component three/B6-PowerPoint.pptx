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1B710-B1D5-45FF-AAC9-B0D4494DB9F2}">
  <a:tblStyle styleId="{8BE1B710-B1D5-45FF-AAC9-B0D4494DB9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{8BE1B710-B1D5-45FF-AAC9-B0D4494DB9F2}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{8BE1B710-B1D5-45FF-AAC9-B0D4494DB9F2}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{8BE1B710-B1D5-45FF-AAC9-B0D4494DB9F2}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