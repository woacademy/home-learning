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26E0AD-D5C5-4BC2-86A5-DF2AFE770D0D}">
  <a:tblStyle styleId="{7426E0AD-D5C5-4BC2-86A5-DF2AFE770D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{7426E0AD-D5C5-4BC2-86A5-DF2AFE770D0D}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{7426E0AD-D5C5-4BC2-86A5-DF2AFE770D0D}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{7426E0AD-D5C5-4BC2-86A5-DF2AFE770D0D}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