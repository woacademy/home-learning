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91B640-AC34-49DF-9732-228236058C9B}">
  <a:tblStyle styleId="{D891B640-AC34-49DF-9732-228236058C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{D891B640-AC34-49DF-9732-228236058C9B}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{D891B640-AC34-49DF-9732-228236058C9B}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{D891B640-AC34-49DF-9732-228236058C9B}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