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93C81EF-2BED-463E-BC89-2B229A1D5B04}">
  <a:tblStyle styleId="{E93C81EF-2BED-463E-BC89-2B229A1D5B0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{E93C81EF-2BED-463E-BC89-2B229A1D5B04}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{E93C81EF-2BED-463E-BC89-2B229A1D5B04}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{E93C81EF-2BED-463E-BC89-2B229A1D5B04}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