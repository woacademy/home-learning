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B983D7-358C-4DA0-A910-630437CF62BA}">
  <a:tblStyle styleId="{1EB983D7-358C-4DA0-A910-630437CF62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{1EB983D7-358C-4DA0-A910-630437CF62BA}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{1EB983D7-358C-4DA0-A910-630437CF62BA}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{1EB983D7-358C-4DA0-A910-630437CF62BA}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