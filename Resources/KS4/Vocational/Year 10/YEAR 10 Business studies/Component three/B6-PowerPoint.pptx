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4FF18D-3BC8-4CA6-A3CB-65ABE54487CC}">
  <a:tblStyle styleId="{1E4FF18D-3BC8-4CA6-A3CB-65ABE54487C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{1E4FF18D-3BC8-4CA6-A3CB-65ABE54487CC}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{1E4FF18D-3BC8-4CA6-A3CB-65ABE54487CC}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{1E4FF18D-3BC8-4CA6-A3CB-65ABE54487CC}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