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0852ED-1D98-499D-98A0-63D70240A405}">
  <a:tblStyle styleId="{6E0852ED-1D98-499D-98A0-63D70240A4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{6E0852ED-1D98-499D-98A0-63D70240A405}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{6E0852ED-1D98-499D-98A0-63D70240A405}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{6E0852ED-1D98-499D-98A0-63D70240A405}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