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7AD843-4BDD-4297-A7B3-D7326B537E36}">
  <a:tblStyle styleId="{4E7AD843-4BDD-4297-A7B3-D7326B537E3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{4E7AD843-4BDD-4297-A7B3-D7326B537E36}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{4E7AD843-4BDD-4297-A7B3-D7326B537E36}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{4E7AD843-4BDD-4297-A7B3-D7326B537E36}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