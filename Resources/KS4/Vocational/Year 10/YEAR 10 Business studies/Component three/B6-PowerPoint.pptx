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40CB5B-FF3B-4158-91C1-77671FEB37A1}">
  <a:tblStyle styleId="{FF40CB5B-FF3B-4158-91C1-77671FEB37A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{FF40CB5B-FF3B-4158-91C1-77671FEB37A1}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{FF40CB5B-FF3B-4158-91C1-77671FEB37A1}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{FF40CB5B-FF3B-4158-91C1-77671FEB37A1}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