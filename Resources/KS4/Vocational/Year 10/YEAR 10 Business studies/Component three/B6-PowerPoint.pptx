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269BA3-376A-4071-B164-474527DF34C6}">
  <a:tblStyle styleId="{F7269BA3-376A-4071-B164-474527DF34C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{F7269BA3-376A-4071-B164-474527DF34C6}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{F7269BA3-376A-4071-B164-474527DF34C6}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{F7269BA3-376A-4071-B164-474527DF34C6}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