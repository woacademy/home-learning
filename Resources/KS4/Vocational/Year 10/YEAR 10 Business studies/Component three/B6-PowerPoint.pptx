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1DF75D-BA22-403A-A41A-0A475E0BE8CF}">
  <a:tblStyle styleId="{061DF75D-BA22-403A-A41A-0A475E0BE8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{061DF75D-BA22-403A-A41A-0A475E0BE8CF}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{061DF75D-BA22-403A-A41A-0A475E0BE8CF}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{061DF75D-BA22-403A-A41A-0A475E0BE8CF}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