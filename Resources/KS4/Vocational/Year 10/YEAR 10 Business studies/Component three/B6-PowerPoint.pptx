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822C70-05C5-4078-8480-89F3BA8341E4}">
  <a:tblStyle styleId="{C6822C70-05C5-4078-8480-89F3BA8341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{C6822C70-05C5-4078-8480-89F3BA8341E4}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{C6822C70-05C5-4078-8480-89F3BA8341E4}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{C6822C70-05C5-4078-8480-89F3BA8341E4}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