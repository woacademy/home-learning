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19B6AC-AC7C-4B52-9E87-747B37A63AD4}">
  <a:tblStyle styleId="{DB19B6AC-AC7C-4B52-9E87-747B37A63A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{DB19B6AC-AC7C-4B52-9E87-747B37A63AD4}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{DB19B6AC-AC7C-4B52-9E87-747B37A63AD4}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{DB19B6AC-AC7C-4B52-9E87-747B37A63AD4}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