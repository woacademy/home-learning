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E1C866-A441-49C2-9A29-35AACC13A0F8}">
  <a:tblStyle styleId="{04E1C866-A441-49C2-9A29-35AACC13A0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{04E1C866-A441-49C2-9A29-35AACC13A0F8}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{04E1C866-A441-49C2-9A29-35AACC13A0F8}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{04E1C866-A441-49C2-9A29-35AACC13A0F8}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