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8D9A74-EDB1-4460-93C6-8EBFDBAFF6AF}">
  <a:tblStyle styleId="{4F8D9A74-EDB1-4460-93C6-8EBFDBAFF6A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{4F8D9A74-EDB1-4460-93C6-8EBFDBAFF6AF}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{4F8D9A74-EDB1-4460-93C6-8EBFDBAFF6AF}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{4F8D9A74-EDB1-4460-93C6-8EBFDBAFF6AF}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