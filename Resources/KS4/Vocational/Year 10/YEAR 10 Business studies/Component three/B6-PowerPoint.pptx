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7321E1-B117-4A15-B9A2-A578AEF6EAA1}">
  <a:tblStyle styleId="{557321E1-B117-4A15-B9A2-A578AEF6EA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{557321E1-B117-4A15-B9A2-A578AEF6EAA1}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{557321E1-B117-4A15-B9A2-A578AEF6EAA1}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{557321E1-B117-4A15-B9A2-A578AEF6EAA1}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