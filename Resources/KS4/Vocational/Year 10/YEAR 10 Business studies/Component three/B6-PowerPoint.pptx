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2052C4-6540-4C40-BB56-156B79B8AD23}">
  <a:tblStyle styleId="{972052C4-6540-4C40-BB56-156B79B8AD2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{972052C4-6540-4C40-BB56-156B79B8AD23}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{972052C4-6540-4C40-BB56-156B79B8AD23}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{972052C4-6540-4C40-BB56-156B79B8AD23}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