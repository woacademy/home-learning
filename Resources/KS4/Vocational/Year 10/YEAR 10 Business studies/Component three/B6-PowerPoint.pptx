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36C2A1-E922-44B8-B5ED-DEF1F5C34139}">
  <a:tblStyle styleId="{6B36C2A1-E922-44B8-B5ED-DEF1F5C3413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{6B36C2A1-E922-44B8-B5ED-DEF1F5C34139}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{6B36C2A1-E922-44B8-B5ED-DEF1F5C34139}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{6B36C2A1-E922-44B8-B5ED-DEF1F5C34139}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