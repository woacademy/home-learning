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725BEB-CB79-4A24-8778-45503F3C4ED6}">
  <a:tblStyle styleId="{3A725BEB-CB79-4A24-8778-45503F3C4ED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{3A725BEB-CB79-4A24-8778-45503F3C4ED6}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{3A725BEB-CB79-4A24-8778-45503F3C4ED6}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{3A725BEB-CB79-4A24-8778-45503F3C4ED6}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