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F59EBB-4D28-4B62-88A6-25C9AC4BEBC5}">
  <a:tblStyle styleId="{FEF59EBB-4D28-4B62-88A6-25C9AC4BEB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{FEF59EBB-4D28-4B62-88A6-25C9AC4BEBC5}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{FEF59EBB-4D28-4B62-88A6-25C9AC4BEBC5}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{FEF59EBB-4D28-4B62-88A6-25C9AC4BEBC5}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