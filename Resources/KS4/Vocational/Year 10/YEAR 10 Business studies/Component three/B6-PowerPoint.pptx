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5830D5-3F3F-4BB5-BE57-807527D13425}">
  <a:tblStyle styleId="{A45830D5-3F3F-4BB5-BE57-807527D134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{A45830D5-3F3F-4BB5-BE57-807527D13425}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{A45830D5-3F3F-4BB5-BE57-807527D13425}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{A45830D5-3F3F-4BB5-BE57-807527D13425}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