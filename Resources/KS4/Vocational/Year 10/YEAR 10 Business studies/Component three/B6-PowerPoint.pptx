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D0BF77-B4E3-48AE-8DD8-60E310D95D0A}">
  <a:tblStyle styleId="{F1D0BF77-B4E3-48AE-8DD8-60E310D95D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{F1D0BF77-B4E3-48AE-8DD8-60E310D95D0A}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{F1D0BF77-B4E3-48AE-8DD8-60E310D95D0A}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{F1D0BF77-B4E3-48AE-8DD8-60E310D95D0A}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