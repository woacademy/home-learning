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14F488-FEFD-4F88-96B4-56CD5D02C834}">
  <a:tblStyle styleId="{8814F488-FEFD-4F88-96B4-56CD5D02C8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{8814F488-FEFD-4F88-96B4-56CD5D02C834}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{8814F488-FEFD-4F88-96B4-56CD5D02C834}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{8814F488-FEFD-4F88-96B4-56CD5D02C834}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