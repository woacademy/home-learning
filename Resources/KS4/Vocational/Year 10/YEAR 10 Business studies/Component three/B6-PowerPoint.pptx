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08D953-DB89-49E9-B88E-4B54344C3253}">
  <a:tblStyle styleId="{3E08D953-DB89-49E9-B88E-4B54344C325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{3E08D953-DB89-49E9-B88E-4B54344C3253}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{3E08D953-DB89-49E9-B88E-4B54344C3253}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{3E08D953-DB89-49E9-B88E-4B54344C3253}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