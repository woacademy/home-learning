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6F3872-991D-4E8C-B481-EC3A73AD87D1}">
  <a:tblStyle styleId="{006F3872-991D-4E8C-B481-EC3A73AD87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{006F3872-991D-4E8C-B481-EC3A73AD87D1}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{006F3872-991D-4E8C-B481-EC3A73AD87D1}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{006F3872-991D-4E8C-B481-EC3A73AD87D1}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