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829FB3-A620-4509-9A63-DB392B405E17}">
  <a:tblStyle styleId="{8D829FB3-A620-4509-9A63-DB392B405E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{8D829FB3-A620-4509-9A63-DB392B405E17}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{8D829FB3-A620-4509-9A63-DB392B405E17}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{8D829FB3-A620-4509-9A63-DB392B405E17}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