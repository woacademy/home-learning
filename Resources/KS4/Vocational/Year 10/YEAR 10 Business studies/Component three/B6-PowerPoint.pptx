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9F0E6B-13DC-438C-AE8E-0979D2D637CF}">
  <a:tblStyle styleId="{BD9F0E6B-13DC-438C-AE8E-0979D2D637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{BD9F0E6B-13DC-438C-AE8E-0979D2D637CF}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{BD9F0E6B-13DC-438C-AE8E-0979D2D637CF}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{BD9F0E6B-13DC-438C-AE8E-0979D2D637CF}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