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510630-D886-475F-8D83-A1CDB46DAA42}">
  <a:tblStyle styleId="{D9510630-D886-475F-8D83-A1CDB46DAA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{D9510630-D886-475F-8D83-A1CDB46DAA42}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{D9510630-D886-475F-8D83-A1CDB46DAA42}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{D9510630-D886-475F-8D83-A1CDB46DAA42}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