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B7F70-E86F-4CDE-ACFF-556DDEEA519A}">
  <a:tblStyle styleId="{AAAB7F70-E86F-4CDE-ACFF-556DDEEA51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{AAAB7F70-E86F-4CDE-ACFF-556DDEEA519A}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{AAAB7F70-E86F-4CDE-ACFF-556DDEEA519A}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{AAAB7F70-E86F-4CDE-ACFF-556DDEEA519A}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