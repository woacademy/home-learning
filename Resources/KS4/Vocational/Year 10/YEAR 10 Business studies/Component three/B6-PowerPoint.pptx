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C884B-6928-4D6E-A55F-16E3C281C295}">
  <a:tblStyle styleId="{259C884B-6928-4D6E-A55F-16E3C281C2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{259C884B-6928-4D6E-A55F-16E3C281C295}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{259C884B-6928-4D6E-A55F-16E3C281C295}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{259C884B-6928-4D6E-A55F-16E3C281C295}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