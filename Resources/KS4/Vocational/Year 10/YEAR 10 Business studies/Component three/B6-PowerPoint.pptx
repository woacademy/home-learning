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B95FC4-1111-4364-A69A-4AAA102D2B29}">
  <a:tblStyle styleId="{41B95FC4-1111-4364-A69A-4AAA102D2B2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{41B95FC4-1111-4364-A69A-4AAA102D2B29}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{41B95FC4-1111-4364-A69A-4AAA102D2B29}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{41B95FC4-1111-4364-A69A-4AAA102D2B29}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