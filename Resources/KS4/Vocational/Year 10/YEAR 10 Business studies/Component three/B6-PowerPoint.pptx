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035D3-D75F-41F4-83A8-107F7D2BA358}">
  <a:tblStyle styleId="{950035D3-D75F-41F4-83A8-107F7D2BA3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{950035D3-D75F-41F4-83A8-107F7D2BA358}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{950035D3-D75F-41F4-83A8-107F7D2BA358}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{950035D3-D75F-41F4-83A8-107F7D2BA358}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