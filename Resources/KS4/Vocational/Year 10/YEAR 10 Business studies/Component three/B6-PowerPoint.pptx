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C15F9D-3E7F-4E23-9840-F6B065C53669}">
  <a:tblStyle styleId="{0AC15F9D-3E7F-4E23-9840-F6B065C536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{0AC15F9D-3E7F-4E23-9840-F6B065C53669}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{0AC15F9D-3E7F-4E23-9840-F6B065C53669}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{0AC15F9D-3E7F-4E23-9840-F6B065C53669}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