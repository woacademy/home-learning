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701702-C195-40AF-9544-8E1668C8B68A}">
  <a:tblStyle styleId="{1D701702-C195-40AF-9544-8E1668C8B68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{1D701702-C195-40AF-9544-8E1668C8B68A}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{1D701702-C195-40AF-9544-8E1668C8B68A}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{1D701702-C195-40AF-9544-8E1668C8B68A}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