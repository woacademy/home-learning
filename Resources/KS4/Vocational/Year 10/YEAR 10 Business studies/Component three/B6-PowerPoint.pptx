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2A5F31-49B3-4900-B226-778831D499E8}">
  <a:tblStyle styleId="{6A2A5F31-49B3-4900-B226-778831D499E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{6A2A5F31-49B3-4900-B226-778831D499E8}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{6A2A5F31-49B3-4900-B226-778831D499E8}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{6A2A5F31-49B3-4900-B226-778831D499E8}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