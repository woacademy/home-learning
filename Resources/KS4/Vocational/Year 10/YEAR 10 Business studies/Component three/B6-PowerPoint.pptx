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75B4D-638A-4751-8AC1-8E9BBE85B6AB}">
  <a:tblStyle styleId="{BB975B4D-638A-4751-8AC1-8E9BBE85B6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{BB975B4D-638A-4751-8AC1-8E9BBE85B6AB}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{BB975B4D-638A-4751-8AC1-8E9BBE85B6AB}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{BB975B4D-638A-4751-8AC1-8E9BBE85B6AB}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