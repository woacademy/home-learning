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644BAB3-8A6D-4559-A82B-6944111DF85C}">
  <a:tblStyle styleId="{F644BAB3-8A6D-4559-A82B-6944111DF85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{F644BAB3-8A6D-4559-A82B-6944111DF85C}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{F644BAB3-8A6D-4559-A82B-6944111DF85C}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{F644BAB3-8A6D-4559-A82B-6944111DF85C}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