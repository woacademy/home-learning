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4993E4-4FAD-4952-A0B9-DFD38683FE9E}">
  <a:tblStyle styleId="{CC4993E4-4FAD-4952-A0B9-DFD38683FE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{CC4993E4-4FAD-4952-A0B9-DFD38683FE9E}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{CC4993E4-4FAD-4952-A0B9-DFD38683FE9E}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{CC4993E4-4FAD-4952-A0B9-DFD38683FE9E}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