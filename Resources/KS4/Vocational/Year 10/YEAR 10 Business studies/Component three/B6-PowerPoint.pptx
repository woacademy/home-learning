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5D9C7-10BF-4943-80EE-6AFD77B12261}">
  <a:tblStyle styleId="{E165D9C7-10BF-4943-80EE-6AFD77B122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{E165D9C7-10BF-4943-80EE-6AFD77B12261}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{E165D9C7-10BF-4943-80EE-6AFD77B12261}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{E165D9C7-10BF-4943-80EE-6AFD77B12261}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