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A7F498-E2C4-49E1-9875-A670E98180DC}">
  <a:tblStyle styleId="{55A7F498-E2C4-49E1-9875-A670E98180D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{55A7F498-E2C4-49E1-9875-A670E98180DC}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{55A7F498-E2C4-49E1-9875-A670E98180DC}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{55A7F498-E2C4-49E1-9875-A670E98180DC}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