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36E12F-3750-4B21-A8E9-FAB10CB5B452}">
  <a:tblStyle styleId="{1F36E12F-3750-4B21-A8E9-FAB10CB5B45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{1F36E12F-3750-4B21-A8E9-FAB10CB5B452}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{1F36E12F-3750-4B21-A8E9-FAB10CB5B452}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{1F36E12F-3750-4B21-A8E9-FAB10CB5B452}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