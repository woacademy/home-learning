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5E72F-C4D5-4FCB-929C-FABF501061D2}">
  <a:tblStyle styleId="{C695E72F-C4D5-4FCB-929C-FABF501061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{C695E72F-C4D5-4FCB-929C-FABF501061D2}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{C695E72F-C4D5-4FCB-929C-FABF501061D2}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{C695E72F-C4D5-4FCB-929C-FABF501061D2}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