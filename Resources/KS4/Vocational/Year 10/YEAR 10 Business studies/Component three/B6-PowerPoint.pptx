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79149F-EF4C-4030-9D6A-C376F1EC3ECB}">
  <a:tblStyle styleId="{2879149F-EF4C-4030-9D6A-C376F1EC3EC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{2879149F-EF4C-4030-9D6A-C376F1EC3ECB}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{2879149F-EF4C-4030-9D6A-C376F1EC3ECB}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{2879149F-EF4C-4030-9D6A-C376F1EC3ECB}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