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34E78B-E5F8-418D-91E4-32E7F29AA956}">
  <a:tblStyle styleId="{1B34E78B-E5F8-418D-91E4-32E7F29AA95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{1B34E78B-E5F8-418D-91E4-32E7F29AA956}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{1B34E78B-E5F8-418D-91E4-32E7F29AA956}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{1B34E78B-E5F8-418D-91E4-32E7F29AA956}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