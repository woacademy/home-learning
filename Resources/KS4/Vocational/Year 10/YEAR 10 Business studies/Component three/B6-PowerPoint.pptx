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A456C-C5BB-4AFB-8B90-E7D3022CC03F}">
  <a:tblStyle styleId="{A3CA456C-C5BB-4AFB-8B90-E7D3022CC0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{A3CA456C-C5BB-4AFB-8B90-E7D3022CC03F}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{A3CA456C-C5BB-4AFB-8B90-E7D3022CC03F}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{A3CA456C-C5BB-4AFB-8B90-E7D3022CC03F}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