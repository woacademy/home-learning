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79D921-6634-4932-8769-F80908AC00E2}">
  <a:tblStyle styleId="{1079D921-6634-4932-8769-F80908AC00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{1079D921-6634-4932-8769-F80908AC00E2}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{1079D921-6634-4932-8769-F80908AC00E2}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{1079D921-6634-4932-8769-F80908AC00E2}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