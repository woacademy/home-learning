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8978370-055D-44C1-97AF-51E237D99A96}">
  <a:tblStyle styleId="{A8978370-055D-44C1-97AF-51E237D99A9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{A8978370-055D-44C1-97AF-51E237D99A96}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{A8978370-055D-44C1-97AF-51E237D99A96}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{A8978370-055D-44C1-97AF-51E237D99A96}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