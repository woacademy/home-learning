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B49EAC-77D8-4628-A45C-07985E5DA99B}">
  <a:tblStyle styleId="{4CB49EAC-77D8-4628-A45C-07985E5DA9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{4CB49EAC-77D8-4628-A45C-07985E5DA99B}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{4CB49EAC-77D8-4628-A45C-07985E5DA99B}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{4CB49EAC-77D8-4628-A45C-07985E5DA99B}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