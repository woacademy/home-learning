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368395-4696-42CD-89DB-462A5F2D178A}">
  <a:tblStyle styleId="{F2368395-4696-42CD-89DB-462A5F2D178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{F2368395-4696-42CD-89DB-462A5F2D178A}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{F2368395-4696-42CD-89DB-462A5F2D178A}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{F2368395-4696-42CD-89DB-462A5F2D178A}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