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EE0428-8D38-4856-A35D-8CCB8F8862C3}">
  <a:tblStyle styleId="{28EE0428-8D38-4856-A35D-8CCB8F8862C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{28EE0428-8D38-4856-A35D-8CCB8F8862C3}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{28EE0428-8D38-4856-A35D-8CCB8F8862C3}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{28EE0428-8D38-4856-A35D-8CCB8F8862C3}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