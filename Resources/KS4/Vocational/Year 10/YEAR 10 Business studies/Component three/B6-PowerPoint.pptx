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1BDB6F-DFF0-4B18-A90C-175F71900AEB}">
  <a:tblStyle styleId="{EE1BDB6F-DFF0-4B18-A90C-175F71900A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{EE1BDB6F-DFF0-4B18-A90C-175F71900AEB}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{EE1BDB6F-DFF0-4B18-A90C-175F71900AEB}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{EE1BDB6F-DFF0-4B18-A90C-175F71900AEB}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