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FBE73-AB19-40A9-82E7-7C81452E0058}">
  <a:tblStyle styleId="{32FFBE73-AB19-40A9-82E7-7C81452E00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{32FFBE73-AB19-40A9-82E7-7C81452E0058}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{32FFBE73-AB19-40A9-82E7-7C81452E0058}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{32FFBE73-AB19-40A9-82E7-7C81452E0058}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