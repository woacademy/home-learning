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E853DE-EEB4-422E-A64E-AED946BC86DF}">
  <a:tblStyle styleId="{A4E853DE-EEB4-422E-A64E-AED946BC86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{A4E853DE-EEB4-422E-A64E-AED946BC86DF}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{A4E853DE-EEB4-422E-A64E-AED946BC86DF}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{A4E853DE-EEB4-422E-A64E-AED946BC86DF}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