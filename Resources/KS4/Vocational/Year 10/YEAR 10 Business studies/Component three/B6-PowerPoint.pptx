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8F736-D2E5-4AC9-A7BE-9133B4F72BC8}">
  <a:tblStyle styleId="{8138F736-D2E5-4AC9-A7BE-9133B4F72B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{8138F736-D2E5-4AC9-A7BE-9133B4F72BC8}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{8138F736-D2E5-4AC9-A7BE-9133B4F72BC8}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{8138F736-D2E5-4AC9-A7BE-9133B4F72BC8}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