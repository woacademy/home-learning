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B5BBAF-742C-4B2F-8F9B-277F7A47EF1E}">
  <a:tblStyle styleId="{69B5BBAF-742C-4B2F-8F9B-277F7A47EF1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{69B5BBAF-742C-4B2F-8F9B-277F7A47EF1E}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{69B5BBAF-742C-4B2F-8F9B-277F7A47EF1E}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{69B5BBAF-742C-4B2F-8F9B-277F7A47EF1E}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