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BC85DE-29A7-4533-8495-C79F5426C969}">
  <a:tblStyle styleId="{93BC85DE-29A7-4533-8495-C79F5426C96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{93BC85DE-29A7-4533-8495-C79F5426C969}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{93BC85DE-29A7-4533-8495-C79F5426C969}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{93BC85DE-29A7-4533-8495-C79F5426C969}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