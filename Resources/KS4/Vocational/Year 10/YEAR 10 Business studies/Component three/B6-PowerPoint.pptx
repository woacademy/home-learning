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78A1D84-4389-4F38-9B97-523976534120}">
  <a:tblStyle styleId="{A78A1D84-4389-4F38-9B97-5239765341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{A78A1D84-4389-4F38-9B97-523976534120}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{A78A1D84-4389-4F38-9B97-523976534120}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{A78A1D84-4389-4F38-9B97-523976534120}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