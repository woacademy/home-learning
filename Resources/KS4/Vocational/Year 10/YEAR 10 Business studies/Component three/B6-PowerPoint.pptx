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7E0AC-39CF-4BEF-B9AE-8AFDB70F7FAF}">
  <a:tblStyle styleId="{B2D7E0AC-39CF-4BEF-B9AE-8AFDB70F7F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{B2D7E0AC-39CF-4BEF-B9AE-8AFDB70F7FAF}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{B2D7E0AC-39CF-4BEF-B9AE-8AFDB70F7FAF}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{B2D7E0AC-39CF-4BEF-B9AE-8AFDB70F7FAF}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