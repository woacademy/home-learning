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CA86DA-3F9E-44FC-8112-68AF0F698A9A}">
  <a:tblStyle styleId="{20CA86DA-3F9E-44FC-8112-68AF0F698A9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{20CA86DA-3F9E-44FC-8112-68AF0F698A9A}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{20CA86DA-3F9E-44FC-8112-68AF0F698A9A}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{20CA86DA-3F9E-44FC-8112-68AF0F698A9A}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