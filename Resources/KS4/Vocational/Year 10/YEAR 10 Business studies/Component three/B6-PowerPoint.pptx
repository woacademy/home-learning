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A1BE38-B13E-4491-A294-A5E0FBB148D8}">
  <a:tblStyle styleId="{FBA1BE38-B13E-4491-A294-A5E0FBB148D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{FBA1BE38-B13E-4491-A294-A5E0FBB148D8}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{FBA1BE38-B13E-4491-A294-A5E0FBB148D8}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{FBA1BE38-B13E-4491-A294-A5E0FBB148D8}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