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28B5C7-7CA2-4A48-92D1-CFF7C6F8039B}">
  <a:tblStyle styleId="{5428B5C7-7CA2-4A48-92D1-CFF7C6F8039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{5428B5C7-7CA2-4A48-92D1-CFF7C6F8039B}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{5428B5C7-7CA2-4A48-92D1-CFF7C6F8039B}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{5428B5C7-7CA2-4A48-92D1-CFF7C6F8039B}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