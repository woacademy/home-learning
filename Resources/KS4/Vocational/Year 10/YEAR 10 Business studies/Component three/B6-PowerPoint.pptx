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86DD920-7092-40EB-953D-2F29C8C0A6DB}">
  <a:tblStyle styleId="{786DD920-7092-40EB-953D-2F29C8C0A6D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{786DD920-7092-40EB-953D-2F29C8C0A6DB}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{786DD920-7092-40EB-953D-2F29C8C0A6DB}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{786DD920-7092-40EB-953D-2F29C8C0A6DB}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