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FFC776-07EB-4400-B552-58C331DE15BF}">
  <a:tblStyle styleId="{C5FFC776-07EB-4400-B552-58C331DE15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{C5FFC776-07EB-4400-B552-58C331DE15BF}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{C5FFC776-07EB-4400-B552-58C331DE15BF}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{C5FFC776-07EB-4400-B552-58C331DE15BF}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