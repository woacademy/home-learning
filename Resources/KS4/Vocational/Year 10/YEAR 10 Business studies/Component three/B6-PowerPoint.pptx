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5AEF8-B642-4713-B237-1DE3EA48BDB6}">
  <a:tblStyle styleId="{6025AEF8-B642-4713-B237-1DE3EA48BD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{6025AEF8-B642-4713-B237-1DE3EA48BDB6}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{6025AEF8-B642-4713-B237-1DE3EA48BDB6}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{6025AEF8-B642-4713-B237-1DE3EA48BDB6}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