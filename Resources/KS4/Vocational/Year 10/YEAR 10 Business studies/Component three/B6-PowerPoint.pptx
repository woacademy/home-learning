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FA30EB-55EB-4092-8A26-83B9A0491AC2}">
  <a:tblStyle styleId="{65FA30EB-55EB-4092-8A26-83B9A0491AC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{65FA30EB-55EB-4092-8A26-83B9A0491AC2}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{65FA30EB-55EB-4092-8A26-83B9A0491AC2}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{65FA30EB-55EB-4092-8A26-83B9A0491AC2}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