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136576-62D1-4677-9D37-C8096D437757}">
  <a:tblStyle styleId="{5C136576-62D1-4677-9D37-C8096D4377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{5C136576-62D1-4677-9D37-C8096D437757}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{5C136576-62D1-4677-9D37-C8096D437757}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{5C136576-62D1-4677-9D37-C8096D437757}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