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37A432-443B-421F-8B39-93D99065FB63}">
  <a:tblStyle styleId="{6737A432-443B-421F-8B39-93D99065FB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{6737A432-443B-421F-8B39-93D99065FB63}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{6737A432-443B-421F-8B39-93D99065FB63}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{6737A432-443B-421F-8B39-93D99065FB63}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