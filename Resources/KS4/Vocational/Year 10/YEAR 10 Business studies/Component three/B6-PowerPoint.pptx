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A363C4-8255-4268-8D2A-3D3A042C2EF3}">
  <a:tblStyle styleId="{1DA363C4-8255-4268-8D2A-3D3A042C2E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{1DA363C4-8255-4268-8D2A-3D3A042C2EF3}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{1DA363C4-8255-4268-8D2A-3D3A042C2EF3}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{1DA363C4-8255-4268-8D2A-3D3A042C2EF3}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