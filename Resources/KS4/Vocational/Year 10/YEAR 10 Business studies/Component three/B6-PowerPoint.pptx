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E65DCF-F717-4B08-9394-224E7C255B9A}">
  <a:tblStyle styleId="{F3E65DCF-F717-4B08-9394-224E7C255B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{F3E65DCF-F717-4B08-9394-224E7C255B9A}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{F3E65DCF-F717-4B08-9394-224E7C255B9A}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{F3E65DCF-F717-4B08-9394-224E7C255B9A}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