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EFCA3C-A0C0-457C-B497-85CDB917C4B0}">
  <a:tblStyle styleId="{3AEFCA3C-A0C0-457C-B497-85CDB917C4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{3AEFCA3C-A0C0-457C-B497-85CDB917C4B0}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{3AEFCA3C-A0C0-457C-B497-85CDB917C4B0}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{3AEFCA3C-A0C0-457C-B497-85CDB917C4B0}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