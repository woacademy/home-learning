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8D3DB4-56D1-44A2-BE57-580E6A79835B}">
  <a:tblStyle styleId="{F08D3DB4-56D1-44A2-BE57-580E6A7983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{F08D3DB4-56D1-44A2-BE57-580E6A79835B}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{F08D3DB4-56D1-44A2-BE57-580E6A79835B}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{F08D3DB4-56D1-44A2-BE57-580E6A79835B}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