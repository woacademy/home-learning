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32D5FE-4E4D-4555-A5F2-3C2875703088}">
  <a:tblStyle styleId="{BC32D5FE-4E4D-4555-A5F2-3C287570308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{BC32D5FE-4E4D-4555-A5F2-3C2875703088}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{BC32D5FE-4E4D-4555-A5F2-3C2875703088}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{BC32D5FE-4E4D-4555-A5F2-3C2875703088}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