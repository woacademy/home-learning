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2F4C61-4A95-4FC8-A605-CCC553AAD61C}">
  <a:tblStyle styleId="{112F4C61-4A95-4FC8-A605-CCC553AAD61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{112F4C61-4A95-4FC8-A605-CCC553AAD61C}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{112F4C61-4A95-4FC8-A605-CCC553AAD61C}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{112F4C61-4A95-4FC8-A605-CCC553AAD61C}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