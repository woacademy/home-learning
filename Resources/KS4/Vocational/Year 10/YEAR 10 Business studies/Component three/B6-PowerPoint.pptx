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CD1B4BA-3D2C-4894-9DA4-14D42147A75F}">
  <a:tblStyle styleId="{BCD1B4BA-3D2C-4894-9DA4-14D42147A75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{BCD1B4BA-3D2C-4894-9DA4-14D42147A75F}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{BCD1B4BA-3D2C-4894-9DA4-14D42147A75F}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{BCD1B4BA-3D2C-4894-9DA4-14D42147A75F}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