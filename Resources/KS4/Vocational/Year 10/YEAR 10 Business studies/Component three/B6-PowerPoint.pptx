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50630B-E5E5-462B-9EEA-00E5A5F37338}">
  <a:tblStyle styleId="{DA50630B-E5E5-462B-9EEA-00E5A5F373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{DA50630B-E5E5-462B-9EEA-00E5A5F37338}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{DA50630B-E5E5-462B-9EEA-00E5A5F37338}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{DA50630B-E5E5-462B-9EEA-00E5A5F37338}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