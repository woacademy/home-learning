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004959-FFFB-47E2-8506-6D10F1ADF754}">
  <a:tblStyle styleId="{E8004959-FFFB-47E2-8506-6D10F1ADF7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{E8004959-FFFB-47E2-8506-6D10F1ADF754}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{E8004959-FFFB-47E2-8506-6D10F1ADF754}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{E8004959-FFFB-47E2-8506-6D10F1ADF754}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