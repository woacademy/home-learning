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707728-F7F5-46D4-A662-C2CA154F97B3}">
  <a:tblStyle styleId="{5D707728-F7F5-46D4-A662-C2CA154F97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{5D707728-F7F5-46D4-A662-C2CA154F97B3}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{5D707728-F7F5-46D4-A662-C2CA154F97B3}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{5D707728-F7F5-46D4-A662-C2CA154F97B3}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