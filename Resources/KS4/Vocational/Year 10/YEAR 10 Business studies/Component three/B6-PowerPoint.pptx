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C8C76-5645-46F7-BE61-F6214E0D1717}">
  <a:tblStyle styleId="{35CC8C76-5645-46F7-BE61-F6214E0D17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{35CC8C76-5645-46F7-BE61-F6214E0D1717}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{35CC8C76-5645-46F7-BE61-F6214E0D1717}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{35CC8C76-5645-46F7-BE61-F6214E0D1717}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