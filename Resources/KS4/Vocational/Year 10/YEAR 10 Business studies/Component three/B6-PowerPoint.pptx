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ABDFC64-3AF8-4591-91CF-E05CF3A6D984}">
  <a:tblStyle styleId="{2ABDFC64-3AF8-4591-91CF-E05CF3A6D98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{2ABDFC64-3AF8-4591-91CF-E05CF3A6D984}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{2ABDFC64-3AF8-4591-91CF-E05CF3A6D984}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{2ABDFC64-3AF8-4591-91CF-E05CF3A6D984}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