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BCDCE-0069-4FFF-A69B-472AE28FEB6A}">
  <a:tblStyle styleId="{C13BCDCE-0069-4FFF-A69B-472AE28FEB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{C13BCDCE-0069-4FFF-A69B-472AE28FEB6A}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{C13BCDCE-0069-4FFF-A69B-472AE28FEB6A}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{C13BCDCE-0069-4FFF-A69B-472AE28FEB6A}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