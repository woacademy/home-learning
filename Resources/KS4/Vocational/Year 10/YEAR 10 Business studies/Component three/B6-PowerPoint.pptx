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575A6-12B6-461B-89F8-85FFB92691FF}">
  <a:tblStyle styleId="{EB3575A6-12B6-461B-89F8-85FFB92691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{EB3575A6-12B6-461B-89F8-85FFB92691FF}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{EB3575A6-12B6-461B-89F8-85FFB92691FF}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{EB3575A6-12B6-461B-89F8-85FFB92691FF}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