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BC486A-BBF0-4E8B-A160-209C438E7D2F}">
  <a:tblStyle styleId="{F7BC486A-BBF0-4E8B-A160-209C438E7D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{F7BC486A-BBF0-4E8B-A160-209C438E7D2F}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{F7BC486A-BBF0-4E8B-A160-209C438E7D2F}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{F7BC486A-BBF0-4E8B-A160-209C438E7D2F}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