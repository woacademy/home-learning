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617B98-30B8-496D-86AC-CA3407425174}">
  <a:tblStyle styleId="{54617B98-30B8-496D-86AC-CA34074251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{54617B98-30B8-496D-86AC-CA3407425174}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{54617B98-30B8-496D-86AC-CA3407425174}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{54617B98-30B8-496D-86AC-CA3407425174}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