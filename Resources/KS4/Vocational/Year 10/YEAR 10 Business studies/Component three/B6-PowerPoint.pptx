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80D058D-65F3-4A15-8F31-04C0D88E0E3F}">
  <a:tblStyle styleId="{380D058D-65F3-4A15-8F31-04C0D88E0E3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{380D058D-65F3-4A15-8F31-04C0D88E0E3F}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{380D058D-65F3-4A15-8F31-04C0D88E0E3F}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{380D058D-65F3-4A15-8F31-04C0D88E0E3F}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