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9D970E-E83D-477A-B384-07F1DC195AEC}">
  <a:tblStyle styleId="{B59D970E-E83D-477A-B384-07F1DC195A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{B59D970E-E83D-477A-B384-07F1DC195AEC}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{B59D970E-E83D-477A-B384-07F1DC195AEC}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{B59D970E-E83D-477A-B384-07F1DC195AEC}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