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B335FE-7925-4540-BEA4-CFD4613C7489}">
  <a:tblStyle styleId="{E5B335FE-7925-4540-BEA4-CFD4613C748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{E5B335FE-7925-4540-BEA4-CFD4613C7489}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{E5B335FE-7925-4540-BEA4-CFD4613C7489}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{E5B335FE-7925-4540-BEA4-CFD4613C7489}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