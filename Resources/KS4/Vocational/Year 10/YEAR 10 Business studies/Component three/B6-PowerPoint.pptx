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68D67F-80D4-4F96-A426-A92631651E7D}">
  <a:tblStyle styleId="{2268D67F-80D4-4F96-A426-A92631651E7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{2268D67F-80D4-4F96-A426-A92631651E7D}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{2268D67F-80D4-4F96-A426-A92631651E7D}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{2268D67F-80D4-4F96-A426-A92631651E7D}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