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E1EE9A-F694-400E-92F9-7FCAB5BCD114}">
  <a:tblStyle styleId="{5BE1EE9A-F694-400E-92F9-7FCAB5BCD1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{5BE1EE9A-F694-400E-92F9-7FCAB5BCD114}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{5BE1EE9A-F694-400E-92F9-7FCAB5BCD114}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{5BE1EE9A-F694-400E-92F9-7FCAB5BCD114}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