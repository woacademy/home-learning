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BD348-554F-41D7-994E-E9642327EE6C}">
  <a:tblStyle styleId="{B58BD348-554F-41D7-994E-E9642327EE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{B58BD348-554F-41D7-994E-E9642327EE6C}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{B58BD348-554F-41D7-994E-E9642327EE6C}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{B58BD348-554F-41D7-994E-E9642327EE6C}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