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FEBBA4-7EE3-473D-A26F-5F071C45E6A0}">
  <a:tblStyle styleId="{F1FEBBA4-7EE3-473D-A26F-5F071C45E6A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{F1FEBBA4-7EE3-473D-A26F-5F071C45E6A0}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{F1FEBBA4-7EE3-473D-A26F-5F071C45E6A0}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{F1FEBBA4-7EE3-473D-A26F-5F071C45E6A0}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