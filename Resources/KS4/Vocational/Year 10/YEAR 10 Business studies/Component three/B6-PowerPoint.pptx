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2BFA48-6943-453E-9126-F424D235407C}">
  <a:tblStyle styleId="{032BFA48-6943-453E-9126-F424D235407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{032BFA48-6943-453E-9126-F424D235407C}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{032BFA48-6943-453E-9126-F424D235407C}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{032BFA48-6943-453E-9126-F424D235407C}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