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FEB419D-A07E-4DD5-9FE6-F4E00C73C748}">
  <a:tblStyle styleId="{6FEB419D-A07E-4DD5-9FE6-F4E00C73C74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{6FEB419D-A07E-4DD5-9FE6-F4E00C73C748}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{6FEB419D-A07E-4DD5-9FE6-F4E00C73C748}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{6FEB419D-A07E-4DD5-9FE6-F4E00C73C748}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