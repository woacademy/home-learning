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9CF4B-CCEF-4361-AAD5-F3D7E571BD57}">
  <a:tblStyle styleId="{31D9CF4B-CCEF-4361-AAD5-F3D7E571BD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{31D9CF4B-CCEF-4361-AAD5-F3D7E571BD57}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{31D9CF4B-CCEF-4361-AAD5-F3D7E571BD57}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{31D9CF4B-CCEF-4361-AAD5-F3D7E571BD57}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