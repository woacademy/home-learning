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8187387-8283-49DF-84A6-ADA0423109E7}">
  <a:tblStyle styleId="{68187387-8283-49DF-84A6-ADA0423109E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{68187387-8283-49DF-84A6-ADA0423109E7}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{68187387-8283-49DF-84A6-ADA0423109E7}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{68187387-8283-49DF-84A6-ADA0423109E7}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