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8A25FE-5120-4B43-BACC-684BE76CA155}">
  <a:tblStyle styleId="{6D8A25FE-5120-4B43-BACC-684BE76CA1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{6D8A25FE-5120-4B43-BACC-684BE76CA155}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{6D8A25FE-5120-4B43-BACC-684BE76CA155}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{6D8A25FE-5120-4B43-BACC-684BE76CA155}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