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25C07D-70DC-4C7A-AEC3-A6D984D03569}">
  <a:tblStyle styleId="{1925C07D-70DC-4C7A-AEC3-A6D984D0356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{1925C07D-70DC-4C7A-AEC3-A6D984D03569}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{1925C07D-70DC-4C7A-AEC3-A6D984D03569}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{1925C07D-70DC-4C7A-AEC3-A6D984D03569}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