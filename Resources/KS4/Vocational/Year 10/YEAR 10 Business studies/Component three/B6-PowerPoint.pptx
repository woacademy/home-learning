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391A77-BB26-4B34-8648-2C1321DD493A}">
  <a:tblStyle styleId="{D2391A77-BB26-4B34-8648-2C1321DD493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{D2391A77-BB26-4B34-8648-2C1321DD493A}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{D2391A77-BB26-4B34-8648-2C1321DD493A}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{D2391A77-BB26-4B34-8648-2C1321DD493A}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