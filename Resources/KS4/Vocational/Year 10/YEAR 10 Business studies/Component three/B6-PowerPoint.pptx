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277ABA-E2E5-41EC-867E-659044D861F5}">
  <a:tblStyle styleId="{B4277ABA-E2E5-41EC-867E-659044D861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{B4277ABA-E2E5-41EC-867E-659044D861F5}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{B4277ABA-E2E5-41EC-867E-659044D861F5}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{B4277ABA-E2E5-41EC-867E-659044D861F5}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