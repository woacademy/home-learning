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52029-15D0-491E-B5CE-268B363D73A2}">
  <a:tblStyle styleId="{87A52029-15D0-491E-B5CE-268B363D73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{87A52029-15D0-491E-B5CE-268B363D73A2}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{87A52029-15D0-491E-B5CE-268B363D73A2}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{87A52029-15D0-491E-B5CE-268B363D73A2}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