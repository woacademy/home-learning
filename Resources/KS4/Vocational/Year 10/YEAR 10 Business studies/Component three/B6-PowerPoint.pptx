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B71050-0FEC-41E3-B369-3C972F40F4C6}">
  <a:tblStyle styleId="{AAB71050-0FEC-41E3-B369-3C972F40F4C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{AAB71050-0FEC-41E3-B369-3C972F40F4C6}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{AAB71050-0FEC-41E3-B369-3C972F40F4C6}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{AAB71050-0FEC-41E3-B369-3C972F40F4C6}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