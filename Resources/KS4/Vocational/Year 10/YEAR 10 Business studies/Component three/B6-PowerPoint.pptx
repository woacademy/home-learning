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B9B24B-05A9-4ABC-ACD5-63EBE79CD37E}">
  <a:tblStyle styleId="{70B9B24B-05A9-4ABC-ACD5-63EBE79CD37E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{70B9B24B-05A9-4ABC-ACD5-63EBE79CD37E}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{70B9B24B-05A9-4ABC-ACD5-63EBE79CD37E}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{70B9B24B-05A9-4ABC-ACD5-63EBE79CD37E}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