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AB5583-BA1B-429D-B338-7803111A4B29}">
  <a:tblStyle styleId="{69AB5583-BA1B-429D-B338-7803111A4B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{69AB5583-BA1B-429D-B338-7803111A4B29}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{69AB5583-BA1B-429D-B338-7803111A4B29}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{69AB5583-BA1B-429D-B338-7803111A4B29}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