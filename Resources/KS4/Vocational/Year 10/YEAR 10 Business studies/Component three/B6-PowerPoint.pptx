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C69970-249F-4958-9B4B-790541CFD7EB}">
  <a:tblStyle styleId="{CAC69970-249F-4958-9B4B-790541CFD7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{CAC69970-249F-4958-9B4B-790541CFD7EB}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{CAC69970-249F-4958-9B4B-790541CFD7EB}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{CAC69970-249F-4958-9B4B-790541CFD7EB}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