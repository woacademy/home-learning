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5F4189-8A04-41AC-9933-87972FDA564C}">
  <a:tblStyle styleId="{795F4189-8A04-41AC-9933-87972FDA564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{795F4189-8A04-41AC-9933-87972FDA564C}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{795F4189-8A04-41AC-9933-87972FDA564C}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{795F4189-8A04-41AC-9933-87972FDA564C}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