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D6A0E2-C749-4D66-A390-544FAAEE4E4A}">
  <a:tblStyle styleId="{4ED6A0E2-C749-4D66-A390-544FAAEE4E4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{4ED6A0E2-C749-4D66-A390-544FAAEE4E4A}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{4ED6A0E2-C749-4D66-A390-544FAAEE4E4A}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{4ED6A0E2-C749-4D66-A390-544FAAEE4E4A}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