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6017E6-5327-42E6-A72D-B1E8526A7FDA}">
  <a:tblStyle styleId="{576017E6-5327-42E6-A72D-B1E8526A7FD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{576017E6-5327-42E6-A72D-B1E8526A7FDA}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{576017E6-5327-42E6-A72D-B1E8526A7FDA}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{576017E6-5327-42E6-A72D-B1E8526A7FDA}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