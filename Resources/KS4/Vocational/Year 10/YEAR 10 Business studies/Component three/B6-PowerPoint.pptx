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267618-A1AC-467C-9D54-865C51416D35}">
  <a:tblStyle styleId="{0F267618-A1AC-467C-9D54-865C51416D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{0F267618-A1AC-467C-9D54-865C51416D35}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{0F267618-A1AC-467C-9D54-865C51416D35}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{0F267618-A1AC-467C-9D54-865C51416D35}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