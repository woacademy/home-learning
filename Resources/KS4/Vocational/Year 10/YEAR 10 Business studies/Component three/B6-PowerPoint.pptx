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5F00D19-FF61-4024-BD1E-ADFCC144BC8F}">
  <a:tblStyle styleId="{F5F00D19-FF61-4024-BD1E-ADFCC144BC8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{F5F00D19-FF61-4024-BD1E-ADFCC144BC8F}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{F5F00D19-FF61-4024-BD1E-ADFCC144BC8F}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{F5F00D19-FF61-4024-BD1E-ADFCC144BC8F}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