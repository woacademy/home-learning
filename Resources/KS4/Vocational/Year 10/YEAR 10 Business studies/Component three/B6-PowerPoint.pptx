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0CBF080-45C7-4AFB-B418-A0BFB4335BCF}">
  <a:tblStyle styleId="{40CBF080-45C7-4AFB-B418-A0BFB4335B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{40CBF080-45C7-4AFB-B418-A0BFB4335BCF}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{40CBF080-45C7-4AFB-B418-A0BFB4335BCF}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{40CBF080-45C7-4AFB-B418-A0BFB4335BCF}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