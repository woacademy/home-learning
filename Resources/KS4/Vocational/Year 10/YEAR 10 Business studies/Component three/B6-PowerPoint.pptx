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64D01-0FD2-4E75-BAD2-3DCCF5CE7BB3}">
  <a:tblStyle styleId="{8ED64D01-0FD2-4E75-BAD2-3DCCF5CE7B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{8ED64D01-0FD2-4E75-BAD2-3DCCF5CE7BB3}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{8ED64D01-0FD2-4E75-BAD2-3DCCF5CE7BB3}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{8ED64D01-0FD2-4E75-BAD2-3DCCF5CE7BB3}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