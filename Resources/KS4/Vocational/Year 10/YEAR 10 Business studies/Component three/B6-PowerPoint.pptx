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B66D2E-9471-4D8E-8453-9F9626DC6B5B}">
  <a:tblStyle styleId="{52B66D2E-9471-4D8E-8453-9F9626DC6B5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{52B66D2E-9471-4D8E-8453-9F9626DC6B5B}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{52B66D2E-9471-4D8E-8453-9F9626DC6B5B}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{52B66D2E-9471-4D8E-8453-9F9626DC6B5B}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