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DE2679-9D0F-4151-9CAE-9955C6DC842F}">
  <a:tblStyle styleId="{22DE2679-9D0F-4151-9CAE-9955C6DC842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{22DE2679-9D0F-4151-9CAE-9955C6DC842F}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{22DE2679-9D0F-4151-9CAE-9955C6DC842F}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{22DE2679-9D0F-4151-9CAE-9955C6DC842F}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