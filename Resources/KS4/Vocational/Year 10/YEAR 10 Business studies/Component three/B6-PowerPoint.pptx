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879822C-2859-46C1-BEFB-8198063532DA}">
  <a:tblStyle styleId="{7879822C-2859-46C1-BEFB-8198063532D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{7879822C-2859-46C1-BEFB-8198063532DA}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{7879822C-2859-46C1-BEFB-8198063532DA}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{7879822C-2859-46C1-BEFB-8198063532DA}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