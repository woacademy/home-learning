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E7A942-03B7-43F1-BE50-0050E77A4ED2}">
  <a:tblStyle styleId="{CCE7A942-03B7-43F1-BE50-0050E77A4E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{CCE7A942-03B7-43F1-BE50-0050E77A4ED2}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{CCE7A942-03B7-43F1-BE50-0050E77A4ED2}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{CCE7A942-03B7-43F1-BE50-0050E77A4ED2}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