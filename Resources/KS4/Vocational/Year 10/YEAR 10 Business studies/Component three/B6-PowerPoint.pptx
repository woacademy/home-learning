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71A922-AE99-4334-BB61-7880555411AC}">
  <a:tblStyle styleId="{2A71A922-AE99-4334-BB61-7880555411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{2A71A922-AE99-4334-BB61-7880555411AC}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{2A71A922-AE99-4334-BB61-7880555411AC}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{2A71A922-AE99-4334-BB61-7880555411AC}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