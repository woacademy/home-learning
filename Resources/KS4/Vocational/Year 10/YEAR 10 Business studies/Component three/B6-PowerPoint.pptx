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F6A15E0-3C21-4F77-9F39-BBCC5465DBDE}">
  <a:tblStyle styleId="{CF6A15E0-3C21-4F77-9F39-BBCC5465DB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{CF6A15E0-3C21-4F77-9F39-BBCC5465DBDE}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{CF6A15E0-3C21-4F77-9F39-BBCC5465DBDE}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{CF6A15E0-3C21-4F77-9F39-BBCC5465DBDE}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