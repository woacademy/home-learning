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AE1C6D-6CE9-4744-860C-CFD7D6BA5E34}">
  <a:tblStyle styleId="{BEAE1C6D-6CE9-4744-860C-CFD7D6BA5E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{BEAE1C6D-6CE9-4744-860C-CFD7D6BA5E34}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{BEAE1C6D-6CE9-4744-860C-CFD7D6BA5E34}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{BEAE1C6D-6CE9-4744-860C-CFD7D6BA5E34}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