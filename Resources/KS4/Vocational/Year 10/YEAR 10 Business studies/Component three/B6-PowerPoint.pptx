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325543C-1A6A-4ECF-82A4-18A1E6350532}">
  <a:tblStyle styleId="{9325543C-1A6A-4ECF-82A4-18A1E63505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{9325543C-1A6A-4ECF-82A4-18A1E6350532}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{9325543C-1A6A-4ECF-82A4-18A1E6350532}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{9325543C-1A6A-4ECF-82A4-18A1E6350532}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