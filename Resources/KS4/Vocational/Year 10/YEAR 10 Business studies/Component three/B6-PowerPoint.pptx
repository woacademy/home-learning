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03D687-0B98-4071-9048-55D6C756C9BF}">
  <a:tblStyle styleId="{0903D687-0B98-4071-9048-55D6C756C9B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{0903D687-0B98-4071-9048-55D6C756C9BF}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{0903D687-0B98-4071-9048-55D6C756C9BF}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{0903D687-0B98-4071-9048-55D6C756C9BF}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