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02F018-8FE9-48E6-BD6F-A91CEE53E780}">
  <a:tblStyle styleId="{3E02F018-8FE9-48E6-BD6F-A91CEE53E7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{3E02F018-8FE9-48E6-BD6F-A91CEE53E780}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{3E02F018-8FE9-48E6-BD6F-A91CEE53E780}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{3E02F018-8FE9-48E6-BD6F-A91CEE53E780}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