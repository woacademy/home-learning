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F3E3C7-3497-41BA-9531-EC5905422D8F}">
  <a:tblStyle styleId="{98F3E3C7-3497-41BA-9531-EC5905422D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{98F3E3C7-3497-41BA-9531-EC5905422D8F}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{98F3E3C7-3497-41BA-9531-EC5905422D8F}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{98F3E3C7-3497-41BA-9531-EC5905422D8F}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