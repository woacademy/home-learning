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7AC279-A813-4691-986C-15C855E3F17C}">
  <a:tblStyle styleId="{657AC279-A813-4691-986C-15C855E3F17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{657AC279-A813-4691-986C-15C855E3F17C}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{657AC279-A813-4691-986C-15C855E3F17C}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{657AC279-A813-4691-986C-15C855E3F17C}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