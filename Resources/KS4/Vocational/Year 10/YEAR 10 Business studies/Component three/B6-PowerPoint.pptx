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20C5A2-3B6B-404A-850D-91D99AA4F164}">
  <a:tblStyle styleId="{EF20C5A2-3B6B-404A-850D-91D99AA4F16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{EF20C5A2-3B6B-404A-850D-91D99AA4F164}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{EF20C5A2-3B6B-404A-850D-91D99AA4F164}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{EF20C5A2-3B6B-404A-850D-91D99AA4F164}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