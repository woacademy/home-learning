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7F6A5-995C-43B7-9054-0B73FA1414E3}">
  <a:tblStyle styleId="{B947F6A5-995C-43B7-9054-0B73FA1414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{B947F6A5-995C-43B7-9054-0B73FA1414E3}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{B947F6A5-995C-43B7-9054-0B73FA1414E3}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{B947F6A5-995C-43B7-9054-0B73FA1414E3}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