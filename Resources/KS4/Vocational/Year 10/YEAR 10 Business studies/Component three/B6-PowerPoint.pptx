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38919E-21F6-4239-A4B3-49B48093B712}">
  <a:tblStyle styleId="{6138919E-21F6-4239-A4B3-49B48093B7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{6138919E-21F6-4239-A4B3-49B48093B712}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{6138919E-21F6-4239-A4B3-49B48093B712}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{6138919E-21F6-4239-A4B3-49B48093B712}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