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311CA0B-A6AE-40BF-AFC7-A00818FF19A6}">
  <a:tblStyle styleId="{D311CA0B-A6AE-40BF-AFC7-A00818FF19A6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{D311CA0B-A6AE-40BF-AFC7-A00818FF19A6}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{D311CA0B-A6AE-40BF-AFC7-A00818FF19A6}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{D311CA0B-A6AE-40BF-AFC7-A00818FF19A6}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