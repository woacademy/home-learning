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A28715-E117-4D97-AA02-CC5EE9E80FD8}">
  <a:tblStyle styleId="{2CA28715-E117-4D97-AA02-CC5EE9E80F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{2CA28715-E117-4D97-AA02-CC5EE9E80FD8}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{2CA28715-E117-4D97-AA02-CC5EE9E80FD8}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{2CA28715-E117-4D97-AA02-CC5EE9E80FD8}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