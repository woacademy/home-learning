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A60E2C-E633-4BC9-8CBC-EF1F356E82E7}">
  <a:tblStyle styleId="{34A60E2C-E633-4BC9-8CBC-EF1F356E82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{34A60E2C-E633-4BC9-8CBC-EF1F356E82E7}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{34A60E2C-E633-4BC9-8CBC-EF1F356E82E7}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{34A60E2C-E633-4BC9-8CBC-EF1F356E82E7}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