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D1D0D01-6B0F-4917-8D8E-FCD6B5E8DD30}">
  <a:tblStyle styleId="{0D1D0D01-6B0F-4917-8D8E-FCD6B5E8DD3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{0D1D0D01-6B0F-4917-8D8E-FCD6B5E8DD30}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{0D1D0D01-6B0F-4917-8D8E-FCD6B5E8DD30}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{0D1D0D01-6B0F-4917-8D8E-FCD6B5E8DD30}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