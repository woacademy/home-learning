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5252B0-547D-41EC-86C6-5642E5BFF2B3}">
  <a:tblStyle styleId="{765252B0-547D-41EC-86C6-5642E5BFF2B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{765252B0-547D-41EC-86C6-5642E5BFF2B3}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{765252B0-547D-41EC-86C6-5642E5BFF2B3}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{765252B0-547D-41EC-86C6-5642E5BFF2B3}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