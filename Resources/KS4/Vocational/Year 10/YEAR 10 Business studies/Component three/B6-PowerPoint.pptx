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1A318-3683-4CA3-9888-8DD485025E17}">
  <a:tblStyle styleId="{5A61A318-3683-4CA3-9888-8DD485025E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{5A61A318-3683-4CA3-9888-8DD485025E17}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{5A61A318-3683-4CA3-9888-8DD485025E17}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{5A61A318-3683-4CA3-9888-8DD485025E17}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