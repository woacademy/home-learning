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A6C380-6105-4153-8BFB-2BFBAA55A776}">
  <a:tblStyle styleId="{D0A6C380-6105-4153-8BFB-2BFBAA55A7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{D0A6C380-6105-4153-8BFB-2BFBAA55A776}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{D0A6C380-6105-4153-8BFB-2BFBAA55A776}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{D0A6C380-6105-4153-8BFB-2BFBAA55A776}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