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1175B2F-F541-4CB1-9814-41D8060759CC}">
  <a:tblStyle styleId="{01175B2F-F541-4CB1-9814-41D8060759C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{01175B2F-F541-4CB1-9814-41D8060759CC}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{01175B2F-F541-4CB1-9814-41D8060759CC}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{01175B2F-F541-4CB1-9814-41D8060759CC}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