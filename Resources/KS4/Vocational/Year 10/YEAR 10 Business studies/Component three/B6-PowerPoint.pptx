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228B4-C883-4C97-A9E1-568D8AC8928E}">
  <a:tblStyle styleId="{8ED228B4-C883-4C97-A9E1-568D8AC892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{8ED228B4-C883-4C97-A9E1-568D8AC8928E}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{8ED228B4-C883-4C97-A9E1-568D8AC8928E}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{8ED228B4-C883-4C97-A9E1-568D8AC8928E}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