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B8F11D-AD7E-480B-A8B0-C7122D0F0F24}">
  <a:tblStyle styleId="{65B8F11D-AD7E-480B-A8B0-C7122D0F0F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{65B8F11D-AD7E-480B-A8B0-C7122D0F0F24}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{65B8F11D-AD7E-480B-A8B0-C7122D0F0F24}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{65B8F11D-AD7E-480B-A8B0-C7122D0F0F24}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