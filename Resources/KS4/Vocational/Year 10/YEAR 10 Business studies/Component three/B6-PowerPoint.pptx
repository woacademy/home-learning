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04C255-3150-406F-8569-5CC89AE424C6}">
  <a:tblStyle styleId="{C004C255-3150-406F-8569-5CC89AE424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{C004C255-3150-406F-8569-5CC89AE424C6}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{C004C255-3150-406F-8569-5CC89AE424C6}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{C004C255-3150-406F-8569-5CC89AE424C6}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