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5D40A5-265C-49D3-95D4-228045B00BB7}">
  <a:tblStyle styleId="{A55D40A5-265C-49D3-95D4-228045B00BB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{A55D40A5-265C-49D3-95D4-228045B00BB7}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{A55D40A5-265C-49D3-95D4-228045B00BB7}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{A55D40A5-265C-49D3-95D4-228045B00BB7}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