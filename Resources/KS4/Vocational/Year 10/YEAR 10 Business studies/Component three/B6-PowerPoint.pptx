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8EE44E-9549-4C99-AC61-741DB318D540}">
  <a:tblStyle styleId="{EB8EE44E-9549-4C99-AC61-741DB318D5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{EB8EE44E-9549-4C99-AC61-741DB318D540}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{EB8EE44E-9549-4C99-AC61-741DB318D540}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{EB8EE44E-9549-4C99-AC61-741DB318D540}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