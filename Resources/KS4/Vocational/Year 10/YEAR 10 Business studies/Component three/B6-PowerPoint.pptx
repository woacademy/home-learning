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3ECAC0-137B-4F23-92DF-74F1AB9E3D66}">
  <a:tblStyle styleId="{923ECAC0-137B-4F23-92DF-74F1AB9E3D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{923ECAC0-137B-4F23-92DF-74F1AB9E3D66}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{923ECAC0-137B-4F23-92DF-74F1AB9E3D66}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{923ECAC0-137B-4F23-92DF-74F1AB9E3D66}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