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56661E-4C41-43BF-B233-6D6AB17D4103}">
  <a:tblStyle styleId="{EF56661E-4C41-43BF-B233-6D6AB17D41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{EF56661E-4C41-43BF-B233-6D6AB17D4103}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{EF56661E-4C41-43BF-B233-6D6AB17D4103}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{EF56661E-4C41-43BF-B233-6D6AB17D4103}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