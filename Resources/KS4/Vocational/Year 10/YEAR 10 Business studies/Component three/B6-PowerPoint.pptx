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F7C585-AAB2-4C9B-A4FD-F776A8BCED84}">
  <a:tblStyle styleId="{3EF7C585-AAB2-4C9B-A4FD-F776A8BCED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{3EF7C585-AAB2-4C9B-A4FD-F776A8BCED84}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{3EF7C585-AAB2-4C9B-A4FD-F776A8BCED84}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{3EF7C585-AAB2-4C9B-A4FD-F776A8BCED84}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