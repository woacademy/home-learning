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2D1127-E094-4035-969A-3163B63B2862}">
  <a:tblStyle styleId="{2B2D1127-E094-4035-969A-3163B63B28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{2B2D1127-E094-4035-969A-3163B63B2862}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{2B2D1127-E094-4035-969A-3163B63B2862}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{2B2D1127-E094-4035-969A-3163B63B2862}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