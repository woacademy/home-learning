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4A948D-7A33-4E06-AE9E-2CCA099B331B}">
  <a:tblStyle styleId="{324A948D-7A33-4E06-AE9E-2CCA099B331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{324A948D-7A33-4E06-AE9E-2CCA099B331B}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{324A948D-7A33-4E06-AE9E-2CCA099B331B}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{324A948D-7A33-4E06-AE9E-2CCA099B331B}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