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913604-30C4-42AE-84DD-7EEBBB414EC1}">
  <a:tblStyle styleId="{4A913604-30C4-42AE-84DD-7EEBBB414E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{4A913604-30C4-42AE-84DD-7EEBBB414EC1}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{4A913604-30C4-42AE-84DD-7EEBBB414EC1}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{4A913604-30C4-42AE-84DD-7EEBBB414EC1}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