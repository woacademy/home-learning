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80541B-B088-4466-A431-7C725DE1E136}">
  <a:tblStyle styleId="{D780541B-B088-4466-A431-7C725DE1E1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{D780541B-B088-4466-A431-7C725DE1E136}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{D780541B-B088-4466-A431-7C725DE1E136}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{D780541B-B088-4466-A431-7C725DE1E136}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