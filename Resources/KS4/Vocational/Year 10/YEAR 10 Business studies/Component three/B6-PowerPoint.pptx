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9279957-F760-4949-B1BA-56CD1D9D436D}">
  <a:tblStyle styleId="{59279957-F760-4949-B1BA-56CD1D9D436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{59279957-F760-4949-B1BA-56CD1D9D436D}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{59279957-F760-4949-B1BA-56CD1D9D436D}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{59279957-F760-4949-B1BA-56CD1D9D436D}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