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FE4404-EDB8-455E-B09B-395A6D77A85C}">
  <a:tblStyle styleId="{69FE4404-EDB8-455E-B09B-395A6D77A85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{69FE4404-EDB8-455E-B09B-395A6D77A85C}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{69FE4404-EDB8-455E-B09B-395A6D77A85C}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{69FE4404-EDB8-455E-B09B-395A6D77A85C}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