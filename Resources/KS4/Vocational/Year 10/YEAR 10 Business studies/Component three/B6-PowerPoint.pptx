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30BBD5-2B96-4197-8362-98DB7F25D149}">
  <a:tblStyle styleId="{4530BBD5-2B96-4197-8362-98DB7F25D14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{4530BBD5-2B96-4197-8362-98DB7F25D149}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{4530BBD5-2B96-4197-8362-98DB7F25D149}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{4530BBD5-2B96-4197-8362-98DB7F25D149}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