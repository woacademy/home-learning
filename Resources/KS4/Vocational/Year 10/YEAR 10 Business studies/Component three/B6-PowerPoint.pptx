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9DAA0C-E5AC-46EF-AA8E-187C4E1B9B58}">
  <a:tblStyle styleId="{B89DAA0C-E5AC-46EF-AA8E-187C4E1B9B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{B89DAA0C-E5AC-46EF-AA8E-187C4E1B9B58}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{B89DAA0C-E5AC-46EF-AA8E-187C4E1B9B58}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{B89DAA0C-E5AC-46EF-AA8E-187C4E1B9B58}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