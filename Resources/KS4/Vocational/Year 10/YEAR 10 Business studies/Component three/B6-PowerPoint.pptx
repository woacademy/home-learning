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0C9C44-454D-47F1-AC61-42469010F62C}">
  <a:tblStyle styleId="{350C9C44-454D-47F1-AC61-42469010F62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{350C9C44-454D-47F1-AC61-42469010F62C}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{350C9C44-454D-47F1-AC61-42469010F62C}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{350C9C44-454D-47F1-AC61-42469010F62C}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