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947666-0CBF-4009-A9E2-C6BB4F966339}">
  <a:tblStyle styleId="{42947666-0CBF-4009-A9E2-C6BB4F9663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{42947666-0CBF-4009-A9E2-C6BB4F966339}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{42947666-0CBF-4009-A9E2-C6BB4F966339}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{42947666-0CBF-4009-A9E2-C6BB4F966339}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