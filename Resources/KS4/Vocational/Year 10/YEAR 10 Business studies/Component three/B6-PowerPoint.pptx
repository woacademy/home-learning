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F18ABF-A598-4C62-8662-7B4489C28BB1}">
  <a:tblStyle styleId="{89F18ABF-A598-4C62-8662-7B4489C28B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{89F18ABF-A598-4C62-8662-7B4489C28BB1}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{89F18ABF-A598-4C62-8662-7B4489C28BB1}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{89F18ABF-A598-4C62-8662-7B4489C28BB1}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