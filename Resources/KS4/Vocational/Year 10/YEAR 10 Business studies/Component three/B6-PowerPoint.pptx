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146F5FC-C927-4F12-8DCA-B026E4F267AF}">
  <a:tblStyle styleId="{3146F5FC-C927-4F12-8DCA-B026E4F267A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{3146F5FC-C927-4F12-8DCA-B026E4F267AF}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{3146F5FC-C927-4F12-8DCA-B026E4F267AF}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{3146F5FC-C927-4F12-8DCA-B026E4F267AF}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