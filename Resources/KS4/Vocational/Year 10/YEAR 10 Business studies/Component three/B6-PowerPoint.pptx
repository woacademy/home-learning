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20CFD5-6214-4F46-9E34-6C1A75F50FF6}">
  <a:tblStyle styleId="{7620CFD5-6214-4F46-9E34-6C1A75F50F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{7620CFD5-6214-4F46-9E34-6C1A75F50FF6}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{7620CFD5-6214-4F46-9E34-6C1A75F50FF6}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{7620CFD5-6214-4F46-9E34-6C1A75F50FF6}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