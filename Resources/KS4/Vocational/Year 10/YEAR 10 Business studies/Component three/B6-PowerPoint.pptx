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C76A72-6386-419A-B850-0CA4768E4E72}">
  <a:tblStyle styleId="{73C76A72-6386-419A-B850-0CA4768E4E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{73C76A72-6386-419A-B850-0CA4768E4E72}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{73C76A72-6386-419A-B850-0CA4768E4E72}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{73C76A72-6386-419A-B850-0CA4768E4E72}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