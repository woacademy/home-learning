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5F1B2E-D560-48B1-9DED-6FCCF6A0327F}">
  <a:tblStyle styleId="{865F1B2E-D560-48B1-9DED-6FCCF6A0327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{865F1B2E-D560-48B1-9DED-6FCCF6A0327F}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{865F1B2E-D560-48B1-9DED-6FCCF6A0327F}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{865F1B2E-D560-48B1-9DED-6FCCF6A0327F}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