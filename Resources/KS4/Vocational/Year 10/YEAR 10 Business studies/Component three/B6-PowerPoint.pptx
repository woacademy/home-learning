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EDA95F-C45E-4D98-8DA3-A694C5A033F4}">
  <a:tblStyle styleId="{17EDA95F-C45E-4D98-8DA3-A694C5A033F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{17EDA95F-C45E-4D98-8DA3-A694C5A033F4}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{17EDA95F-C45E-4D98-8DA3-A694C5A033F4}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{17EDA95F-C45E-4D98-8DA3-A694C5A033F4}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