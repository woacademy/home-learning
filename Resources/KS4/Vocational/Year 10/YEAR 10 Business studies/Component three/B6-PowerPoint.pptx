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7F37FB-0F00-4FB7-9758-C450C203DE84}">
  <a:tblStyle styleId="{137F37FB-0F00-4FB7-9758-C450C203DE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{137F37FB-0F00-4FB7-9758-C450C203DE84}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{137F37FB-0F00-4FB7-9758-C450C203DE84}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{137F37FB-0F00-4FB7-9758-C450C203DE84}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