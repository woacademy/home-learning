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445074-9707-42B3-A11E-902BADFE7834}">
  <a:tblStyle styleId="{52445074-9707-42B3-A11E-902BADFE78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{52445074-9707-42B3-A11E-902BADFE7834}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{52445074-9707-42B3-A11E-902BADFE7834}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{52445074-9707-42B3-A11E-902BADFE7834}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