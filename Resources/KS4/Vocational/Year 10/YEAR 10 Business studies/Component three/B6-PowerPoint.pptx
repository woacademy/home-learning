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4F589-8637-4062-B398-84BED6046E49}">
  <a:tblStyle styleId="{8C24F589-8637-4062-B398-84BED6046E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{8C24F589-8637-4062-B398-84BED6046E49}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{8C24F589-8637-4062-B398-84BED6046E49}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{8C24F589-8637-4062-B398-84BED6046E49}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