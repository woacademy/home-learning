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B06078-9FD4-44D9-B351-7316BD6F3BAC}">
  <a:tblStyle styleId="{A4B06078-9FD4-44D9-B351-7316BD6F3B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{A4B06078-9FD4-44D9-B351-7316BD6F3BAC}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{A4B06078-9FD4-44D9-B351-7316BD6F3BAC}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{A4B06078-9FD4-44D9-B351-7316BD6F3BAC}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