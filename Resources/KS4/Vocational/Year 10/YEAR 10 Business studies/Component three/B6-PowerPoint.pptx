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9E9A76-01A4-4FEB-84C7-2B1DF6C89523}">
  <a:tblStyle styleId="{CD9E9A76-01A4-4FEB-84C7-2B1DF6C895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{CD9E9A76-01A4-4FEB-84C7-2B1DF6C89523}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{CD9E9A76-01A4-4FEB-84C7-2B1DF6C89523}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{CD9E9A76-01A4-4FEB-84C7-2B1DF6C89523}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