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656500-0D7B-4C72-8604-99AE9F797251}">
  <a:tblStyle styleId="{E3656500-0D7B-4C72-8604-99AE9F7972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{E3656500-0D7B-4C72-8604-99AE9F797251}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{E3656500-0D7B-4C72-8604-99AE9F797251}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{E3656500-0D7B-4C72-8604-99AE9F797251}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