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894AF7-6C4B-4437-AF19-F2385CD74B50}">
  <a:tblStyle styleId="{69894AF7-6C4B-4437-AF19-F2385CD74B5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{69894AF7-6C4B-4437-AF19-F2385CD74B50}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{69894AF7-6C4B-4437-AF19-F2385CD74B50}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{69894AF7-6C4B-4437-AF19-F2385CD74B50}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