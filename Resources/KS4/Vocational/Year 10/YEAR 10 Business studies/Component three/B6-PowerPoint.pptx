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D11E6-E126-41C3-9428-DDCA06ECDF78}">
  <a:tblStyle styleId="{FCED11E6-E126-41C3-9428-DDCA06ECDF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{FCED11E6-E126-41C3-9428-DDCA06ECDF78}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{FCED11E6-E126-41C3-9428-DDCA06ECDF78}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{FCED11E6-E126-41C3-9428-DDCA06ECDF78}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