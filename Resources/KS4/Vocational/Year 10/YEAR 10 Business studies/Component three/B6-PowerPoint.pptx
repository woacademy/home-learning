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33FAE-F587-48A3-AA17-CDA0B71C9AB3}">
  <a:tblStyle styleId="{5CA33FAE-F587-48A3-AA17-CDA0B71C9A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{5CA33FAE-F587-48A3-AA17-CDA0B71C9AB3}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{5CA33FAE-F587-48A3-AA17-CDA0B71C9AB3}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{5CA33FAE-F587-48A3-AA17-CDA0B71C9AB3}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