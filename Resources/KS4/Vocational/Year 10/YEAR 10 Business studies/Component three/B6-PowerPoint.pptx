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C1E54B-0F8C-4719-9B5B-62C1B54335C0}">
  <a:tblStyle styleId="{72C1E54B-0F8C-4719-9B5B-62C1B54335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{72C1E54B-0F8C-4719-9B5B-62C1B54335C0}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{72C1E54B-0F8C-4719-9B5B-62C1B54335C0}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{72C1E54B-0F8C-4719-9B5B-62C1B54335C0}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