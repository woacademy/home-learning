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D5467F-C089-43A1-A5BE-573510F31526}">
  <a:tblStyle styleId="{C8D5467F-C089-43A1-A5BE-573510F3152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{C8D5467F-C089-43A1-A5BE-573510F31526}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{C8D5467F-C089-43A1-A5BE-573510F31526}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{C8D5467F-C089-43A1-A5BE-573510F31526}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