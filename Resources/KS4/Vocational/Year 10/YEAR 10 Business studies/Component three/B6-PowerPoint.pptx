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B6F47D4-36E9-449A-9FDD-9B8F3BA8C4B1}">
  <a:tblStyle styleId="{FB6F47D4-36E9-449A-9FDD-9B8F3BA8C4B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{FB6F47D4-36E9-449A-9FDD-9B8F3BA8C4B1}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{FB6F47D4-36E9-449A-9FDD-9B8F3BA8C4B1}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{FB6F47D4-36E9-449A-9FDD-9B8F3BA8C4B1}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