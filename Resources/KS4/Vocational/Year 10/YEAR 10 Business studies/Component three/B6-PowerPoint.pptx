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1A9459-FE72-4B5B-927E-63A43A8635E1}">
  <a:tblStyle styleId="{A01A9459-FE72-4B5B-927E-63A43A8635E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{A01A9459-FE72-4B5B-927E-63A43A8635E1}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{A01A9459-FE72-4B5B-927E-63A43A8635E1}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{A01A9459-FE72-4B5B-927E-63A43A8635E1}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