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311038-79F6-40CD-96CF-335BEE196A37}">
  <a:tblStyle styleId="{B8311038-79F6-40CD-96CF-335BEE196A3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{B8311038-79F6-40CD-96CF-335BEE196A37}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{B8311038-79F6-40CD-96CF-335BEE196A37}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{B8311038-79F6-40CD-96CF-335BEE196A37}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