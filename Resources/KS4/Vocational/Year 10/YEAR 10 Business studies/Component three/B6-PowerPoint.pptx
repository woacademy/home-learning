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5790A3-A7FF-4316-9D0E-8007DF762A71}">
  <a:tblStyle styleId="{A65790A3-A7FF-4316-9D0E-8007DF762A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{A65790A3-A7FF-4316-9D0E-8007DF762A71}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{A65790A3-A7FF-4316-9D0E-8007DF762A71}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{A65790A3-A7FF-4316-9D0E-8007DF762A71}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