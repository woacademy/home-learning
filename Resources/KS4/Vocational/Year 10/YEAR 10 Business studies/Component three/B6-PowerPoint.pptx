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4C563A-6961-4775-AD4A-794894A045D5}">
  <a:tblStyle styleId="{F04C563A-6961-4775-AD4A-794894A045D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{F04C563A-6961-4775-AD4A-794894A045D5}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{F04C563A-6961-4775-AD4A-794894A045D5}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{F04C563A-6961-4775-AD4A-794894A045D5}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