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D6C681-02E5-46AF-973C-41261E21BEDF}">
  <a:tblStyle styleId="{0AD6C681-02E5-46AF-973C-41261E21BED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{0AD6C681-02E5-46AF-973C-41261E21BEDF}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{0AD6C681-02E5-46AF-973C-41261E21BEDF}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{0AD6C681-02E5-46AF-973C-41261E21BEDF}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