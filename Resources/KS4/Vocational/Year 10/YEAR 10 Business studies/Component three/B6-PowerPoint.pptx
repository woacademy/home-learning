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32AD9E-870E-475B-B20D-C923BA3F3F75}">
  <a:tblStyle styleId="{0332AD9E-870E-475B-B20D-C923BA3F3F7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{0332AD9E-870E-475B-B20D-C923BA3F3F75}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{0332AD9E-870E-475B-B20D-C923BA3F3F75}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{0332AD9E-870E-475B-B20D-C923BA3F3F75}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