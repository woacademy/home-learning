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3EFE05-1925-41ED-8E51-C816D8230123}">
  <a:tblStyle styleId="{1F3EFE05-1925-41ED-8E51-C816D82301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{1F3EFE05-1925-41ED-8E51-C816D8230123}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{1F3EFE05-1925-41ED-8E51-C816D8230123}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{1F3EFE05-1925-41ED-8E51-C816D8230123}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