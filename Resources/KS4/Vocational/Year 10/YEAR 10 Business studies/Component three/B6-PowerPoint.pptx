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C34C5B5-F761-4471-A960-389B25687B21}">
  <a:tblStyle styleId="{EC34C5B5-F761-4471-A960-389B25687B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{EC34C5B5-F761-4471-A960-389B25687B21}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{EC34C5B5-F761-4471-A960-389B25687B21}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{EC34C5B5-F761-4471-A960-389B25687B21}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