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49C0082-D260-4316-AB9E-74F14796FBCA}">
  <a:tblStyle styleId="{C49C0082-D260-4316-AB9E-74F14796FBCA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{C49C0082-D260-4316-AB9E-74F14796FBCA}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{C49C0082-D260-4316-AB9E-74F14796FBCA}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{C49C0082-D260-4316-AB9E-74F14796FBCA}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