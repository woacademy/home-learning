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F9D0D9-4B80-4A1D-931D-DBBBF816413E}">
  <a:tblStyle styleId="{25F9D0D9-4B80-4A1D-931D-DBBBF81641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{25F9D0D9-4B80-4A1D-931D-DBBBF816413E}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{25F9D0D9-4B80-4A1D-931D-DBBBF816413E}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{25F9D0D9-4B80-4A1D-931D-DBBBF816413E}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