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7E5B26-370E-4E81-815E-FF3A74368A7B}">
  <a:tblStyle styleId="{9A7E5B26-370E-4E81-815E-FF3A74368A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{9A7E5B26-370E-4E81-815E-FF3A74368A7B}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{9A7E5B26-370E-4E81-815E-FF3A74368A7B}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{9A7E5B26-370E-4E81-815E-FF3A74368A7B}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