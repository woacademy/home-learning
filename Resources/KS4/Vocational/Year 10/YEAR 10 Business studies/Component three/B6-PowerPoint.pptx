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DF8939C-B1A2-4AB5-954C-5BB0737E546B}">
  <a:tblStyle styleId="{6DF8939C-B1A2-4AB5-954C-5BB0737E546B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{6DF8939C-B1A2-4AB5-954C-5BB0737E546B}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{6DF8939C-B1A2-4AB5-954C-5BB0737E546B}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{6DF8939C-B1A2-4AB5-954C-5BB0737E546B}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