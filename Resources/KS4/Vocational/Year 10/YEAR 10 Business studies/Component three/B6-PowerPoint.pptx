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DF33C1-B284-4AB0-9C7E-083D65B2C402}">
  <a:tblStyle styleId="{FCDF33C1-B284-4AB0-9C7E-083D65B2C40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{FCDF33C1-B284-4AB0-9C7E-083D65B2C402}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{FCDF33C1-B284-4AB0-9C7E-083D65B2C402}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{FCDF33C1-B284-4AB0-9C7E-083D65B2C402}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