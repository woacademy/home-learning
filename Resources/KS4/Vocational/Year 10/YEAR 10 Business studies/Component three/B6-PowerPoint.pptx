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0AB71B-454F-4A65-943B-76F312E5175F}">
  <a:tblStyle styleId="{C60AB71B-454F-4A65-943B-76F312E5175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{C60AB71B-454F-4A65-943B-76F312E5175F}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{C60AB71B-454F-4A65-943B-76F312E5175F}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{C60AB71B-454F-4A65-943B-76F312E5175F}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