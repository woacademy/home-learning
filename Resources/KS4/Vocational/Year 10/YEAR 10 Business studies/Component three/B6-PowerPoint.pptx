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8B4836D-34E3-4EEB-8B3E-CB08F7A2FEB6}">
  <a:tblStyle styleId="{48B4836D-34E3-4EEB-8B3E-CB08F7A2FE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{48B4836D-34E3-4EEB-8B3E-CB08F7A2FEB6}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{48B4836D-34E3-4EEB-8B3E-CB08F7A2FEB6}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{48B4836D-34E3-4EEB-8B3E-CB08F7A2FEB6}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