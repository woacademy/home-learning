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69547-0F1F-4607-B39C-C241BF04E13D}">
  <a:tblStyle styleId="{EF669547-0F1F-4607-B39C-C241BF04E1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{EF669547-0F1F-4607-B39C-C241BF04E13D}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{EF669547-0F1F-4607-B39C-C241BF04E13D}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{EF669547-0F1F-4607-B39C-C241BF04E13D}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