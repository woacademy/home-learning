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FB4D74-7C45-4225-BD15-6515DE24439C}">
  <a:tblStyle styleId="{75FB4D74-7C45-4225-BD15-6515DE24439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{75FB4D74-7C45-4225-BD15-6515DE24439C}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{75FB4D74-7C45-4225-BD15-6515DE24439C}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{75FB4D74-7C45-4225-BD15-6515DE24439C}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