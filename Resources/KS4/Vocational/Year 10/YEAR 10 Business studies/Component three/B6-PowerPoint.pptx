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C8BB76-6D3C-499E-95AD-250595133F9F}">
  <a:tblStyle styleId="{A3C8BB76-6D3C-499E-95AD-250595133F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{A3C8BB76-6D3C-499E-95AD-250595133F9F}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{A3C8BB76-6D3C-499E-95AD-250595133F9F}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{A3C8BB76-6D3C-499E-95AD-250595133F9F}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