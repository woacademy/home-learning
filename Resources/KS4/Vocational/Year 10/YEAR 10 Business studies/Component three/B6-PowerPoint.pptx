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17EA7A-D257-4DAD-A51A-B0156E223351}">
  <a:tblStyle styleId="{9A17EA7A-D257-4DAD-A51A-B0156E2233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{9A17EA7A-D257-4DAD-A51A-B0156E223351}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{9A17EA7A-D257-4DAD-A51A-B0156E223351}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{9A17EA7A-D257-4DAD-A51A-B0156E223351}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