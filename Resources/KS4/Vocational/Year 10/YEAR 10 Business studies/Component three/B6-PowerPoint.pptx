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1A3BA-B862-4D08-AEAC-E5B96D28E6CE}">
  <a:tblStyle styleId="{1901A3BA-B862-4D08-AEAC-E5B96D28E6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{1901A3BA-B862-4D08-AEAC-E5B96D28E6CE}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{1901A3BA-B862-4D08-AEAC-E5B96D28E6CE}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{1901A3BA-B862-4D08-AEAC-E5B96D28E6CE}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