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8B052F-8170-44FA-856E-13AF1A417401}">
  <a:tblStyle styleId="{7B8B052F-8170-44FA-856E-13AF1A4174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{7B8B052F-8170-44FA-856E-13AF1A417401}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{7B8B052F-8170-44FA-856E-13AF1A417401}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{7B8B052F-8170-44FA-856E-13AF1A417401}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