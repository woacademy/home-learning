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25067D-C964-4922-9E31-76B366FB6DF4}">
  <a:tblStyle styleId="{5225067D-C964-4922-9E31-76B366FB6DF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22" Type="http://schemas.openxmlformats.org/officeDocument/2006/relationships/slide" Target="slides/slide17.xml"/><Relationship Id="rId10" Type="http://schemas.openxmlformats.org/officeDocument/2006/relationships/slide" Target="slides/slide5.xml"/><Relationship Id="rId21" Type="http://schemas.openxmlformats.org/officeDocument/2006/relationships/slide" Target="slides/slide16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{5225067D-C964-4922-9E31-76B366FB6DF4}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{5225067D-C964-4922-9E31-76B366FB6DF4}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{5225067D-C964-4922-9E31-76B366FB6DF4}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