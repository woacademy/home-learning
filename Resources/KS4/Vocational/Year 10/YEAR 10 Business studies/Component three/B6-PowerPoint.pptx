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1E986D-39E7-4B71-A5E8-8E8A107B1C1A}">
  <a:tblStyle styleId="{251E986D-39E7-4B71-A5E8-8E8A107B1C1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{251E986D-39E7-4B71-A5E8-8E8A107B1C1A}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{251E986D-39E7-4B71-A5E8-8E8A107B1C1A}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{251E986D-39E7-4B71-A5E8-8E8A107B1C1A}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