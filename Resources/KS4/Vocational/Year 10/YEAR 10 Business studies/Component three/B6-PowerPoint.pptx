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2B9151-0C9B-419B-AD1B-5AAD87696E2D}">
  <a:tblStyle styleId="{272B9151-0C9B-419B-AD1B-5AAD87696E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{272B9151-0C9B-419B-AD1B-5AAD87696E2D}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{272B9151-0C9B-419B-AD1B-5AAD87696E2D}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{272B9151-0C9B-419B-AD1B-5AAD87696E2D}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