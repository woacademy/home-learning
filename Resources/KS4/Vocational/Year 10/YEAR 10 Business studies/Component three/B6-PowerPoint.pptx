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A4D8BA-4FC4-49BE-AD23-F80122E59843}">
  <a:tblStyle styleId="{C3A4D8BA-4FC4-49BE-AD23-F80122E5984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{C3A4D8BA-4FC4-49BE-AD23-F80122E59843}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{C3A4D8BA-4FC4-49BE-AD23-F80122E59843}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{C3A4D8BA-4FC4-49BE-AD23-F80122E59843}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