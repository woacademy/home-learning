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DC3792-00B7-41C5-AC3D-18CAFEF7B07B}">
  <a:tblStyle styleId="{0DDC3792-00B7-41C5-AC3D-18CAFEF7B0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{0DDC3792-00B7-41C5-AC3D-18CAFEF7B07B}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{0DDC3792-00B7-41C5-AC3D-18CAFEF7B07B}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{0DDC3792-00B7-41C5-AC3D-18CAFEF7B07B}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