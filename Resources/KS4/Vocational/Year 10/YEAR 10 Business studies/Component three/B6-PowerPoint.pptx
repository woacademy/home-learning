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3A8BF70-90EC-4B18-A292-CC84EBBA68B0}">
  <a:tblStyle styleId="{F3A8BF70-90EC-4B18-A292-CC84EBBA68B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{F3A8BF70-90EC-4B18-A292-CC84EBBA68B0}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{F3A8BF70-90EC-4B18-A292-CC84EBBA68B0}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{F3A8BF70-90EC-4B18-A292-CC84EBBA68B0}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