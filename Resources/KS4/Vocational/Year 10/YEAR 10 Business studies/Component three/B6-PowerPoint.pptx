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12000D-C2FA-43DD-ACED-ECB0D4244E2F}">
  <a:tblStyle styleId="{1812000D-C2FA-43DD-ACED-ECB0D4244E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{1812000D-C2FA-43DD-ACED-ECB0D4244E2F}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{1812000D-C2FA-43DD-ACED-ECB0D4244E2F}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{1812000D-C2FA-43DD-ACED-ECB0D4244E2F}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