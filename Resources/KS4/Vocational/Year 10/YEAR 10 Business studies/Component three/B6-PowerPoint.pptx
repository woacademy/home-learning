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5EA822-53B6-4C11-9FAF-CF9630F7F8AD}">
  <a:tblStyle styleId="{485EA822-53B6-4C11-9FAF-CF9630F7F8A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{485EA822-53B6-4C11-9FAF-CF9630F7F8AD}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{485EA822-53B6-4C11-9FAF-CF9630F7F8AD}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{485EA822-53B6-4C11-9FAF-CF9630F7F8AD}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