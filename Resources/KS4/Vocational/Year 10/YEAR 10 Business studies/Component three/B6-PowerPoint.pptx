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E8A5834-06BA-4847-A3DF-6E91A4004D17}">
  <a:tblStyle styleId="{9E8A5834-06BA-4847-A3DF-6E91A4004D1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{9E8A5834-06BA-4847-A3DF-6E91A4004D17}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{9E8A5834-06BA-4847-A3DF-6E91A4004D17}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{9E8A5834-06BA-4847-A3DF-6E91A4004D17}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