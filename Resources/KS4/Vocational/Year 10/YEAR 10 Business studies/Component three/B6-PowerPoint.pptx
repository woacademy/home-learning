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78C469-E13D-4F08-A18D-4CABB9CE2B34}">
  <a:tblStyle styleId="{D878C469-E13D-4F08-A18D-4CABB9CE2B3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{D878C469-E13D-4F08-A18D-4CABB9CE2B34}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{D878C469-E13D-4F08-A18D-4CABB9CE2B34}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{D878C469-E13D-4F08-A18D-4CABB9CE2B34}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