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6636E1-0351-481C-AA24-0D0518CD3445}">
  <a:tblStyle styleId="{986636E1-0351-481C-AA24-0D0518CD344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{986636E1-0351-481C-AA24-0D0518CD3445}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{986636E1-0351-481C-AA24-0D0518CD3445}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{986636E1-0351-481C-AA24-0D0518CD3445}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