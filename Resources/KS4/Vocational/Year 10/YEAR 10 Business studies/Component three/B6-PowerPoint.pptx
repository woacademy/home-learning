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5731F3-7E90-4606-9B40-F8731AE7CC21}">
  <a:tblStyle styleId="{255731F3-7E90-4606-9B40-F8731AE7CC2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{255731F3-7E90-4606-9B40-F8731AE7CC21}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{255731F3-7E90-4606-9B40-F8731AE7CC21}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{255731F3-7E90-4606-9B40-F8731AE7CC21}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