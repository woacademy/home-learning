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01B0D9-780C-45D1-A284-4C2BDB88695E}">
  <a:tblStyle styleId="{1201B0D9-780C-45D1-A284-4C2BDB8869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{1201B0D9-780C-45D1-A284-4C2BDB88695E}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{1201B0D9-780C-45D1-A284-4C2BDB88695E}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{1201B0D9-780C-45D1-A284-4C2BDB88695E}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