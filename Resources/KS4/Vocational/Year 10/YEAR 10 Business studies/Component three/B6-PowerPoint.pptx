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95EF28-1D97-41D8-9879-AF4675246EC6}">
  <a:tblStyle styleId="{6195EF28-1D97-41D8-9879-AF4675246E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{6195EF28-1D97-41D8-9879-AF4675246EC6}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{6195EF28-1D97-41D8-9879-AF4675246EC6}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{6195EF28-1D97-41D8-9879-AF4675246EC6}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