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1F4FE7-7CC1-4605-859F-C8C8910A64B7}">
  <a:tblStyle styleId="{DB1F4FE7-7CC1-4605-859F-C8C8910A64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{DB1F4FE7-7CC1-4605-859F-C8C8910A64B7}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{DB1F4FE7-7CC1-4605-859F-C8C8910A64B7}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{DB1F4FE7-7CC1-4605-859F-C8C8910A64B7}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