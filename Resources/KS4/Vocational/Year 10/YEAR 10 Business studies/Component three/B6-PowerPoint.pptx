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D422C2-955F-475F-A923-D416C521076B}">
  <a:tblStyle styleId="{11D422C2-955F-475F-A923-D416C52107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{11D422C2-955F-475F-A923-D416C521076B}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{11D422C2-955F-475F-A923-D416C521076B}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{11D422C2-955F-475F-A923-D416C521076B}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