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46865-B40F-444E-B77E-27D197A9F298}">
  <a:tblStyle styleId="{B9D46865-B40F-444E-B77E-27D197A9F29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{B9D46865-B40F-444E-B77E-27D197A9F298}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{B9D46865-B40F-444E-B77E-27D197A9F298}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{B9D46865-B40F-444E-B77E-27D197A9F298}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