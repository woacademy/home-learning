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07D05E-3C0C-4393-A4BC-5BB61079B4BC}">
  <a:tblStyle styleId="{6F07D05E-3C0C-4393-A4BC-5BB61079B4B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{6F07D05E-3C0C-4393-A4BC-5BB61079B4BC}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{6F07D05E-3C0C-4393-A4BC-5BB61079B4BC}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{6F07D05E-3C0C-4393-A4BC-5BB61079B4BC}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