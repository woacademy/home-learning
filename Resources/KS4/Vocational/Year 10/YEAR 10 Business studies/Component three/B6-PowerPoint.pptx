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E63A94-5CC2-4436-AC0A-4956395C25A4}">
  <a:tblStyle styleId="{76E63A94-5CC2-4436-AC0A-4956395C25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{76E63A94-5CC2-4436-AC0A-4956395C25A4}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{76E63A94-5CC2-4436-AC0A-4956395C25A4}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{76E63A94-5CC2-4436-AC0A-4956395C25A4}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