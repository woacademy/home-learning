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BD910D5-2148-4AAF-A9EE-1538515ECB2C}">
  <a:tblStyle styleId="{CBD910D5-2148-4AAF-A9EE-1538515ECB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{CBD910D5-2148-4AAF-A9EE-1538515ECB2C}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{CBD910D5-2148-4AAF-A9EE-1538515ECB2C}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{CBD910D5-2148-4AAF-A9EE-1538515ECB2C}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