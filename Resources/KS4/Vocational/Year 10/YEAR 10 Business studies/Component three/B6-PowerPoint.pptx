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A80AF-9B54-497F-9FD2-4BB8B3F22728}">
  <a:tblStyle styleId="{AE9A80AF-9B54-497F-9FD2-4BB8B3F227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{AE9A80AF-9B54-497F-9FD2-4BB8B3F22728}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{AE9A80AF-9B54-497F-9FD2-4BB8B3F22728}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{AE9A80AF-9B54-497F-9FD2-4BB8B3F22728}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