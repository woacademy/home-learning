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E5B444-01C1-4A14-B2A4-9F33B956F401}">
  <a:tblStyle styleId="{94E5B444-01C1-4A14-B2A4-9F33B956F40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{94E5B444-01C1-4A14-B2A4-9F33B956F401}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{94E5B444-01C1-4A14-B2A4-9F33B956F401}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{94E5B444-01C1-4A14-B2A4-9F33B956F401}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