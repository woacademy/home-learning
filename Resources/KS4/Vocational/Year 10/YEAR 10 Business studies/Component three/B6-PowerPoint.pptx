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AA8E7A-0C0C-4ABD-A57C-716980DBF007}">
  <a:tblStyle styleId="{0FAA8E7A-0C0C-4ABD-A57C-716980DBF0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{0FAA8E7A-0C0C-4ABD-A57C-716980DBF007}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{0FAA8E7A-0C0C-4ABD-A57C-716980DBF007}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{0FAA8E7A-0C0C-4ABD-A57C-716980DBF007}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