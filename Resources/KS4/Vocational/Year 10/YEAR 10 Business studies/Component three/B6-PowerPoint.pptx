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6B4612-9905-4C47-84B9-63BF2A3DB4D1}">
  <a:tblStyle styleId="{286B4612-9905-4C47-84B9-63BF2A3DB4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{286B4612-9905-4C47-84B9-63BF2A3DB4D1}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{286B4612-9905-4C47-84B9-63BF2A3DB4D1}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{286B4612-9905-4C47-84B9-63BF2A3DB4D1}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