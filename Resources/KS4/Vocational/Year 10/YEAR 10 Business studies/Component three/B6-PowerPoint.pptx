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DB55F6-05A4-4641-AC53-9C8662AEC2C3}">
  <a:tblStyle styleId="{86DB55F6-05A4-4641-AC53-9C8662AEC2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{86DB55F6-05A4-4641-AC53-9C8662AEC2C3}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{86DB55F6-05A4-4641-AC53-9C8662AEC2C3}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{86DB55F6-05A4-4641-AC53-9C8662AEC2C3}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