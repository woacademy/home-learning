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D0EB7B-D376-454F-98B4-37293C25AE67}">
  <a:tblStyle styleId="{D6D0EB7B-D376-454F-98B4-37293C25AE6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{D6D0EB7B-D376-454F-98B4-37293C25AE67}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{D6D0EB7B-D376-454F-98B4-37293C25AE67}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{D6D0EB7B-D376-454F-98B4-37293C25AE67}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