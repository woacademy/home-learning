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193148-7388-43F6-B546-3DF5BEE48049}">
  <a:tblStyle styleId="{4A193148-7388-43F6-B546-3DF5BEE480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{4A193148-7388-43F6-B546-3DF5BEE48049}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{4A193148-7388-43F6-B546-3DF5BEE48049}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{4A193148-7388-43F6-B546-3DF5BEE48049}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