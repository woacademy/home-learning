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79044E-BC99-43DE-8D43-5142F525A787}">
  <a:tblStyle styleId="{5179044E-BC99-43DE-8D43-5142F525A78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{5179044E-BC99-43DE-8D43-5142F525A787}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{5179044E-BC99-43DE-8D43-5142F525A787}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{5179044E-BC99-43DE-8D43-5142F525A787}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