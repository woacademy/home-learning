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A9C20C-B984-4AF8-AC40-00CB9C5955D0}">
  <a:tblStyle styleId="{8FA9C20C-B984-4AF8-AC40-00CB9C5955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{8FA9C20C-B984-4AF8-AC40-00CB9C5955D0}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{8FA9C20C-B984-4AF8-AC40-00CB9C5955D0}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{8FA9C20C-B984-4AF8-AC40-00CB9C5955D0}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