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61B042-E676-438F-B58F-5F6EA8FBC7A9}">
  <a:tblStyle styleId="{0161B042-E676-438F-B58F-5F6EA8FBC7A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{0161B042-E676-438F-B58F-5F6EA8FBC7A9}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{0161B042-E676-438F-B58F-5F6EA8FBC7A9}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{0161B042-E676-438F-B58F-5F6EA8FBC7A9}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