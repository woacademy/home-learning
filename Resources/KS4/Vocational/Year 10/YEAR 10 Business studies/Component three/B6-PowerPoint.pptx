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2BAA12-D315-4E26-A71B-8B5C797467DF}">
  <a:tblStyle styleId="{C22BAA12-D315-4E26-A71B-8B5C797467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{C22BAA12-D315-4E26-A71B-8B5C797467DF}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{C22BAA12-D315-4E26-A71B-8B5C797467DF}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{C22BAA12-D315-4E26-A71B-8B5C797467DF}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