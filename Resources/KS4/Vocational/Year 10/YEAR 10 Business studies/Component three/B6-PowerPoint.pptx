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394D5F-555A-491F-880D-A76BD77AF59F}">
  <a:tblStyle styleId="{9C394D5F-555A-491F-880D-A76BD77AF59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{9C394D5F-555A-491F-880D-A76BD77AF59F}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{9C394D5F-555A-491F-880D-A76BD77AF59F}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{9C394D5F-555A-491F-880D-A76BD77AF59F}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