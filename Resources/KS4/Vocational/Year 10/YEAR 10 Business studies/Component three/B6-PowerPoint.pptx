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0C5C6A-E120-42F5-A191-2C709D3F5DC4}">
  <a:tblStyle styleId="{AA0C5C6A-E120-42F5-A191-2C709D3F5D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{AA0C5C6A-E120-42F5-A191-2C709D3F5DC4}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{AA0C5C6A-E120-42F5-A191-2C709D3F5DC4}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{AA0C5C6A-E120-42F5-A191-2C709D3F5DC4}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