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0BAFF3-BB7D-4427-A477-3776D34DD72F}">
  <a:tblStyle styleId="{7D0BAFF3-BB7D-4427-A477-3776D34DD7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{7D0BAFF3-BB7D-4427-A477-3776D34DD72F}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{7D0BAFF3-BB7D-4427-A477-3776D34DD72F}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{7D0BAFF3-BB7D-4427-A477-3776D34DD72F}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