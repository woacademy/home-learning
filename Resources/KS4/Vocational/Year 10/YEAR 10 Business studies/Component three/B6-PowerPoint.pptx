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4788F-2E10-4929-8818-65557C26E32C}">
  <a:tblStyle styleId="{30D4788F-2E10-4929-8818-65557C26E3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{30D4788F-2E10-4929-8818-65557C26E32C}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{30D4788F-2E10-4929-8818-65557C26E32C}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{30D4788F-2E10-4929-8818-65557C26E32C}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