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0B0D92-4ACF-4094-8479-1E0045F7A35E}">
  <a:tblStyle styleId="{8A0B0D92-4ACF-4094-8479-1E0045F7A3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{8A0B0D92-4ACF-4094-8479-1E0045F7A35E}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{8A0B0D92-4ACF-4094-8479-1E0045F7A35E}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{8A0B0D92-4ACF-4094-8479-1E0045F7A35E}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