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25F68CB-473D-46D8-BD90-08B3FA5F88A7}">
  <a:tblStyle styleId="{225F68CB-473D-46D8-BD90-08B3FA5F88A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{225F68CB-473D-46D8-BD90-08B3FA5F88A7}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{225F68CB-473D-46D8-BD90-08B3FA5F88A7}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{225F68CB-473D-46D8-BD90-08B3FA5F88A7}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