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4217AE-CCA0-4EC5-8DE6-57D7AEE95A6B}">
  <a:tblStyle styleId="{9A4217AE-CCA0-4EC5-8DE6-57D7AEE95A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{9A4217AE-CCA0-4EC5-8DE6-57D7AEE95A6B}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{9A4217AE-CCA0-4EC5-8DE6-57D7AEE95A6B}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{9A4217AE-CCA0-4EC5-8DE6-57D7AEE95A6B}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