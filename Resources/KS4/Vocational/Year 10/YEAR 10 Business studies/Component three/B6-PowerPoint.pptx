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2D1ACD-49C8-49F0-BADC-FA64EE2A10DC}">
  <a:tblStyle styleId="{2E2D1ACD-49C8-49F0-BADC-FA64EE2A10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{2E2D1ACD-49C8-49F0-BADC-FA64EE2A10DC}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{2E2D1ACD-49C8-49F0-BADC-FA64EE2A10DC}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{2E2D1ACD-49C8-49F0-BADC-FA64EE2A10DC}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