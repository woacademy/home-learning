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04A10E-A18E-4359-832F-AC8F1D45A259}">
  <a:tblStyle styleId="{7104A10E-A18E-4359-832F-AC8F1D45A25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{7104A10E-A18E-4359-832F-AC8F1D45A259}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{7104A10E-A18E-4359-832F-AC8F1D45A259}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{7104A10E-A18E-4359-832F-AC8F1D45A259}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