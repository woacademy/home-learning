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5D2EFC-A1C1-48CB-965B-D7E23139EE74}">
  <a:tblStyle styleId="{BE5D2EFC-A1C1-48CB-965B-D7E23139EE7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{BE5D2EFC-A1C1-48CB-965B-D7E23139EE74}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{BE5D2EFC-A1C1-48CB-965B-D7E23139EE74}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{BE5D2EFC-A1C1-48CB-965B-D7E23139EE74}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