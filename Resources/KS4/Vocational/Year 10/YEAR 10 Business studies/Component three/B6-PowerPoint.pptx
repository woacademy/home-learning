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2C8FB46-5B0B-4A6D-8771-708AED46D9D9}">
  <a:tblStyle styleId="{62C8FB46-5B0B-4A6D-8771-708AED46D9D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{62C8FB46-5B0B-4A6D-8771-708AED46D9D9}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{62C8FB46-5B0B-4A6D-8771-708AED46D9D9}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{62C8FB46-5B0B-4A6D-8771-708AED46D9D9}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