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366538-5668-4895-8B89-7D2C51584BFB}">
  <a:tblStyle styleId="{9F366538-5668-4895-8B89-7D2C51584B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{9F366538-5668-4895-8B89-7D2C51584BFB}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{9F366538-5668-4895-8B89-7D2C51584BFB}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{9F366538-5668-4895-8B89-7D2C51584BFB}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