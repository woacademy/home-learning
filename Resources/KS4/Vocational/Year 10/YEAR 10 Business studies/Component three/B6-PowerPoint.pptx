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7528AF-9A80-4FF6-9A12-51FEA08ADE22}">
  <a:tblStyle styleId="{967528AF-9A80-4FF6-9A12-51FEA08ADE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{967528AF-9A80-4FF6-9A12-51FEA08ADE22}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{967528AF-9A80-4FF6-9A12-51FEA08ADE22}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{967528AF-9A80-4FF6-9A12-51FEA08ADE22}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