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AF23657-DAF6-4F62-9C1A-2796BAD25721}">
  <a:tblStyle styleId="{6AF23657-DAF6-4F62-9C1A-2796BAD257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{6AF23657-DAF6-4F62-9C1A-2796BAD25721}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{6AF23657-DAF6-4F62-9C1A-2796BAD25721}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{6AF23657-DAF6-4F62-9C1A-2796BAD25721}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