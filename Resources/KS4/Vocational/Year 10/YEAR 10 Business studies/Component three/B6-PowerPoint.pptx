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4D1E0F-950F-4C85-B533-15BA7D01FD78}">
  <a:tblStyle styleId="{134D1E0F-950F-4C85-B533-15BA7D01FD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{134D1E0F-950F-4C85-B533-15BA7D01FD78}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{134D1E0F-950F-4C85-B533-15BA7D01FD78}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{134D1E0F-950F-4C85-B533-15BA7D01FD78}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