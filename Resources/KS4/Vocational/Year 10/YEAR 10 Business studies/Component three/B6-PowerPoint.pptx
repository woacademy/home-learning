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9959CD-9808-4D9F-9CF0-C848794DBF88}">
  <a:tblStyle styleId="{F99959CD-9808-4D9F-9CF0-C848794DBF8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{F99959CD-9808-4D9F-9CF0-C848794DBF88}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{F99959CD-9808-4D9F-9CF0-C848794DBF88}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{F99959CD-9808-4D9F-9CF0-C848794DBF88}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