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DD2109-71E9-417B-91F1-8EDABA868A1F}">
  <a:tblStyle styleId="{22DD2109-71E9-417B-91F1-8EDABA868A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{22DD2109-71E9-417B-91F1-8EDABA868A1F}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{22DD2109-71E9-417B-91F1-8EDABA868A1F}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{22DD2109-71E9-417B-91F1-8EDABA868A1F}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