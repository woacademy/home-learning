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1E2504-4FFC-4D8C-B01E-F9EF9A268529}">
  <a:tblStyle styleId="{9E1E2504-4FFC-4D8C-B01E-F9EF9A2685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{9E1E2504-4FFC-4D8C-B01E-F9EF9A268529}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{9E1E2504-4FFC-4D8C-B01E-F9EF9A268529}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{9E1E2504-4FFC-4D8C-B01E-F9EF9A268529}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