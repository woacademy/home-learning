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053890-C4A6-4C2F-8CC5-C65480B528CE}">
  <a:tblStyle styleId="{8E053890-C4A6-4C2F-8CC5-C65480B528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{8E053890-C4A6-4C2F-8CC5-C65480B528CE}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{8E053890-C4A6-4C2F-8CC5-C65480B528CE}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{8E053890-C4A6-4C2F-8CC5-C65480B528CE}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