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A7121AD-DC20-4B61-8867-3FA4FF4CE359}">
  <a:tblStyle styleId="{AA7121AD-DC20-4B61-8867-3FA4FF4CE3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{AA7121AD-DC20-4B61-8867-3FA4FF4CE359}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{AA7121AD-DC20-4B61-8867-3FA4FF4CE359}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{AA7121AD-DC20-4B61-8867-3FA4FF4CE359}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