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8CBA60-654C-4725-8E65-8D7DDF7D7DB4}">
  <a:tblStyle styleId="{CC8CBA60-654C-4725-8E65-8D7DDF7D7DB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{CC8CBA60-654C-4725-8E65-8D7DDF7D7DB4}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{CC8CBA60-654C-4725-8E65-8D7DDF7D7DB4}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{CC8CBA60-654C-4725-8E65-8D7DDF7D7DB4}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