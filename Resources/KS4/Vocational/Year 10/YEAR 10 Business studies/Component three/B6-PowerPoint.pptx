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E904E9-9EAB-4A4B-A7EA-73A215F711C0}">
  <a:tblStyle styleId="{F2E904E9-9EAB-4A4B-A7EA-73A215F711C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{F2E904E9-9EAB-4A4B-A7EA-73A215F711C0}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{F2E904E9-9EAB-4A4B-A7EA-73A215F711C0}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{F2E904E9-9EAB-4A4B-A7EA-73A215F711C0}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