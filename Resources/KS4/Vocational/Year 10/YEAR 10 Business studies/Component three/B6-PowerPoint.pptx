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679334-E914-4018-A261-22A129BBE86E}">
  <a:tblStyle styleId="{26679334-E914-4018-A261-22A129BBE8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{26679334-E914-4018-A261-22A129BBE86E}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{26679334-E914-4018-A261-22A129BBE86E}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{26679334-E914-4018-A261-22A129BBE86E}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