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295E4C-0905-4A9E-AEF5-C01D34A6933C}">
  <a:tblStyle styleId="{60295E4C-0905-4A9E-AEF5-C01D34A6933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{60295E4C-0905-4A9E-AEF5-C01D34A6933C}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{60295E4C-0905-4A9E-AEF5-C01D34A6933C}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{60295E4C-0905-4A9E-AEF5-C01D34A6933C}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