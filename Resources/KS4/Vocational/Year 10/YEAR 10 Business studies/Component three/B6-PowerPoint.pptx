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906D5B8-8200-489D-ACC3-388E724A1060}">
  <a:tblStyle styleId="{7906D5B8-8200-489D-ACC3-388E724A10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{7906D5B8-8200-489D-ACC3-388E724A1060}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{7906D5B8-8200-489D-ACC3-388E724A1060}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{7906D5B8-8200-489D-ACC3-388E724A1060}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