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E35984-5456-4617-9F62-D2F374691001}">
  <a:tblStyle styleId="{E2E35984-5456-4617-9F62-D2F3746910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{E2E35984-5456-4617-9F62-D2F374691001}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{E2E35984-5456-4617-9F62-D2F374691001}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{E2E35984-5456-4617-9F62-D2F374691001}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