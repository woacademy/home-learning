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E40CFC-8A87-40DD-8CD3-76293E13A38F}">
  <a:tblStyle styleId="{2BE40CFC-8A87-40DD-8CD3-76293E13A3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{2BE40CFC-8A87-40DD-8CD3-76293E13A38F}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{2BE40CFC-8A87-40DD-8CD3-76293E13A38F}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{2BE40CFC-8A87-40DD-8CD3-76293E13A38F}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