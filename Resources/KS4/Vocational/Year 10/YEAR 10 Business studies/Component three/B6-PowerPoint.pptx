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936433-6FD0-4A95-A4FD-958D2CF437AF}">
  <a:tblStyle styleId="{CF936433-6FD0-4A95-A4FD-958D2CF437A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{CF936433-6FD0-4A95-A4FD-958D2CF437AF}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{CF936433-6FD0-4A95-A4FD-958D2CF437AF}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{CF936433-6FD0-4A95-A4FD-958D2CF437AF}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