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4C37D2-6F82-485E-992D-45A52DE12C78}">
  <a:tblStyle styleId="{554C37D2-6F82-485E-992D-45A52DE12C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{554C37D2-6F82-485E-992D-45A52DE12C78}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{554C37D2-6F82-485E-992D-45A52DE12C78}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{554C37D2-6F82-485E-992D-45A52DE12C78}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