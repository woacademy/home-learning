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9B195-3431-4433-9DBD-9D8D5CA2C664}">
  <a:tblStyle styleId="{9EE9B195-3431-4433-9DBD-9D8D5CA2C6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{9EE9B195-3431-4433-9DBD-9D8D5CA2C664}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{9EE9B195-3431-4433-9DBD-9D8D5CA2C664}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{9EE9B195-3431-4433-9DBD-9D8D5CA2C664}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