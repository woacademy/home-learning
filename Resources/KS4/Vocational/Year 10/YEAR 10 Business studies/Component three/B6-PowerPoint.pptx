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CE82BE-26CD-4679-BCC2-9508E8E773CE}">
  <a:tblStyle styleId="{A8CE82BE-26CD-4679-BCC2-9508E8E773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{A8CE82BE-26CD-4679-BCC2-9508E8E773CE}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{A8CE82BE-26CD-4679-BCC2-9508E8E773CE}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{A8CE82BE-26CD-4679-BCC2-9508E8E773CE}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