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D9DE09-9DFD-4568-AA22-E1010D9D7717}">
  <a:tblStyle styleId="{41D9DE09-9DFD-4568-AA22-E1010D9D771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{41D9DE09-9DFD-4568-AA22-E1010D9D7717}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{41D9DE09-9DFD-4568-AA22-E1010D9D7717}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{41D9DE09-9DFD-4568-AA22-E1010D9D7717}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