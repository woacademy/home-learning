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F49B7-0778-4C32-AA75-55D81184343C}">
  <a:tblStyle styleId="{431F49B7-0778-4C32-AA75-55D8118434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{431F49B7-0778-4C32-AA75-55D81184343C}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{431F49B7-0778-4C32-AA75-55D81184343C}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{431F49B7-0778-4C32-AA75-55D81184343C}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