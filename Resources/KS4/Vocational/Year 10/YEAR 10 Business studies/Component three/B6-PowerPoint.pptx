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11C9E1-FE86-41AE-A90A-032E88E1AC1B}">
  <a:tblStyle styleId="{B111C9E1-FE86-41AE-A90A-032E88E1AC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{B111C9E1-FE86-41AE-A90A-032E88E1AC1B}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{B111C9E1-FE86-41AE-A90A-032E88E1AC1B}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{B111C9E1-FE86-41AE-A90A-032E88E1AC1B}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