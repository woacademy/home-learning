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2CFFE7-9CFE-4BB4-9D2A-790B282A2F5E}">
  <a:tblStyle styleId="{012CFFE7-9CFE-4BB4-9D2A-790B282A2F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{012CFFE7-9CFE-4BB4-9D2A-790B282A2F5E}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{012CFFE7-9CFE-4BB4-9D2A-790B282A2F5E}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{012CFFE7-9CFE-4BB4-9D2A-790B282A2F5E}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