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4D431C-5B32-408B-8CEF-D4AE9BF3AD2E}">
  <a:tblStyle styleId="{674D431C-5B32-408B-8CEF-D4AE9BF3AD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{674D431C-5B32-408B-8CEF-D4AE9BF3AD2E}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{674D431C-5B32-408B-8CEF-D4AE9BF3AD2E}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{674D431C-5B32-408B-8CEF-D4AE9BF3AD2E}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