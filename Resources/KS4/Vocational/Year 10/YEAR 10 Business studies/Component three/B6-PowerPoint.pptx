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05760-B143-46B8-8540-DBFC8E661014}">
  <a:tblStyle styleId="{A1805760-B143-46B8-8540-DBFC8E6610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{A1805760-B143-46B8-8540-DBFC8E661014}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{A1805760-B143-46B8-8540-DBFC8E661014}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{A1805760-B143-46B8-8540-DBFC8E661014}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