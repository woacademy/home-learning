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153ECD9-8792-41FC-AB1D-745878594227}">
  <a:tblStyle styleId="{9153ECD9-8792-41FC-AB1D-745878594227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{9153ECD9-8792-41FC-AB1D-745878594227}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{9153ECD9-8792-41FC-AB1D-745878594227}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{9153ECD9-8792-41FC-AB1D-745878594227}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