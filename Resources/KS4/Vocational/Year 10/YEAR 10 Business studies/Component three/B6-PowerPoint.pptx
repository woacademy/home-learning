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2F32B0-2BE6-4A50-8853-602F58A1E120}">
  <a:tblStyle styleId="{BD2F32B0-2BE6-4A50-8853-602F58A1E12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{BD2F32B0-2BE6-4A50-8853-602F58A1E120}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{BD2F32B0-2BE6-4A50-8853-602F58A1E120}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{BD2F32B0-2BE6-4A50-8853-602F58A1E120}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