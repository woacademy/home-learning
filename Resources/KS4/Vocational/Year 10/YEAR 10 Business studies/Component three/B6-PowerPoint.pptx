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E8D291-0F48-45CD-A10C-23C42534B32B}">
  <a:tblStyle styleId="{84E8D291-0F48-45CD-A10C-23C42534B3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{84E8D291-0F48-45CD-A10C-23C42534B32B}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{84E8D291-0F48-45CD-A10C-23C42534B32B}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{84E8D291-0F48-45CD-A10C-23C42534B32B}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