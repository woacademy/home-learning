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DF611CD-351C-4901-8A06-B836D0D7C62D}">
  <a:tblStyle styleId="{1DF611CD-351C-4901-8A06-B836D0D7C62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{1DF611CD-351C-4901-8A06-B836D0D7C62D}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{1DF611CD-351C-4901-8A06-B836D0D7C62D}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{1DF611CD-351C-4901-8A06-B836D0D7C62D}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