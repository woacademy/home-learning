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774AE9-EABC-4F41-B98D-226024921871}">
  <a:tblStyle styleId="{CF774AE9-EABC-4F41-B98D-2260249218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{CF774AE9-EABC-4F41-B98D-226024921871}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{CF774AE9-EABC-4F41-B98D-226024921871}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{CF774AE9-EABC-4F41-B98D-226024921871}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