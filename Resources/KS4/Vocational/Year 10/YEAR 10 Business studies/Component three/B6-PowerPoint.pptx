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4D23B6D-B028-4BD6-9B19-50DB1323901F}">
  <a:tblStyle styleId="{F4D23B6D-B028-4BD6-9B19-50DB1323901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{F4D23B6D-B028-4BD6-9B19-50DB1323901F}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{F4D23B6D-B028-4BD6-9B19-50DB1323901F}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{F4D23B6D-B028-4BD6-9B19-50DB1323901F}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