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97409D-6A9A-434C-9F9C-10073AFFD174}">
  <a:tblStyle styleId="{7B97409D-6A9A-434C-9F9C-10073AFFD1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{7B97409D-6A9A-434C-9F9C-10073AFFD174}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{7B97409D-6A9A-434C-9F9C-10073AFFD174}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{7B97409D-6A9A-434C-9F9C-10073AFFD174}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