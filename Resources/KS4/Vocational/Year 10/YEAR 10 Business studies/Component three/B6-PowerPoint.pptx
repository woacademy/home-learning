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5AA49C-679A-4681-8C65-C9CD46FED8D2}">
  <a:tblStyle styleId="{955AA49C-679A-4681-8C65-C9CD46FED8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{955AA49C-679A-4681-8C65-C9CD46FED8D2}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{955AA49C-679A-4681-8C65-C9CD46FED8D2}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{955AA49C-679A-4681-8C65-C9CD46FED8D2}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