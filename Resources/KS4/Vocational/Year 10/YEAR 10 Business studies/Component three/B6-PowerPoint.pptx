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69767A-36BD-41BD-AE58-8843FAF0CD10}">
  <a:tblStyle styleId="{9B69767A-36BD-41BD-AE58-8843FAF0CD1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{9B69767A-36BD-41BD-AE58-8843FAF0CD10}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{9B69767A-36BD-41BD-AE58-8843FAF0CD10}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{9B69767A-36BD-41BD-AE58-8843FAF0CD10}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