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3121FD-0E87-461C-AD5D-959C63CB78D2}">
  <a:tblStyle styleId="{873121FD-0E87-461C-AD5D-959C63CB78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{873121FD-0E87-461C-AD5D-959C63CB78D2}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{873121FD-0E87-461C-AD5D-959C63CB78D2}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{873121FD-0E87-461C-AD5D-959C63CB78D2}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