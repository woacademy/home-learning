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0560B5-6458-489E-BBEA-790F8E1E02CA}">
  <a:tblStyle styleId="{220560B5-6458-489E-BBEA-790F8E1E02C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{220560B5-6458-489E-BBEA-790F8E1E02CA}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{220560B5-6458-489E-BBEA-790F8E1E02CA}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{220560B5-6458-489E-BBEA-790F8E1E02CA}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