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EB8797-98BB-4826-86B8-23566F278F80}">
  <a:tblStyle styleId="{7CEB8797-98BB-4826-86B8-23566F278F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{7CEB8797-98BB-4826-86B8-23566F278F80}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{7CEB8797-98BB-4826-86B8-23566F278F80}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{7CEB8797-98BB-4826-86B8-23566F278F80}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