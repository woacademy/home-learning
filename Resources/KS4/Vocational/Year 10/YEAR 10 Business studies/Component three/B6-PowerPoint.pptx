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5B66BD-0FFD-46CB-BEA7-6AE5CB674FD1}">
  <a:tblStyle styleId="{D05B66BD-0FFD-46CB-BEA7-6AE5CB674F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{D05B66BD-0FFD-46CB-BEA7-6AE5CB674FD1}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{D05B66BD-0FFD-46CB-BEA7-6AE5CB674FD1}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{D05B66BD-0FFD-46CB-BEA7-6AE5CB674FD1}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