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716E0B-41D4-42A5-B208-ECC08C870A2C}">
  <a:tblStyle styleId="{0F716E0B-41D4-42A5-B208-ECC08C870A2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{0F716E0B-41D4-42A5-B208-ECC08C870A2C}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{0F716E0B-41D4-42A5-B208-ECC08C870A2C}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{0F716E0B-41D4-42A5-B208-ECC08C870A2C}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