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88DE88-8345-425C-85AB-6B369D91272E}">
  <a:tblStyle styleId="{1F88DE88-8345-425C-85AB-6B369D91272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{1F88DE88-8345-425C-85AB-6B369D91272E}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{1F88DE88-8345-425C-85AB-6B369D91272E}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{1F88DE88-8345-425C-85AB-6B369D91272E}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