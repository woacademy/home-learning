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087CC1A-CFCB-49A4-808A-DFAD0893FBBC}">
  <a:tblStyle styleId="{D087CC1A-CFCB-49A4-808A-DFAD0893FB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{D087CC1A-CFCB-49A4-808A-DFAD0893FBBC}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{D087CC1A-CFCB-49A4-808A-DFAD0893FBBC}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{D087CC1A-CFCB-49A4-808A-DFAD0893FBBC}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