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9A11108-4471-46C2-A34A-B560C55DA849}">
  <a:tblStyle styleId="{39A11108-4471-46C2-A34A-B560C55DA8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{39A11108-4471-46C2-A34A-B560C55DA849}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{39A11108-4471-46C2-A34A-B560C55DA849}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{39A11108-4471-46C2-A34A-B560C55DA849}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