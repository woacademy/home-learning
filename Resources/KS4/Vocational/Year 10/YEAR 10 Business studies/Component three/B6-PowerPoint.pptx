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41FA46-E823-4A44-9516-01A8700AFEE3}">
  <a:tblStyle styleId="{1C41FA46-E823-4A44-9516-01A8700AFEE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{1C41FA46-E823-4A44-9516-01A8700AFEE3}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{1C41FA46-E823-4A44-9516-01A8700AFEE3}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{1C41FA46-E823-4A44-9516-01A8700AFEE3}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