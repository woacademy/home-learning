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AEAAB-E60E-42B0-8F8E-46EBEB479384}">
  <a:tblStyle styleId="{1D2AEAAB-E60E-42B0-8F8E-46EBEB4793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{1D2AEAAB-E60E-42B0-8F8E-46EBEB479384}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{1D2AEAAB-E60E-42B0-8F8E-46EBEB479384}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{1D2AEAAB-E60E-42B0-8F8E-46EBEB479384}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