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E27312-5BB8-4275-B1D2-D3DA66403247}">
  <a:tblStyle styleId="{10E27312-5BB8-4275-B1D2-D3DA664032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{10E27312-5BB8-4275-B1D2-D3DA66403247}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{10E27312-5BB8-4275-B1D2-D3DA66403247}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{10E27312-5BB8-4275-B1D2-D3DA66403247}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