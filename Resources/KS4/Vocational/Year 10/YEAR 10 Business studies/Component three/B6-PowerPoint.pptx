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48CB47-DF85-444D-BA4C-B9AD63EB1DFD}">
  <a:tblStyle styleId="{7848CB47-DF85-444D-BA4C-B9AD63EB1DF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{7848CB47-DF85-444D-BA4C-B9AD63EB1DFD}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{7848CB47-DF85-444D-BA4C-B9AD63EB1DFD}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{7848CB47-DF85-444D-BA4C-B9AD63EB1DFD}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