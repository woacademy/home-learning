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625C88-5753-436F-9771-ED24F382EE78}">
  <a:tblStyle styleId="{B0625C88-5753-436F-9771-ED24F382EE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{B0625C88-5753-436F-9771-ED24F382EE78}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{B0625C88-5753-436F-9771-ED24F382EE78}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{B0625C88-5753-436F-9771-ED24F382EE78}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