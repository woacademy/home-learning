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64CFAC-A759-4395-8154-652C0D277A6D}">
  <a:tblStyle styleId="{4F64CFAC-A759-4395-8154-652C0D277A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{4F64CFAC-A759-4395-8154-652C0D277A6D}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{4F64CFAC-A759-4395-8154-652C0D277A6D}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{4F64CFAC-A759-4395-8154-652C0D277A6D}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