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9D096A-B115-4952-8021-49D1A704D679}">
  <a:tblStyle styleId="{209D096A-B115-4952-8021-49D1A704D6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{209D096A-B115-4952-8021-49D1A704D679}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{209D096A-B115-4952-8021-49D1A704D679}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{209D096A-B115-4952-8021-49D1A704D679}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