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5DEC07-CA06-4109-904E-3E52A58F2A85}">
  <a:tblStyle styleId="{F15DEC07-CA06-4109-904E-3E52A58F2A8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{F15DEC07-CA06-4109-904E-3E52A58F2A85}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{F15DEC07-CA06-4109-904E-3E52A58F2A85}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{F15DEC07-CA06-4109-904E-3E52A58F2A85}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