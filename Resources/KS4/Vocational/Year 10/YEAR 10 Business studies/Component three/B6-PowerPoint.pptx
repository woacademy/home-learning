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168537-8E5F-42DD-A0E2-3BE2269FA3EE}">
  <a:tblStyle styleId="{7B168537-8E5F-42DD-A0E2-3BE2269FA3E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{7B168537-8E5F-42DD-A0E2-3BE2269FA3EE}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{7B168537-8E5F-42DD-A0E2-3BE2269FA3EE}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{7B168537-8E5F-42DD-A0E2-3BE2269FA3EE}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