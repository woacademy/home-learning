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FA4349-F7D0-42AA-A718-A87A76F4ACBA}">
  <a:tblStyle styleId="{0CFA4349-F7D0-42AA-A718-A87A76F4ACB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{0CFA4349-F7D0-42AA-A718-A87A76F4ACBA}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{0CFA4349-F7D0-42AA-A718-A87A76F4ACBA}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{0CFA4349-F7D0-42AA-A718-A87A76F4ACBA}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