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F4483-D32A-4408-AFBD-2B96F8F033B5}">
  <a:tblStyle styleId="{4F8F4483-D32A-4408-AFBD-2B96F8F033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{4F8F4483-D32A-4408-AFBD-2B96F8F033B5}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{4F8F4483-D32A-4408-AFBD-2B96F8F033B5}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{4F8F4483-D32A-4408-AFBD-2B96F8F033B5}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