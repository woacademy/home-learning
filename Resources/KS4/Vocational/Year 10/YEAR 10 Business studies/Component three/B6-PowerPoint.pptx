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D35628-ED5E-456E-B29D-A6C316E9F2C4}">
  <a:tblStyle styleId="{E1D35628-ED5E-456E-B29D-A6C316E9F2C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{E1D35628-ED5E-456E-B29D-A6C316E9F2C4}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{E1D35628-ED5E-456E-B29D-A6C316E9F2C4}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{E1D35628-ED5E-456E-B29D-A6C316E9F2C4}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