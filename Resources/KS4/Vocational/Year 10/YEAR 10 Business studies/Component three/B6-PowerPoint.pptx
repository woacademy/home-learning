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A67F7-1CA9-4BF2-AD42-019226C242B3}">
  <a:tblStyle styleId="{F00A67F7-1CA9-4BF2-AD42-019226C242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{F00A67F7-1CA9-4BF2-AD42-019226C242B3}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{F00A67F7-1CA9-4BF2-AD42-019226C242B3}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{F00A67F7-1CA9-4BF2-AD42-019226C242B3}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