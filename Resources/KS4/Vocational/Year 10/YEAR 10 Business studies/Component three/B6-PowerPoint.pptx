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5A4765-04BF-4C6F-8A51-AA1E8A238FF1}">
  <a:tblStyle styleId="{735A4765-04BF-4C6F-8A51-AA1E8A238F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{735A4765-04BF-4C6F-8A51-AA1E8A238FF1}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{735A4765-04BF-4C6F-8A51-AA1E8A238FF1}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{735A4765-04BF-4C6F-8A51-AA1E8A238FF1}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