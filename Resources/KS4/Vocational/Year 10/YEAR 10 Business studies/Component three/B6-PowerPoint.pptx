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F4F27B-D2BB-4414-9B66-787FD3CB9030}">
  <a:tblStyle styleId="{4FF4F27B-D2BB-4414-9B66-787FD3CB903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{4FF4F27B-D2BB-4414-9B66-787FD3CB9030}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{4FF4F27B-D2BB-4414-9B66-787FD3CB9030}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{4FF4F27B-D2BB-4414-9B66-787FD3CB9030}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