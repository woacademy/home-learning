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7E4B3CD-B570-4D1D-9BC7-3CF6DA0E3F5F}">
  <a:tblStyle styleId="{97E4B3CD-B570-4D1D-9BC7-3CF6DA0E3F5F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{97E4B3CD-B570-4D1D-9BC7-3CF6DA0E3F5F}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{97E4B3CD-B570-4D1D-9BC7-3CF6DA0E3F5F}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{97E4B3CD-B570-4D1D-9BC7-3CF6DA0E3F5F}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