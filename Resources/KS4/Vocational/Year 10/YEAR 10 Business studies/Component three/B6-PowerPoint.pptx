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AC6369-0CF7-4C63-A568-2D5A0EA36FBD}">
  <a:tblStyle styleId="{B9AC6369-0CF7-4C63-A568-2D5A0EA36F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{B9AC6369-0CF7-4C63-A568-2D5A0EA36FBD}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{B9AC6369-0CF7-4C63-A568-2D5A0EA36FBD}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{B9AC6369-0CF7-4C63-A568-2D5A0EA36FBD}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