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1A387D-6F1F-4788-B4B0-28486C55D9DF}">
  <a:tblStyle styleId="{161A387D-6F1F-4788-B4B0-28486C55D9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{161A387D-6F1F-4788-B4B0-28486C55D9DF}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{161A387D-6F1F-4788-B4B0-28486C55D9DF}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{161A387D-6F1F-4788-B4B0-28486C55D9DF}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