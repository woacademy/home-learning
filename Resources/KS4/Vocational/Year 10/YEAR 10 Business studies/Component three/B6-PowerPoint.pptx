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F5AD3B-3936-4683-9654-B269C1186DD7}">
  <a:tblStyle styleId="{4EF5AD3B-3936-4683-9654-B269C1186DD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{4EF5AD3B-3936-4683-9654-B269C1186DD7}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{4EF5AD3B-3936-4683-9654-B269C1186DD7}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{4EF5AD3B-3936-4683-9654-B269C1186DD7}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