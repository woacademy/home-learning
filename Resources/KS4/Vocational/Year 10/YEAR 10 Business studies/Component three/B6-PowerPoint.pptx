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9E1DC9-D65D-4DBA-9CB1-135C0E22A03E}">
  <a:tblStyle styleId="{1F9E1DC9-D65D-4DBA-9CB1-135C0E22A0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{1F9E1DC9-D65D-4DBA-9CB1-135C0E22A03E}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{1F9E1DC9-D65D-4DBA-9CB1-135C0E22A03E}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{1F9E1DC9-D65D-4DBA-9CB1-135C0E22A03E}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