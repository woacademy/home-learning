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B09932-7E42-4197-9ECE-79A4A967C42F}">
  <a:tblStyle styleId="{4EB09932-7E42-4197-9ECE-79A4A967C42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{4EB09932-7E42-4197-9ECE-79A4A967C42F}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{4EB09932-7E42-4197-9ECE-79A4A967C42F}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{4EB09932-7E42-4197-9ECE-79A4A967C42F}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