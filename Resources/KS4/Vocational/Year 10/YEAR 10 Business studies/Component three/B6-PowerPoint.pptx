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9FE028-4175-4768-9AF4-B05958465913}">
  <a:tblStyle styleId="{4D9FE028-4175-4768-9AF4-B059584659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{4D9FE028-4175-4768-9AF4-B05958465913}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{4D9FE028-4175-4768-9AF4-B05958465913}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{4D9FE028-4175-4768-9AF4-B05958465913}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