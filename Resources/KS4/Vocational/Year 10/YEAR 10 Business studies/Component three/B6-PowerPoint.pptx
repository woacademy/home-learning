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CE352F-62A2-44C0-B7CF-06B0F25160C1}">
  <a:tblStyle styleId="{A8CE352F-62A2-44C0-B7CF-06B0F25160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{A8CE352F-62A2-44C0-B7CF-06B0F25160C1}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{A8CE352F-62A2-44C0-B7CF-06B0F25160C1}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{A8CE352F-62A2-44C0-B7CF-06B0F25160C1}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