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484501-46FC-4CA9-B745-9F0C6690A803}">
  <a:tblStyle styleId="{52484501-46FC-4CA9-B745-9F0C6690A80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{52484501-46FC-4CA9-B745-9F0C6690A803}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{52484501-46FC-4CA9-B745-9F0C6690A803}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{52484501-46FC-4CA9-B745-9F0C6690A803}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