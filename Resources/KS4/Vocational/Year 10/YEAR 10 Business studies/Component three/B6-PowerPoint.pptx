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9276D-3655-4FED-B245-28E3F0DB9CC3}">
  <a:tblStyle styleId="{F289276D-3655-4FED-B245-28E3F0DB9C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{F289276D-3655-4FED-B245-28E3F0DB9CC3}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{F289276D-3655-4FED-B245-28E3F0DB9CC3}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{F289276D-3655-4FED-B245-28E3F0DB9CC3}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