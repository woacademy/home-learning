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4CFC12-9436-41C4-8AA2-364AE65E1FF4}">
  <a:tblStyle styleId="{5B4CFC12-9436-41C4-8AA2-364AE65E1F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{5B4CFC12-9436-41C4-8AA2-364AE65E1FF4}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{5B4CFC12-9436-41C4-8AA2-364AE65E1FF4}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{5B4CFC12-9436-41C4-8AA2-364AE65E1FF4}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