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DD2FFA-C704-4170-8867-FB03FC9F8DA2}">
  <a:tblStyle styleId="{37DD2FFA-C704-4170-8867-FB03FC9F8D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{37DD2FFA-C704-4170-8867-FB03FC9F8DA2}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{37DD2FFA-C704-4170-8867-FB03FC9F8DA2}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{37DD2FFA-C704-4170-8867-FB03FC9F8DA2}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