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0D81DB-DF7A-411D-BD22-F40609778E7B}">
  <a:tblStyle styleId="{5C0D81DB-DF7A-411D-BD22-F40609778E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{5C0D81DB-DF7A-411D-BD22-F40609778E7B}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{5C0D81DB-DF7A-411D-BD22-F40609778E7B}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{5C0D81DB-DF7A-411D-BD22-F40609778E7B}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