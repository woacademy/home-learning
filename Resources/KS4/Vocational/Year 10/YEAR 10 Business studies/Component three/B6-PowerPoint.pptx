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D96A4D-DA47-4D46-8D80-1D2B20D60A8A}">
  <a:tblStyle styleId="{8CD96A4D-DA47-4D46-8D80-1D2B20D60A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{8CD96A4D-DA47-4D46-8D80-1D2B20D60A8A}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{8CD96A4D-DA47-4D46-8D80-1D2B20D60A8A}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{8CD96A4D-DA47-4D46-8D80-1D2B20D60A8A}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