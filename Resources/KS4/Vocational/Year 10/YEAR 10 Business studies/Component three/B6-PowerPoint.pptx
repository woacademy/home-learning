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BD42A90-81C6-43E9-895F-D549240B94A9}">
  <a:tblStyle styleId="{8BD42A90-81C6-43E9-895F-D549240B94A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{8BD42A90-81C6-43E9-895F-D549240B94A9}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{8BD42A90-81C6-43E9-895F-D549240B94A9}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{8BD42A90-81C6-43E9-895F-D549240B94A9}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