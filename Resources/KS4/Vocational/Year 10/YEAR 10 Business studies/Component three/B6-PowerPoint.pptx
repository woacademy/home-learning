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E11AF-8E34-4E25-A910-F51F46F5EE80}">
  <a:tblStyle styleId="{DBCE11AF-8E34-4E25-A910-F51F46F5EE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{DBCE11AF-8E34-4E25-A910-F51F46F5EE80}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{DBCE11AF-8E34-4E25-A910-F51F46F5EE80}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{DBCE11AF-8E34-4E25-A910-F51F46F5EE80}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