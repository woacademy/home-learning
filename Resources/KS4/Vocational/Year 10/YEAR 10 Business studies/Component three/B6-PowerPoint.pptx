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7A859-376D-42A1-A785-FBEC7934BB9D}">
  <a:tblStyle styleId="{C697A859-376D-42A1-A785-FBEC7934BB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{C697A859-376D-42A1-A785-FBEC7934BB9D}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{C697A859-376D-42A1-A785-FBEC7934BB9D}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{C697A859-376D-42A1-A785-FBEC7934BB9D}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