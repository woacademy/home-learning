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690AC3-543A-4F64-8220-2745C3410606}">
  <a:tblStyle styleId="{4F690AC3-543A-4F64-8220-2745C34106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{4F690AC3-543A-4F64-8220-2745C3410606}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{4F690AC3-543A-4F64-8220-2745C3410606}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{4F690AC3-543A-4F64-8220-2745C3410606}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