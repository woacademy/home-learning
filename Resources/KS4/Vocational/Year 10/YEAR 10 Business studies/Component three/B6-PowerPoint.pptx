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C04D8-8E35-40AB-915E-1644572D746E}">
  <a:tblStyle styleId="{E33C04D8-8E35-40AB-915E-1644572D74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{E33C04D8-8E35-40AB-915E-1644572D746E}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{E33C04D8-8E35-40AB-915E-1644572D746E}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{E33C04D8-8E35-40AB-915E-1644572D746E}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