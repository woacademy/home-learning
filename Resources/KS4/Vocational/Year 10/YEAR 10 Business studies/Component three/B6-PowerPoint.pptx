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76FC44-15EB-43DD-8535-1E004203162E}">
  <a:tblStyle styleId="{7E76FC44-15EB-43DD-8535-1E0042031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{7E76FC44-15EB-43DD-8535-1E004203162E}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{7E76FC44-15EB-43DD-8535-1E004203162E}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{7E76FC44-15EB-43DD-8535-1E004203162E}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