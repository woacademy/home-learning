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226CB5-AF61-470D-80DC-BFAEAC480A70}">
  <a:tblStyle styleId="{6E226CB5-AF61-470D-80DC-BFAEAC480A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{6E226CB5-AF61-470D-80DC-BFAEAC480A70}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{6E226CB5-AF61-470D-80DC-BFAEAC480A70}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{6E226CB5-AF61-470D-80DC-BFAEAC480A70}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