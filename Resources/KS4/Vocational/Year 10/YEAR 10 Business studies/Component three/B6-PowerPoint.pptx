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B2C413-92F3-41B0-B2E1-C1399214FB1A}">
  <a:tblStyle styleId="{22B2C413-92F3-41B0-B2E1-C1399214FB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{22B2C413-92F3-41B0-B2E1-C1399214FB1A}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{22B2C413-92F3-41B0-B2E1-C1399214FB1A}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{22B2C413-92F3-41B0-B2E1-C1399214FB1A}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