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234168-431A-4032-BC5D-251C5E70CF5D}">
  <a:tblStyle styleId="{C3234168-431A-4032-BC5D-251C5E70CF5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{C3234168-431A-4032-BC5D-251C5E70CF5D}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{C3234168-431A-4032-BC5D-251C5E70CF5D}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{C3234168-431A-4032-BC5D-251C5E70CF5D}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