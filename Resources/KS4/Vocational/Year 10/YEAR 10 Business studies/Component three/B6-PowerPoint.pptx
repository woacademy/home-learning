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AB963D-1564-4E3A-8EC7-81843722DA8A}">
  <a:tblStyle styleId="{25AB963D-1564-4E3A-8EC7-81843722DA8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{25AB963D-1564-4E3A-8EC7-81843722DA8A}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{25AB963D-1564-4E3A-8EC7-81843722DA8A}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{25AB963D-1564-4E3A-8EC7-81843722DA8A}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