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907224-A516-404F-A303-3944D0D06E84}">
  <a:tblStyle styleId="{F2907224-A516-404F-A303-3944D0D06E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{F2907224-A516-404F-A303-3944D0D06E84}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{F2907224-A516-404F-A303-3944D0D06E84}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{F2907224-A516-404F-A303-3944D0D06E84}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