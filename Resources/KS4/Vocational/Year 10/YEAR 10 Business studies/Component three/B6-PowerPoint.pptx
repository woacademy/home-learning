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D732B9-F248-4E8C-85D1-94174D4EB6CE}">
  <a:tblStyle styleId="{32D732B9-F248-4E8C-85D1-94174D4EB6C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{32D732B9-F248-4E8C-85D1-94174D4EB6CE}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{32D732B9-F248-4E8C-85D1-94174D4EB6CE}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{32D732B9-F248-4E8C-85D1-94174D4EB6CE}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