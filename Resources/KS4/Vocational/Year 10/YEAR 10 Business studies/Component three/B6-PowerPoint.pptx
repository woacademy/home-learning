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D794C57-8E35-4EF9-AA9F-27E23FDFFBDE}">
  <a:tblStyle styleId="{0D794C57-8E35-4EF9-AA9F-27E23FDFFB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{0D794C57-8E35-4EF9-AA9F-27E23FDFFBDE}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{0D794C57-8E35-4EF9-AA9F-27E23FDFFBDE}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{0D794C57-8E35-4EF9-AA9F-27E23FDFFBDE}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