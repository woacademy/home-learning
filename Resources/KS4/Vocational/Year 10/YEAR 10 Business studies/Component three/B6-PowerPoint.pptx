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5209A2-B309-4E1D-AE42-B68ACD26F32C}">
  <a:tblStyle styleId="{8B5209A2-B309-4E1D-AE42-B68ACD26F32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{8B5209A2-B309-4E1D-AE42-B68ACD26F32C}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{8B5209A2-B309-4E1D-AE42-B68ACD26F32C}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{8B5209A2-B309-4E1D-AE42-B68ACD26F32C}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