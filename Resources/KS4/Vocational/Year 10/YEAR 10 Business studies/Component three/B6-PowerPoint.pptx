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BFB0C8-2BAB-49FB-AC28-D1839D21F73A}">
  <a:tblStyle styleId="{1FBFB0C8-2BAB-49FB-AC28-D1839D21F7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{1FBFB0C8-2BAB-49FB-AC28-D1839D21F73A}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{1FBFB0C8-2BAB-49FB-AC28-D1839D21F73A}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{1FBFB0C8-2BAB-49FB-AC28-D1839D21F73A}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