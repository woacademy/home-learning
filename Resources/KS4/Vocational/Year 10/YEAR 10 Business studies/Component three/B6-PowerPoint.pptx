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90D3E4-AD65-4D13-9612-2F72E2BD0DCF}">
  <a:tblStyle styleId="{9D90D3E4-AD65-4D13-9612-2F72E2BD0D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{9D90D3E4-AD65-4D13-9612-2F72E2BD0DCF}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{9D90D3E4-AD65-4D13-9612-2F72E2BD0DCF}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{9D90D3E4-AD65-4D13-9612-2F72E2BD0DCF}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