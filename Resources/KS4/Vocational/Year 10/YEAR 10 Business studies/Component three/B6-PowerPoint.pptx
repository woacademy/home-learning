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CBF4AA-6ACA-489A-B62A-AFB1DB9B2487}">
  <a:tblStyle styleId="{5FCBF4AA-6ACA-489A-B62A-AFB1DB9B248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{5FCBF4AA-6ACA-489A-B62A-AFB1DB9B2487}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{5FCBF4AA-6ACA-489A-B62A-AFB1DB9B2487}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{5FCBF4AA-6ACA-489A-B62A-AFB1DB9B2487}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