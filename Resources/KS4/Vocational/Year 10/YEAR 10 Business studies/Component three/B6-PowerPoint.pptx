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D36A11-2327-4319-8E84-E945BA12BCCE}">
  <a:tblStyle styleId="{03D36A11-2327-4319-8E84-E945BA12BCC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{03D36A11-2327-4319-8E84-E945BA12BCCE}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{03D36A11-2327-4319-8E84-E945BA12BCCE}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{03D36A11-2327-4319-8E84-E945BA12BCCE}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