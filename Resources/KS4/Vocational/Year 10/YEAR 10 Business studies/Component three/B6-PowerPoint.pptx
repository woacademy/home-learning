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8DE37BF-B2A2-45F6-9CA9-6AD2EE05593B}">
  <a:tblStyle styleId="{A8DE37BF-B2A2-45F6-9CA9-6AD2EE05593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{A8DE37BF-B2A2-45F6-9CA9-6AD2EE05593B}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{A8DE37BF-B2A2-45F6-9CA9-6AD2EE05593B}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{A8DE37BF-B2A2-45F6-9CA9-6AD2EE05593B}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