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CD588-D7A1-44CA-B689-335E37F1B29F}">
  <a:tblStyle styleId="{3FDCD588-D7A1-44CA-B689-335E37F1B2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{3FDCD588-D7A1-44CA-B689-335E37F1B29F}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{3FDCD588-D7A1-44CA-B689-335E37F1B29F}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{3FDCD588-D7A1-44CA-B689-335E37F1B29F}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