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E77AAB-3515-4ED3-BE31-6CBA1CA86BFF}">
  <a:tblStyle styleId="{E3E77AAB-3515-4ED3-BE31-6CBA1CA86BF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{E3E77AAB-3515-4ED3-BE31-6CBA1CA86BFF}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{E3E77AAB-3515-4ED3-BE31-6CBA1CA86BFF}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{E3E77AAB-3515-4ED3-BE31-6CBA1CA86BFF}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