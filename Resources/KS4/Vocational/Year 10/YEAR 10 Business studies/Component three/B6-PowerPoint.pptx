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8B13DE-CDF7-4DC6-8A77-5201C2C1CDB6}">
  <a:tblStyle styleId="{538B13DE-CDF7-4DC6-8A77-5201C2C1CD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{538B13DE-CDF7-4DC6-8A77-5201C2C1CDB6}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{538B13DE-CDF7-4DC6-8A77-5201C2C1CDB6}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{538B13DE-CDF7-4DC6-8A77-5201C2C1CDB6}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