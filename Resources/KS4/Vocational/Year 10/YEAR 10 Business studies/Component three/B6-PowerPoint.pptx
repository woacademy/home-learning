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ADB462-1429-4E02-BD66-62C9892CBF90}">
  <a:tblStyle styleId="{E5ADB462-1429-4E02-BD66-62C9892CBF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{E5ADB462-1429-4E02-BD66-62C9892CBF90}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{E5ADB462-1429-4E02-BD66-62C9892CBF90}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{E5ADB462-1429-4E02-BD66-62C9892CBF90}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