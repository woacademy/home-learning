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BB667C-B50F-45AC-B56F-5B2BD571881D}">
  <a:tblStyle styleId="{DABB667C-B50F-45AC-B56F-5B2BD571881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{DABB667C-B50F-45AC-B56F-5B2BD571881D}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{DABB667C-B50F-45AC-B56F-5B2BD571881D}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{DABB667C-B50F-45AC-B56F-5B2BD571881D}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