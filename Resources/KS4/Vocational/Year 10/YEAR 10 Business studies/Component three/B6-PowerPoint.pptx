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42C27FF-0D8F-4AC3-9229-693ED6776244}">
  <a:tblStyle styleId="{D42C27FF-0D8F-4AC3-9229-693ED677624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{D42C27FF-0D8F-4AC3-9229-693ED6776244}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{D42C27FF-0D8F-4AC3-9229-693ED6776244}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{D42C27FF-0D8F-4AC3-9229-693ED6776244}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