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1D0FDF-8AE3-48E5-836C-E20452E58BFC}">
  <a:tblStyle styleId="{571D0FDF-8AE3-48E5-836C-E20452E58B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{571D0FDF-8AE3-48E5-836C-E20452E58BFC}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{571D0FDF-8AE3-48E5-836C-E20452E58BFC}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{571D0FDF-8AE3-48E5-836C-E20452E58BFC}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