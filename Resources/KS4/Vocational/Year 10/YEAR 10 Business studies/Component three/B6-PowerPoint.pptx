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A6958F-A766-41B9-8491-4840DAF5B0A3}">
  <a:tblStyle styleId="{5DA6958F-A766-41B9-8491-4840DAF5B0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{5DA6958F-A766-41B9-8491-4840DAF5B0A3}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{5DA6958F-A766-41B9-8491-4840DAF5B0A3}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{5DA6958F-A766-41B9-8491-4840DAF5B0A3}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