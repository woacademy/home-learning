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C7EEE5-C04E-4404-AFCA-E173D2A5090D}">
  <a:tblStyle styleId="{68C7EEE5-C04E-4404-AFCA-E173D2A5090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{68C7EEE5-C04E-4404-AFCA-E173D2A5090D}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{68C7EEE5-C04E-4404-AFCA-E173D2A5090D}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{68C7EEE5-C04E-4404-AFCA-E173D2A5090D}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