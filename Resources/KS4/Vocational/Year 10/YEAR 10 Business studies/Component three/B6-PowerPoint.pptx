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46447A-71B0-42F6-B437-12C64E7D01E5}">
  <a:tblStyle styleId="{8E46447A-71B0-42F6-B437-12C64E7D01E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{8E46447A-71B0-42F6-B437-12C64E7D01E5}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{8E46447A-71B0-42F6-B437-12C64E7D01E5}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{8E46447A-71B0-42F6-B437-12C64E7D01E5}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