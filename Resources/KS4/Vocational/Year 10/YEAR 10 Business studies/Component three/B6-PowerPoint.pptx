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FD44E3-47DA-4FB5-A7DB-925E47A557B0}">
  <a:tblStyle styleId="{AEFD44E3-47DA-4FB5-A7DB-925E47A557B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{AEFD44E3-47DA-4FB5-A7DB-925E47A557B0}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{AEFD44E3-47DA-4FB5-A7DB-925E47A557B0}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{AEFD44E3-47DA-4FB5-A7DB-925E47A557B0}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