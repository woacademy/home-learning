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562903-EC21-4002-AA82-B37CC18C3B47}">
  <a:tblStyle styleId="{77562903-EC21-4002-AA82-B37CC18C3B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{77562903-EC21-4002-AA82-B37CC18C3B47}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{77562903-EC21-4002-AA82-B37CC18C3B47}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{77562903-EC21-4002-AA82-B37CC18C3B47}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