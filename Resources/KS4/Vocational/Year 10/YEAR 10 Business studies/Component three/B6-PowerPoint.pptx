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5CC1B8-E2E4-4237-97ED-93137FB99EA4}">
  <a:tblStyle styleId="{865CC1B8-E2E4-4237-97ED-93137FB99E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{865CC1B8-E2E4-4237-97ED-93137FB99EA4}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{865CC1B8-E2E4-4237-97ED-93137FB99EA4}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{865CC1B8-E2E4-4237-97ED-93137FB99EA4}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