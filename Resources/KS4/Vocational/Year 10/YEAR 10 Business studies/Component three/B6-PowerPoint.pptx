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F94BB-F7C7-445F-992E-DA2D23663825}">
  <a:tblStyle styleId="{871F94BB-F7C7-445F-992E-DA2D236638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{871F94BB-F7C7-445F-992E-DA2D23663825}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{871F94BB-F7C7-445F-992E-DA2D23663825}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{871F94BB-F7C7-445F-992E-DA2D23663825}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