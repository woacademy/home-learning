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E0C208-C38E-4D9A-9B10-7A44EBC7DAD2}">
  <a:tblStyle styleId="{A2E0C208-C38E-4D9A-9B10-7A44EBC7DA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{A2E0C208-C38E-4D9A-9B10-7A44EBC7DAD2}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{A2E0C208-C38E-4D9A-9B10-7A44EBC7DAD2}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{A2E0C208-C38E-4D9A-9B10-7A44EBC7DAD2}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