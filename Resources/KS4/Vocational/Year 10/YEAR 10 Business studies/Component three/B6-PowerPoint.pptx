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CE86D3-F0B9-4F89-A7EB-D8087B3E0443}">
  <a:tblStyle styleId="{B8CE86D3-F0B9-4F89-A7EB-D8087B3E04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{B8CE86D3-F0B9-4F89-A7EB-D8087B3E0443}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{B8CE86D3-F0B9-4F89-A7EB-D8087B3E0443}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{B8CE86D3-F0B9-4F89-A7EB-D8087B3E0443}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