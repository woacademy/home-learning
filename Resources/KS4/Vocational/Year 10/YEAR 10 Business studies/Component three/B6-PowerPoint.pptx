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F679F74-DCD4-4224-9E73-2D1F396D098E}">
  <a:tblStyle styleId="{1F679F74-DCD4-4224-9E73-2D1F396D098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{1F679F74-DCD4-4224-9E73-2D1F396D098E}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{1F679F74-DCD4-4224-9E73-2D1F396D098E}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{1F679F74-DCD4-4224-9E73-2D1F396D098E}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