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C55298-88FC-41D7-9FC2-2BB8F07D18CA}">
  <a:tblStyle styleId="{ABC55298-88FC-41D7-9FC2-2BB8F07D18C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{ABC55298-88FC-41D7-9FC2-2BB8F07D18CA}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{ABC55298-88FC-41D7-9FC2-2BB8F07D18CA}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{ABC55298-88FC-41D7-9FC2-2BB8F07D18CA}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