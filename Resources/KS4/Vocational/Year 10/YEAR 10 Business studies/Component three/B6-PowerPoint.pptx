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049480-386E-4027-84EB-CFE7548736AC}">
  <a:tblStyle styleId="{8F049480-386E-4027-84EB-CFE7548736A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{8F049480-386E-4027-84EB-CFE7548736AC}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{8F049480-386E-4027-84EB-CFE7548736AC}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{8F049480-386E-4027-84EB-CFE7548736AC}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