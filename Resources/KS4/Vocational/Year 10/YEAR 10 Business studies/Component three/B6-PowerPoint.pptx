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4A46C9-F6B0-4D65-9B90-808B4DA57F4B}">
  <a:tblStyle styleId="{8A4A46C9-F6B0-4D65-9B90-808B4DA57F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{8A4A46C9-F6B0-4D65-9B90-808B4DA57F4B}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{8A4A46C9-F6B0-4D65-9B90-808B4DA57F4B}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{8A4A46C9-F6B0-4D65-9B90-808B4DA57F4B}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