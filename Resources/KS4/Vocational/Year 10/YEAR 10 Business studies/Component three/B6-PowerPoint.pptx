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74A2145-E1C6-455F-B43B-39E4C6650C0D}">
  <a:tblStyle styleId="{774A2145-E1C6-455F-B43B-39E4C6650C0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{774A2145-E1C6-455F-B43B-39E4C6650C0D}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{774A2145-E1C6-455F-B43B-39E4C6650C0D}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{774A2145-E1C6-455F-B43B-39E4C6650C0D}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