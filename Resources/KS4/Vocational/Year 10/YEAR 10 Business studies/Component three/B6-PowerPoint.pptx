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C3A403B-1104-4A6C-959D-3B538C0BF4EB}">
  <a:tblStyle styleId="{AC3A403B-1104-4A6C-959D-3B538C0BF4EB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{AC3A403B-1104-4A6C-959D-3B538C0BF4EB}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{AC3A403B-1104-4A6C-959D-3B538C0BF4EB}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{AC3A403B-1104-4A6C-959D-3B538C0BF4EB}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