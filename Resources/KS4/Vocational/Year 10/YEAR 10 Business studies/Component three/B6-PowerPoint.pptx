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C25D60-F334-476B-AFC2-57E4756271EA}">
  <a:tblStyle styleId="{7AC25D60-F334-476B-AFC2-57E4756271E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{7AC25D60-F334-476B-AFC2-57E4756271EA}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{7AC25D60-F334-476B-AFC2-57E4756271EA}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{7AC25D60-F334-476B-AFC2-57E4756271EA}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