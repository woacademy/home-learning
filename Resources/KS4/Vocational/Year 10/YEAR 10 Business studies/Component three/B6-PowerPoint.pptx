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4861638-84E3-48BD-956A-D6C3432E2CB8}">
  <a:tblStyle styleId="{14861638-84E3-48BD-956A-D6C3432E2CB8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{14861638-84E3-48BD-956A-D6C3432E2CB8}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{14861638-84E3-48BD-956A-D6C3432E2CB8}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{14861638-84E3-48BD-956A-D6C3432E2CB8}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