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F037B-01F7-4509-9FD1-35DE6E1BE760}">
  <a:tblStyle styleId="{1D4F037B-01F7-4509-9FD1-35DE6E1BE7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{1D4F037B-01F7-4509-9FD1-35DE6E1BE760}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{1D4F037B-01F7-4509-9FD1-35DE6E1BE760}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{1D4F037B-01F7-4509-9FD1-35DE6E1BE760}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