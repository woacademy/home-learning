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A41AD7-2D19-4F4E-9A28-AB0E3B8FB522}">
  <a:tblStyle styleId="{A7A41AD7-2D19-4F4E-9A28-AB0E3B8FB5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{A7A41AD7-2D19-4F4E-9A28-AB0E3B8FB522}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{A7A41AD7-2D19-4F4E-9A28-AB0E3B8FB522}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{A7A41AD7-2D19-4F4E-9A28-AB0E3B8FB522}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