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F2EA5A-C04A-40A1-8024-9D707CECA67F}">
  <a:tblStyle styleId="{F4F2EA5A-C04A-40A1-8024-9D707CECA67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{F4F2EA5A-C04A-40A1-8024-9D707CECA67F}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{F4F2EA5A-C04A-40A1-8024-9D707CECA67F}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{F4F2EA5A-C04A-40A1-8024-9D707CECA67F}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