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5E4FC9-D3F7-47FC-A278-20E5EFA84E2D}">
  <a:tblStyle styleId="{D35E4FC9-D3F7-47FC-A278-20E5EFA84E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{D35E4FC9-D3F7-47FC-A278-20E5EFA84E2D}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{D35E4FC9-D3F7-47FC-A278-20E5EFA84E2D}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{D35E4FC9-D3F7-47FC-A278-20E5EFA84E2D}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