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31144A-0DD7-4C96-A3CE-7C764155395E}">
  <a:tblStyle styleId="{0A31144A-0DD7-4C96-A3CE-7C76415539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{0A31144A-0DD7-4C96-A3CE-7C764155395E}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{0A31144A-0DD7-4C96-A3CE-7C764155395E}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{0A31144A-0DD7-4C96-A3CE-7C764155395E}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