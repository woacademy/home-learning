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E3FDE9-0F26-4799-99F0-BE901AE9ED61}">
  <a:tblStyle styleId="{A5E3FDE9-0F26-4799-99F0-BE901AE9ED6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{A5E3FDE9-0F26-4799-99F0-BE901AE9ED61}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{A5E3FDE9-0F26-4799-99F0-BE901AE9ED61}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{A5E3FDE9-0F26-4799-99F0-BE901AE9ED61}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