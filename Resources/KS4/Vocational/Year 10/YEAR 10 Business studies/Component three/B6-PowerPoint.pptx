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360383-1842-46BA-A983-3FD4C1EB441E}">
  <a:tblStyle styleId="{2A360383-1842-46BA-A983-3FD4C1EB44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{2A360383-1842-46BA-A983-3FD4C1EB441E}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{2A360383-1842-46BA-A983-3FD4C1EB441E}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{2A360383-1842-46BA-A983-3FD4C1EB441E}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