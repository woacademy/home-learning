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104920-D2EF-4FE4-ABEC-758637E75E06}">
  <a:tblStyle styleId="{6C104920-D2EF-4FE4-ABEC-758637E75E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{6C104920-D2EF-4FE4-ABEC-758637E75E06}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{6C104920-D2EF-4FE4-ABEC-758637E75E06}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{6C104920-D2EF-4FE4-ABEC-758637E75E06}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