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2C567-EAAC-44BA-BE7A-3C9AA7888890}">
  <a:tblStyle styleId="{5792C567-EAAC-44BA-BE7A-3C9AA78888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{5792C567-EAAC-44BA-BE7A-3C9AA7888890}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{5792C567-EAAC-44BA-BE7A-3C9AA7888890}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{5792C567-EAAC-44BA-BE7A-3C9AA7888890}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