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FD3FD9-A08F-46A7-AB56-327CA5022C29}">
  <a:tblStyle styleId="{31FD3FD9-A08F-46A7-AB56-327CA5022C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{31FD3FD9-A08F-46A7-AB56-327CA5022C29}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{31FD3FD9-A08F-46A7-AB56-327CA5022C29}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{31FD3FD9-A08F-46A7-AB56-327CA5022C29}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