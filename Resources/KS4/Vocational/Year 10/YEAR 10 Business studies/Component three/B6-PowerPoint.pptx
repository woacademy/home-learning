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F365B2-1F60-434F-9048-3CC2158C9497}">
  <a:tblStyle styleId="{49F365B2-1F60-434F-9048-3CC2158C949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{49F365B2-1F60-434F-9048-3CC2158C9497}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{49F365B2-1F60-434F-9048-3CC2158C9497}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{49F365B2-1F60-434F-9048-3CC2158C9497}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