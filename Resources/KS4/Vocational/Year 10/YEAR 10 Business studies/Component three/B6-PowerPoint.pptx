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01EE64-FA90-48B9-9F82-B74906133773}">
  <a:tblStyle styleId="{B401EE64-FA90-48B9-9F82-B749061337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{B401EE64-FA90-48B9-9F82-B74906133773}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{B401EE64-FA90-48B9-9F82-B74906133773}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{B401EE64-FA90-48B9-9F82-B74906133773}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