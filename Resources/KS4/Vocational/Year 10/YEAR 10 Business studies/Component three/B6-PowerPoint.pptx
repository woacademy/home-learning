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DF530A2-8383-402A-AE2F-537F40013EB7}">
  <a:tblStyle styleId="{7DF530A2-8383-402A-AE2F-537F40013E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{7DF530A2-8383-402A-AE2F-537F40013EB7}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{7DF530A2-8383-402A-AE2F-537F40013EB7}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{7DF530A2-8383-402A-AE2F-537F40013EB7}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