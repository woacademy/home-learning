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E816C6-BAA4-4593-9A44-44CBA6D91FFC}">
  <a:tblStyle styleId="{BEE816C6-BAA4-4593-9A44-44CBA6D91FF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{BEE816C6-BAA4-4593-9A44-44CBA6D91FFC}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{BEE816C6-BAA4-4593-9A44-44CBA6D91FFC}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{BEE816C6-BAA4-4593-9A44-44CBA6D91FFC}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