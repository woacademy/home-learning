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AFC854-E19E-4DD2-92CE-40298605E096}">
  <a:tblStyle styleId="{53AFC854-E19E-4DD2-92CE-40298605E0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{53AFC854-E19E-4DD2-92CE-40298605E096}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{53AFC854-E19E-4DD2-92CE-40298605E096}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{53AFC854-E19E-4DD2-92CE-40298605E096}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