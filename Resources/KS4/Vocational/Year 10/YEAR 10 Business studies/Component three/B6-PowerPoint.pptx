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A7C2BC-E5F2-4BA1-8429-593A1BDBC344}">
  <a:tblStyle styleId="{54A7C2BC-E5F2-4BA1-8429-593A1BDBC3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{54A7C2BC-E5F2-4BA1-8429-593A1BDBC344}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{54A7C2BC-E5F2-4BA1-8429-593A1BDBC344}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{54A7C2BC-E5F2-4BA1-8429-593A1BDBC344}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