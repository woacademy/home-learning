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ED7AF7-CB36-4918-8AFE-1C462185902A}">
  <a:tblStyle styleId="{D3ED7AF7-CB36-4918-8AFE-1C462185902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{D3ED7AF7-CB36-4918-8AFE-1C462185902A}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{D3ED7AF7-CB36-4918-8AFE-1C462185902A}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{D3ED7AF7-CB36-4918-8AFE-1C462185902A}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