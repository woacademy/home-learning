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2BDBB5-1E8F-4A03-BE5E-C7A43B8C2577}">
  <a:tblStyle styleId="{B32BDBB5-1E8F-4A03-BE5E-C7A43B8C25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{B32BDBB5-1E8F-4A03-BE5E-C7A43B8C2577}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{B32BDBB5-1E8F-4A03-BE5E-C7A43B8C2577}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{B32BDBB5-1E8F-4A03-BE5E-C7A43B8C2577}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