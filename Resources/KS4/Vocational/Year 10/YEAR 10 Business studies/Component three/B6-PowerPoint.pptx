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A8C996-7F60-424A-AFE7-E3041AD57E87}">
  <a:tblStyle styleId="{BFA8C996-7F60-424A-AFE7-E3041AD57E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{BFA8C996-7F60-424A-AFE7-E3041AD57E87}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{BFA8C996-7F60-424A-AFE7-E3041AD57E87}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{BFA8C996-7F60-424A-AFE7-E3041AD57E87}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