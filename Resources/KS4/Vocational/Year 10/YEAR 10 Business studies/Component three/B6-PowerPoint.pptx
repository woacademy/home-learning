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17CF98-8B12-4C30-9250-3A0E907BFDF8}">
  <a:tblStyle styleId="{7017CF98-8B12-4C30-9250-3A0E907BFD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{7017CF98-8B12-4C30-9250-3A0E907BFDF8}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{7017CF98-8B12-4C30-9250-3A0E907BFDF8}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{7017CF98-8B12-4C30-9250-3A0E907BFDF8}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