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E2B8FE-676C-4EB7-A8F1-A9C3A8F12F00}">
  <a:tblStyle styleId="{69E2B8FE-676C-4EB7-A8F1-A9C3A8F12F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{69E2B8FE-676C-4EB7-A8F1-A9C3A8F12F00}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{69E2B8FE-676C-4EB7-A8F1-A9C3A8F12F00}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{69E2B8FE-676C-4EB7-A8F1-A9C3A8F12F00}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