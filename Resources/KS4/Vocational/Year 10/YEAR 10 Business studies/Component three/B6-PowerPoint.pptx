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30F3CE-01DE-438D-993C-851DACE00352}">
  <a:tblStyle styleId="{A530F3CE-01DE-438D-993C-851DACE0035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{A530F3CE-01DE-438D-993C-851DACE00352}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{A530F3CE-01DE-438D-993C-851DACE00352}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{A530F3CE-01DE-438D-993C-851DACE00352}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