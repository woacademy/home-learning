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92F32C-B44D-42C3-8269-D94E6719E107}">
  <a:tblStyle styleId="{EA92F32C-B44D-42C3-8269-D94E6719E1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{EA92F32C-B44D-42C3-8269-D94E6719E107}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{EA92F32C-B44D-42C3-8269-D94E6719E107}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{EA92F32C-B44D-42C3-8269-D94E6719E107}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