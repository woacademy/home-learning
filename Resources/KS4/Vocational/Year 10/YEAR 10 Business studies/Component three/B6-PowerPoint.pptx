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CF9CB-AD5A-41AD-96EC-084BE2D7BD3A}">
  <a:tblStyle styleId="{BACCF9CB-AD5A-41AD-96EC-084BE2D7BD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{BACCF9CB-AD5A-41AD-96EC-084BE2D7BD3A}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{BACCF9CB-AD5A-41AD-96EC-084BE2D7BD3A}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{BACCF9CB-AD5A-41AD-96EC-084BE2D7BD3A}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