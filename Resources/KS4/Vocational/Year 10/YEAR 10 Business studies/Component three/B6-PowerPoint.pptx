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5A5165-8E3D-4713-89B2-14952103A51B}">
  <a:tblStyle styleId="{1E5A5165-8E3D-4713-89B2-14952103A51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{1E5A5165-8E3D-4713-89B2-14952103A51B}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{1E5A5165-8E3D-4713-89B2-14952103A51B}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{1E5A5165-8E3D-4713-89B2-14952103A51B}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