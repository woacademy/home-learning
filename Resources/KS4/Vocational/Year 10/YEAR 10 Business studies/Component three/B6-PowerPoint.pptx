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D0E5FE-59A6-4496-966E-6AFE279EE6EB}">
  <a:tblStyle styleId="{78D0E5FE-59A6-4496-966E-6AFE279EE6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{78D0E5FE-59A6-4496-966E-6AFE279EE6EB}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{78D0E5FE-59A6-4496-966E-6AFE279EE6EB}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{78D0E5FE-59A6-4496-966E-6AFE279EE6EB}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