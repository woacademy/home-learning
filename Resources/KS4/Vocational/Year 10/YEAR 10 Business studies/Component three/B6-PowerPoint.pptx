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73B95-591F-487D-A5FA-18C89DE7B821}">
  <a:tblStyle styleId="{6E673B95-591F-487D-A5FA-18C89DE7B8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{6E673B95-591F-487D-A5FA-18C89DE7B821}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{6E673B95-591F-487D-A5FA-18C89DE7B821}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{6E673B95-591F-487D-A5FA-18C89DE7B821}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