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4A6562-4BD3-4F59-BB7A-3B022C2C45AF}">
  <a:tblStyle styleId="{F74A6562-4BD3-4F59-BB7A-3B022C2C45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{F74A6562-4BD3-4F59-BB7A-3B022C2C45AF}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{F74A6562-4BD3-4F59-BB7A-3B022C2C45AF}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{F74A6562-4BD3-4F59-BB7A-3B022C2C45AF}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