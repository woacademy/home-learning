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C38730-BBE6-4572-AD83-D7E768639228}">
  <a:tblStyle styleId="{98C38730-BBE6-4572-AD83-D7E7686392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{98C38730-BBE6-4572-AD83-D7E768639228}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{98C38730-BBE6-4572-AD83-D7E768639228}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{98C38730-BBE6-4572-AD83-D7E768639228}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