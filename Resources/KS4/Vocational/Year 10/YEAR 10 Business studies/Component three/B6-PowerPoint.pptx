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2AE85B-55BB-40B7-B218-DB655C3F2969}">
  <a:tblStyle styleId="{532AE85B-55BB-40B7-B218-DB655C3F296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{532AE85B-55BB-40B7-B218-DB655C3F2969}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{532AE85B-55BB-40B7-B218-DB655C3F2969}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{532AE85B-55BB-40B7-B218-DB655C3F2969}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