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A953E8-9D7D-4F1E-868C-F6E1E0BBE3F7}">
  <a:tblStyle styleId="{50A953E8-9D7D-4F1E-868C-F6E1E0BBE3F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{50A953E8-9D7D-4F1E-868C-F6E1E0BBE3F7}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{50A953E8-9D7D-4F1E-868C-F6E1E0BBE3F7}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{50A953E8-9D7D-4F1E-868C-F6E1E0BBE3F7}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