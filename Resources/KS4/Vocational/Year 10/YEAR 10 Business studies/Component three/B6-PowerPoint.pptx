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61B6D8-4784-4589-9DB6-EA49D24AE990}">
  <a:tblStyle styleId="{1C61B6D8-4784-4589-9DB6-EA49D24AE99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{1C61B6D8-4784-4589-9DB6-EA49D24AE990}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{1C61B6D8-4784-4589-9DB6-EA49D24AE990}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{1C61B6D8-4784-4589-9DB6-EA49D24AE990}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