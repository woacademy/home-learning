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6E9C5A-B09E-408D-A318-9B297CD7F766}">
  <a:tblStyle styleId="{E26E9C5A-B09E-408D-A318-9B297CD7F7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{E26E9C5A-B09E-408D-A318-9B297CD7F766}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{E26E9C5A-B09E-408D-A318-9B297CD7F766}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{E26E9C5A-B09E-408D-A318-9B297CD7F766}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