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8F658D-A9C4-4CB7-9C24-C1D1B9A38FE7}">
  <a:tblStyle styleId="{3F8F658D-A9C4-4CB7-9C24-C1D1B9A38F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{3F8F658D-A9C4-4CB7-9C24-C1D1B9A38FE7}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{3F8F658D-A9C4-4CB7-9C24-C1D1B9A38FE7}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{3F8F658D-A9C4-4CB7-9C24-C1D1B9A38FE7}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