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D2F49E-76CD-410F-B536-2BC03D9C5EA6}">
  <a:tblStyle styleId="{40D2F49E-76CD-410F-B536-2BC03D9C5E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{40D2F49E-76CD-410F-B536-2BC03D9C5EA6}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{40D2F49E-76CD-410F-B536-2BC03D9C5EA6}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{40D2F49E-76CD-410F-B536-2BC03D9C5EA6}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