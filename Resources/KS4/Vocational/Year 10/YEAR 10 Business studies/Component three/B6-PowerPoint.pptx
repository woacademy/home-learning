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7337D6-BB45-4D90-A521-105AF2EED714}">
  <a:tblStyle styleId="{A77337D6-BB45-4D90-A521-105AF2EED7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{A77337D6-BB45-4D90-A521-105AF2EED714}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{A77337D6-BB45-4D90-A521-105AF2EED714}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{A77337D6-BB45-4D90-A521-105AF2EED714}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