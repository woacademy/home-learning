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2EFD7C-80F8-4BFB-9EAF-FEA6900DE407}">
  <a:tblStyle styleId="{C92EFD7C-80F8-4BFB-9EAF-FEA6900DE4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{C92EFD7C-80F8-4BFB-9EAF-FEA6900DE407}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{C92EFD7C-80F8-4BFB-9EAF-FEA6900DE407}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{C92EFD7C-80F8-4BFB-9EAF-FEA6900DE407}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