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E51B9C-AA5D-4FF0-A943-031F278A54E6}">
  <a:tblStyle styleId="{5CE51B9C-AA5D-4FF0-A943-031F278A54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{5CE51B9C-AA5D-4FF0-A943-031F278A54E6}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{5CE51B9C-AA5D-4FF0-A943-031F278A54E6}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{5CE51B9C-AA5D-4FF0-A943-031F278A54E6}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