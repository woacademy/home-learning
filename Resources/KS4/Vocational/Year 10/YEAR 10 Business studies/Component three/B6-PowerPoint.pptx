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7F4CA1F-06CA-4649-9597-D5F9A1A2E20D}">
  <a:tblStyle styleId="{77F4CA1F-06CA-4649-9597-D5F9A1A2E20D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{77F4CA1F-06CA-4649-9597-D5F9A1A2E20D}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{77F4CA1F-06CA-4649-9597-D5F9A1A2E20D}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{77F4CA1F-06CA-4649-9597-D5F9A1A2E20D}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