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6228CBF-4E70-4446-93FA-96879887C1EC}">
  <a:tblStyle styleId="{16228CBF-4E70-4446-93FA-96879887C1E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{16228CBF-4E70-4446-93FA-96879887C1EC}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{16228CBF-4E70-4446-93FA-96879887C1EC}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{16228CBF-4E70-4446-93FA-96879887C1EC}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