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200632-42F3-4E8C-819A-73F395630CAE}">
  <a:tblStyle styleId="{BC200632-42F3-4E8C-819A-73F395630CA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{BC200632-42F3-4E8C-819A-73F395630CAE}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{BC200632-42F3-4E8C-819A-73F395630CAE}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{BC200632-42F3-4E8C-819A-73F395630CAE}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