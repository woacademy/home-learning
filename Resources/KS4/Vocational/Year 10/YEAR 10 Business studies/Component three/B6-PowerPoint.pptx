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2B9819-DCCB-47B3-96B3-7D55F6996B28}">
  <a:tblStyle styleId="{A62B9819-DCCB-47B3-96B3-7D55F6996B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{A62B9819-DCCB-47B3-96B3-7D55F6996B28}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{A62B9819-DCCB-47B3-96B3-7D55F6996B28}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{A62B9819-DCCB-47B3-96B3-7D55F6996B28}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