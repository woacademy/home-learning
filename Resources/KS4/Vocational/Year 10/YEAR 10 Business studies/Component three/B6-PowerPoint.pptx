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3BACBF-E4D4-4D36-9168-48089479F1B3}">
  <a:tblStyle styleId="{353BACBF-E4D4-4D36-9168-48089479F1B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{353BACBF-E4D4-4D36-9168-48089479F1B3}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{353BACBF-E4D4-4D36-9168-48089479F1B3}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{353BACBF-E4D4-4D36-9168-48089479F1B3}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