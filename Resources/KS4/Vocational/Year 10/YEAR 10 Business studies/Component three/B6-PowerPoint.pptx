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B3F579-2973-447C-AE2F-8E75FC076530}">
  <a:tblStyle styleId="{A1B3F579-2973-447C-AE2F-8E75FC0765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{A1B3F579-2973-447C-AE2F-8E75FC076530}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{A1B3F579-2973-447C-AE2F-8E75FC076530}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{A1B3F579-2973-447C-AE2F-8E75FC076530}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