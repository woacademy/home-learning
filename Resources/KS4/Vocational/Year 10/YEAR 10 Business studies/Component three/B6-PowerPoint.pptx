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69F5CA-45C7-41CF-B1C2-D4919DEA7081}">
  <a:tblStyle styleId="{D469F5CA-45C7-41CF-B1C2-D4919DEA708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{D469F5CA-45C7-41CF-B1C2-D4919DEA7081}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{D469F5CA-45C7-41CF-B1C2-D4919DEA7081}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{D469F5CA-45C7-41CF-B1C2-D4919DEA7081}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