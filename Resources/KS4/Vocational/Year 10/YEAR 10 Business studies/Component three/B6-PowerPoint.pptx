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B403D-B1EE-4163-A919-FAD4A8B03AA6}">
  <a:tblStyle styleId="{513B403D-B1EE-4163-A919-FAD4A8B03A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{513B403D-B1EE-4163-A919-FAD4A8B03AA6}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{513B403D-B1EE-4163-A919-FAD4A8B03AA6}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{513B403D-B1EE-4163-A919-FAD4A8B03AA6}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