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6B65B6-2643-43F2-A885-E13C93A88E9A}">
  <a:tblStyle styleId="{9F6B65B6-2643-43F2-A885-E13C93A88E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{9F6B65B6-2643-43F2-A885-E13C93A88E9A}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{9F6B65B6-2643-43F2-A885-E13C93A88E9A}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{9F6B65B6-2643-43F2-A885-E13C93A88E9A}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