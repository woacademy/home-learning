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741C0A-E1B4-4F15-9B1F-169B45FB6437}">
  <a:tblStyle styleId="{11741C0A-E1B4-4F15-9B1F-169B45FB643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{11741C0A-E1B4-4F15-9B1F-169B45FB6437}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{11741C0A-E1B4-4F15-9B1F-169B45FB6437}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{11741C0A-E1B4-4F15-9B1F-169B45FB6437}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