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6ACD56-6D52-4A3F-A493-F57A71904EFE}">
  <a:tblStyle styleId="{D36ACD56-6D52-4A3F-A493-F57A71904E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{D36ACD56-6D52-4A3F-A493-F57A71904EFE}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{D36ACD56-6D52-4A3F-A493-F57A71904EFE}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{D36ACD56-6D52-4A3F-A493-F57A71904EFE}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