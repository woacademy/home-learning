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A23D05-0935-4A79-98A2-DB44243FCF0B}">
  <a:tblStyle styleId="{67A23D05-0935-4A79-98A2-DB44243FCF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{67A23D05-0935-4A79-98A2-DB44243FCF0B}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{67A23D05-0935-4A79-98A2-DB44243FCF0B}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{67A23D05-0935-4A79-98A2-DB44243FCF0B}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