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0A9593-227F-4CD9-BEAD-82DC79C20DCE}">
  <a:tblStyle styleId="{B90A9593-227F-4CD9-BEAD-82DC79C20D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{B90A9593-227F-4CD9-BEAD-82DC79C20DCE}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{B90A9593-227F-4CD9-BEAD-82DC79C20DCE}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{B90A9593-227F-4CD9-BEAD-82DC79C20DCE}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