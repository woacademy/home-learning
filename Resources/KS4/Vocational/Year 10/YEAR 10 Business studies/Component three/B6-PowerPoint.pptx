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546053-6519-47D4-925F-55C649349A2B}">
  <a:tblStyle styleId="{1C546053-6519-47D4-925F-55C649349A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{1C546053-6519-47D4-925F-55C649349A2B}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{1C546053-6519-47D4-925F-55C649349A2B}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{1C546053-6519-47D4-925F-55C649349A2B}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