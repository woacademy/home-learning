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F0BBF9D-6070-46EB-B98C-9D7A849391EF}">
  <a:tblStyle styleId="{5F0BBF9D-6070-46EB-B98C-9D7A849391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{5F0BBF9D-6070-46EB-B98C-9D7A849391EF}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{5F0BBF9D-6070-46EB-B98C-9D7A849391EF}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{5F0BBF9D-6070-46EB-B98C-9D7A849391EF}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