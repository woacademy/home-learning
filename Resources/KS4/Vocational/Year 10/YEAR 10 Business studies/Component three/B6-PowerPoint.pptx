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1E60E-95F5-4AF1-A7CC-D2E4FC9684FB}">
  <a:tblStyle styleId="{85B1E60E-95F5-4AF1-A7CC-D2E4FC9684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{85B1E60E-95F5-4AF1-A7CC-D2E4FC9684FB}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{85B1E60E-95F5-4AF1-A7CC-D2E4FC9684FB}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{85B1E60E-95F5-4AF1-A7CC-D2E4FC9684FB}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