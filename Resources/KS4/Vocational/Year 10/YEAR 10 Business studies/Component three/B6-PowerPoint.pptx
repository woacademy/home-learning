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0EB75-A1E4-43F9-8AD4-D2A21A3A82C3}">
  <a:tblStyle styleId="{D570EB75-A1E4-43F9-8AD4-D2A21A3A82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{D570EB75-A1E4-43F9-8AD4-D2A21A3A82C3}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{D570EB75-A1E4-43F9-8AD4-D2A21A3A82C3}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{D570EB75-A1E4-43F9-8AD4-D2A21A3A82C3}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