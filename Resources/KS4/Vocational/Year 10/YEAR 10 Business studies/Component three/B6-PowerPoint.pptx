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7F742-69FF-46ED-9488-8B0A31F28A80}">
  <a:tblStyle styleId="{2607F742-69FF-46ED-9488-8B0A31F28A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{2607F742-69FF-46ED-9488-8B0A31F28A80}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{2607F742-69FF-46ED-9488-8B0A31F28A80}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{2607F742-69FF-46ED-9488-8B0A31F28A80}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