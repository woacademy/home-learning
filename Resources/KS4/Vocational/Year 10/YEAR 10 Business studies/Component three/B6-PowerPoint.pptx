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1C75B2-B305-4B1A-9377-F19A2DDCEF7F}">
  <a:tblStyle styleId="{CC1C75B2-B305-4B1A-9377-F19A2DDCEF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{CC1C75B2-B305-4B1A-9377-F19A2DDCEF7F}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{CC1C75B2-B305-4B1A-9377-F19A2DDCEF7F}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{CC1C75B2-B305-4B1A-9377-F19A2DDCEF7F}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