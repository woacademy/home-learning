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36B9C0-94C3-445F-A455-0549592D9EC6}">
  <a:tblStyle styleId="{F136B9C0-94C3-445F-A455-0549592D9EC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{F136B9C0-94C3-445F-A455-0549592D9EC6}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{F136B9C0-94C3-445F-A455-0549592D9EC6}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{F136B9C0-94C3-445F-A455-0549592D9EC6}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