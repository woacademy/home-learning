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DE1D7C-C070-499C-BC8C-F6B0B0C3399D}">
  <a:tblStyle styleId="{9DDE1D7C-C070-499C-BC8C-F6B0B0C339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{9DDE1D7C-C070-499C-BC8C-F6B0B0C3399D}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{9DDE1D7C-C070-499C-BC8C-F6B0B0C3399D}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{9DDE1D7C-C070-499C-BC8C-F6B0B0C3399D}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