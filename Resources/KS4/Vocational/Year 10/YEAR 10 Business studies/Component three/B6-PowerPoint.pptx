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EA0B1A-58A0-4A0E-B2AB-55D307264C82}">
  <a:tblStyle styleId="{26EA0B1A-58A0-4A0E-B2AB-55D307264C8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{26EA0B1A-58A0-4A0E-B2AB-55D307264C82}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{26EA0B1A-58A0-4A0E-B2AB-55D307264C82}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{26EA0B1A-58A0-4A0E-B2AB-55D307264C82}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