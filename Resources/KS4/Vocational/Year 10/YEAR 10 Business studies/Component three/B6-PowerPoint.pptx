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9CFC031-E212-4CE3-B517-D25CD08EC7F1}">
  <a:tblStyle styleId="{F9CFC031-E212-4CE3-B517-D25CD08EC7F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{F9CFC031-E212-4CE3-B517-D25CD08EC7F1}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{F9CFC031-E212-4CE3-B517-D25CD08EC7F1}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{F9CFC031-E212-4CE3-B517-D25CD08EC7F1}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