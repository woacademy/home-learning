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D7FBC4D-A8A4-4F99-9585-2C9878115F3E}">
  <a:tblStyle styleId="{6D7FBC4D-A8A4-4F99-9585-2C9878115F3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{6D7FBC4D-A8A4-4F99-9585-2C9878115F3E}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{6D7FBC4D-A8A4-4F99-9585-2C9878115F3E}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{6D7FBC4D-A8A4-4F99-9585-2C9878115F3E}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