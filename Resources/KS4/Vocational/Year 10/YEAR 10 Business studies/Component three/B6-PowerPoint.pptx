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CA5FFF-B14F-4CD4-AAC2-73BB3DFD055B}">
  <a:tblStyle styleId="{46CA5FFF-B14F-4CD4-AAC2-73BB3DFD055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{46CA5FFF-B14F-4CD4-AAC2-73BB3DFD055B}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{46CA5FFF-B14F-4CD4-AAC2-73BB3DFD055B}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{46CA5FFF-B14F-4CD4-AAC2-73BB3DFD055B}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