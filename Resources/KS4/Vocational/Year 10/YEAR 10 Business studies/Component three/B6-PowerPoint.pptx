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9CF750-5D18-4053-9C80-D9223835D26A}">
  <a:tblStyle styleId="{CC9CF750-5D18-4053-9C80-D9223835D2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{CC9CF750-5D18-4053-9C80-D9223835D26A}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{CC9CF750-5D18-4053-9C80-D9223835D26A}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{CC9CF750-5D18-4053-9C80-D9223835D26A}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