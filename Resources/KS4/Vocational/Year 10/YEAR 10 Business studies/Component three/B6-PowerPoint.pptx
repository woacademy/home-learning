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5FF73BE-55B5-40CA-84FE-BB540E3ADCC7}">
  <a:tblStyle styleId="{A5FF73BE-55B5-40CA-84FE-BB540E3ADCC7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{A5FF73BE-55B5-40CA-84FE-BB540E3ADCC7}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{A5FF73BE-55B5-40CA-84FE-BB540E3ADCC7}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{A5FF73BE-55B5-40CA-84FE-BB540E3ADCC7}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