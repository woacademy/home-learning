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6BEBC7-9FC4-48EC-8767-FD1B316F564F}">
  <a:tblStyle styleId="{056BEBC7-9FC4-48EC-8767-FD1B316F564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{056BEBC7-9FC4-48EC-8767-FD1B316F564F}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{056BEBC7-9FC4-48EC-8767-FD1B316F564F}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{056BEBC7-9FC4-48EC-8767-FD1B316F564F}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