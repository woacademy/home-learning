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D958CB-9300-468D-8027-EAA4888411CC}">
  <a:tblStyle styleId="{B8D958CB-9300-468D-8027-EAA4888411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{B8D958CB-9300-468D-8027-EAA4888411CC}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{B8D958CB-9300-468D-8027-EAA4888411CC}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{B8D958CB-9300-468D-8027-EAA4888411CC}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