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A6F262-E643-46AB-AC83-BF9520C70F70}">
  <a:tblStyle styleId="{BCA6F262-E643-46AB-AC83-BF9520C70F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{BCA6F262-E643-46AB-AC83-BF9520C70F70}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{BCA6F262-E643-46AB-AC83-BF9520C70F70}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{BCA6F262-E643-46AB-AC83-BF9520C70F70}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