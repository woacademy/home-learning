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9E8664-533E-48BE-9641-90AA031D526C}">
  <a:tblStyle styleId="{8A9E8664-533E-48BE-9641-90AA031D526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{8A9E8664-533E-48BE-9641-90AA031D526C}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{8A9E8664-533E-48BE-9641-90AA031D526C}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{8A9E8664-533E-48BE-9641-90AA031D526C}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