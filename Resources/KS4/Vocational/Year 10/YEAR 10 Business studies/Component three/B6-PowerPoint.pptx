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4EA2E8-460E-4015-BFAD-BBE7CC25093D}">
  <a:tblStyle styleId="{1E4EA2E8-460E-4015-BFAD-BBE7CC25093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{1E4EA2E8-460E-4015-BFAD-BBE7CC25093D}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{1E4EA2E8-460E-4015-BFAD-BBE7CC25093D}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{1E4EA2E8-460E-4015-BFAD-BBE7CC25093D}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