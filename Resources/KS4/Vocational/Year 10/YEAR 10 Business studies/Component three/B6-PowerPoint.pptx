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52FAA-5DC5-4CAE-9DAE-184219292B1F}">
  <a:tblStyle styleId="{BE852FAA-5DC5-4CAE-9DAE-184219292B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{BE852FAA-5DC5-4CAE-9DAE-184219292B1F}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{BE852FAA-5DC5-4CAE-9DAE-184219292B1F}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{BE852FAA-5DC5-4CAE-9DAE-184219292B1F}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