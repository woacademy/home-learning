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A01D3B7-44F5-4565-9D28-AC53FCADEA11}">
  <a:tblStyle styleId="{DA01D3B7-44F5-4565-9D28-AC53FCADEA1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{DA01D3B7-44F5-4565-9D28-AC53FCADEA11}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{DA01D3B7-44F5-4565-9D28-AC53FCADEA11}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{DA01D3B7-44F5-4565-9D28-AC53FCADEA11}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