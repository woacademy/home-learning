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8BB783-94E6-4599-9288-F0F85294761D}">
  <a:tblStyle styleId="{D68BB783-94E6-4599-9288-F0F8529476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{D68BB783-94E6-4599-9288-F0F85294761D}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{D68BB783-94E6-4599-9288-F0F85294761D}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{D68BB783-94E6-4599-9288-F0F85294761D}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