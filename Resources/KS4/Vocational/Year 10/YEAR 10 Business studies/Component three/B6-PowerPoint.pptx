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4EDF4A3-F72F-4920-A81E-442A3133AD4C}">
  <a:tblStyle styleId="{34EDF4A3-F72F-4920-A81E-442A3133AD4C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{34EDF4A3-F72F-4920-A81E-442A3133AD4C}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{34EDF4A3-F72F-4920-A81E-442A3133AD4C}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{34EDF4A3-F72F-4920-A81E-442A3133AD4C}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