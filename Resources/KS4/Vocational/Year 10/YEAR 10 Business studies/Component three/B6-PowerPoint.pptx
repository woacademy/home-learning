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A96068-CF45-46C1-A69C-26BDABF78373}">
  <a:tblStyle styleId="{69A96068-CF45-46C1-A69C-26BDABF783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{69A96068-CF45-46C1-A69C-26BDABF78373}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{69A96068-CF45-46C1-A69C-26BDABF78373}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{69A96068-CF45-46C1-A69C-26BDABF78373}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