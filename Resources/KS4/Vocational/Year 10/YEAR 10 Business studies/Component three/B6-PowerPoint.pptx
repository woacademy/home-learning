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74CB1B-F018-4EC4-A4F5-C2B057BFC6B3}">
  <a:tblStyle styleId="{9474CB1B-F018-4EC4-A4F5-C2B057BFC6B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{9474CB1B-F018-4EC4-A4F5-C2B057BFC6B3}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{9474CB1B-F018-4EC4-A4F5-C2B057BFC6B3}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{9474CB1B-F018-4EC4-A4F5-C2B057BFC6B3}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