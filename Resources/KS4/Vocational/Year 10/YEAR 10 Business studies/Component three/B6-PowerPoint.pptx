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778148-9D86-4DC2-B3FD-7E7D82BDACA8}">
  <a:tblStyle styleId="{8F778148-9D86-4DC2-B3FD-7E7D82BDAC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{8F778148-9D86-4DC2-B3FD-7E7D82BDACA8}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{8F778148-9D86-4DC2-B3FD-7E7D82BDACA8}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{8F778148-9D86-4DC2-B3FD-7E7D82BDACA8}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