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0AD88C-B351-4898-87E1-9103812E5EB8}">
  <a:tblStyle styleId="{F80AD88C-B351-4898-87E1-9103812E5EB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{F80AD88C-B351-4898-87E1-9103812E5EB8}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{F80AD88C-B351-4898-87E1-9103812E5EB8}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{F80AD88C-B351-4898-87E1-9103812E5EB8}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