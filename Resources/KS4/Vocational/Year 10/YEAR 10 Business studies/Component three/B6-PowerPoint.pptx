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A3BD16-E8BC-4094-9DB2-9067C997FACC}">
  <a:tblStyle styleId="{62A3BD16-E8BC-4094-9DB2-9067C997FA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{62A3BD16-E8BC-4094-9DB2-9067C997FACC}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{62A3BD16-E8BC-4094-9DB2-9067C997FACC}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{62A3BD16-E8BC-4094-9DB2-9067C997FACC}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