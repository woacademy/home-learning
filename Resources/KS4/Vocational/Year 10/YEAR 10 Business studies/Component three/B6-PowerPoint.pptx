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A3DE8BA-30F2-4EAB-9141-40ABB22177F4}">
  <a:tblStyle styleId="{AA3DE8BA-30F2-4EAB-9141-40ABB22177F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{AA3DE8BA-30F2-4EAB-9141-40ABB22177F4}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{AA3DE8BA-30F2-4EAB-9141-40ABB22177F4}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{AA3DE8BA-30F2-4EAB-9141-40ABB22177F4}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