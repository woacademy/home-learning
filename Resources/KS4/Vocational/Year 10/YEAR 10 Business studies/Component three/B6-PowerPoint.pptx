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CDB334E-D4C2-4E30-A005-4955EF96E912}">
  <a:tblStyle styleId="{DCDB334E-D4C2-4E30-A005-4955EF96E91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{DCDB334E-D4C2-4E30-A005-4955EF96E912}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{DCDB334E-D4C2-4E30-A005-4955EF96E912}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{DCDB334E-D4C2-4E30-A005-4955EF96E912}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