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681CBC-BAF5-4D1D-ABA5-C3160E999D50}">
  <a:tblStyle styleId="{0D681CBC-BAF5-4D1D-ABA5-C3160E999D5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{0D681CBC-BAF5-4D1D-ABA5-C3160E999D50}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{0D681CBC-BAF5-4D1D-ABA5-C3160E999D50}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{0D681CBC-BAF5-4D1D-ABA5-C3160E999D50}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