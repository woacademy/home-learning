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74CE5E-D898-4FC5-847B-3446CF60586C}">
  <a:tblStyle styleId="{8074CE5E-D898-4FC5-847B-3446CF6058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{8074CE5E-D898-4FC5-847B-3446CF60586C}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{8074CE5E-D898-4FC5-847B-3446CF60586C}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{8074CE5E-D898-4FC5-847B-3446CF60586C}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