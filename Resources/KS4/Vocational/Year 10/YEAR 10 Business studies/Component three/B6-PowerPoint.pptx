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455424-1A74-4819-831C-AEB893656D73}">
  <a:tblStyle styleId="{DA455424-1A74-4819-831C-AEB893656D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{DA455424-1A74-4819-831C-AEB893656D73}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{DA455424-1A74-4819-831C-AEB893656D73}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{DA455424-1A74-4819-831C-AEB893656D73}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