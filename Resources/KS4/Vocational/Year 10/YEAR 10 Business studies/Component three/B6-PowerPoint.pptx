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BC7FAD-C334-4A1B-9BF5-9679836782CC}">
  <a:tblStyle styleId="{20BC7FAD-C334-4A1B-9BF5-9679836782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{20BC7FAD-C334-4A1B-9BF5-9679836782CC}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{20BC7FAD-C334-4A1B-9BF5-9679836782CC}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{20BC7FAD-C334-4A1B-9BF5-9679836782CC}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