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044D66-CD79-476F-99C6-A8EAE798B7BA}">
  <a:tblStyle styleId="{9C044D66-CD79-476F-99C6-A8EAE798B7B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{9C044D66-CD79-476F-99C6-A8EAE798B7BA}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{9C044D66-CD79-476F-99C6-A8EAE798B7BA}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{9C044D66-CD79-476F-99C6-A8EAE798B7BA}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