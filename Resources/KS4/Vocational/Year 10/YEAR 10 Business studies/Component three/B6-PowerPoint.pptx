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EF5AB9-180E-47E1-BB11-EB4B20458B63}">
  <a:tblStyle styleId="{5EEF5AB9-180E-47E1-BB11-EB4B20458B6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{5EEF5AB9-180E-47E1-BB11-EB4B20458B63}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{5EEF5AB9-180E-47E1-BB11-EB4B20458B63}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{5EEF5AB9-180E-47E1-BB11-EB4B20458B63}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