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2BA9C4-D262-4220-9D6B-210133AF43BE}">
  <a:tblStyle styleId="{422BA9C4-D262-4220-9D6B-210133AF43B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{422BA9C4-D262-4220-9D6B-210133AF43BE}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{422BA9C4-D262-4220-9D6B-210133AF43BE}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{422BA9C4-D262-4220-9D6B-210133AF43BE}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