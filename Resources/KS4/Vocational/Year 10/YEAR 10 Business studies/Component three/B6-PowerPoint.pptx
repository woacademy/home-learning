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B8F0C6-5FC7-424C-A2B1-98CEFF162ECC}">
  <a:tblStyle styleId="{15B8F0C6-5FC7-424C-A2B1-98CEFF162E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{15B8F0C6-5FC7-424C-A2B1-98CEFF162ECC}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{15B8F0C6-5FC7-424C-A2B1-98CEFF162ECC}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{15B8F0C6-5FC7-424C-A2B1-98CEFF162ECC}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