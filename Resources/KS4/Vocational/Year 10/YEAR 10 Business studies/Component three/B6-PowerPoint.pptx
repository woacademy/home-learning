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05333B-C574-41A3-8B0C-AC0B23AB320A}">
  <a:tblStyle styleId="{9C05333B-C574-41A3-8B0C-AC0B23AB32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{9C05333B-C574-41A3-8B0C-AC0B23AB320A}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{9C05333B-C574-41A3-8B0C-AC0B23AB320A}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{9C05333B-C574-41A3-8B0C-AC0B23AB320A}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