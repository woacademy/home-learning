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E1B823-3345-47AC-9F72-295DFAAF2825}">
  <a:tblStyle styleId="{3DE1B823-3345-47AC-9F72-295DFAAF282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{3DE1B823-3345-47AC-9F72-295DFAAF2825}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{3DE1B823-3345-47AC-9F72-295DFAAF2825}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{3DE1B823-3345-47AC-9F72-295DFAAF2825}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