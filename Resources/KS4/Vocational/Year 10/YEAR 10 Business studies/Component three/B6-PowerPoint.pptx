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D3151F-0648-4BDD-B204-952C2D5838F2}">
  <a:tblStyle styleId="{F9D3151F-0648-4BDD-B204-952C2D5838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{F9D3151F-0648-4BDD-B204-952C2D5838F2}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{F9D3151F-0648-4BDD-B204-952C2D5838F2}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{F9D3151F-0648-4BDD-B204-952C2D5838F2}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