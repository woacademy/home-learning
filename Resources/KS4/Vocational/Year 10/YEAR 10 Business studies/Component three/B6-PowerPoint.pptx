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D9BC34-CA25-45D3-BA64-07B3625BA7BA}">
  <a:tblStyle styleId="{B3D9BC34-CA25-45D3-BA64-07B3625BA7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{B3D9BC34-CA25-45D3-BA64-07B3625BA7BA}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{B3D9BC34-CA25-45D3-BA64-07B3625BA7BA}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{B3D9BC34-CA25-45D3-BA64-07B3625BA7BA}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