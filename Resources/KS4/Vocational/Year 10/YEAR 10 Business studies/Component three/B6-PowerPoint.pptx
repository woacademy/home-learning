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FD8A0E-DC80-4FF9-BE8A-A149AAD12B97}">
  <a:tblStyle styleId="{2BFD8A0E-DC80-4FF9-BE8A-A149AAD12B9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{2BFD8A0E-DC80-4FF9-BE8A-A149AAD12B97}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{2BFD8A0E-DC80-4FF9-BE8A-A149AAD12B97}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{2BFD8A0E-DC80-4FF9-BE8A-A149AAD12B97}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