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1753B4-60EF-4F11-8114-123833B2C77B}">
  <a:tblStyle styleId="{D61753B4-60EF-4F11-8114-123833B2C7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{D61753B4-60EF-4F11-8114-123833B2C77B}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{D61753B4-60EF-4F11-8114-123833B2C77B}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{D61753B4-60EF-4F11-8114-123833B2C77B}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