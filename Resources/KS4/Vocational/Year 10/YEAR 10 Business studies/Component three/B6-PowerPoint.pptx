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59408D-3685-47C3-A20D-2E5157E39F31}">
  <a:tblStyle styleId="{3E59408D-3685-47C3-A20D-2E5157E39F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{3E59408D-3685-47C3-A20D-2E5157E39F31}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{3E59408D-3685-47C3-A20D-2E5157E39F31}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{3E59408D-3685-47C3-A20D-2E5157E39F31}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