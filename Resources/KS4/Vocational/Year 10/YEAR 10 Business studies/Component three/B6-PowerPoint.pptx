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A94782-A2A0-4051-8F4E-48BA29CD4FF1}">
  <a:tblStyle styleId="{2DA94782-A2A0-4051-8F4E-48BA29CD4F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{2DA94782-A2A0-4051-8F4E-48BA29CD4FF1}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{2DA94782-A2A0-4051-8F4E-48BA29CD4FF1}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{2DA94782-A2A0-4051-8F4E-48BA29CD4FF1}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