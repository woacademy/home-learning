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05C1FA-330C-40BE-A4EA-C8AA4396FDBD}">
  <a:tblStyle styleId="{8B05C1FA-330C-40BE-A4EA-C8AA4396FD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{8B05C1FA-330C-40BE-A4EA-C8AA4396FDBD}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{8B05C1FA-330C-40BE-A4EA-C8AA4396FDBD}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{8B05C1FA-330C-40BE-A4EA-C8AA4396FDBD}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