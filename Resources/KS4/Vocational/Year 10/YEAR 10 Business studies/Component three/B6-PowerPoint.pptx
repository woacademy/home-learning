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28FD11-E40E-44A8-B097-AC8E71A23EC2}">
  <a:tblStyle styleId="{7B28FD11-E40E-44A8-B097-AC8E71A23E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{7B28FD11-E40E-44A8-B097-AC8E71A23EC2}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{7B28FD11-E40E-44A8-B097-AC8E71A23EC2}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{7B28FD11-E40E-44A8-B097-AC8E71A23EC2}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