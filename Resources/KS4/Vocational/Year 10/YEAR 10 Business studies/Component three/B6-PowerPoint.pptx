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649EE-E425-4054-A119-A7C12454A924}">
  <a:tblStyle styleId="{AA5649EE-E425-4054-A119-A7C12454A9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{AA5649EE-E425-4054-A119-A7C12454A924}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{AA5649EE-E425-4054-A119-A7C12454A924}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{AA5649EE-E425-4054-A119-A7C12454A924}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