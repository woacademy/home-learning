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8DAB2-18A6-447E-A05A-1B54B15F37F0}">
  <a:tblStyle styleId="{0BC8DAB2-18A6-447E-A05A-1B54B15F37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{0BC8DAB2-18A6-447E-A05A-1B54B15F37F0}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{0BC8DAB2-18A6-447E-A05A-1B54B15F37F0}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{0BC8DAB2-18A6-447E-A05A-1B54B15F37F0}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