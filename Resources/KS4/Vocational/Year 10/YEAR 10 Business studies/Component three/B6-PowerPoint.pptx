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9E4352-F1DD-43D6-B4B0-9C8A60BD9AFE}">
  <a:tblStyle styleId="{599E4352-F1DD-43D6-B4B0-9C8A60BD9A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{599E4352-F1DD-43D6-B4B0-9C8A60BD9AFE}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{599E4352-F1DD-43D6-B4B0-9C8A60BD9AFE}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{599E4352-F1DD-43D6-B4B0-9C8A60BD9AFE}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