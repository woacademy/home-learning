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53D53C-2560-4236-A8A9-076216AA3113}">
  <a:tblStyle styleId="{6053D53C-2560-4236-A8A9-076216AA31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{6053D53C-2560-4236-A8A9-076216AA3113}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{6053D53C-2560-4236-A8A9-076216AA3113}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{6053D53C-2560-4236-A8A9-076216AA3113}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