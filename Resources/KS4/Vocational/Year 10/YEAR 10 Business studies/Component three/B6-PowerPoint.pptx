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76CE3C-3719-4F98-8C36-683E877EB9FB}">
  <a:tblStyle styleId="{1076CE3C-3719-4F98-8C36-683E877EB9F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{1076CE3C-3719-4F98-8C36-683E877EB9FB}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{1076CE3C-3719-4F98-8C36-683E877EB9FB}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{1076CE3C-3719-4F98-8C36-683E877EB9FB}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