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C1F1A1-2070-454C-A453-E84578F3E14B}">
  <a:tblStyle styleId="{C6C1F1A1-2070-454C-A453-E84578F3E14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{C6C1F1A1-2070-454C-A453-E84578F3E14B}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{C6C1F1A1-2070-454C-A453-E84578F3E14B}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{C6C1F1A1-2070-454C-A453-E84578F3E14B}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