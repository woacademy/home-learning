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A9609-2737-4994-877F-13B2DAEE3957}">
  <a:tblStyle styleId="{133A9609-2737-4994-877F-13B2DAEE39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{133A9609-2737-4994-877F-13B2DAEE3957}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{133A9609-2737-4994-877F-13B2DAEE3957}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{133A9609-2737-4994-877F-13B2DAEE3957}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