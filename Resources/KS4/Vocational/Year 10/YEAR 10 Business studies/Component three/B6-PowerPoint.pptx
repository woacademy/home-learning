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DEF8DC-F270-4EF7-A8EA-758FCC6FB136}">
  <a:tblStyle styleId="{1CDEF8DC-F270-4EF7-A8EA-758FCC6FB1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{1CDEF8DC-F270-4EF7-A8EA-758FCC6FB136}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{1CDEF8DC-F270-4EF7-A8EA-758FCC6FB136}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{1CDEF8DC-F270-4EF7-A8EA-758FCC6FB136}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