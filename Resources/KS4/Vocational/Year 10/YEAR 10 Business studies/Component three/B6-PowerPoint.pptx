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F9810-AA95-4A9B-9988-E6EF3AB5C5FB}">
  <a:tblStyle styleId="{EBAF9810-AA95-4A9B-9988-E6EF3AB5C5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{EBAF9810-AA95-4A9B-9988-E6EF3AB5C5FB}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{EBAF9810-AA95-4A9B-9988-E6EF3AB5C5FB}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{EBAF9810-AA95-4A9B-9988-E6EF3AB5C5FB}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