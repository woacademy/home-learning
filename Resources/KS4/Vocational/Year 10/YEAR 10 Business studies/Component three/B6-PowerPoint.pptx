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0F27A0-ABB0-48A9-92B1-B9AACE924EFE}">
  <a:tblStyle styleId="{D90F27A0-ABB0-48A9-92B1-B9AACE924EF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{D90F27A0-ABB0-48A9-92B1-B9AACE924EFE}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{D90F27A0-ABB0-48A9-92B1-B9AACE924EFE}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{D90F27A0-ABB0-48A9-92B1-B9AACE924EFE}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