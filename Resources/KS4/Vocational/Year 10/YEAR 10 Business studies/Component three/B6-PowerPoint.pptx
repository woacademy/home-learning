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FF455-C82E-4641-8862-4997AEC810CD}">
  <a:tblStyle styleId="{50BFF455-C82E-4641-8862-4997AEC810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{50BFF455-C82E-4641-8862-4997AEC810CD}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{50BFF455-C82E-4641-8862-4997AEC810CD}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{50BFF455-C82E-4641-8862-4997AEC810CD}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