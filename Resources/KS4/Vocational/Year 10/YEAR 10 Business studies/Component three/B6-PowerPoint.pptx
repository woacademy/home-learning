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51B436-B107-4B96-BE6C-A554B424CEB8}">
  <a:tblStyle styleId="{9951B436-B107-4B96-BE6C-A554B424CEB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{9951B436-B107-4B96-BE6C-A554B424CEB8}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{9951B436-B107-4B96-BE6C-A554B424CEB8}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{9951B436-B107-4B96-BE6C-A554B424CEB8}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