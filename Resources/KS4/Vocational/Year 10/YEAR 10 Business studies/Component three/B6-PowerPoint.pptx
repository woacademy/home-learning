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923A55-FC58-4E11-8739-171B25F90D56}">
  <a:tblStyle styleId="{52923A55-FC58-4E11-8739-171B25F90D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{52923A55-FC58-4E11-8739-171B25F90D56}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{52923A55-FC58-4E11-8739-171B25F90D56}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{52923A55-FC58-4E11-8739-171B25F90D56}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