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CCB8B1-DD3A-4B86-ACDB-FE57E3E1040F}">
  <a:tblStyle styleId="{8FCCB8B1-DD3A-4B86-ACDB-FE57E3E1040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{8FCCB8B1-DD3A-4B86-ACDB-FE57E3E1040F}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{8FCCB8B1-DD3A-4B86-ACDB-FE57E3E1040F}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{8FCCB8B1-DD3A-4B86-ACDB-FE57E3E1040F}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