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E089C4-28E8-4F82-A963-15B99B172537}">
  <a:tblStyle styleId="{A7E089C4-28E8-4F82-A963-15B99B1725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{A7E089C4-28E8-4F82-A963-15B99B172537}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{A7E089C4-28E8-4F82-A963-15B99B172537}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{A7E089C4-28E8-4F82-A963-15B99B172537}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