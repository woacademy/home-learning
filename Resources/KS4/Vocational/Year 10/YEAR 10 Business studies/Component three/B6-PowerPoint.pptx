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6B7D89-1DE2-4527-B30B-859C5D4928BF}">
  <a:tblStyle styleId="{D16B7D89-1DE2-4527-B30B-859C5D4928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{D16B7D89-1DE2-4527-B30B-859C5D4928BF}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{D16B7D89-1DE2-4527-B30B-859C5D4928BF}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{D16B7D89-1DE2-4527-B30B-859C5D4928BF}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