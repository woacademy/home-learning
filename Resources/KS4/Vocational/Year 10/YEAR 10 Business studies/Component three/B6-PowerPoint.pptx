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24B7C-76A3-4670-AEF2-ABAA5FD5F84C}">
  <a:tblStyle styleId="{EFF24B7C-76A3-4670-AEF2-ABAA5FD5F84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{EFF24B7C-76A3-4670-AEF2-ABAA5FD5F84C}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{EFF24B7C-76A3-4670-AEF2-ABAA5FD5F84C}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{EFF24B7C-76A3-4670-AEF2-ABAA5FD5F84C}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