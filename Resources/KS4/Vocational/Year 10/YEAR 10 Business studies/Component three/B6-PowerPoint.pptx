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5D9057-D6FB-4DD5-B827-DDAAFF3993EE}">
  <a:tblStyle styleId="{A45D9057-D6FB-4DD5-B827-DDAAFF3993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{A45D9057-D6FB-4DD5-B827-DDAAFF3993EE}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{A45D9057-D6FB-4DD5-B827-DDAAFF3993EE}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{A45D9057-D6FB-4DD5-B827-DDAAFF3993EE}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