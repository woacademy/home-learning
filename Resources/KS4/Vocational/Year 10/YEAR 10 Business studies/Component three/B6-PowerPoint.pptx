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20F0AC-DB3D-466C-803C-C05BD3CD8D24}">
  <a:tblStyle styleId="{5B20F0AC-DB3D-466C-803C-C05BD3CD8D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{5B20F0AC-DB3D-466C-803C-C05BD3CD8D24}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{5B20F0AC-DB3D-466C-803C-C05BD3CD8D24}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{5B20F0AC-DB3D-466C-803C-C05BD3CD8D24}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