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B75F0-45D1-4358-803C-D7BE31A021C6}">
  <a:tblStyle styleId="{242B75F0-45D1-4358-803C-D7BE31A021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{242B75F0-45D1-4358-803C-D7BE31A021C6}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{242B75F0-45D1-4358-803C-D7BE31A021C6}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{242B75F0-45D1-4358-803C-D7BE31A021C6}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