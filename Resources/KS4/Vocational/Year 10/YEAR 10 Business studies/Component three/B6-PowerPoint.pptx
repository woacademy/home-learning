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D4EDF6-4927-4204-A4FB-1F661AD6060E}">
  <a:tblStyle styleId="{29D4EDF6-4927-4204-A4FB-1F661AD6060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{29D4EDF6-4927-4204-A4FB-1F661AD6060E}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{29D4EDF6-4927-4204-A4FB-1F661AD6060E}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{29D4EDF6-4927-4204-A4FB-1F661AD6060E}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