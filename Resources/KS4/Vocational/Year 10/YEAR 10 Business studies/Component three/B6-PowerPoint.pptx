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309514-3FA7-4D6E-9835-5AD56A1F85B9}">
  <a:tblStyle styleId="{24309514-3FA7-4D6E-9835-5AD56A1F85B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{24309514-3FA7-4D6E-9835-5AD56A1F85B9}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{24309514-3FA7-4D6E-9835-5AD56A1F85B9}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{24309514-3FA7-4D6E-9835-5AD56A1F85B9}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