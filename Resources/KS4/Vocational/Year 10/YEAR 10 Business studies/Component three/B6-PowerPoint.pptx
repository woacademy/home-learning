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912D4E-31E3-4161-A4D8-E8C3885DDBDC}">
  <a:tblStyle styleId="{67912D4E-31E3-4161-A4D8-E8C3885DDB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{67912D4E-31E3-4161-A4D8-E8C3885DDBDC}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{67912D4E-31E3-4161-A4D8-E8C3885DDBDC}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{67912D4E-31E3-4161-A4D8-E8C3885DDBDC}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