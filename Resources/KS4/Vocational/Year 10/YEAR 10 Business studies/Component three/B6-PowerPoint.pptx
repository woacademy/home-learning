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B5C0A1-2B99-4F44-B253-7397C0EB1461}">
  <a:tblStyle styleId="{89B5C0A1-2B99-4F44-B253-7397C0EB146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{89B5C0A1-2B99-4F44-B253-7397C0EB1461}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{89B5C0A1-2B99-4F44-B253-7397C0EB1461}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{89B5C0A1-2B99-4F44-B253-7397C0EB1461}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