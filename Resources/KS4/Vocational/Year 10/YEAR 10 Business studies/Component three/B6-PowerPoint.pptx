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3202A-8258-4C77-AF52-D812DB92EBBD}">
  <a:tblStyle styleId="{B153202A-8258-4C77-AF52-D812DB92EB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{B153202A-8258-4C77-AF52-D812DB92EBBD}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{B153202A-8258-4C77-AF52-D812DB92EBBD}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{B153202A-8258-4C77-AF52-D812DB92EBBD}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