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4C1ED-D5BF-43EF-A67F-E57BD088F620}">
  <a:tblStyle styleId="{6D74C1ED-D5BF-43EF-A67F-E57BD088F6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{6D74C1ED-D5BF-43EF-A67F-E57BD088F620}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{6D74C1ED-D5BF-43EF-A67F-E57BD088F620}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{6D74C1ED-D5BF-43EF-A67F-E57BD088F620}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