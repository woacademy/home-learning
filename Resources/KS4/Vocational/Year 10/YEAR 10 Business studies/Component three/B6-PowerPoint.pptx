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096155-DFDA-42EC-973A-F7D655254F3B}">
  <a:tblStyle styleId="{60096155-DFDA-42EC-973A-F7D655254F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{60096155-DFDA-42EC-973A-F7D655254F3B}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{60096155-DFDA-42EC-973A-F7D655254F3B}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{60096155-DFDA-42EC-973A-F7D655254F3B}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