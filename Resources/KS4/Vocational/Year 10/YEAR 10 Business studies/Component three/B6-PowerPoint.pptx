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C4A04B-1246-4634-A7F7-79F9F26A827F}">
  <a:tblStyle styleId="{42C4A04B-1246-4634-A7F7-79F9F26A82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{42C4A04B-1246-4634-A7F7-79F9F26A827F}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{42C4A04B-1246-4634-A7F7-79F9F26A827F}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{42C4A04B-1246-4634-A7F7-79F9F26A827F}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