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56CB68-870A-481C-89E9-112B7D72422C}">
  <a:tblStyle styleId="{5856CB68-870A-481C-89E9-112B7D7242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{5856CB68-870A-481C-89E9-112B7D72422C}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{5856CB68-870A-481C-89E9-112B7D72422C}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{5856CB68-870A-481C-89E9-112B7D72422C}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