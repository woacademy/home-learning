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13BEAD-41C4-4F9D-9B3B-B0D4E1DDB483}">
  <a:tblStyle styleId="{0513BEAD-41C4-4F9D-9B3B-B0D4E1DDB48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{0513BEAD-41C4-4F9D-9B3B-B0D4E1DDB483}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{0513BEAD-41C4-4F9D-9B3B-B0D4E1DDB483}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{0513BEAD-41C4-4F9D-9B3B-B0D4E1DDB483}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