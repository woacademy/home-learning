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84A02A-3963-41FC-B573-6D3BD223E757}">
  <a:tblStyle styleId="{8684A02A-3963-41FC-B573-6D3BD223E75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{8684A02A-3963-41FC-B573-6D3BD223E757}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{8684A02A-3963-41FC-B573-6D3BD223E757}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{8684A02A-3963-41FC-B573-6D3BD223E757}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