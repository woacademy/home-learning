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3D0087-C8C4-492F-BBA6-18E04C2EA395}">
  <a:tblStyle styleId="{4A3D0087-C8C4-492F-BBA6-18E04C2EA3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{4A3D0087-C8C4-492F-BBA6-18E04C2EA395}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{4A3D0087-C8C4-492F-BBA6-18E04C2EA395}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{4A3D0087-C8C4-492F-BBA6-18E04C2EA395}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