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795C72-83D3-4670-AEFD-2EEBF5D8EF17}">
  <a:tblStyle styleId="{CC795C72-83D3-4670-AEFD-2EEBF5D8EF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{CC795C72-83D3-4670-AEFD-2EEBF5D8EF17}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{CC795C72-83D3-4670-AEFD-2EEBF5D8EF17}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{CC795C72-83D3-4670-AEFD-2EEBF5D8EF17}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