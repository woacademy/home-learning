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6EBC35-0AE1-4A1C-8425-418970459948}">
  <a:tblStyle styleId="{626EBC35-0AE1-4A1C-8425-4189704599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{626EBC35-0AE1-4A1C-8425-418970459948}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{626EBC35-0AE1-4A1C-8425-418970459948}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{626EBC35-0AE1-4A1C-8425-418970459948}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