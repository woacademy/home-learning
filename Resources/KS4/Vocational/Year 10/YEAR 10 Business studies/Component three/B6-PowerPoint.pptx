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B67296-B7A1-4E1A-93FC-77AFDFDC3EAA}">
  <a:tblStyle styleId="{EFB67296-B7A1-4E1A-93FC-77AFDFDC3EA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{EFB67296-B7A1-4E1A-93FC-77AFDFDC3EAA}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{EFB67296-B7A1-4E1A-93FC-77AFDFDC3EAA}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{EFB67296-B7A1-4E1A-93FC-77AFDFDC3EAA}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