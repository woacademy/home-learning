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983B635-5CAB-4B85-8B89-86CB43C62EBA}">
  <a:tblStyle styleId="{E983B635-5CAB-4B85-8B89-86CB43C62EB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{E983B635-5CAB-4B85-8B89-86CB43C62EBA}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{E983B635-5CAB-4B85-8B89-86CB43C62EBA}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{E983B635-5CAB-4B85-8B89-86CB43C62EBA}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