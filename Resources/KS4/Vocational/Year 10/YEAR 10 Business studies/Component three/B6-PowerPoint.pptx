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BE47FC-A43A-406E-9CA1-F0E3F051C979}">
  <a:tblStyle styleId="{7DBE47FC-A43A-406E-9CA1-F0E3F051C9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{7DBE47FC-A43A-406E-9CA1-F0E3F051C979}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{7DBE47FC-A43A-406E-9CA1-F0E3F051C979}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{7DBE47FC-A43A-406E-9CA1-F0E3F051C979}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