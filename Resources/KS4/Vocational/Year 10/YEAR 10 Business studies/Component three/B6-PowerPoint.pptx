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0C6E5-3942-4FAC-BED4-20A5D3BB50F5}">
  <a:tblStyle styleId="{AA50C6E5-3942-4FAC-BED4-20A5D3BB50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{AA50C6E5-3942-4FAC-BED4-20A5D3BB50F5}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{AA50C6E5-3942-4FAC-BED4-20A5D3BB50F5}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{AA50C6E5-3942-4FAC-BED4-20A5D3BB50F5}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