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BEB4F2-49C1-4D21-912F-CD8FD9772DB2}">
  <a:tblStyle styleId="{BEBEB4F2-49C1-4D21-912F-CD8FD9772D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{BEBEB4F2-49C1-4D21-912F-CD8FD9772DB2}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{BEBEB4F2-49C1-4D21-912F-CD8FD9772DB2}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{BEBEB4F2-49C1-4D21-912F-CD8FD9772DB2}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