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FD564B-C1E5-48B4-8D7B-E6A4235AFEB4}">
  <a:tblStyle styleId="{3DFD564B-C1E5-48B4-8D7B-E6A4235AFE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{3DFD564B-C1E5-48B4-8D7B-E6A4235AFEB4}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{3DFD564B-C1E5-48B4-8D7B-E6A4235AFEB4}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{3DFD564B-C1E5-48B4-8D7B-E6A4235AFEB4}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