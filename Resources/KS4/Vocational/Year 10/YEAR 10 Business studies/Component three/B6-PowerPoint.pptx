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83B2150-9271-4FF8-97C0-A07BE92A088E}">
  <a:tblStyle styleId="{E83B2150-9271-4FF8-97C0-A07BE92A088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{E83B2150-9271-4FF8-97C0-A07BE92A088E}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{E83B2150-9271-4FF8-97C0-A07BE92A088E}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{E83B2150-9271-4FF8-97C0-A07BE92A088E}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