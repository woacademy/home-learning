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178C74-372F-40D9-971D-4DB362729D77}">
  <a:tblStyle styleId="{C7178C74-372F-40D9-971D-4DB362729D7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{C7178C74-372F-40D9-971D-4DB362729D77}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{C7178C74-372F-40D9-971D-4DB362729D77}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{C7178C74-372F-40D9-971D-4DB362729D77}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