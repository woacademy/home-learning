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E627D1A-6469-45CF-A857-1B952D85CC0A}">
  <a:tblStyle styleId="{5E627D1A-6469-45CF-A857-1B952D85CC0A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{5E627D1A-6469-45CF-A857-1B952D85CC0A}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{5E627D1A-6469-45CF-A857-1B952D85CC0A}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{5E627D1A-6469-45CF-A857-1B952D85CC0A}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