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CF06AF-B8D4-4A00-91F2-3F9B9E4EDD6A}">
  <a:tblStyle styleId="{84CF06AF-B8D4-4A00-91F2-3F9B9E4EDD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{84CF06AF-B8D4-4A00-91F2-3F9B9E4EDD6A}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{84CF06AF-B8D4-4A00-91F2-3F9B9E4EDD6A}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{84CF06AF-B8D4-4A00-91F2-3F9B9E4EDD6A}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