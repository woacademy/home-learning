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5F2705-0605-418D-8AFA-63A0E77020FB}">
  <a:tblStyle styleId="{D35F2705-0605-418D-8AFA-63A0E77020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{D35F2705-0605-418D-8AFA-63A0E77020FB}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{D35F2705-0605-418D-8AFA-63A0E77020FB}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{D35F2705-0605-418D-8AFA-63A0E77020FB}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