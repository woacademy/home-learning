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3CCD7F-F30F-4575-A8CE-EEF694BC8906}">
  <a:tblStyle styleId="{AA3CCD7F-F30F-4575-A8CE-EEF694BC890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{AA3CCD7F-F30F-4575-A8CE-EEF694BC8906}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{AA3CCD7F-F30F-4575-A8CE-EEF694BC8906}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{AA3CCD7F-F30F-4575-A8CE-EEF694BC8906}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