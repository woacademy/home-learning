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3345FD-BC71-4B3D-9699-84206F3DF725}">
  <a:tblStyle styleId="{643345FD-BC71-4B3D-9699-84206F3DF72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{643345FD-BC71-4B3D-9699-84206F3DF725}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{643345FD-BC71-4B3D-9699-84206F3DF725}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{643345FD-BC71-4B3D-9699-84206F3DF725}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