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2F8579-C59C-4D3D-AAEF-746A92DAF0D3}">
  <a:tblStyle styleId="{572F8579-C59C-4D3D-AAEF-746A92DAF0D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{572F8579-C59C-4D3D-AAEF-746A92DAF0D3}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{572F8579-C59C-4D3D-AAEF-746A92DAF0D3}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{572F8579-C59C-4D3D-AAEF-746A92DAF0D3}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