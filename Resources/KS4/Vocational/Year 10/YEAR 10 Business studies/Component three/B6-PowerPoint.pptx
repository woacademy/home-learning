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7F8C6D-9705-4287-A51F-7B7C575BDD3B}">
  <a:tblStyle styleId="{BB7F8C6D-9705-4287-A51F-7B7C575BDD3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{BB7F8C6D-9705-4287-A51F-7B7C575BDD3B}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{BB7F8C6D-9705-4287-A51F-7B7C575BDD3B}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{BB7F8C6D-9705-4287-A51F-7B7C575BDD3B}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