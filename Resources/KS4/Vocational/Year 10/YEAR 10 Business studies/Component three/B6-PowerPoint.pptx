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2AC03C-903F-49B4-A5D9-D823A1D5FEE1}">
  <a:tblStyle styleId="{802AC03C-903F-49B4-A5D9-D823A1D5FEE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{802AC03C-903F-49B4-A5D9-D823A1D5FEE1}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{802AC03C-903F-49B4-A5D9-D823A1D5FEE1}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{802AC03C-903F-49B4-A5D9-D823A1D5FEE1}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