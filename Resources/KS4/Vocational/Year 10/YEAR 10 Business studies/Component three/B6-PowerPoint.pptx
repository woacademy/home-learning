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999657-C321-4072-890F-FEC90FF4D6A4}">
  <a:tblStyle styleId="{04999657-C321-4072-890F-FEC90FF4D6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{04999657-C321-4072-890F-FEC90FF4D6A4}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{04999657-C321-4072-890F-FEC90FF4D6A4}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{04999657-C321-4072-890F-FEC90FF4D6A4}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