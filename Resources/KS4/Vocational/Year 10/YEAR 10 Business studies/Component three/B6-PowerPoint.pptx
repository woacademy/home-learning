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79CD3-0F55-400F-9137-DD503CFAD07B}">
  <a:tblStyle styleId="{ED979CD3-0F55-400F-9137-DD503CFAD0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{ED979CD3-0F55-400F-9137-DD503CFAD07B}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{ED979CD3-0F55-400F-9137-DD503CFAD07B}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{ED979CD3-0F55-400F-9137-DD503CFAD07B}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