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4E2B06-D82B-4703-8EA0-76674BC4D396}">
  <a:tblStyle styleId="{4A4E2B06-D82B-4703-8EA0-76674BC4D39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{4A4E2B06-D82B-4703-8EA0-76674BC4D396}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{4A4E2B06-D82B-4703-8EA0-76674BC4D396}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{4A4E2B06-D82B-4703-8EA0-76674BC4D396}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