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8A2C45-1F3F-4429-A02F-C0CBB1997809}">
  <a:tblStyle styleId="{D88A2C45-1F3F-4429-A02F-C0CBB199780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{D88A2C45-1F3F-4429-A02F-C0CBB1997809}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{D88A2C45-1F3F-4429-A02F-C0CBB1997809}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{D88A2C45-1F3F-4429-A02F-C0CBB1997809}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