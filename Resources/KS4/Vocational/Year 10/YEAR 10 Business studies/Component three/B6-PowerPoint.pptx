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8D83F8-3AC4-49F8-9B47-0450C6D074A4}">
  <a:tblStyle styleId="{668D83F8-3AC4-49F8-9B47-0450C6D074A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{668D83F8-3AC4-49F8-9B47-0450C6D074A4}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{668D83F8-3AC4-49F8-9B47-0450C6D074A4}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{668D83F8-3AC4-49F8-9B47-0450C6D074A4}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