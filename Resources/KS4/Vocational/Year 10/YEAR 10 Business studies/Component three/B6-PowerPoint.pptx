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926B3B-53E4-45BF-9874-3020FDB1BC73}">
  <a:tblStyle styleId="{59926B3B-53E4-45BF-9874-3020FDB1BC7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{59926B3B-53E4-45BF-9874-3020FDB1BC73}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{59926B3B-53E4-45BF-9874-3020FDB1BC73}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{59926B3B-53E4-45BF-9874-3020FDB1BC73}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