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B22D1-4CA7-4EE2-9BED-983AE1D5502C}">
  <a:tblStyle styleId="{EE6B22D1-4CA7-4EE2-9BED-983AE1D550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{EE6B22D1-4CA7-4EE2-9BED-983AE1D5502C}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{EE6B22D1-4CA7-4EE2-9BED-983AE1D5502C}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{EE6B22D1-4CA7-4EE2-9BED-983AE1D5502C}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