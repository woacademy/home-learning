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EA775E-E203-4496-B9C1-6BDF15719ADD}">
  <a:tblStyle styleId="{C9EA775E-E203-4496-B9C1-6BDF15719A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{C9EA775E-E203-4496-B9C1-6BDF15719ADD}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{C9EA775E-E203-4496-B9C1-6BDF15719ADD}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{C9EA775E-E203-4496-B9C1-6BDF15719ADD}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