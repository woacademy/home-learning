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DBC9BB-067A-4828-AA79-D3932EEB06BF}">
  <a:tblStyle styleId="{74DBC9BB-067A-4828-AA79-D3932EEB06B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{74DBC9BB-067A-4828-AA79-D3932EEB06BF}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{74DBC9BB-067A-4828-AA79-D3932EEB06BF}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{74DBC9BB-067A-4828-AA79-D3932EEB06BF}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