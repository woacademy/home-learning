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77CF0-84B8-4FA7-8E83-8EE5463DA9E5}">
  <a:tblStyle styleId="{34A77CF0-84B8-4FA7-8E83-8EE5463DA9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{34A77CF0-84B8-4FA7-8E83-8EE5463DA9E5}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{34A77CF0-84B8-4FA7-8E83-8EE5463DA9E5}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{34A77CF0-84B8-4FA7-8E83-8EE5463DA9E5}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