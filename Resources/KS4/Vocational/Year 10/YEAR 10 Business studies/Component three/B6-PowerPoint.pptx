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E752297-52F4-4A26-BFB8-88A31B9D8BC1}">
  <a:tblStyle styleId="{1E752297-52F4-4A26-BFB8-88A31B9D8BC1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{1E752297-52F4-4A26-BFB8-88A31B9D8BC1}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{1E752297-52F4-4A26-BFB8-88A31B9D8BC1}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{1E752297-52F4-4A26-BFB8-88A31B9D8BC1}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