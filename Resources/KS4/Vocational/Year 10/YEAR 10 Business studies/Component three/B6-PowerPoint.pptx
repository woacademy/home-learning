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88D82F-CBC0-4233-BDEC-24F373437417}">
  <a:tblStyle styleId="{2888D82F-CBC0-4233-BDEC-24F37343741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{2888D82F-CBC0-4233-BDEC-24F373437417}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{2888D82F-CBC0-4233-BDEC-24F373437417}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{2888D82F-CBC0-4233-BDEC-24F373437417}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