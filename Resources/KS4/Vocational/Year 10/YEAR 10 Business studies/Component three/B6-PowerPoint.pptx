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103DB9-E5DB-4956-9F10-B943DA623460}">
  <a:tblStyle styleId="{EC103DB9-E5DB-4956-9F10-B943DA62346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{EC103DB9-E5DB-4956-9F10-B943DA623460}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{EC103DB9-E5DB-4956-9F10-B943DA623460}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{EC103DB9-E5DB-4956-9F10-B943DA623460}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