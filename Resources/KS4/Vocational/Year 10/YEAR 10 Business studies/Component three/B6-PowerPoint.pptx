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0CBBB-6B7C-4CD9-8438-21291CFC19CA}">
  <a:tblStyle styleId="{AF20CBBB-6B7C-4CD9-8438-21291CFC19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{AF20CBBB-6B7C-4CD9-8438-21291CFC19CA}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{AF20CBBB-6B7C-4CD9-8438-21291CFC19CA}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{AF20CBBB-6B7C-4CD9-8438-21291CFC19CA}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