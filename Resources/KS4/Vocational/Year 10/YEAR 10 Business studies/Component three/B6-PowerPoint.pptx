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9C856A-ED12-475E-BDEC-0A3520BBBBC6}">
  <a:tblStyle styleId="{9F9C856A-ED12-475E-BDEC-0A3520BBBB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{9F9C856A-ED12-475E-BDEC-0A3520BBBBC6}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{9F9C856A-ED12-475E-BDEC-0A3520BBBBC6}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{9F9C856A-ED12-475E-BDEC-0A3520BBBBC6}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