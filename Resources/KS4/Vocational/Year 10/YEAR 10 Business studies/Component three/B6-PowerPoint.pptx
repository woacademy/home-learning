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AD10A1-80E6-4B6B-AD93-075FA7ADBABE}">
  <a:tblStyle styleId="{E6AD10A1-80E6-4B6B-AD93-075FA7ADBA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{E6AD10A1-80E6-4B6B-AD93-075FA7ADBABE}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{E6AD10A1-80E6-4B6B-AD93-075FA7ADBABE}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{E6AD10A1-80E6-4B6B-AD93-075FA7ADBABE}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