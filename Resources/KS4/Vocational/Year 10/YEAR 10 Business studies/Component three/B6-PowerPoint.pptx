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BC63AB-1F07-48D7-80C9-0C6E6F956B3A}">
  <a:tblStyle styleId="{BBBC63AB-1F07-48D7-80C9-0C6E6F956B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{BBBC63AB-1F07-48D7-80C9-0C6E6F956B3A}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{BBBC63AB-1F07-48D7-80C9-0C6E6F956B3A}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{BBBC63AB-1F07-48D7-80C9-0C6E6F956B3A}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