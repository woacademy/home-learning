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B39EEA-4CAF-4D4D-AD32-453E067FD839}">
  <a:tblStyle styleId="{EAB39EEA-4CAF-4D4D-AD32-453E067FD8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{EAB39EEA-4CAF-4D4D-AD32-453E067FD839}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{EAB39EEA-4CAF-4D4D-AD32-453E067FD839}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{EAB39EEA-4CAF-4D4D-AD32-453E067FD839}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