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A2F8D5-C1A0-4302-B0CC-28C5FCE34058}">
  <a:tblStyle styleId="{5DA2F8D5-C1A0-4302-B0CC-28C5FCE340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{5DA2F8D5-C1A0-4302-B0CC-28C5FCE34058}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{5DA2F8D5-C1A0-4302-B0CC-28C5FCE34058}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{5DA2F8D5-C1A0-4302-B0CC-28C5FCE34058}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