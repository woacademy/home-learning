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343D4A-25AD-415A-BCF2-3ED5D8D78927}">
  <a:tblStyle styleId="{E6343D4A-25AD-415A-BCF2-3ED5D8D7892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{E6343D4A-25AD-415A-BCF2-3ED5D8D78927}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{E6343D4A-25AD-415A-BCF2-3ED5D8D78927}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{E6343D4A-25AD-415A-BCF2-3ED5D8D78927}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