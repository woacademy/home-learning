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FFD91B2-7C71-402A-86ED-5065E343C796}">
  <a:tblStyle styleId="{DFFD91B2-7C71-402A-86ED-5065E343C796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{DFFD91B2-7C71-402A-86ED-5065E343C796}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{DFFD91B2-7C71-402A-86ED-5065E343C796}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{DFFD91B2-7C71-402A-86ED-5065E343C796}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