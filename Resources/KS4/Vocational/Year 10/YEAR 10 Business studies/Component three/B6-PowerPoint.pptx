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AC46BB-15F2-4464-8820-B89C94104296}">
  <a:tblStyle styleId="{22AC46BB-15F2-4464-8820-B89C941042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{22AC46BB-15F2-4464-8820-B89C94104296}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{22AC46BB-15F2-4464-8820-B89C94104296}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{22AC46BB-15F2-4464-8820-B89C94104296}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