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DFB77F-A7F8-47DA-84F6-17C2AB90CAF9}">
  <a:tblStyle styleId="{E8DFB77F-A7F8-47DA-84F6-17C2AB90CA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{E8DFB77F-A7F8-47DA-84F6-17C2AB90CAF9}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{E8DFB77F-A7F8-47DA-84F6-17C2AB90CAF9}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{E8DFB77F-A7F8-47DA-84F6-17C2AB90CAF9}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