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1D7CD-3CAD-4C86-9065-9B709207A2F2}">
  <a:tblStyle styleId="{1211D7CD-3CAD-4C86-9065-9B709207A2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{1211D7CD-3CAD-4C86-9065-9B709207A2F2}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{1211D7CD-3CAD-4C86-9065-9B709207A2F2}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{1211D7CD-3CAD-4C86-9065-9B709207A2F2}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