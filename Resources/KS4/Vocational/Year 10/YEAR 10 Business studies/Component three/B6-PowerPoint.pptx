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23660D-960A-47C0-8C66-D880B4DAC707}">
  <a:tblStyle styleId="{B123660D-960A-47C0-8C66-D880B4DAC7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{B123660D-960A-47C0-8C66-D880B4DAC707}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{B123660D-960A-47C0-8C66-D880B4DAC707}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{B123660D-960A-47C0-8C66-D880B4DAC707}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