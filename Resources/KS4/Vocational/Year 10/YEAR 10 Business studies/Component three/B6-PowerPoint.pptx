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E202F9-C590-44A3-80E8-CD739FC074C0}">
  <a:tblStyle styleId="{BAE202F9-C590-44A3-80E8-CD739FC074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{BAE202F9-C590-44A3-80E8-CD739FC074C0}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{BAE202F9-C590-44A3-80E8-CD739FC074C0}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{BAE202F9-C590-44A3-80E8-CD739FC074C0}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