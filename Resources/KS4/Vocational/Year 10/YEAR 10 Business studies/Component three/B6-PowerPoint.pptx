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82A548-CBA1-4A64-A85A-02855C16CA26}">
  <a:tblStyle styleId="{5D82A548-CBA1-4A64-A85A-02855C16CA2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{5D82A548-CBA1-4A64-A85A-02855C16CA26}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{5D82A548-CBA1-4A64-A85A-02855C16CA26}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{5D82A548-CBA1-4A64-A85A-02855C16CA26}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