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C71E24-A350-45F8-AA04-34D5BE8F0B10}">
  <a:tblStyle styleId="{D2C71E24-A350-45F8-AA04-34D5BE8F0B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{D2C71E24-A350-45F8-AA04-34D5BE8F0B10}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{D2C71E24-A350-45F8-AA04-34D5BE8F0B10}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{D2C71E24-A350-45F8-AA04-34D5BE8F0B10}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