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48A389-A57D-47E5-ABF0-6F412D0F126B}">
  <a:tblStyle styleId="{A048A389-A57D-47E5-ABF0-6F412D0F12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{A048A389-A57D-47E5-ABF0-6F412D0F126B}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{A048A389-A57D-47E5-ABF0-6F412D0F126B}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{A048A389-A57D-47E5-ABF0-6F412D0F126B}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