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EABC39-5C1F-4B02-A572-9495F4439E78}">
  <a:tblStyle styleId="{3EEABC39-5C1F-4B02-A572-9495F4439E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{3EEABC39-5C1F-4B02-A572-9495F4439E78}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{3EEABC39-5C1F-4B02-A572-9495F4439E78}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{3EEABC39-5C1F-4B02-A572-9495F4439E78}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