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FC2F1B-3324-43E7-9A15-E5CFB05EEA8B}">
  <a:tblStyle styleId="{97FC2F1B-3324-43E7-9A15-E5CFB05EEA8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{97FC2F1B-3324-43E7-9A15-E5CFB05EEA8B}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{97FC2F1B-3324-43E7-9A15-E5CFB05EEA8B}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{97FC2F1B-3324-43E7-9A15-E5CFB05EEA8B}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