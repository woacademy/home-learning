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79B8F9-BC27-4738-ADF2-6BCBACA8BE29}">
  <a:tblStyle styleId="{3079B8F9-BC27-4738-ADF2-6BCBACA8BE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{3079B8F9-BC27-4738-ADF2-6BCBACA8BE29}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{3079B8F9-BC27-4738-ADF2-6BCBACA8BE29}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{3079B8F9-BC27-4738-ADF2-6BCBACA8BE29}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