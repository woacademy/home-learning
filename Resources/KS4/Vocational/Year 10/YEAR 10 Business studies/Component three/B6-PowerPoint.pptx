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984F63-4116-4645-866E-5B7006E18DAB}">
  <a:tblStyle styleId="{8E984F63-4116-4645-866E-5B7006E18D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{8E984F63-4116-4645-866E-5B7006E18DAB}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{8E984F63-4116-4645-866E-5B7006E18DAB}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{8E984F63-4116-4645-866E-5B7006E18DAB}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