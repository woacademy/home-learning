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1EEBBE-C3F2-43E4-8F30-E39F3A50D683}">
  <a:tblStyle styleId="{8F1EEBBE-C3F2-43E4-8F30-E39F3A50D6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{8F1EEBBE-C3F2-43E4-8F30-E39F3A50D683}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{8F1EEBBE-C3F2-43E4-8F30-E39F3A50D683}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{8F1EEBBE-C3F2-43E4-8F30-E39F3A50D683}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