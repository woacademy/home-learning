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18D98E-D18B-4374-A2D7-0B3AAB393443}">
  <a:tblStyle styleId="{4C18D98E-D18B-4374-A2D7-0B3AAB39344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{4C18D98E-D18B-4374-A2D7-0B3AAB393443}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{4C18D98E-D18B-4374-A2D7-0B3AAB393443}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{4C18D98E-D18B-4374-A2D7-0B3AAB393443}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