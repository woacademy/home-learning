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2214F3-D1B0-4EE8-B78C-EFF099F69E31}">
  <a:tblStyle styleId="{9F2214F3-D1B0-4EE8-B78C-EFF099F69E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{9F2214F3-D1B0-4EE8-B78C-EFF099F69E31}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{9F2214F3-D1B0-4EE8-B78C-EFF099F69E31}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{9F2214F3-D1B0-4EE8-B78C-EFF099F69E31}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