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A80AF9-0631-46B0-976B-42C1D56D25F8}">
  <a:tblStyle styleId="{9BA80AF9-0631-46B0-976B-42C1D56D25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{9BA80AF9-0631-46B0-976B-42C1D56D25F8}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{9BA80AF9-0631-46B0-976B-42C1D56D25F8}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{9BA80AF9-0631-46B0-976B-42C1D56D25F8}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