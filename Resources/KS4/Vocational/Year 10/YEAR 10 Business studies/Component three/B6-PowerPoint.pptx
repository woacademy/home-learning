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D7C309-0C24-4EDC-8AB4-F08235016CDA}">
  <a:tblStyle styleId="{BDD7C309-0C24-4EDC-8AB4-F08235016CD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{BDD7C309-0C24-4EDC-8AB4-F08235016CDA}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{BDD7C309-0C24-4EDC-8AB4-F08235016CDA}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{BDD7C309-0C24-4EDC-8AB4-F08235016CDA}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