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8ABBE0-33A1-4DE8-A77F-9A144ECAB643}">
  <a:tblStyle styleId="{538ABBE0-33A1-4DE8-A77F-9A144ECAB64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{538ABBE0-33A1-4DE8-A77F-9A144ECAB643}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{538ABBE0-33A1-4DE8-A77F-9A144ECAB643}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{538ABBE0-33A1-4DE8-A77F-9A144ECAB643}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