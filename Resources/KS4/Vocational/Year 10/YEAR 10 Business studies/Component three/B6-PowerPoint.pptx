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32A824-D5C5-4722-AEDF-8812D8014D58}">
  <a:tblStyle styleId="{B532A824-D5C5-4722-AEDF-8812D8014D5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{B532A824-D5C5-4722-AEDF-8812D8014D58}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{B532A824-D5C5-4722-AEDF-8812D8014D58}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{B532A824-D5C5-4722-AEDF-8812D8014D58}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