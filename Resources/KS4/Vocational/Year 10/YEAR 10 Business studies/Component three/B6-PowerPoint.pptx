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E9BFBAF-13B7-459F-A139-2D90CFD59770}">
  <a:tblStyle styleId="{9E9BFBAF-13B7-459F-A139-2D90CFD59770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{9E9BFBAF-13B7-459F-A139-2D90CFD59770}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{9E9BFBAF-13B7-459F-A139-2D90CFD59770}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{9E9BFBAF-13B7-459F-A139-2D90CFD59770}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