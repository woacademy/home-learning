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856BA4-A32A-4D66-B58B-A16FF0CB9050}">
  <a:tblStyle styleId="{05856BA4-A32A-4D66-B58B-A16FF0CB905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{05856BA4-A32A-4D66-B58B-A16FF0CB9050}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{05856BA4-A32A-4D66-B58B-A16FF0CB9050}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{05856BA4-A32A-4D66-B58B-A16FF0CB9050}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