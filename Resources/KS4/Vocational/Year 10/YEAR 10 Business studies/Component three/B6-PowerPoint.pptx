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E5F6A-D4F8-47B2-8DD3-533E53418946}">
  <a:tblStyle styleId="{8AFE5F6A-D4F8-47B2-8DD3-533E534189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{8AFE5F6A-D4F8-47B2-8DD3-533E53418946}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{8AFE5F6A-D4F8-47B2-8DD3-533E53418946}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{8AFE5F6A-D4F8-47B2-8DD3-533E53418946}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