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D2AA05-BD4C-4E7A-AD43-EB3ED980D665}">
  <a:tblStyle styleId="{A6D2AA05-BD4C-4E7A-AD43-EB3ED980D66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{A6D2AA05-BD4C-4E7A-AD43-EB3ED980D665}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{A6D2AA05-BD4C-4E7A-AD43-EB3ED980D665}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{A6D2AA05-BD4C-4E7A-AD43-EB3ED980D665}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