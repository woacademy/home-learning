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2A56AA-ACF4-48B3-9499-C3575BCB340B}">
  <a:tblStyle styleId="{CA2A56AA-ACF4-48B3-9499-C3575BCB340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{CA2A56AA-ACF4-48B3-9499-C3575BCB340B}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{CA2A56AA-ACF4-48B3-9499-C3575BCB340B}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{CA2A56AA-ACF4-48B3-9499-C3575BCB340B}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