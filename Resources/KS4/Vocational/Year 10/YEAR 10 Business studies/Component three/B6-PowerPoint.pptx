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219AB5-B6E0-4723-8A57-0F65580247A4}">
  <a:tblStyle styleId="{72219AB5-B6E0-4723-8A57-0F65580247A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{72219AB5-B6E0-4723-8A57-0F65580247A4}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{72219AB5-B6E0-4723-8A57-0F65580247A4}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{72219AB5-B6E0-4723-8A57-0F65580247A4}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