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93E62-1964-4839-8EC1-2489DB551044}">
  <a:tblStyle styleId="{AAA93E62-1964-4839-8EC1-2489DB5510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{AAA93E62-1964-4839-8EC1-2489DB551044}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{AAA93E62-1964-4839-8EC1-2489DB551044}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{AAA93E62-1964-4839-8EC1-2489DB551044}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