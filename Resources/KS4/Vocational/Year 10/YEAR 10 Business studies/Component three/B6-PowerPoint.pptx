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95181C-2DC4-427E-BB5F-92BFACE27E2D}">
  <a:tblStyle styleId="{9995181C-2DC4-427E-BB5F-92BFACE27E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{9995181C-2DC4-427E-BB5F-92BFACE27E2D}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{9995181C-2DC4-427E-BB5F-92BFACE27E2D}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{9995181C-2DC4-427E-BB5F-92BFACE27E2D}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