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57FE65-9905-422E-A318-A886696800E6}">
  <a:tblStyle styleId="{0157FE65-9905-422E-A318-A886696800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{0157FE65-9905-422E-A318-A886696800E6}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{0157FE65-9905-422E-A318-A886696800E6}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{0157FE65-9905-422E-A318-A886696800E6}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