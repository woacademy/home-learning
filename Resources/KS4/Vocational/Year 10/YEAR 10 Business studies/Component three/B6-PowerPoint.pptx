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6243EF-58A0-4DD9-A3C5-E60873E9044E}">
  <a:tblStyle styleId="{9F6243EF-58A0-4DD9-A3C5-E60873E9044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{9F6243EF-58A0-4DD9-A3C5-E60873E9044E}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{9F6243EF-58A0-4DD9-A3C5-E60873E9044E}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{9F6243EF-58A0-4DD9-A3C5-E60873E9044E}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