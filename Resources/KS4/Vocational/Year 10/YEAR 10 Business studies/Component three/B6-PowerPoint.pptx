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948204-5E89-4A2D-A30F-9EFF538CF17F}">
  <a:tblStyle styleId="{CF948204-5E89-4A2D-A30F-9EFF538CF17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{CF948204-5E89-4A2D-A30F-9EFF538CF17F}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{CF948204-5E89-4A2D-A30F-9EFF538CF17F}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{CF948204-5E89-4A2D-A30F-9EFF538CF17F}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