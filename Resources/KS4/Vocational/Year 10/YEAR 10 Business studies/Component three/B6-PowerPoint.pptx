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C00B7D-AC46-4D3E-936D-8E14DDD74AF8}">
  <a:tblStyle styleId="{E2C00B7D-AC46-4D3E-936D-8E14DDD74A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{E2C00B7D-AC46-4D3E-936D-8E14DDD74AF8}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{E2C00B7D-AC46-4D3E-936D-8E14DDD74AF8}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{E2C00B7D-AC46-4D3E-936D-8E14DDD74AF8}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