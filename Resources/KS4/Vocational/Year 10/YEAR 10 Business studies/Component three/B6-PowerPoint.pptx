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D2949A-A5FD-49AE-AE26-69677C894719}">
  <a:tblStyle styleId="{31D2949A-A5FD-49AE-AE26-69677C89471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{31D2949A-A5FD-49AE-AE26-69677C894719}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{31D2949A-A5FD-49AE-AE26-69677C894719}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{31D2949A-A5FD-49AE-AE26-69677C894719}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