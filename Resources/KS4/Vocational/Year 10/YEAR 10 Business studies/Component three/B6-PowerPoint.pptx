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6C4A46-90F1-4F21-A945-9570E6F03620}">
  <a:tblStyle styleId="{7D6C4A46-90F1-4F21-A945-9570E6F036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{7D6C4A46-90F1-4F21-A945-9570E6F03620}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{7D6C4A46-90F1-4F21-A945-9570E6F03620}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{7D6C4A46-90F1-4F21-A945-9570E6F03620}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