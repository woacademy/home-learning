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3C3B5EE-562E-4129-8199-2EA7AAE430A4}">
  <a:tblStyle styleId="{43C3B5EE-562E-4129-8199-2EA7AAE430A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{43C3B5EE-562E-4129-8199-2EA7AAE430A4}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{43C3B5EE-562E-4129-8199-2EA7AAE430A4}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{43C3B5EE-562E-4129-8199-2EA7AAE430A4}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