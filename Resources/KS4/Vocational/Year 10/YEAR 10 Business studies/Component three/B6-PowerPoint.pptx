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6D9A8A-93EF-4155-BC3A-A262D7E38635}">
  <a:tblStyle styleId="{DD6D9A8A-93EF-4155-BC3A-A262D7E3863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{DD6D9A8A-93EF-4155-BC3A-A262D7E38635}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{DD6D9A8A-93EF-4155-BC3A-A262D7E38635}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{DD6D9A8A-93EF-4155-BC3A-A262D7E38635}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