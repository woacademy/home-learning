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FD8514-AD76-433F-B9DA-7AC19FBC6A37}">
  <a:tblStyle styleId="{FBFD8514-AD76-433F-B9DA-7AC19FBC6A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{FBFD8514-AD76-433F-B9DA-7AC19FBC6A37}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{FBFD8514-AD76-433F-B9DA-7AC19FBC6A37}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{FBFD8514-AD76-433F-B9DA-7AC19FBC6A37}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