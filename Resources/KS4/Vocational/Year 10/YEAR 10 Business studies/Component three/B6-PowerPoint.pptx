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1D2F35-8371-4F3B-A2E0-990424C1D5A2}">
  <a:tblStyle styleId="{4D1D2F35-8371-4F3B-A2E0-990424C1D5A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{4D1D2F35-8371-4F3B-A2E0-990424C1D5A2}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{4D1D2F35-8371-4F3B-A2E0-990424C1D5A2}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{4D1D2F35-8371-4F3B-A2E0-990424C1D5A2}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