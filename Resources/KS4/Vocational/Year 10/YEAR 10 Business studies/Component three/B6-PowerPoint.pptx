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EBFF1F-17B8-4B6F-AFA6-D1E833E14593}">
  <a:tblStyle styleId="{1AEBFF1F-17B8-4B6F-AFA6-D1E833E145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{1AEBFF1F-17B8-4B6F-AFA6-D1E833E14593}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{1AEBFF1F-17B8-4B6F-AFA6-D1E833E14593}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{1AEBFF1F-17B8-4B6F-AFA6-D1E833E14593}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