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CDD108-5B49-4676-9F27-838DF8FBDA8E}">
  <a:tblStyle styleId="{C1CDD108-5B49-4676-9F27-838DF8FBDA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{C1CDD108-5B49-4676-9F27-838DF8FBDA8E}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{C1CDD108-5B49-4676-9F27-838DF8FBDA8E}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{C1CDD108-5B49-4676-9F27-838DF8FBDA8E}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