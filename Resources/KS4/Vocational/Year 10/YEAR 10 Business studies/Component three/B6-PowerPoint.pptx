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0C01595-FE62-4035-9D43-B67B42ED9952}">
  <a:tblStyle styleId="{10C01595-FE62-4035-9D43-B67B42ED99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{10C01595-FE62-4035-9D43-B67B42ED9952}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{10C01595-FE62-4035-9D43-B67B42ED9952}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{10C01595-FE62-4035-9D43-B67B42ED9952}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