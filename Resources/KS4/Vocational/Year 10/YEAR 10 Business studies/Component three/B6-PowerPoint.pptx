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A69060-6062-42A8-AF7A-2A23B24935B0}">
  <a:tblStyle styleId="{EFA69060-6062-42A8-AF7A-2A23B24935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{EFA69060-6062-42A8-AF7A-2A23B24935B0}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{EFA69060-6062-42A8-AF7A-2A23B24935B0}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{EFA69060-6062-42A8-AF7A-2A23B24935B0}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