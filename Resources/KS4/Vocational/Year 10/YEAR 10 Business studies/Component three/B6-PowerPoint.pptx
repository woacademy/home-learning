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05B72AA-FB2B-4C80-B9EB-3952E0A315D6}">
  <a:tblStyle styleId="{005B72AA-FB2B-4C80-B9EB-3952E0A315D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{005B72AA-FB2B-4C80-B9EB-3952E0A315D6}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{005B72AA-FB2B-4C80-B9EB-3952E0A315D6}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{005B72AA-FB2B-4C80-B9EB-3952E0A315D6}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