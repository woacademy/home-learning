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7D97D1-3566-42DB-89C9-3F796EC254BB}">
  <a:tblStyle styleId="{7B7D97D1-3566-42DB-89C9-3F796EC254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{7B7D97D1-3566-42DB-89C9-3F796EC254BB}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{7B7D97D1-3566-42DB-89C9-3F796EC254BB}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{7B7D97D1-3566-42DB-89C9-3F796EC254BB}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