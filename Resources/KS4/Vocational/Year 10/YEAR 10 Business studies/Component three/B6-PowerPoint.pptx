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138EA2-E6E2-4ABB-AACD-1CAF9EB5AEC8}">
  <a:tblStyle styleId="{77138EA2-E6E2-4ABB-AACD-1CAF9EB5AE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{77138EA2-E6E2-4ABB-AACD-1CAF9EB5AEC8}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{77138EA2-E6E2-4ABB-AACD-1CAF9EB5AEC8}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{77138EA2-E6E2-4ABB-AACD-1CAF9EB5AEC8}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