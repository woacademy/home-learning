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6287D6B-3C40-4A4C-8D26-C13AF834E070}">
  <a:tblStyle styleId="{C6287D6B-3C40-4A4C-8D26-C13AF834E07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{C6287D6B-3C40-4A4C-8D26-C13AF834E070}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{C6287D6B-3C40-4A4C-8D26-C13AF834E070}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{C6287D6B-3C40-4A4C-8D26-C13AF834E070}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