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A77C66-2235-4925-9413-E1CC25C4A3A6}">
  <a:tblStyle styleId="{F5A77C66-2235-4925-9413-E1CC25C4A3A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{F5A77C66-2235-4925-9413-E1CC25C4A3A6}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{F5A77C66-2235-4925-9413-E1CC25C4A3A6}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{F5A77C66-2235-4925-9413-E1CC25C4A3A6}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