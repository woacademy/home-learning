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6A43F8-CAC8-4DDD-A632-4DE0EA020650}">
  <a:tblStyle styleId="{3B6A43F8-CAC8-4DDD-A632-4DE0EA0206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{3B6A43F8-CAC8-4DDD-A632-4DE0EA020650}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{3B6A43F8-CAC8-4DDD-A632-4DE0EA020650}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{3B6A43F8-CAC8-4DDD-A632-4DE0EA020650}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