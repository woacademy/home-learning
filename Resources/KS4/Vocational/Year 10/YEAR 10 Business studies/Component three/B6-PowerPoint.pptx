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2661BC-6532-4015-9AA7-A5CA391C2B08}">
  <a:tblStyle styleId="{8C2661BC-6532-4015-9AA7-A5CA391C2B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{8C2661BC-6532-4015-9AA7-A5CA391C2B08}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{8C2661BC-6532-4015-9AA7-A5CA391C2B08}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{8C2661BC-6532-4015-9AA7-A5CA391C2B08}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