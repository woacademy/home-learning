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17664E-9138-4132-A0C1-A07E427A95E5}">
  <a:tblStyle styleId="{0B17664E-9138-4132-A0C1-A07E427A95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{0B17664E-9138-4132-A0C1-A07E427A95E5}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{0B17664E-9138-4132-A0C1-A07E427A95E5}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{0B17664E-9138-4132-A0C1-A07E427A95E5}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