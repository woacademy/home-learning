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43F638-7DC8-4CBE-A55B-AC168C2B5370}">
  <a:tblStyle styleId="{C443F638-7DC8-4CBE-A55B-AC168C2B537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{C443F638-7DC8-4CBE-A55B-AC168C2B5370}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{C443F638-7DC8-4CBE-A55B-AC168C2B5370}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{C443F638-7DC8-4CBE-A55B-AC168C2B5370}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