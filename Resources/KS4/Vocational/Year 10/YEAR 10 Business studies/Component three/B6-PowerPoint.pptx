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26AB8-75F8-4AD0-8976-006C04456271}">
  <a:tblStyle styleId="{63826AB8-75F8-4AD0-8976-006C044562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{63826AB8-75F8-4AD0-8976-006C04456271}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{63826AB8-75F8-4AD0-8976-006C04456271}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{63826AB8-75F8-4AD0-8976-006C04456271}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