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4308AF-1F1B-47D6-8DBE-04F1F3317FAF}">
  <a:tblStyle styleId="{564308AF-1F1B-47D6-8DBE-04F1F3317F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{564308AF-1F1B-47D6-8DBE-04F1F3317FAF}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{564308AF-1F1B-47D6-8DBE-04F1F3317FAF}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{564308AF-1F1B-47D6-8DBE-04F1F3317FAF}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