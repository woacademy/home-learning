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BFCD71-6738-42E8-9DEF-8367C8461830}">
  <a:tblStyle styleId="{5BBFCD71-6738-42E8-9DEF-8367C846183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{5BBFCD71-6738-42E8-9DEF-8367C8461830}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{5BBFCD71-6738-42E8-9DEF-8367C8461830}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{5BBFCD71-6738-42E8-9DEF-8367C8461830}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