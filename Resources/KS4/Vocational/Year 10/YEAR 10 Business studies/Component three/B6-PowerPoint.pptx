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D85A25-2B82-4AFA-ADB7-9CA04FF4CD28}">
  <a:tblStyle styleId="{05D85A25-2B82-4AFA-ADB7-9CA04FF4CD2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{05D85A25-2B82-4AFA-ADB7-9CA04FF4CD28}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{05D85A25-2B82-4AFA-ADB7-9CA04FF4CD28}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{05D85A25-2B82-4AFA-ADB7-9CA04FF4CD28}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