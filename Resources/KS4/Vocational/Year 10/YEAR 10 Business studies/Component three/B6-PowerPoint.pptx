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82A68C-7914-4974-88AA-266280898C05}">
  <a:tblStyle styleId="{1382A68C-7914-4974-88AA-266280898C0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{1382A68C-7914-4974-88AA-266280898C05}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{1382A68C-7914-4974-88AA-266280898C05}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{1382A68C-7914-4974-88AA-266280898C05}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