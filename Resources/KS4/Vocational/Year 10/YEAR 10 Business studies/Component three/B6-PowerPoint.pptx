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F75460-31BE-41D8-87B1-891F71BE5498}">
  <a:tblStyle styleId="{C5F75460-31BE-41D8-87B1-891F71BE54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{C5F75460-31BE-41D8-87B1-891F71BE5498}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{C5F75460-31BE-41D8-87B1-891F71BE5498}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{C5F75460-31BE-41D8-87B1-891F71BE5498}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