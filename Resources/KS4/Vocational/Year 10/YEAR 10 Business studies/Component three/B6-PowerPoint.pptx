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E81776-6C28-4B40-B7C1-E9970BEC1806}">
  <a:tblStyle styleId="{1DE81776-6C28-4B40-B7C1-E9970BEC180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{1DE81776-6C28-4B40-B7C1-E9970BEC1806}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{1DE81776-6C28-4B40-B7C1-E9970BEC1806}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{1DE81776-6C28-4B40-B7C1-E9970BEC1806}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