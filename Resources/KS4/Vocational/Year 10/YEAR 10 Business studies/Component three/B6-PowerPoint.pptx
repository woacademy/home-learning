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882047-DF83-4619-B9C5-192FC2729837}">
  <a:tblStyle styleId="{36882047-DF83-4619-B9C5-192FC27298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{36882047-DF83-4619-B9C5-192FC2729837}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{36882047-DF83-4619-B9C5-192FC2729837}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{36882047-DF83-4619-B9C5-192FC2729837}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