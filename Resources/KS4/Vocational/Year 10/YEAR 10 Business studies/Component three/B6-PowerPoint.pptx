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C5DD2C-79F1-467A-9001-FBEB586D2B55}">
  <a:tblStyle styleId="{C2C5DD2C-79F1-467A-9001-FBEB586D2B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{C2C5DD2C-79F1-467A-9001-FBEB586D2B55}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{C2C5DD2C-79F1-467A-9001-FBEB586D2B55}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{C2C5DD2C-79F1-467A-9001-FBEB586D2B55}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