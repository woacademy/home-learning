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2CFC56-79C2-4D88-A4F2-6AF344180D7A}">
  <a:tblStyle styleId="{482CFC56-79C2-4D88-A4F2-6AF344180D7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{482CFC56-79C2-4D88-A4F2-6AF344180D7A}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{482CFC56-79C2-4D88-A4F2-6AF344180D7A}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{482CFC56-79C2-4D88-A4F2-6AF344180D7A}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