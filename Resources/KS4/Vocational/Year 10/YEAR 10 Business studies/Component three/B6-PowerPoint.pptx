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DB52E2-6B05-4A44-96FC-0A24C91AF347}">
  <a:tblStyle styleId="{84DB52E2-6B05-4A44-96FC-0A24C91AF3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{84DB52E2-6B05-4A44-96FC-0A24C91AF347}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{84DB52E2-6B05-4A44-96FC-0A24C91AF347}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{84DB52E2-6B05-4A44-96FC-0A24C91AF347}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