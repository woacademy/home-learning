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E56BEF-ADA5-484F-80C3-52985AE99214}">
  <a:tblStyle styleId="{FFE56BEF-ADA5-484F-80C3-52985AE992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{FFE56BEF-ADA5-484F-80C3-52985AE99214}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{FFE56BEF-ADA5-484F-80C3-52985AE99214}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{FFE56BEF-ADA5-484F-80C3-52985AE99214}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