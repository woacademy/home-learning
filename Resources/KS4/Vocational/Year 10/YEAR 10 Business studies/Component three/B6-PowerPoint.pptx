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839C50-ADBB-4798-9836-1FC5D08A768E}">
  <a:tblStyle styleId="{B4839C50-ADBB-4798-9836-1FC5D08A768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{B4839C50-ADBB-4798-9836-1FC5D08A768E}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{B4839C50-ADBB-4798-9836-1FC5D08A768E}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{B4839C50-ADBB-4798-9836-1FC5D08A768E}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