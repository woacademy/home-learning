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7B8FD6-0D87-45DE-9FAB-C6CF8FDF7E52}">
  <a:tblStyle styleId="{387B8FD6-0D87-45DE-9FAB-C6CF8FDF7E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{387B8FD6-0D87-45DE-9FAB-C6CF8FDF7E52}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{387B8FD6-0D87-45DE-9FAB-C6CF8FDF7E52}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{387B8FD6-0D87-45DE-9FAB-C6CF8FDF7E52}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