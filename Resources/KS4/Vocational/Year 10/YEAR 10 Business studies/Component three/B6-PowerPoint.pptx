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AEECDB-4907-462B-808C-35C64C005282}">
  <a:tblStyle styleId="{BFAEECDB-4907-462B-808C-35C64C00528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{BFAEECDB-4907-462B-808C-35C64C005282}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{BFAEECDB-4907-462B-808C-35C64C005282}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{BFAEECDB-4907-462B-808C-35C64C005282}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