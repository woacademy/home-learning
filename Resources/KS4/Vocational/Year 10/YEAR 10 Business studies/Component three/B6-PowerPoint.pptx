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9F4ED27-3D20-4C77-B8D6-3D903CAA9169}">
  <a:tblStyle styleId="{C9F4ED27-3D20-4C77-B8D6-3D903CAA916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{C9F4ED27-3D20-4C77-B8D6-3D903CAA9169}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{C9F4ED27-3D20-4C77-B8D6-3D903CAA9169}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{C9F4ED27-3D20-4C77-B8D6-3D903CAA9169}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