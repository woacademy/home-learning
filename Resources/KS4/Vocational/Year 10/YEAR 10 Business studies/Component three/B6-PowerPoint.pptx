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B68E6-8C8A-4C84-AD79-E0A5D00BBF4F}">
  <a:tblStyle styleId="{ACFB68E6-8C8A-4C84-AD79-E0A5D00BBF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{ACFB68E6-8C8A-4C84-AD79-E0A5D00BBF4F}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{ACFB68E6-8C8A-4C84-AD79-E0A5D00BBF4F}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{ACFB68E6-8C8A-4C84-AD79-E0A5D00BBF4F}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