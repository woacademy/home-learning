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A3DCC7-64C3-4768-927E-CBC346165898}">
  <a:tblStyle styleId="{9EA3DCC7-64C3-4768-927E-CBC34616589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{9EA3DCC7-64C3-4768-927E-CBC346165898}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{9EA3DCC7-64C3-4768-927E-CBC346165898}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{9EA3DCC7-64C3-4768-927E-CBC346165898}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