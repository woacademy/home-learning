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7E5410E-CFA2-4D2E-9EF5-DB3BCB0B8641}">
  <a:tblStyle styleId="{87E5410E-CFA2-4D2E-9EF5-DB3BCB0B864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{87E5410E-CFA2-4D2E-9EF5-DB3BCB0B8641}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{87E5410E-CFA2-4D2E-9EF5-DB3BCB0B8641}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{87E5410E-CFA2-4D2E-9EF5-DB3BCB0B8641}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