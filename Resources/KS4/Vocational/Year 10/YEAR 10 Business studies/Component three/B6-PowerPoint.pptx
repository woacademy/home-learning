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D73DA8-68F0-426A-8391-E2819850BA0C}">
  <a:tblStyle styleId="{04D73DA8-68F0-426A-8391-E2819850BA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{04D73DA8-68F0-426A-8391-E2819850BA0C}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{04D73DA8-68F0-426A-8391-E2819850BA0C}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{04D73DA8-68F0-426A-8391-E2819850BA0C}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