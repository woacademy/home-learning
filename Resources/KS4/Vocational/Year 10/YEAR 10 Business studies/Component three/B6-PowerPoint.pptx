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240ACA-7053-4893-9563-D70CA4A038CD}">
  <a:tblStyle styleId="{4A240ACA-7053-4893-9563-D70CA4A038C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{4A240ACA-7053-4893-9563-D70CA4A038CD}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{4A240ACA-7053-4893-9563-D70CA4A038CD}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{4A240ACA-7053-4893-9563-D70CA4A038CD}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