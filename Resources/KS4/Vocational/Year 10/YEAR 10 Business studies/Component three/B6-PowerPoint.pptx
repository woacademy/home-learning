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DC8939-28C3-4AF2-B50A-4603A5425BE4}">
  <a:tblStyle styleId="{D3DC8939-28C3-4AF2-B50A-4603A5425B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{D3DC8939-28C3-4AF2-B50A-4603A5425BE4}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{D3DC8939-28C3-4AF2-B50A-4603A5425BE4}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{D3DC8939-28C3-4AF2-B50A-4603A5425BE4}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