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28B564-69C5-48F8-AC21-8E34BD33B002}">
  <a:tblStyle styleId="{6728B564-69C5-48F8-AC21-8E34BD33B00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{6728B564-69C5-48F8-AC21-8E34BD33B002}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{6728B564-69C5-48F8-AC21-8E34BD33B002}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{6728B564-69C5-48F8-AC21-8E34BD33B002}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