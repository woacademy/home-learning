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DABD4C-F47F-4C02-836E-1B7F1F7D3546}">
  <a:tblStyle styleId="{F9DABD4C-F47F-4C02-836E-1B7F1F7D35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{F9DABD4C-F47F-4C02-836E-1B7F1F7D3546}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{F9DABD4C-F47F-4C02-836E-1B7F1F7D3546}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{F9DABD4C-F47F-4C02-836E-1B7F1F7D3546}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