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266EE-C7D9-4B3C-8ABB-BF21AFE45124}">
  <a:tblStyle styleId="{852266EE-C7D9-4B3C-8ABB-BF21AFE451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{852266EE-C7D9-4B3C-8ABB-BF21AFE45124}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{852266EE-C7D9-4B3C-8ABB-BF21AFE45124}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{852266EE-C7D9-4B3C-8ABB-BF21AFE45124}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