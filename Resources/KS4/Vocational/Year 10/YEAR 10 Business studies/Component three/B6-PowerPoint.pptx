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11DC07-41DD-4705-A588-F6ECB60704D9}">
  <a:tblStyle styleId="{D511DC07-41DD-4705-A588-F6ECB60704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{D511DC07-41DD-4705-A588-F6ECB60704D9}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{D511DC07-41DD-4705-A588-F6ECB60704D9}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{D511DC07-41DD-4705-A588-F6ECB60704D9}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