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8E511D-A9D6-42A0-AD7D-873BA1EBE824}">
  <a:tblStyle styleId="{528E511D-A9D6-42A0-AD7D-873BA1EBE8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{528E511D-A9D6-42A0-AD7D-873BA1EBE824}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{528E511D-A9D6-42A0-AD7D-873BA1EBE824}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{528E511D-A9D6-42A0-AD7D-873BA1EBE824}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