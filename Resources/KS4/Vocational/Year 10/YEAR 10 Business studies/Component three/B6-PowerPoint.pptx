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50C2BA-CADC-4463-AA32-DD9185F1275A}">
  <a:tblStyle styleId="{9350C2BA-CADC-4463-AA32-DD9185F1275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{9350C2BA-CADC-4463-AA32-DD9185F1275A}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{9350C2BA-CADC-4463-AA32-DD9185F1275A}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{9350C2BA-CADC-4463-AA32-DD9185F1275A}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