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2A2CE7-E7AF-4133-A4F9-6FD590943077}">
  <a:tblStyle styleId="{A62A2CE7-E7AF-4133-A4F9-6FD5909430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{A62A2CE7-E7AF-4133-A4F9-6FD590943077}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{A62A2CE7-E7AF-4133-A4F9-6FD590943077}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{A62A2CE7-E7AF-4133-A4F9-6FD590943077}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