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DBA056-4AB6-49C8-B2B7-97D6FBBD4E28}">
  <a:tblStyle styleId="{5BDBA056-4AB6-49C8-B2B7-97D6FBBD4E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{5BDBA056-4AB6-49C8-B2B7-97D6FBBD4E28}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{5BDBA056-4AB6-49C8-B2B7-97D6FBBD4E28}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{5BDBA056-4AB6-49C8-B2B7-97D6FBBD4E28}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