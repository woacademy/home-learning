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B6D271-3FE4-48DB-831E-002F13A97BD3}">
  <a:tblStyle styleId="{3BB6D271-3FE4-48DB-831E-002F13A97BD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{3BB6D271-3FE4-48DB-831E-002F13A97BD3}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{3BB6D271-3FE4-48DB-831E-002F13A97BD3}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{3BB6D271-3FE4-48DB-831E-002F13A97BD3}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