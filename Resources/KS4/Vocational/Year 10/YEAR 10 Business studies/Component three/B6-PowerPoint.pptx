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279F74-9FF7-45B3-AF55-4A2435A5DD86}">
  <a:tblStyle styleId="{A7279F74-9FF7-45B3-AF55-4A2435A5DD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{A7279F74-9FF7-45B3-AF55-4A2435A5DD86}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{A7279F74-9FF7-45B3-AF55-4A2435A5DD86}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{A7279F74-9FF7-45B3-AF55-4A2435A5DD86}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