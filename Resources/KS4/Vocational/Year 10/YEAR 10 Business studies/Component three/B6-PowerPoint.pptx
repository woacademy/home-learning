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2CA748-FA6A-4A55-8EFE-2CD875298113}">
  <a:tblStyle styleId="{EA2CA748-FA6A-4A55-8EFE-2CD8752981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{EA2CA748-FA6A-4A55-8EFE-2CD875298113}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{EA2CA748-FA6A-4A55-8EFE-2CD875298113}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{EA2CA748-FA6A-4A55-8EFE-2CD875298113}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