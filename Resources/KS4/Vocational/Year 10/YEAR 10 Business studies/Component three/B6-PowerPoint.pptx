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3A5D09-DB6B-433B-BD64-E6155E932A2C}">
  <a:tblStyle styleId="{193A5D09-DB6B-433B-BD64-E6155E932A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{193A5D09-DB6B-433B-BD64-E6155E932A2C}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{193A5D09-DB6B-433B-BD64-E6155E932A2C}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{193A5D09-DB6B-433B-BD64-E6155E932A2C}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