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A52B2F-4819-40D6-BFD2-4C12F9FEF1CB}">
  <a:tblStyle styleId="{FCA52B2F-4819-40D6-BFD2-4C12F9FEF1C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{FCA52B2F-4819-40D6-BFD2-4C12F9FEF1CB}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{FCA52B2F-4819-40D6-BFD2-4C12F9FEF1CB}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{FCA52B2F-4819-40D6-BFD2-4C12F9FEF1CB}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