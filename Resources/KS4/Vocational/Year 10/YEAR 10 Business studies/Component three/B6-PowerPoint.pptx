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EE57C36E-DCF4-4DF5-9729-C38D2FD5AA78}">
  <a:tblStyle styleId="{EE57C36E-DCF4-4DF5-9729-C38D2FD5AA78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{EE57C36E-DCF4-4DF5-9729-C38D2FD5AA78}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{EE57C36E-DCF4-4DF5-9729-C38D2FD5AA78}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{EE57C36E-DCF4-4DF5-9729-C38D2FD5AA78}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