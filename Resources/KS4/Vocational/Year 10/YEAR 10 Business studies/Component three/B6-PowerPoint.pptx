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A00D8A-28FD-449D-9F39-2CAF815E9067}">
  <a:tblStyle styleId="{7BA00D8A-28FD-449D-9F39-2CAF815E906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{7BA00D8A-28FD-449D-9F39-2CAF815E9067}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{7BA00D8A-28FD-449D-9F39-2CAF815E9067}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{7BA00D8A-28FD-449D-9F39-2CAF815E9067}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