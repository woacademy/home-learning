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388B44-C8D4-4BF4-8DB7-5AE19595C054}">
  <a:tblStyle styleId="{3A388B44-C8D4-4BF4-8DB7-5AE19595C0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{3A388B44-C8D4-4BF4-8DB7-5AE19595C054}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{3A388B44-C8D4-4BF4-8DB7-5AE19595C054}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{3A388B44-C8D4-4BF4-8DB7-5AE19595C054}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