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C73F07-BA73-47F8-B418-08520C0D493C}">
  <a:tblStyle styleId="{BCC73F07-BA73-47F8-B418-08520C0D49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{BCC73F07-BA73-47F8-B418-08520C0D493C}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{BCC73F07-BA73-47F8-B418-08520C0D493C}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{BCC73F07-BA73-47F8-B418-08520C0D493C}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