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12D3C3-7162-4268-AEB0-E8B9A759B912}">
  <a:tblStyle styleId="{9D12D3C3-7162-4268-AEB0-E8B9A759B9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{9D12D3C3-7162-4268-AEB0-E8B9A759B912}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{9D12D3C3-7162-4268-AEB0-E8B9A759B912}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{9D12D3C3-7162-4268-AEB0-E8B9A759B912}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