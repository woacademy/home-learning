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537680-F5DD-42FF-A6DD-7E54DC233386}">
  <a:tblStyle styleId="{74537680-F5DD-42FF-A6DD-7E54DC23338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{74537680-F5DD-42FF-A6DD-7E54DC233386}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{74537680-F5DD-42FF-A6DD-7E54DC233386}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{74537680-F5DD-42FF-A6DD-7E54DC233386}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