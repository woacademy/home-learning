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8C6CA9-A5C4-4A07-880D-C309BF49E5E0}">
  <a:tblStyle styleId="{618C6CA9-A5C4-4A07-880D-C309BF49E5E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{618C6CA9-A5C4-4A07-880D-C309BF49E5E0}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{618C6CA9-A5C4-4A07-880D-C309BF49E5E0}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{618C6CA9-A5C4-4A07-880D-C309BF49E5E0}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