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94DCFC-8D0C-4CC5-89D2-1FC04648E48F}">
  <a:tblStyle styleId="{BE94DCFC-8D0C-4CC5-89D2-1FC04648E4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{BE94DCFC-8D0C-4CC5-89D2-1FC04648E48F}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{BE94DCFC-8D0C-4CC5-89D2-1FC04648E48F}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{BE94DCFC-8D0C-4CC5-89D2-1FC04648E48F}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