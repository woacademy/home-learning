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EF1E9C-194D-4E96-BE27-9A32FCF7CE7B}">
  <a:tblStyle styleId="{77EF1E9C-194D-4E96-BE27-9A32FCF7CE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{77EF1E9C-194D-4E96-BE27-9A32FCF7CE7B}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{77EF1E9C-194D-4E96-BE27-9A32FCF7CE7B}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{77EF1E9C-194D-4E96-BE27-9A32FCF7CE7B}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