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37AC68-AFE0-4D51-B0F1-254BD5ABE976}">
  <a:tblStyle styleId="{0D37AC68-AFE0-4D51-B0F1-254BD5ABE97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{0D37AC68-AFE0-4D51-B0F1-254BD5ABE976}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{0D37AC68-AFE0-4D51-B0F1-254BD5ABE976}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{0D37AC68-AFE0-4D51-B0F1-254BD5ABE976}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