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4FAFE5A3-A468-4F7F-B3A1-FB56F85EF29F}">
  <a:tblStyle styleId="{4FAFE5A3-A468-4F7F-B3A1-FB56F85EF29F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{4FAFE5A3-A468-4F7F-B3A1-FB56F85EF29F}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{4FAFE5A3-A468-4F7F-B3A1-FB56F85EF29F}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{4FAFE5A3-A468-4F7F-B3A1-FB56F85EF29F}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