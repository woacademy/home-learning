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EA589F-B0B4-4627-90BA-34A2F2EDD5C1}">
  <a:tblStyle styleId="{1CEA589F-B0B4-4627-90BA-34A2F2EDD5C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{1CEA589F-B0B4-4627-90BA-34A2F2EDD5C1}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{1CEA589F-B0B4-4627-90BA-34A2F2EDD5C1}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{1CEA589F-B0B4-4627-90BA-34A2F2EDD5C1}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