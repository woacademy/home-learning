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1BCB221-B5B8-40AF-9627-69628EBC33F6}">
  <a:tblStyle styleId="{B1BCB221-B5B8-40AF-9627-69628EBC33F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{B1BCB221-B5B8-40AF-9627-69628EBC33F6}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{B1BCB221-B5B8-40AF-9627-69628EBC33F6}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{B1BCB221-B5B8-40AF-9627-69628EBC33F6}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