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00C8DB2-E148-4DE7-8EE5-23F77C574DE5}">
  <a:tblStyle styleId="{400C8DB2-E148-4DE7-8EE5-23F77C574D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{400C8DB2-E148-4DE7-8EE5-23F77C574DE5}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{400C8DB2-E148-4DE7-8EE5-23F77C574DE5}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{400C8DB2-E148-4DE7-8EE5-23F77C574DE5}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