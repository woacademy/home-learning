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F46282E-DD37-460D-B08E-6B0348242CCD}">
  <a:tblStyle styleId="{BF46282E-DD37-460D-B08E-6B0348242CC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{BF46282E-DD37-460D-B08E-6B0348242CCD}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{BF46282E-DD37-460D-B08E-6B0348242CCD}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{BF46282E-DD37-460D-B08E-6B0348242CCD}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