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DDCFCE-522A-4646-879B-846AF202D1F7}">
  <a:tblStyle styleId="{AADDCFCE-522A-4646-879B-846AF202D1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{AADDCFCE-522A-4646-879B-846AF202D1F7}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{AADDCFCE-522A-4646-879B-846AF202D1F7}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{AADDCFCE-522A-4646-879B-846AF202D1F7}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