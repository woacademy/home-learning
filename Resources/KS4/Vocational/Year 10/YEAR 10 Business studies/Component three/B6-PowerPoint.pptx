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54DC21-F3EF-4635-B34D-D394A179E9F0}">
  <a:tblStyle styleId="{1954DC21-F3EF-4635-B34D-D394A179E9F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{1954DC21-F3EF-4635-B34D-D394A179E9F0}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{1954DC21-F3EF-4635-B34D-D394A179E9F0}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{1954DC21-F3EF-4635-B34D-D394A179E9F0}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