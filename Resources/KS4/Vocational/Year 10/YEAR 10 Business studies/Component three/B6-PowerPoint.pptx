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104B2C-BA7F-4B5F-B28C-3C2B8B4B03D6}">
  <a:tblStyle styleId="{49104B2C-BA7F-4B5F-B28C-3C2B8B4B03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{49104B2C-BA7F-4B5F-B28C-3C2B8B4B03D6}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{49104B2C-BA7F-4B5F-B28C-3C2B8B4B03D6}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{49104B2C-BA7F-4B5F-B28C-3C2B8B4B03D6}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