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50239F7-5614-4EBA-954B-9DAAE0C0553A}">
  <a:tblStyle styleId="{A50239F7-5614-4EBA-954B-9DAAE0C0553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{A50239F7-5614-4EBA-954B-9DAAE0C0553A}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{A50239F7-5614-4EBA-954B-9DAAE0C0553A}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{A50239F7-5614-4EBA-954B-9DAAE0C0553A}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