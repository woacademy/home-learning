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AFA160-25F6-4136-8DF4-26A162B7E33D}">
  <a:tblStyle styleId="{62AFA160-25F6-4136-8DF4-26A162B7E3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{62AFA160-25F6-4136-8DF4-26A162B7E33D}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{62AFA160-25F6-4136-8DF4-26A162B7E33D}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{62AFA160-25F6-4136-8DF4-26A162B7E33D}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