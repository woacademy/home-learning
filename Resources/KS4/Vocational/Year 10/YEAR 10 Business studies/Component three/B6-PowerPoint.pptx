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E5F12-7D14-4228-9E94-7A1CBD9EE972}">
  <a:tblStyle styleId="{CA5E5F12-7D14-4228-9E94-7A1CBD9EE9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{CA5E5F12-7D14-4228-9E94-7A1CBD9EE972}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{CA5E5F12-7D14-4228-9E94-7A1CBD9EE972}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{CA5E5F12-7D14-4228-9E94-7A1CBD9EE972}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