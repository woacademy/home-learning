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CFD0C7-94BA-48B3-BD05-6148209ADA40}">
  <a:tblStyle styleId="{55CFD0C7-94BA-48B3-BD05-6148209ADA4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{55CFD0C7-94BA-48B3-BD05-6148209ADA40}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{55CFD0C7-94BA-48B3-BD05-6148209ADA40}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{55CFD0C7-94BA-48B3-BD05-6148209ADA40}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