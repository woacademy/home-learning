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6E1076A-A33A-4C04-B0B4-65FB0608403F}">
  <a:tblStyle styleId="{F6E1076A-A33A-4C04-B0B4-65FB0608403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{F6E1076A-A33A-4C04-B0B4-65FB0608403F}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{F6E1076A-A33A-4C04-B0B4-65FB0608403F}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{F6E1076A-A33A-4C04-B0B4-65FB0608403F}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