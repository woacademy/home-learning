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436DD3-914D-499F-9446-FBC7E51E6A41}">
  <a:tblStyle styleId="{2E436DD3-914D-499F-9446-FBC7E51E6A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{2E436DD3-914D-499F-9446-FBC7E51E6A41}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{2E436DD3-914D-499F-9446-FBC7E51E6A41}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{2E436DD3-914D-499F-9446-FBC7E51E6A41}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