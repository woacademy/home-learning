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86346E-001E-44C1-9D39-9E1C387BC71A}">
  <a:tblStyle styleId="{DB86346E-001E-44C1-9D39-9E1C387BC71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{DB86346E-001E-44C1-9D39-9E1C387BC71A}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{DB86346E-001E-44C1-9D39-9E1C387BC71A}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{DB86346E-001E-44C1-9D39-9E1C387BC71A}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