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09C918-4604-4EC3-9679-E07F388D02C1}">
  <a:tblStyle styleId="{4E09C918-4604-4EC3-9679-E07F388D02C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{4E09C918-4604-4EC3-9679-E07F388D02C1}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{4E09C918-4604-4EC3-9679-E07F388D02C1}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{4E09C918-4604-4EC3-9679-E07F388D02C1}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