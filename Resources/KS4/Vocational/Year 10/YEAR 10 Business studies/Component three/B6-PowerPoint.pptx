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6324AE-2A27-4EA8-A355-73F9A42ACC64}">
  <a:tblStyle styleId="{0E6324AE-2A27-4EA8-A355-73F9A42ACC6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{0E6324AE-2A27-4EA8-A355-73F9A42ACC64}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{0E6324AE-2A27-4EA8-A355-73F9A42ACC64}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{0E6324AE-2A27-4EA8-A355-73F9A42ACC64}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