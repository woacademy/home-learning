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CEAE9AD-B69F-4838-BC44-D634E46AA99A}">
  <a:tblStyle styleId="{7CEAE9AD-B69F-4838-BC44-D634E46AA99A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{7CEAE9AD-B69F-4838-BC44-D634E46AA99A}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{7CEAE9AD-B69F-4838-BC44-D634E46AA99A}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{7CEAE9AD-B69F-4838-BC44-D634E46AA99A}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