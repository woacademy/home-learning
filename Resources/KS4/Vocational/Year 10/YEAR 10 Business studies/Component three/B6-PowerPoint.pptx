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9BA5B8E-860B-4C94-BC29-AEE14E6AF532}">
  <a:tblStyle styleId="{69BA5B8E-860B-4C94-BC29-AEE14E6AF53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{69BA5B8E-860B-4C94-BC29-AEE14E6AF532}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{69BA5B8E-860B-4C94-BC29-AEE14E6AF532}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{69BA5B8E-860B-4C94-BC29-AEE14E6AF532}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