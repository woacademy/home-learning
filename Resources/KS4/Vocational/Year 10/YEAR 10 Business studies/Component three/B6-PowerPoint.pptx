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80C274-CDC7-4A9F-AB42-4A83A60A4884}">
  <a:tblStyle styleId="{6380C274-CDC7-4A9F-AB42-4A83A60A48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{6380C274-CDC7-4A9F-AB42-4A83A60A4884}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{6380C274-CDC7-4A9F-AB42-4A83A60A4884}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{6380C274-CDC7-4A9F-AB42-4A83A60A4884}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