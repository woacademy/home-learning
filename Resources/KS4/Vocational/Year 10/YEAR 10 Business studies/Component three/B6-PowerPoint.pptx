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AC6652-6527-4AF7-BC96-5FBC2FFBE85C}">
  <a:tblStyle styleId="{4FAC6652-6527-4AF7-BC96-5FBC2FFBE8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{4FAC6652-6527-4AF7-BC96-5FBC2FFBE85C}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{4FAC6652-6527-4AF7-BC96-5FBC2FFBE85C}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{4FAC6652-6527-4AF7-BC96-5FBC2FFBE85C}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