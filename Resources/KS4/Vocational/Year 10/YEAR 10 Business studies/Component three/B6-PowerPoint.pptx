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4F393-B363-4FA8-BF64-2E4175070158}">
  <a:tblStyle styleId="{CAC4F393-B363-4FA8-BF64-2E41750701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{CAC4F393-B363-4FA8-BF64-2E4175070158}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{CAC4F393-B363-4FA8-BF64-2E4175070158}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{CAC4F393-B363-4FA8-BF64-2E4175070158}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