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E3B55-728D-4F6C-BCB2-E887B22BE957}">
  <a:tblStyle styleId="{CA6E3B55-728D-4F6C-BCB2-E887B22BE9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{CA6E3B55-728D-4F6C-BCB2-E887B22BE957}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{CA6E3B55-728D-4F6C-BCB2-E887B22BE957}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{CA6E3B55-728D-4F6C-BCB2-E887B22BE957}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