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6E5053-35B9-4D4B-A6C5-51C75793DDBF}">
  <a:tblStyle styleId="{8F6E5053-35B9-4D4B-A6C5-51C75793DD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{8F6E5053-35B9-4D4B-A6C5-51C75793DDBF}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{8F6E5053-35B9-4D4B-A6C5-51C75793DDBF}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{8F6E5053-35B9-4D4B-A6C5-51C75793DDBF}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