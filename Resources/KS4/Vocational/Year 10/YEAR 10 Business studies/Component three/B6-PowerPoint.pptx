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42548-2DAE-413C-A73B-A3B92A750E3C}">
  <a:tblStyle styleId="{2B042548-2DAE-413C-A73B-A3B92A750E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{2B042548-2DAE-413C-A73B-A3B92A750E3C}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{2B042548-2DAE-413C-A73B-A3B92A750E3C}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{2B042548-2DAE-413C-A73B-A3B92A750E3C}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