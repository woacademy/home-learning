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67FB70-1E0E-49CD-B6B1-96DCA16BB781}">
  <a:tblStyle styleId="{1267FB70-1E0E-49CD-B6B1-96DCA16BB7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{1267FB70-1E0E-49CD-B6B1-96DCA16BB781}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{1267FB70-1E0E-49CD-B6B1-96DCA16BB781}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{1267FB70-1E0E-49CD-B6B1-96DCA16BB781}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