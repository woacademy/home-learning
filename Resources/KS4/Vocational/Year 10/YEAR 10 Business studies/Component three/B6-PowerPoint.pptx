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C3ACD1-16A6-41C4-8A85-4392FE012EF8}">
  <a:tblStyle styleId="{0BC3ACD1-16A6-41C4-8A85-4392FE012E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{0BC3ACD1-16A6-41C4-8A85-4392FE012EF8}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{0BC3ACD1-16A6-41C4-8A85-4392FE012EF8}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{0BC3ACD1-16A6-41C4-8A85-4392FE012EF8}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