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03C78C-D13B-43BE-A36F-4BDC19266245}">
  <a:tblStyle styleId="{5303C78C-D13B-43BE-A36F-4BDC192662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{5303C78C-D13B-43BE-A36F-4BDC19266245}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{5303C78C-D13B-43BE-A36F-4BDC19266245}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{5303C78C-D13B-43BE-A36F-4BDC19266245}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