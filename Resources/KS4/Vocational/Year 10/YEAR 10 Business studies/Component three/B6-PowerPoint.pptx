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278D9D-53AC-4F6C-93F2-54098C66402B}">
  <a:tblStyle styleId="{C2278D9D-53AC-4F6C-93F2-54098C6640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{C2278D9D-53AC-4F6C-93F2-54098C66402B}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{C2278D9D-53AC-4F6C-93F2-54098C66402B}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{C2278D9D-53AC-4F6C-93F2-54098C66402B}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