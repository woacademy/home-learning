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757EBC-41B6-4B8C-A790-C106C93D5B29}">
  <a:tblStyle styleId="{01757EBC-41B6-4B8C-A790-C106C93D5B2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{01757EBC-41B6-4B8C-A790-C106C93D5B29}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{01757EBC-41B6-4B8C-A790-C106C93D5B29}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{01757EBC-41B6-4B8C-A790-C106C93D5B29}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