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7DDC61-86AE-49D7-AEA0-DC2818ED38DE}">
  <a:tblStyle styleId="{887DDC61-86AE-49D7-AEA0-DC2818ED38D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{887DDC61-86AE-49D7-AEA0-DC2818ED38DE}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{887DDC61-86AE-49D7-AEA0-DC2818ED38DE}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{887DDC61-86AE-49D7-AEA0-DC2818ED38DE}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