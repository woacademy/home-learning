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AD6CDA-452A-411E-97B7-5302D7A347A0}">
  <a:tblStyle styleId="{A3AD6CDA-452A-411E-97B7-5302D7A347A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{A3AD6CDA-452A-411E-97B7-5302D7A347A0}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{A3AD6CDA-452A-411E-97B7-5302D7A347A0}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{A3AD6CDA-452A-411E-97B7-5302D7A347A0}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