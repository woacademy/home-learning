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82AFCB-6F1D-4615-84F1-FCFC01F5B3BA}">
  <a:tblStyle styleId="{1382AFCB-6F1D-4615-84F1-FCFC01F5B3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{1382AFCB-6F1D-4615-84F1-FCFC01F5B3BA}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{1382AFCB-6F1D-4615-84F1-FCFC01F5B3BA}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{1382AFCB-6F1D-4615-84F1-FCFC01F5B3BA}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