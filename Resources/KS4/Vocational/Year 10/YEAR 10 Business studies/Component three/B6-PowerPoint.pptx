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1AB9E9-57BF-4864-AD2A-67DC086DB25F}">
  <a:tblStyle styleId="{221AB9E9-57BF-4864-AD2A-67DC086DB2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{221AB9E9-57BF-4864-AD2A-67DC086DB25F}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{221AB9E9-57BF-4864-AD2A-67DC086DB25F}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{221AB9E9-57BF-4864-AD2A-67DC086DB25F}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