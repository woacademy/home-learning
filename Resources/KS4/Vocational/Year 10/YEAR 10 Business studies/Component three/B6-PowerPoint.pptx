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55719B-AD0B-44C6-B916-60D8798AD9D4}">
  <a:tblStyle styleId="{0655719B-AD0B-44C6-B916-60D8798AD9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{0655719B-AD0B-44C6-B916-60D8798AD9D4}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{0655719B-AD0B-44C6-B916-60D8798AD9D4}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{0655719B-AD0B-44C6-B916-60D8798AD9D4}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