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AB32C0-33F2-4707-8F94-678387589D5A}">
  <a:tblStyle styleId="{25AB32C0-33F2-4707-8F94-678387589D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{25AB32C0-33F2-4707-8F94-678387589D5A}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{25AB32C0-33F2-4707-8F94-678387589D5A}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{25AB32C0-33F2-4707-8F94-678387589D5A}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