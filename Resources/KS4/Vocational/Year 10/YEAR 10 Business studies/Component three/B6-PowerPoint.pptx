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DE714D-09C1-47A9-9D5B-4BF74CD36846}">
  <a:tblStyle styleId="{F1DE714D-09C1-47A9-9D5B-4BF74CD368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{F1DE714D-09C1-47A9-9D5B-4BF74CD36846}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{F1DE714D-09C1-47A9-9D5B-4BF74CD36846}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{F1DE714D-09C1-47A9-9D5B-4BF74CD36846}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