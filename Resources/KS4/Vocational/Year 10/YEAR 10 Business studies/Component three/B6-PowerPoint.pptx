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93706B-00B6-4725-88F4-F1A45113E3BF}">
  <a:tblStyle styleId="{6893706B-00B6-4725-88F4-F1A45113E3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{6893706B-00B6-4725-88F4-F1A45113E3BF}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{6893706B-00B6-4725-88F4-F1A45113E3BF}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{6893706B-00B6-4725-88F4-F1A45113E3BF}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