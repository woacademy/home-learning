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BF7711-DB99-4DEC-BFAE-2E48AE0B8394}">
  <a:tblStyle styleId="{E5BF7711-DB99-4DEC-BFAE-2E48AE0B83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{E5BF7711-DB99-4DEC-BFAE-2E48AE0B8394}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{E5BF7711-DB99-4DEC-BFAE-2E48AE0B8394}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{E5BF7711-DB99-4DEC-BFAE-2E48AE0B8394}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