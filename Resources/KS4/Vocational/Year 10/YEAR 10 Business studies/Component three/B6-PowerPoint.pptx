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0567FE-3B40-492A-8676-7B4E06E33D6B}">
  <a:tblStyle styleId="{1B0567FE-3B40-492A-8676-7B4E06E33D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{1B0567FE-3B40-492A-8676-7B4E06E33D6B}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{1B0567FE-3B40-492A-8676-7B4E06E33D6B}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{1B0567FE-3B40-492A-8676-7B4E06E33D6B}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