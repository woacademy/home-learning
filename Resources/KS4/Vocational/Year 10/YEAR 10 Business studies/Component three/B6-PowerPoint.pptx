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E04126-19BD-49C2-9E0E-A682514183F2}">
  <a:tblStyle styleId="{B8E04126-19BD-49C2-9E0E-A682514183F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{B8E04126-19BD-49C2-9E0E-A682514183F2}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{B8E04126-19BD-49C2-9E0E-A682514183F2}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{B8E04126-19BD-49C2-9E0E-A682514183F2}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