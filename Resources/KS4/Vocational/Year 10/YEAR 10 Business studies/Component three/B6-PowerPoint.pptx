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9E6250-A68F-4E74-876D-2CBE19AD0412}">
  <a:tblStyle styleId="{409E6250-A68F-4E74-876D-2CBE19AD041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{409E6250-A68F-4E74-876D-2CBE19AD0412}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{409E6250-A68F-4E74-876D-2CBE19AD0412}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{409E6250-A68F-4E74-876D-2CBE19AD0412}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