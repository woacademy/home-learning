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CC3772-D4D4-475C-AECD-3DD3863AF493}">
  <a:tblStyle styleId="{36CC3772-D4D4-475C-AECD-3DD3863AF49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{36CC3772-D4D4-475C-AECD-3DD3863AF493}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{36CC3772-D4D4-475C-AECD-3DD3863AF493}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{36CC3772-D4D4-475C-AECD-3DD3863AF493}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