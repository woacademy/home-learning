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4D684E-9CB8-4158-B53E-804B2317C908}">
  <a:tblStyle styleId="{844D684E-9CB8-4158-B53E-804B2317C9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{844D684E-9CB8-4158-B53E-804B2317C908}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{844D684E-9CB8-4158-B53E-804B2317C908}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{844D684E-9CB8-4158-B53E-804B2317C908}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