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97D9D-579C-4C01-9780-7E1CD9AAF1B1}">
  <a:tblStyle styleId="{16197D9D-579C-4C01-9780-7E1CD9AAF1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{16197D9D-579C-4C01-9780-7E1CD9AAF1B1}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{16197D9D-579C-4C01-9780-7E1CD9AAF1B1}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{16197D9D-579C-4C01-9780-7E1CD9AAF1B1}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