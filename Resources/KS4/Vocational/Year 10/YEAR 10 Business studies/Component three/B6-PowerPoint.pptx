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3439E-B8EF-44A3-8955-98F300477AB3}">
  <a:tblStyle styleId="{BB93439E-B8EF-44A3-8955-98F300477A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{BB93439E-B8EF-44A3-8955-98F300477AB3}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{BB93439E-B8EF-44A3-8955-98F300477AB3}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{BB93439E-B8EF-44A3-8955-98F300477AB3}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