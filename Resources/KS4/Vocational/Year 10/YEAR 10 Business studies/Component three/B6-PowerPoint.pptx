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63EAA4-E161-4F81-B535-3A07BC5D761B}">
  <a:tblStyle styleId="{F863EAA4-E161-4F81-B535-3A07BC5D761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{F863EAA4-E161-4F81-B535-3A07BC5D761B}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{F863EAA4-E161-4F81-B535-3A07BC5D761B}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{F863EAA4-E161-4F81-B535-3A07BC5D761B}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