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3AE291-19B7-4B70-BC55-703761A9A301}">
  <a:tblStyle styleId="{023AE291-19B7-4B70-BC55-703761A9A3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{023AE291-19B7-4B70-BC55-703761A9A301}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{023AE291-19B7-4B70-BC55-703761A9A301}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{023AE291-19B7-4B70-BC55-703761A9A301}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