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ED5A61-1697-4B48-B9E9-18E81FFAD7D8}">
  <a:tblStyle styleId="{14ED5A61-1697-4B48-B9E9-18E81FFAD7D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{14ED5A61-1697-4B48-B9E9-18E81FFAD7D8}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{14ED5A61-1697-4B48-B9E9-18E81FFAD7D8}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{14ED5A61-1697-4B48-B9E9-18E81FFAD7D8}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