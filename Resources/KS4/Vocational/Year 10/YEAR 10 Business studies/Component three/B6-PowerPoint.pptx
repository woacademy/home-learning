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511814-E422-4334-8146-76ABD6C0F998}">
  <a:tblStyle styleId="{E9511814-E422-4334-8146-76ABD6C0F9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{E9511814-E422-4334-8146-76ABD6C0F998}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{E9511814-E422-4334-8146-76ABD6C0F998}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{E9511814-E422-4334-8146-76ABD6C0F998}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