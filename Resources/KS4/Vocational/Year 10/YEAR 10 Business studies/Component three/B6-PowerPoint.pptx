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D00C59-84D4-4D01-B0FE-E630CFEE412C}">
  <a:tblStyle styleId="{6BD00C59-84D4-4D01-B0FE-E630CFEE41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{6BD00C59-84D4-4D01-B0FE-E630CFEE412C}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{6BD00C59-84D4-4D01-B0FE-E630CFEE412C}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{6BD00C59-84D4-4D01-B0FE-E630CFEE412C}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