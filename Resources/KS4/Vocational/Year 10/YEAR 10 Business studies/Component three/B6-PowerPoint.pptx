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2338809-CFE3-4003-B477-AE0B2C3CC8A1}">
  <a:tblStyle styleId="{62338809-CFE3-4003-B477-AE0B2C3CC8A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{62338809-CFE3-4003-B477-AE0B2C3CC8A1}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{62338809-CFE3-4003-B477-AE0B2C3CC8A1}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{62338809-CFE3-4003-B477-AE0B2C3CC8A1}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