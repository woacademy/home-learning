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CA85C7-F37A-43FD-8D82-28378F8197CD}">
  <a:tblStyle styleId="{38CA85C7-F37A-43FD-8D82-28378F8197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{38CA85C7-F37A-43FD-8D82-28378F8197CD}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{38CA85C7-F37A-43FD-8D82-28378F8197CD}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{38CA85C7-F37A-43FD-8D82-28378F8197CD}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