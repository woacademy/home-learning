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AA7A6B-64F8-418E-8C71-AADC3FDAD710}">
  <a:tblStyle styleId="{B1AA7A6B-64F8-418E-8C71-AADC3FDAD7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{B1AA7A6B-64F8-418E-8C71-AADC3FDAD710}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{B1AA7A6B-64F8-418E-8C71-AADC3FDAD710}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{B1AA7A6B-64F8-418E-8C71-AADC3FDAD710}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