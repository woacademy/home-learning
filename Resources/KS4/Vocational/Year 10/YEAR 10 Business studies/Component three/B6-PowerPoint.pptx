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1F44D0-F531-4913-AC1B-44CA462BEFE5}">
  <a:tblStyle styleId="{0E1F44D0-F531-4913-AC1B-44CA462BEFE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{0E1F44D0-F531-4913-AC1B-44CA462BEFE5}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{0E1F44D0-F531-4913-AC1B-44CA462BEFE5}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{0E1F44D0-F531-4913-AC1B-44CA462BEFE5}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