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3EF14A-CECF-401D-8367-0E994AA7EB50}">
  <a:tblStyle styleId="{193EF14A-CECF-401D-8367-0E994AA7EB5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{193EF14A-CECF-401D-8367-0E994AA7EB50}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{193EF14A-CECF-401D-8367-0E994AA7EB50}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{193EF14A-CECF-401D-8367-0E994AA7EB50}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