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6CFC85-964E-481F-ABB1-C69CBD6852B1}">
  <a:tblStyle styleId="{EF6CFC85-964E-481F-ABB1-C69CBD6852B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{EF6CFC85-964E-481F-ABB1-C69CBD6852B1}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{EF6CFC85-964E-481F-ABB1-C69CBD6852B1}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{EF6CFC85-964E-481F-ABB1-C69CBD6852B1}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