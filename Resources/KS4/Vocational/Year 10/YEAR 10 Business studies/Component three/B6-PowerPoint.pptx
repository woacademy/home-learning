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56D3DDF-1563-421F-AD96-686C2CB523A3}">
  <a:tblStyle styleId="{E56D3DDF-1563-421F-AD96-686C2CB523A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{E56D3DDF-1563-421F-AD96-686C2CB523A3}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{E56D3DDF-1563-421F-AD96-686C2CB523A3}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{E56D3DDF-1563-421F-AD96-686C2CB523A3}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