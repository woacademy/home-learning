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A55C29-4642-4A23-A13D-0CFE9C749912}">
  <a:tblStyle styleId="{42A55C29-4642-4A23-A13D-0CFE9C74991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{42A55C29-4642-4A23-A13D-0CFE9C749912}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{42A55C29-4642-4A23-A13D-0CFE9C749912}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{42A55C29-4642-4A23-A13D-0CFE9C749912}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