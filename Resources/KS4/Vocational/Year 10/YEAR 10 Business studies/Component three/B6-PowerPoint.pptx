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B346B4-8028-45E5-AD06-00DB9636F919}">
  <a:tblStyle styleId="{E2B346B4-8028-45E5-AD06-00DB9636F9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{E2B346B4-8028-45E5-AD06-00DB9636F919}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{E2B346B4-8028-45E5-AD06-00DB9636F919}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{E2B346B4-8028-45E5-AD06-00DB9636F919}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