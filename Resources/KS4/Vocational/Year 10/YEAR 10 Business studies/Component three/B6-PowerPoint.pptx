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FEA45F-3656-4610-8522-F56F35AE443A}">
  <a:tblStyle styleId="{DDFEA45F-3656-4610-8522-F56F35AE44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{DDFEA45F-3656-4610-8522-F56F35AE443A}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{DDFEA45F-3656-4610-8522-F56F35AE443A}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{DDFEA45F-3656-4610-8522-F56F35AE443A}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