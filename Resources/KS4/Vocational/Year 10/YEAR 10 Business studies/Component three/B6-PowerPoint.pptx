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506CD-7204-4A21-9C34-49E7F9F79B13}">
  <a:tblStyle styleId="{F43506CD-7204-4A21-9C34-49E7F9F79B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{F43506CD-7204-4A21-9C34-49E7F9F79B13}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{F43506CD-7204-4A21-9C34-49E7F9F79B13}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{F43506CD-7204-4A21-9C34-49E7F9F79B13}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