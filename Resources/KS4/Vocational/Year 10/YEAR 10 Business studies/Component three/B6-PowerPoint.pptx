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38EDCB-7026-46EF-9446-BC01CD3C1D24}">
  <a:tblStyle styleId="{B538EDCB-7026-46EF-9446-BC01CD3C1D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{B538EDCB-7026-46EF-9446-BC01CD3C1D24}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{B538EDCB-7026-46EF-9446-BC01CD3C1D24}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{B538EDCB-7026-46EF-9446-BC01CD3C1D24}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