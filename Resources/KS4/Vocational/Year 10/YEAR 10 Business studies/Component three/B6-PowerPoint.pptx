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D1BBA8-E139-462E-BBA0-89BA3B8BE2FD}">
  <a:tblStyle styleId="{C6D1BBA8-E139-462E-BBA0-89BA3B8BE2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{C6D1BBA8-E139-462E-BBA0-89BA3B8BE2FD}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{C6D1BBA8-E139-462E-BBA0-89BA3B8BE2FD}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{C6D1BBA8-E139-462E-BBA0-89BA3B8BE2FD}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