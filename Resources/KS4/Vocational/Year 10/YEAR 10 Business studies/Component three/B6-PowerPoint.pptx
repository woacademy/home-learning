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50EFFF-FDE3-4130-A75B-2A0F53B3CE37}">
  <a:tblStyle styleId="{3B50EFFF-FDE3-4130-A75B-2A0F53B3CE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{3B50EFFF-FDE3-4130-A75B-2A0F53B3CE37}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{3B50EFFF-FDE3-4130-A75B-2A0F53B3CE37}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{3B50EFFF-FDE3-4130-A75B-2A0F53B3CE37}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