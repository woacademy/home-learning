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959662-963D-4F38-BD39-84CDE1300FD9}">
  <a:tblStyle styleId="{77959662-963D-4F38-BD39-84CDE1300F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{77959662-963D-4F38-BD39-84CDE1300FD9}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{77959662-963D-4F38-BD39-84CDE1300FD9}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{77959662-963D-4F38-BD39-84CDE1300FD9}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