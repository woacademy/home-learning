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66E0AA-1FCC-4BB4-9671-492E1B8D3B66}">
  <a:tblStyle styleId="{3466E0AA-1FCC-4BB4-9671-492E1B8D3B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{3466E0AA-1FCC-4BB4-9671-492E1B8D3B66}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{3466E0AA-1FCC-4BB4-9671-492E1B8D3B66}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{3466E0AA-1FCC-4BB4-9671-492E1B8D3B66}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