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95E92C-975C-4B43-BD07-C96CB6A8A7CE}">
  <a:tblStyle styleId="{D895E92C-975C-4B43-BD07-C96CB6A8A7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{D895E92C-975C-4B43-BD07-C96CB6A8A7CE}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{D895E92C-975C-4B43-BD07-C96CB6A8A7CE}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{D895E92C-975C-4B43-BD07-C96CB6A8A7CE}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