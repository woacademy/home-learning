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1C339-BE36-438B-B536-8DED9CBCBC15}">
  <a:tblStyle styleId="{01F1C339-BE36-438B-B536-8DED9CBCBC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{01F1C339-BE36-438B-B536-8DED9CBCBC15}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{01F1C339-BE36-438B-B536-8DED9CBCBC15}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{01F1C339-BE36-438B-B536-8DED9CBCBC15}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