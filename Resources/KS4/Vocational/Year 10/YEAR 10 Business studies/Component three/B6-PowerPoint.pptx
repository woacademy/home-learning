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AED1DB-CF54-4B7F-8904-104769ADFB61}">
  <a:tblStyle styleId="{F7AED1DB-CF54-4B7F-8904-104769ADFB6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{F7AED1DB-CF54-4B7F-8904-104769ADFB61}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{F7AED1DB-CF54-4B7F-8904-104769ADFB61}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{F7AED1DB-CF54-4B7F-8904-104769ADFB61}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