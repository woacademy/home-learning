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71EFD1-6FC6-4083-B9AD-BBECC9974C90}">
  <a:tblStyle styleId="{3F71EFD1-6FC6-4083-B9AD-BBECC9974C9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{3F71EFD1-6FC6-4083-B9AD-BBECC9974C90}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{3F71EFD1-6FC6-4083-B9AD-BBECC9974C90}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{3F71EFD1-6FC6-4083-B9AD-BBECC9974C90}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