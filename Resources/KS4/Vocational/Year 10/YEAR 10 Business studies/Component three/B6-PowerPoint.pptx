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DEFBB0-8C00-4821-A23B-0D8BEC48BD77}">
  <a:tblStyle styleId="{70DEFBB0-8C00-4821-A23B-0D8BEC48BD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{70DEFBB0-8C00-4821-A23B-0D8BEC48BD77}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{70DEFBB0-8C00-4821-A23B-0D8BEC48BD77}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{70DEFBB0-8C00-4821-A23B-0D8BEC48BD77}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