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50B5FB-CA1B-48A2-97FB-D554BE541A74}">
  <a:tblStyle styleId="{2450B5FB-CA1B-48A2-97FB-D554BE541A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{2450B5FB-CA1B-48A2-97FB-D554BE541A74}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{2450B5FB-CA1B-48A2-97FB-D554BE541A74}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{2450B5FB-CA1B-48A2-97FB-D554BE541A74}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