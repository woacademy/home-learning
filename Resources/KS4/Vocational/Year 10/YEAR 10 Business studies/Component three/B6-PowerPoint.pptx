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1B48A2-C80D-480C-B9C2-8C7EDC8BF312}">
  <a:tblStyle styleId="{761B48A2-C80D-480C-B9C2-8C7EDC8BF3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{761B48A2-C80D-480C-B9C2-8C7EDC8BF312}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{761B48A2-C80D-480C-B9C2-8C7EDC8BF312}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{761B48A2-C80D-480C-B9C2-8C7EDC8BF312}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