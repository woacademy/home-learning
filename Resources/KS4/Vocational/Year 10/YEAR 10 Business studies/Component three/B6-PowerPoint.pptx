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9A79B-1B47-469A-8D1E-AAC4AE77966F}">
  <a:tblStyle styleId="{E9C9A79B-1B47-469A-8D1E-AAC4AE7796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{E9C9A79B-1B47-469A-8D1E-AAC4AE77966F}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{E9C9A79B-1B47-469A-8D1E-AAC4AE77966F}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{E9C9A79B-1B47-469A-8D1E-AAC4AE77966F}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