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6FF423-0B10-4333-8E89-59741ECEB8FC}">
  <a:tblStyle styleId="{4E6FF423-0B10-4333-8E89-59741ECEB8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{4E6FF423-0B10-4333-8E89-59741ECEB8FC}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{4E6FF423-0B10-4333-8E89-59741ECEB8FC}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{4E6FF423-0B10-4333-8E89-59741ECEB8FC}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