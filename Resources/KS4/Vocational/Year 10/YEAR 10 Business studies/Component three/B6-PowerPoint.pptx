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5446B-DA9A-4678-9271-5D1B290E4B53}">
  <a:tblStyle styleId="{83D5446B-DA9A-4678-9271-5D1B290E4B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{83D5446B-DA9A-4678-9271-5D1B290E4B53}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{83D5446B-DA9A-4678-9271-5D1B290E4B53}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{83D5446B-DA9A-4678-9271-5D1B290E4B53}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