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4DCD586-D423-454E-95D2-DD1E32A220E1}">
  <a:tblStyle styleId="{B4DCD586-D423-454E-95D2-DD1E32A220E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{B4DCD586-D423-454E-95D2-DD1E32A220E1}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{B4DCD586-D423-454E-95D2-DD1E32A220E1}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{B4DCD586-D423-454E-95D2-DD1E32A220E1}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