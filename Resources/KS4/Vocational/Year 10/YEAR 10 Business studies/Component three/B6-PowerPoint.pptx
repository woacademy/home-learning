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A9B5E3-F22F-4BDF-8AA1-86E18F0F64A1}">
  <a:tblStyle styleId="{20A9B5E3-F22F-4BDF-8AA1-86E18F0F64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{20A9B5E3-F22F-4BDF-8AA1-86E18F0F64A1}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{20A9B5E3-F22F-4BDF-8AA1-86E18F0F64A1}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{20A9B5E3-F22F-4BDF-8AA1-86E18F0F64A1}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