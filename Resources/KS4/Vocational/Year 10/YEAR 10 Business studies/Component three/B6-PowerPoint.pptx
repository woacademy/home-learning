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42494B-947F-4F83-ABE0-4853F7FD2421}">
  <a:tblStyle styleId="{4C42494B-947F-4F83-ABE0-4853F7FD24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{4C42494B-947F-4F83-ABE0-4853F7FD2421}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{4C42494B-947F-4F83-ABE0-4853F7FD2421}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{4C42494B-947F-4F83-ABE0-4853F7FD2421}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