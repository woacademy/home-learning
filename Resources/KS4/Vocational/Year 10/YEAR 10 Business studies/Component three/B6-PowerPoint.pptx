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F85083-7E51-4256-89D2-16EECFA9340C}">
  <a:tblStyle styleId="{FDF85083-7E51-4256-89D2-16EECFA934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{FDF85083-7E51-4256-89D2-16EECFA9340C}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{FDF85083-7E51-4256-89D2-16EECFA9340C}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{FDF85083-7E51-4256-89D2-16EECFA9340C}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