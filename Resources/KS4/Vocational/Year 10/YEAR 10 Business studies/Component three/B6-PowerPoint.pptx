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783AAE-1C17-4945-923E-D41A0DAB2D0E}">
  <a:tblStyle styleId="{76783AAE-1C17-4945-923E-D41A0DAB2D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{76783AAE-1C17-4945-923E-D41A0DAB2D0E}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{76783AAE-1C17-4945-923E-D41A0DAB2D0E}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{76783AAE-1C17-4945-923E-D41A0DAB2D0E}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