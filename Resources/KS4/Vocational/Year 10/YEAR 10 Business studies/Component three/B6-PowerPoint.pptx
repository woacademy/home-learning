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FC8527-D35B-405D-A740-A719C70BC05B}">
  <a:tblStyle styleId="{8FFC8527-D35B-405D-A740-A719C70BC05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{8FFC8527-D35B-405D-A740-A719C70BC05B}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{8FFC8527-D35B-405D-A740-A719C70BC05B}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{8FFC8527-D35B-405D-A740-A719C70BC05B}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