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4E3D51-644F-4D1D-85A0-E7BD90484D5D}">
  <a:tblStyle styleId="{424E3D51-644F-4D1D-85A0-E7BD90484D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{424E3D51-644F-4D1D-85A0-E7BD90484D5D}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{424E3D51-644F-4D1D-85A0-E7BD90484D5D}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{424E3D51-644F-4D1D-85A0-E7BD90484D5D}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