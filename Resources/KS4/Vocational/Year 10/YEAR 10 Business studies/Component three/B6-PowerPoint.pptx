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637379-7F6D-4275-B303-131FE2DAC80B}">
  <a:tblStyle styleId="{74637379-7F6D-4275-B303-131FE2DAC8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{74637379-7F6D-4275-B303-131FE2DAC80B}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{74637379-7F6D-4275-B303-131FE2DAC80B}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{74637379-7F6D-4275-B303-131FE2DAC80B}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