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5D4A4A-02A5-4507-921E-AD7C197DF317}">
  <a:tblStyle styleId="{635D4A4A-02A5-4507-921E-AD7C197DF3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{635D4A4A-02A5-4507-921E-AD7C197DF317}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{635D4A4A-02A5-4507-921E-AD7C197DF317}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{635D4A4A-02A5-4507-921E-AD7C197DF317}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