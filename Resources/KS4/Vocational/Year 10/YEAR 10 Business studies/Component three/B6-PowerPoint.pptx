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B67D4-4AC9-4DD0-8B73-29521E9D081B}">
  <a:tblStyle styleId="{3D7B67D4-4AC9-4DD0-8B73-29521E9D08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{3D7B67D4-4AC9-4DD0-8B73-29521E9D081B}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{3D7B67D4-4AC9-4DD0-8B73-29521E9D081B}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{3D7B67D4-4AC9-4DD0-8B73-29521E9D081B}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