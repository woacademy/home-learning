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1915895-3375-4D37-932D-652C199BFEE1}">
  <a:tblStyle styleId="{31915895-3375-4D37-932D-652C199BFE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{31915895-3375-4D37-932D-652C199BFEE1}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{31915895-3375-4D37-932D-652C199BFEE1}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{31915895-3375-4D37-932D-652C199BFEE1}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