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BFE9BD-F9E3-4290-842B-EFB92A566066}">
  <a:tblStyle styleId="{21BFE9BD-F9E3-4290-842B-EFB92A56606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{21BFE9BD-F9E3-4290-842B-EFB92A566066}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{21BFE9BD-F9E3-4290-842B-EFB92A566066}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{21BFE9BD-F9E3-4290-842B-EFB92A566066}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