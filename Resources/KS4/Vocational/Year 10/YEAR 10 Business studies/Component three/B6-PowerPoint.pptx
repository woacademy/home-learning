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C64DD7-BEF6-4960-AC66-50ACA68C3433}">
  <a:tblStyle styleId="{1DC64DD7-BEF6-4960-AC66-50ACA68C34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{1DC64DD7-BEF6-4960-AC66-50ACA68C3433}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{1DC64DD7-BEF6-4960-AC66-50ACA68C3433}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{1DC64DD7-BEF6-4960-AC66-50ACA68C3433}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