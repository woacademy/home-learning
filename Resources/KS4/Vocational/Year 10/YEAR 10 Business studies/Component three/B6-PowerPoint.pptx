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AEAB4D-0E84-4705-9016-3CAB8418E4A4}">
  <a:tblStyle styleId="{D4AEAB4D-0E84-4705-9016-3CAB8418E4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{D4AEAB4D-0E84-4705-9016-3CAB8418E4A4}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{D4AEAB4D-0E84-4705-9016-3CAB8418E4A4}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{D4AEAB4D-0E84-4705-9016-3CAB8418E4A4}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