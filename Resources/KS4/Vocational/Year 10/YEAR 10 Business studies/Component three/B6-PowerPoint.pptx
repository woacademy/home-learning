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90E78-36A8-4E5C-B03D-8CCB931282E2}">
  <a:tblStyle styleId="{4CF90E78-36A8-4E5C-B03D-8CCB931282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{4CF90E78-36A8-4E5C-B03D-8CCB931282E2}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{4CF90E78-36A8-4E5C-B03D-8CCB931282E2}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{4CF90E78-36A8-4E5C-B03D-8CCB931282E2}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