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22E70-F047-4B49-A319-BC2743468869}">
  <a:tblStyle styleId="{34C22E70-F047-4B49-A319-BC27434688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{34C22E70-F047-4B49-A319-BC2743468869}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{34C22E70-F047-4B49-A319-BC2743468869}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{34C22E70-F047-4B49-A319-BC2743468869}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