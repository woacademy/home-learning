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CD4025-68D6-4F8D-9E4C-C8947DF28B24}">
  <a:tblStyle styleId="{73CD4025-68D6-4F8D-9E4C-C8947DF28B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{73CD4025-68D6-4F8D-9E4C-C8947DF28B24}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{73CD4025-68D6-4F8D-9E4C-C8947DF28B24}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{73CD4025-68D6-4F8D-9E4C-C8947DF28B24}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