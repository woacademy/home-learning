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EE5CAEC-DF86-49A8-8F90-60D7E3CDFD8C}">
  <a:tblStyle styleId="{8EE5CAEC-DF86-49A8-8F90-60D7E3CDFD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{8EE5CAEC-DF86-49A8-8F90-60D7E3CDFD8C}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{8EE5CAEC-DF86-49A8-8F90-60D7E3CDFD8C}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{8EE5CAEC-DF86-49A8-8F90-60D7E3CDFD8C}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