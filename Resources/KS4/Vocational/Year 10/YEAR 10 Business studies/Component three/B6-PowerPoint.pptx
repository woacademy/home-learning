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14CBD6-9391-41B0-9C85-F534C7725EC0}">
  <a:tblStyle styleId="{2214CBD6-9391-41B0-9C85-F534C7725EC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{2214CBD6-9391-41B0-9C85-F534C7725EC0}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{2214CBD6-9391-41B0-9C85-F534C7725EC0}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{2214CBD6-9391-41B0-9C85-F534C7725EC0}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