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BB25ED-9347-44A8-BF90-2EF3B6BA5E9A}">
  <a:tblStyle styleId="{64BB25ED-9347-44A8-BF90-2EF3B6BA5E9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{64BB25ED-9347-44A8-BF90-2EF3B6BA5E9A}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{64BB25ED-9347-44A8-BF90-2EF3B6BA5E9A}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{64BB25ED-9347-44A8-BF90-2EF3B6BA5E9A}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