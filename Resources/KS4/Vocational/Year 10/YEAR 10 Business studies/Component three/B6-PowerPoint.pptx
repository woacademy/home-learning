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E4787F-4251-4151-8025-BB2D64D4C871}">
  <a:tblStyle styleId="{DFE4787F-4251-4151-8025-BB2D64D4C8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{DFE4787F-4251-4151-8025-BB2D64D4C871}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{DFE4787F-4251-4151-8025-BB2D64D4C871}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{DFE4787F-4251-4151-8025-BB2D64D4C871}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