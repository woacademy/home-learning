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07921A-B4C9-4A5B-A083-6448C9B09613}">
  <a:tblStyle styleId="{C307921A-B4C9-4A5B-A083-6448C9B096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{C307921A-B4C9-4A5B-A083-6448C9B09613}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{C307921A-B4C9-4A5B-A083-6448C9B09613}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{C307921A-B4C9-4A5B-A083-6448C9B09613}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