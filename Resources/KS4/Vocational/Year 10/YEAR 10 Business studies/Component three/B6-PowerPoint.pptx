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81C521-9CC0-44FC-8161-101A58BAE9A9}">
  <a:tblStyle styleId="{9D81C521-9CC0-44FC-8161-101A58BAE9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{9D81C521-9CC0-44FC-8161-101A58BAE9A9}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{9D81C521-9CC0-44FC-8161-101A58BAE9A9}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{9D81C521-9CC0-44FC-8161-101A58BAE9A9}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