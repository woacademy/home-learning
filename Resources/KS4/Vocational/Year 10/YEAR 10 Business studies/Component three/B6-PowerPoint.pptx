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8AEEF7-F4BA-450A-A55A-09B3F0AB69B4}">
  <a:tblStyle styleId="{458AEEF7-F4BA-450A-A55A-09B3F0AB69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{458AEEF7-F4BA-450A-A55A-09B3F0AB69B4}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{458AEEF7-F4BA-450A-A55A-09B3F0AB69B4}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{458AEEF7-F4BA-450A-A55A-09B3F0AB69B4}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