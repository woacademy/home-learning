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AECF6C-DC9C-45E9-8C4A-BABEB8D47041}">
  <a:tblStyle styleId="{0DAECF6C-DC9C-45E9-8C4A-BABEB8D4704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{0DAECF6C-DC9C-45E9-8C4A-BABEB8D47041}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{0DAECF6C-DC9C-45E9-8C4A-BABEB8D47041}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{0DAECF6C-DC9C-45E9-8C4A-BABEB8D47041}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