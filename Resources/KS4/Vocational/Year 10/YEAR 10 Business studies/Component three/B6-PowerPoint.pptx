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D93A2D-591D-4D1F-99D5-AF60CA3EE30B}">
  <a:tblStyle styleId="{87D93A2D-591D-4D1F-99D5-AF60CA3EE30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{87D93A2D-591D-4D1F-99D5-AF60CA3EE30B}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{87D93A2D-591D-4D1F-99D5-AF60CA3EE30B}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{87D93A2D-591D-4D1F-99D5-AF60CA3EE30B}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