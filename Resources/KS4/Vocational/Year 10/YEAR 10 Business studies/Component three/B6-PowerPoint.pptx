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7E0E9E-F574-47BD-979B-509D95E96528}">
  <a:tblStyle styleId="{FE7E0E9E-F574-47BD-979B-509D95E965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{FE7E0E9E-F574-47BD-979B-509D95E96528}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{FE7E0E9E-F574-47BD-979B-509D95E96528}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{FE7E0E9E-F574-47BD-979B-509D95E96528}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