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B4E9B2D-3B7C-432B-8F9F-C094D5406760}">
  <a:tblStyle styleId="{3B4E9B2D-3B7C-432B-8F9F-C094D54067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{3B4E9B2D-3B7C-432B-8F9F-C094D5406760}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{3B4E9B2D-3B7C-432B-8F9F-C094D5406760}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{3B4E9B2D-3B7C-432B-8F9F-C094D5406760}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