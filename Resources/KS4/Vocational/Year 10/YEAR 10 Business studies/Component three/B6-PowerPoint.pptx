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3B5C88-5336-4A82-8321-87DBD4C68CB7}">
  <a:tblStyle styleId="{CB3B5C88-5336-4A82-8321-87DBD4C68C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{CB3B5C88-5336-4A82-8321-87DBD4C68CB7}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{CB3B5C88-5336-4A82-8321-87DBD4C68CB7}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{CB3B5C88-5336-4A82-8321-87DBD4C68CB7}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