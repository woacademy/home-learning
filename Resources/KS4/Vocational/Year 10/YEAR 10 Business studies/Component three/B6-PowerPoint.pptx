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AFE78B-7124-4526-B922-CA5839EC14C4}">
  <a:tblStyle styleId="{F1AFE78B-7124-4526-B922-CA5839EC14C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{F1AFE78B-7124-4526-B922-CA5839EC14C4}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{F1AFE78B-7124-4526-B922-CA5839EC14C4}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{F1AFE78B-7124-4526-B922-CA5839EC14C4}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