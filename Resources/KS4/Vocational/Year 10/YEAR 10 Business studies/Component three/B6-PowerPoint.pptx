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7C392-6ADE-4124-AE0D-5F07326272D9}">
  <a:tblStyle styleId="{8397C392-6ADE-4124-AE0D-5F07326272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{8397C392-6ADE-4124-AE0D-5F07326272D9}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{8397C392-6ADE-4124-AE0D-5F07326272D9}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{8397C392-6ADE-4124-AE0D-5F07326272D9}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