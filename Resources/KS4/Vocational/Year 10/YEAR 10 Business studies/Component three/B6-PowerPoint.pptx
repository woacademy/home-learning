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9950C9-C10A-40D7-BBDF-A569C3F8A055}">
  <a:tblStyle styleId="{099950C9-C10A-40D7-BBDF-A569C3F8A0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{099950C9-C10A-40D7-BBDF-A569C3F8A055}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{099950C9-C10A-40D7-BBDF-A569C3F8A055}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{099950C9-C10A-40D7-BBDF-A569C3F8A055}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