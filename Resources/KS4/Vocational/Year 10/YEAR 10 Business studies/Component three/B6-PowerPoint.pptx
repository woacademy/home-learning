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0D857F-D89D-4B42-9891-79D15ABB8024}">
  <a:tblStyle styleId="{BB0D857F-D89D-4B42-9891-79D15ABB80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{BB0D857F-D89D-4B42-9891-79D15ABB8024}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{BB0D857F-D89D-4B42-9891-79D15ABB8024}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{BB0D857F-D89D-4B42-9891-79D15ABB8024}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