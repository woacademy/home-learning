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A2DDA0-9C3D-4A78-B70D-09356A15D25A}">
  <a:tblStyle styleId="{23A2DDA0-9C3D-4A78-B70D-09356A15D2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{23A2DDA0-9C3D-4A78-B70D-09356A15D25A}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{23A2DDA0-9C3D-4A78-B70D-09356A15D25A}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{23A2DDA0-9C3D-4A78-B70D-09356A15D25A}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