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95EB4-651B-422A-897B-F5B8303502A9}">
  <a:tblStyle styleId="{91595EB4-651B-422A-897B-F5B8303502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{91595EB4-651B-422A-897B-F5B8303502A9}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{91595EB4-651B-422A-897B-F5B8303502A9}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{91595EB4-651B-422A-897B-F5B8303502A9}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