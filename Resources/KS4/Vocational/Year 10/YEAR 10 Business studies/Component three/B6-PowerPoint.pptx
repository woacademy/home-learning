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2AA5C-203C-4471-8E0C-6E98137C5D16}">
  <a:tblStyle styleId="{F992AA5C-203C-4471-8E0C-6E98137C5D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{F992AA5C-203C-4471-8E0C-6E98137C5D16}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{F992AA5C-203C-4471-8E0C-6E98137C5D16}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{F992AA5C-203C-4471-8E0C-6E98137C5D16}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