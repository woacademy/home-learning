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469E4EE-898D-4ACB-8128-A8BFAD8EB2E9}">
  <a:tblStyle styleId="{8469E4EE-898D-4ACB-8128-A8BFAD8EB2E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{8469E4EE-898D-4ACB-8128-A8BFAD8EB2E9}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{8469E4EE-898D-4ACB-8128-A8BFAD8EB2E9}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{8469E4EE-898D-4ACB-8128-A8BFAD8EB2E9}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