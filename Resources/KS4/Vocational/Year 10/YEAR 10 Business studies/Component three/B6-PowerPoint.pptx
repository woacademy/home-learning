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080F7-BC55-4B0D-AFB9-BD587FE3B55D}">
  <a:tblStyle styleId="{8D4080F7-BC55-4B0D-AFB9-BD587FE3B5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{8D4080F7-BC55-4B0D-AFB9-BD587FE3B55D}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{8D4080F7-BC55-4B0D-AFB9-BD587FE3B55D}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{8D4080F7-BC55-4B0D-AFB9-BD587FE3B55D}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