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FF40B-6C6E-498B-AD1D-2C46EE2DC3AB}">
  <a:tblStyle styleId="{304FF40B-6C6E-498B-AD1D-2C46EE2DC3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{304FF40B-6C6E-498B-AD1D-2C46EE2DC3AB}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{304FF40B-6C6E-498B-AD1D-2C46EE2DC3AB}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{304FF40B-6C6E-498B-AD1D-2C46EE2DC3AB}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