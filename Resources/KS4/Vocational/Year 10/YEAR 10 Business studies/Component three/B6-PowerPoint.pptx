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517FC0-DF9F-4241-8413-1687BD22F33A}">
  <a:tblStyle styleId="{C8517FC0-DF9F-4241-8413-1687BD22F33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{C8517FC0-DF9F-4241-8413-1687BD22F33A}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{C8517FC0-DF9F-4241-8413-1687BD22F33A}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{C8517FC0-DF9F-4241-8413-1687BD22F33A}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