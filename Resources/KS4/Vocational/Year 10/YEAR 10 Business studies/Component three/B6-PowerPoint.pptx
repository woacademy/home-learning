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EAFE75-E4B6-49DC-B9AC-9ECF3FA4840D}">
  <a:tblStyle styleId="{81EAFE75-E4B6-49DC-B9AC-9ECF3FA484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{81EAFE75-E4B6-49DC-B9AC-9ECF3FA4840D}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{81EAFE75-E4B6-49DC-B9AC-9ECF3FA4840D}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{81EAFE75-E4B6-49DC-B9AC-9ECF3FA4840D}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