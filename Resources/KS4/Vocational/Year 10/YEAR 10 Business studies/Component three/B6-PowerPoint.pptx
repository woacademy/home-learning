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AC645-434E-441C-AA09-379CC486DBD3}">
  <a:tblStyle styleId="{819AC645-434E-441C-AA09-379CC486DB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{819AC645-434E-441C-AA09-379CC486DBD3}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{819AC645-434E-441C-AA09-379CC486DBD3}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{819AC645-434E-441C-AA09-379CC486DBD3}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