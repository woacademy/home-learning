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710AA6-208A-411C-95C5-B44E8659CC44}">
  <a:tblStyle styleId="{6F710AA6-208A-411C-95C5-B44E8659CC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{6F710AA6-208A-411C-95C5-B44E8659CC44}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{6F710AA6-208A-411C-95C5-B44E8659CC44}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{6F710AA6-208A-411C-95C5-B44E8659CC44}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