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98B451-CF3D-4432-B798-4161DE6E74BD}">
  <a:tblStyle styleId="{9E98B451-CF3D-4432-B798-4161DE6E74B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{9E98B451-CF3D-4432-B798-4161DE6E74BD}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{9E98B451-CF3D-4432-B798-4161DE6E74BD}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{9E98B451-CF3D-4432-B798-4161DE6E74BD}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