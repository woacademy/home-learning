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C135F7-866C-4069-A5D7-CCF5F2EDB727}">
  <a:tblStyle styleId="{9DC135F7-866C-4069-A5D7-CCF5F2EDB7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{9DC135F7-866C-4069-A5D7-CCF5F2EDB727}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{9DC135F7-866C-4069-A5D7-CCF5F2EDB727}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{9DC135F7-866C-4069-A5D7-CCF5F2EDB727}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