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2E4F5-18E9-4644-A2AC-96900A087AED}">
  <a:tblStyle styleId="{3192E4F5-18E9-4644-A2AC-96900A087A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{3192E4F5-18E9-4644-A2AC-96900A087AED}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{3192E4F5-18E9-4644-A2AC-96900A087AED}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{3192E4F5-18E9-4644-A2AC-96900A087AED}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