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7A0236-2E5D-44D4-8565-69FD1E0A0D33}">
  <a:tblStyle styleId="{0D7A0236-2E5D-44D4-8565-69FD1E0A0D3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{0D7A0236-2E5D-44D4-8565-69FD1E0A0D33}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{0D7A0236-2E5D-44D4-8565-69FD1E0A0D33}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{0D7A0236-2E5D-44D4-8565-69FD1E0A0D33}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