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3CAE5F-BC6A-4BCB-AE66-CB17CB97CC6E}">
  <a:tblStyle styleId="{EF3CAE5F-BC6A-4BCB-AE66-CB17CB97CC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{EF3CAE5F-BC6A-4BCB-AE66-CB17CB97CC6E}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{EF3CAE5F-BC6A-4BCB-AE66-CB17CB97CC6E}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{EF3CAE5F-BC6A-4BCB-AE66-CB17CB97CC6E}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