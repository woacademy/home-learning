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27B2FE-5453-4283-983E-99F74E9BBB32}">
  <a:tblStyle styleId="{3B27B2FE-5453-4283-983E-99F74E9BBB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{3B27B2FE-5453-4283-983E-99F74E9BBB32}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{3B27B2FE-5453-4283-983E-99F74E9BBB32}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{3B27B2FE-5453-4283-983E-99F74E9BBB32}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