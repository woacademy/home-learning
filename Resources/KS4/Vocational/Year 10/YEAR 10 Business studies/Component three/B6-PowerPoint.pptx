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4CAF8C-5642-432B-95EA-4F93BC3926DA}">
  <a:tblStyle styleId="{A64CAF8C-5642-432B-95EA-4F93BC3926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{A64CAF8C-5642-432B-95EA-4F93BC3926DA}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{A64CAF8C-5642-432B-95EA-4F93BC3926DA}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{A64CAF8C-5642-432B-95EA-4F93BC3926DA}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