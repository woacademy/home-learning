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EF670F-0743-4CA9-A25F-20C4EDBC7BC4}">
  <a:tblStyle styleId="{EBEF670F-0743-4CA9-A25F-20C4EDBC7B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{EBEF670F-0743-4CA9-A25F-20C4EDBC7BC4}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{EBEF670F-0743-4CA9-A25F-20C4EDBC7BC4}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{EBEF670F-0743-4CA9-A25F-20C4EDBC7BC4}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