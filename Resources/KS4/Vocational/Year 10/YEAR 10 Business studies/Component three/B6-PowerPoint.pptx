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16ECEB5-2028-4A94-BDB9-C66D0001ADA8}">
  <a:tblStyle styleId="{D16ECEB5-2028-4A94-BDB9-C66D0001ADA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{D16ECEB5-2028-4A94-BDB9-C66D0001ADA8}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{D16ECEB5-2028-4A94-BDB9-C66D0001ADA8}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{D16ECEB5-2028-4A94-BDB9-C66D0001ADA8}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