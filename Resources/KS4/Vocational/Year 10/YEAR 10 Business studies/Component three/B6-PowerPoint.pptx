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18A416-8B33-4018-9BE3-E6587DA96C49}">
  <a:tblStyle styleId="{E818A416-8B33-4018-9BE3-E6587DA96C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{E818A416-8B33-4018-9BE3-E6587DA96C49}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{E818A416-8B33-4018-9BE3-E6587DA96C49}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{E818A416-8B33-4018-9BE3-E6587DA96C49}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