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C3D2A1-A974-45D5-8D46-9623EEC13845}">
  <a:tblStyle styleId="{51C3D2A1-A974-45D5-8D46-9623EEC138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{51C3D2A1-A974-45D5-8D46-9623EEC13845}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{51C3D2A1-A974-45D5-8D46-9623EEC13845}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{51C3D2A1-A974-45D5-8D46-9623EEC13845}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