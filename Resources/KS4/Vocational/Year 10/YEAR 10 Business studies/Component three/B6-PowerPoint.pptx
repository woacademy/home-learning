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FA56D6-06FC-4AA2-92CB-9FBA0BEA1FA1}">
  <a:tblStyle styleId="{A0FA56D6-06FC-4AA2-92CB-9FBA0BEA1FA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{A0FA56D6-06FC-4AA2-92CB-9FBA0BEA1FA1}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{A0FA56D6-06FC-4AA2-92CB-9FBA0BEA1FA1}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{A0FA56D6-06FC-4AA2-92CB-9FBA0BEA1FA1}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