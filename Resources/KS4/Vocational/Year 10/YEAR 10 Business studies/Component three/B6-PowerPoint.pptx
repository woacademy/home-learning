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A07F61-4F73-4064-B370-DC8941109A24}">
  <a:tblStyle styleId="{CFA07F61-4F73-4064-B370-DC8941109A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{CFA07F61-4F73-4064-B370-DC8941109A24}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{CFA07F61-4F73-4064-B370-DC8941109A24}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{CFA07F61-4F73-4064-B370-DC8941109A24}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