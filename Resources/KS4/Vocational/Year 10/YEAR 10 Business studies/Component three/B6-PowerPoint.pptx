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C42798-3B60-4062-AFA0-EEB05F05BD8A}">
  <a:tblStyle styleId="{DFC42798-3B60-4062-AFA0-EEB05F05BD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{DFC42798-3B60-4062-AFA0-EEB05F05BD8A}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{DFC42798-3B60-4062-AFA0-EEB05F05BD8A}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{DFC42798-3B60-4062-AFA0-EEB05F05BD8A}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