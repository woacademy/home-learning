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31E9E1-D77E-43E1-82E1-34A9DE9431EF}">
  <a:tblStyle styleId="{E931E9E1-D77E-43E1-82E1-34A9DE9431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{E931E9E1-D77E-43E1-82E1-34A9DE9431EF}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{E931E9E1-D77E-43E1-82E1-34A9DE9431EF}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{E931E9E1-D77E-43E1-82E1-34A9DE9431EF}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