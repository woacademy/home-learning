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6709B1-B331-4DB7-8D31-EB0DD4AEFE5D}">
  <a:tblStyle styleId="{F86709B1-B331-4DB7-8D31-EB0DD4AEFE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{F86709B1-B331-4DB7-8D31-EB0DD4AEFE5D}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{F86709B1-B331-4DB7-8D31-EB0DD4AEFE5D}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{F86709B1-B331-4DB7-8D31-EB0DD4AEFE5D}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