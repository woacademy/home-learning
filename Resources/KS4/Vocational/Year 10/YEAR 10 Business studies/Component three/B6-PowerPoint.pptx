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C723DDC-EC08-4C78-8985-13EFF0450E1C}">
  <a:tblStyle styleId="{7C723DDC-EC08-4C78-8985-13EFF0450E1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{7C723DDC-EC08-4C78-8985-13EFF0450E1C}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{7C723DDC-EC08-4C78-8985-13EFF0450E1C}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{7C723DDC-EC08-4C78-8985-13EFF0450E1C}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