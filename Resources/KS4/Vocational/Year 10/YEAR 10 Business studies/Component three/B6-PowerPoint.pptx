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446A0E-DA2B-4719-8C8B-2E327E4F5F11}">
  <a:tblStyle styleId="{12446A0E-DA2B-4719-8C8B-2E327E4F5F1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{12446A0E-DA2B-4719-8C8B-2E327E4F5F11}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{12446A0E-DA2B-4719-8C8B-2E327E4F5F11}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{12446A0E-DA2B-4719-8C8B-2E327E4F5F11}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