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29261E-37D1-4082-B0C0-91DD9AB65CBC}">
  <a:tblStyle styleId="{8D29261E-37D1-4082-B0C0-91DD9AB65CB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{8D29261E-37D1-4082-B0C0-91DD9AB65CBC}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{8D29261E-37D1-4082-B0C0-91DD9AB65CBC}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{8D29261E-37D1-4082-B0C0-91DD9AB65CBC}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