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AD8D9-08CE-4AEF-BD6C-A37F24B9BCE5}">
  <a:tblStyle styleId="{F75AD8D9-08CE-4AEF-BD6C-A37F24B9BC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{F75AD8D9-08CE-4AEF-BD6C-A37F24B9BCE5}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{F75AD8D9-08CE-4AEF-BD6C-A37F24B9BCE5}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{F75AD8D9-08CE-4AEF-BD6C-A37F24B9BCE5}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