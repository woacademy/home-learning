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5B7D4-EDB3-41AC-9ACD-EF655D17EAAB}">
  <a:tblStyle styleId="{7A05B7D4-EDB3-41AC-9ACD-EF655D17EA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{7A05B7D4-EDB3-41AC-9ACD-EF655D17EAAB}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{7A05B7D4-EDB3-41AC-9ACD-EF655D17EAAB}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{7A05B7D4-EDB3-41AC-9ACD-EF655D17EAAB}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