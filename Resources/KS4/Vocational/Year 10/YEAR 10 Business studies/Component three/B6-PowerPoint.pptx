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A1AA3D-9648-4BE4-A8F8-93226867580B}">
  <a:tblStyle styleId="{0DA1AA3D-9648-4BE4-A8F8-9322686758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{0DA1AA3D-9648-4BE4-A8F8-93226867580B}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{0DA1AA3D-9648-4BE4-A8F8-93226867580B}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{0DA1AA3D-9648-4BE4-A8F8-93226867580B}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