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EA402A-AE29-4BF1-B74A-5DAA992788AF}">
  <a:tblStyle styleId="{5FEA402A-AE29-4BF1-B74A-5DAA992788A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{5FEA402A-AE29-4BF1-B74A-5DAA992788AF}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{5FEA402A-AE29-4BF1-B74A-5DAA992788AF}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{5FEA402A-AE29-4BF1-B74A-5DAA992788AF}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