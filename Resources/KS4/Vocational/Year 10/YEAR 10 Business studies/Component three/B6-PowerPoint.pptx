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3B1741-4FF5-47CA-BA83-E90C3E927FB6}">
  <a:tblStyle styleId="{1D3B1741-4FF5-47CA-BA83-E90C3E927FB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{1D3B1741-4FF5-47CA-BA83-E90C3E927FB6}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{1D3B1741-4FF5-47CA-BA83-E90C3E927FB6}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{1D3B1741-4FF5-47CA-BA83-E90C3E927FB6}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