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2787FB-DC2B-42E5-9896-0900589A7184}">
  <a:tblStyle styleId="{292787FB-DC2B-42E5-9896-0900589A71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{292787FB-DC2B-42E5-9896-0900589A7184}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{292787FB-DC2B-42E5-9896-0900589A7184}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{292787FB-DC2B-42E5-9896-0900589A7184}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