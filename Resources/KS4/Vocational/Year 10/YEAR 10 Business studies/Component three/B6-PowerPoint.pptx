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0212D0-7963-4E21-BE04-274B96149D44}">
  <a:tblStyle styleId="{EA0212D0-7963-4E21-BE04-274B96149D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{EA0212D0-7963-4E21-BE04-274B96149D44}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{EA0212D0-7963-4E21-BE04-274B96149D44}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{EA0212D0-7963-4E21-BE04-274B96149D44}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