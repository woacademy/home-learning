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5A74DA-0273-434A-864B-B5FA7458AA00}">
  <a:tblStyle styleId="{AB5A74DA-0273-434A-864B-B5FA7458AA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{AB5A74DA-0273-434A-864B-B5FA7458AA00}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{AB5A74DA-0273-434A-864B-B5FA7458AA00}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{AB5A74DA-0273-434A-864B-B5FA7458AA00}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