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0A1F8F-EF27-4CF9-8AF2-773764721C30}">
  <a:tblStyle styleId="{280A1F8F-EF27-4CF9-8AF2-773764721C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{280A1F8F-EF27-4CF9-8AF2-773764721C30}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{280A1F8F-EF27-4CF9-8AF2-773764721C30}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{280A1F8F-EF27-4CF9-8AF2-773764721C30}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