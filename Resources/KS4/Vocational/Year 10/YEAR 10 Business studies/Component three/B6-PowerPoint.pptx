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E442BB-D64E-4E35-852B-2B055084259B}">
  <a:tblStyle styleId="{DDE442BB-D64E-4E35-852B-2B05508425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{DDE442BB-D64E-4E35-852B-2B055084259B}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{DDE442BB-D64E-4E35-852B-2B055084259B}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{DDE442BB-D64E-4E35-852B-2B055084259B}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