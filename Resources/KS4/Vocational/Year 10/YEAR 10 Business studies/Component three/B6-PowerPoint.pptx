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4EF2E4-5B1E-43FF-916F-94FCFBC6D4D6}">
  <a:tblStyle styleId="{804EF2E4-5B1E-43FF-916F-94FCFBC6D4D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{804EF2E4-5B1E-43FF-916F-94FCFBC6D4D6}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{804EF2E4-5B1E-43FF-916F-94FCFBC6D4D6}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{804EF2E4-5B1E-43FF-916F-94FCFBC6D4D6}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