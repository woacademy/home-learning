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E3E2C9-5AA8-44FC-BD4C-092CA238C8B2}">
  <a:tblStyle styleId="{E4E3E2C9-5AA8-44FC-BD4C-092CA238C8B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{E4E3E2C9-5AA8-44FC-BD4C-092CA238C8B2}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{E4E3E2C9-5AA8-44FC-BD4C-092CA238C8B2}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{E4E3E2C9-5AA8-44FC-BD4C-092CA238C8B2}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