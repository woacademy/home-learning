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EC6F2-8FBF-4E3A-9CC9-9FB95C027933}">
  <a:tblStyle styleId="{F34EC6F2-8FBF-4E3A-9CC9-9FB95C0279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{F34EC6F2-8FBF-4E3A-9CC9-9FB95C027933}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{F34EC6F2-8FBF-4E3A-9CC9-9FB95C027933}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{F34EC6F2-8FBF-4E3A-9CC9-9FB95C027933}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