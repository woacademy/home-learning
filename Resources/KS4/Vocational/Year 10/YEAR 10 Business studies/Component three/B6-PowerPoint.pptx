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C8C4EC3-0242-481F-A76A-BE10717566AB}">
  <a:tblStyle styleId="{7C8C4EC3-0242-481F-A76A-BE10717566A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{7C8C4EC3-0242-481F-A76A-BE10717566AB}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{7C8C4EC3-0242-481F-A76A-BE10717566AB}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{7C8C4EC3-0242-481F-A76A-BE10717566AB}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