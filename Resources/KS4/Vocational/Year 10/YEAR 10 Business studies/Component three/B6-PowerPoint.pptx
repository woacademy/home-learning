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B96EDC-D2B7-4C2E-962D-42542B3FFC12}">
  <a:tblStyle styleId="{16B96EDC-D2B7-4C2E-962D-42542B3FFC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{16B96EDC-D2B7-4C2E-962D-42542B3FFC12}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{16B96EDC-D2B7-4C2E-962D-42542B3FFC12}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{16B96EDC-D2B7-4C2E-962D-42542B3FFC12}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