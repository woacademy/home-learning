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13AA78-E9BF-4FF4-95A5-8A57EE03127D}">
  <a:tblStyle styleId="{B213AA78-E9BF-4FF4-95A5-8A57EE0312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{B213AA78-E9BF-4FF4-95A5-8A57EE03127D}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{B213AA78-E9BF-4FF4-95A5-8A57EE03127D}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{B213AA78-E9BF-4FF4-95A5-8A57EE03127D}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