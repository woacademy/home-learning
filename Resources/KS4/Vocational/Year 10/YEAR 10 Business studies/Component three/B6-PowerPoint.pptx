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7BB83B-0F7A-44FA-8A2D-5841059FBD16}">
  <a:tblStyle styleId="{8D7BB83B-0F7A-44FA-8A2D-5841059FBD1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{8D7BB83B-0F7A-44FA-8A2D-5841059FBD16}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{8D7BB83B-0F7A-44FA-8A2D-5841059FBD16}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{8D7BB83B-0F7A-44FA-8A2D-5841059FBD16}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