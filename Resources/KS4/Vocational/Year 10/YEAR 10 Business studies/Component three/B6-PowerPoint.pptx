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3B943E-1981-4927-9CA8-45B382E07AE4}">
  <a:tblStyle styleId="{6A3B943E-1981-4927-9CA8-45B382E07A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{6A3B943E-1981-4927-9CA8-45B382E07AE4}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{6A3B943E-1981-4927-9CA8-45B382E07AE4}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{6A3B943E-1981-4927-9CA8-45B382E07AE4}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