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BBCE17-0B92-48AC-B1C3-BD55C64D5661}">
  <a:tblStyle styleId="{09BBCE17-0B92-48AC-B1C3-BD55C64D56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{09BBCE17-0B92-48AC-B1C3-BD55C64D5661}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{09BBCE17-0B92-48AC-B1C3-BD55C64D5661}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{09BBCE17-0B92-48AC-B1C3-BD55C64D5661}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