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25EB98-6561-4677-8AD3-1DB6ABB87644}">
  <a:tblStyle styleId="{AC25EB98-6561-4677-8AD3-1DB6ABB876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{AC25EB98-6561-4677-8AD3-1DB6ABB87644}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{AC25EB98-6561-4677-8AD3-1DB6ABB87644}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{AC25EB98-6561-4677-8AD3-1DB6ABB87644}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