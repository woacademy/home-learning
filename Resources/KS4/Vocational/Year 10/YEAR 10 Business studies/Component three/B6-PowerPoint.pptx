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B1FE62-2BA9-40C1-97F9-B470F4DEA6CF}">
  <a:tblStyle styleId="{1FB1FE62-2BA9-40C1-97F9-B470F4DEA6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{1FB1FE62-2BA9-40C1-97F9-B470F4DEA6CF}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{1FB1FE62-2BA9-40C1-97F9-B470F4DEA6CF}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{1FB1FE62-2BA9-40C1-97F9-B470F4DEA6CF}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