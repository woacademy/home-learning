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57C214-E64A-4798-B115-AACBCA70DA1F}">
  <a:tblStyle styleId="{6E57C214-E64A-4798-B115-AACBCA70DA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{6E57C214-E64A-4798-B115-AACBCA70DA1F}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{6E57C214-E64A-4798-B115-AACBCA70DA1F}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{6E57C214-E64A-4798-B115-AACBCA70DA1F}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