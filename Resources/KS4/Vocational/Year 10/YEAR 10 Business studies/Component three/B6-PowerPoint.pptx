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25BA86-69E2-43A0-BEAE-25A217C46EF0}">
  <a:tblStyle styleId="{7C25BA86-69E2-43A0-BEAE-25A217C46E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{7C25BA86-69E2-43A0-BEAE-25A217C46EF0}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{7C25BA86-69E2-43A0-BEAE-25A217C46EF0}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{7C25BA86-69E2-43A0-BEAE-25A217C46EF0}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