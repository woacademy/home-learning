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422D7C-FF1F-4692-A879-FCAF7D80EAC1}">
  <a:tblStyle styleId="{0D422D7C-FF1F-4692-A879-FCAF7D80EAC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{0D422D7C-FF1F-4692-A879-FCAF7D80EAC1}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{0D422D7C-FF1F-4692-A879-FCAF7D80EAC1}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{0D422D7C-FF1F-4692-A879-FCAF7D80EAC1}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