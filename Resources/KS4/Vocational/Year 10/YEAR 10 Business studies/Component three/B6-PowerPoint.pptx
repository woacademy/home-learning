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F0E29B-D12B-406F-8156-90EF765DB5D9}">
  <a:tblStyle styleId="{7CF0E29B-D12B-406F-8156-90EF765DB5D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{7CF0E29B-D12B-406F-8156-90EF765DB5D9}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{7CF0E29B-D12B-406F-8156-90EF765DB5D9}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{7CF0E29B-D12B-406F-8156-90EF765DB5D9}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