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552D8-4800-43CC-B1EB-6684AECE18FE}">
  <a:tblStyle styleId="{C44552D8-4800-43CC-B1EB-6684AECE18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{C44552D8-4800-43CC-B1EB-6684AECE18FE}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{C44552D8-4800-43CC-B1EB-6684AECE18FE}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{C44552D8-4800-43CC-B1EB-6684AECE18FE}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