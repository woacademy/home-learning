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B5A723-9F01-4725-8D1B-89415CCEBAFF}">
  <a:tblStyle styleId="{C3B5A723-9F01-4725-8D1B-89415CCEBAF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{C3B5A723-9F01-4725-8D1B-89415CCEBAFF}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{C3B5A723-9F01-4725-8D1B-89415CCEBAFF}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{C3B5A723-9F01-4725-8D1B-89415CCEBAFF}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