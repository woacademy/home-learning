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DFD3F7-B875-4FA6-A53D-E221F4125512}">
  <a:tblStyle styleId="{51DFD3F7-B875-4FA6-A53D-E221F412551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{51DFD3F7-B875-4FA6-A53D-E221F4125512}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{51DFD3F7-B875-4FA6-A53D-E221F4125512}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{51DFD3F7-B875-4FA6-A53D-E221F4125512}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