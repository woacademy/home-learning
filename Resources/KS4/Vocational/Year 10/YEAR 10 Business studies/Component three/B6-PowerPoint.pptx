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E4EBF4-A185-4F30-B371-38F3F1FA2875}">
  <a:tblStyle styleId="{9BE4EBF4-A185-4F30-B371-38F3F1FA287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{9BE4EBF4-A185-4F30-B371-38F3F1FA2875}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{9BE4EBF4-A185-4F30-B371-38F3F1FA2875}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{9BE4EBF4-A185-4F30-B371-38F3F1FA2875}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