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9421E6-EF6A-463F-95D5-A2284107B07A}">
  <a:tblStyle styleId="{EA9421E6-EF6A-463F-95D5-A2284107B0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{EA9421E6-EF6A-463F-95D5-A2284107B07A}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{EA9421E6-EF6A-463F-95D5-A2284107B07A}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{EA9421E6-EF6A-463F-95D5-A2284107B07A}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