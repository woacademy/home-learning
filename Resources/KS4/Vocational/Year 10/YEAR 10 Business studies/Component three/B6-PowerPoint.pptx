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D36B8-0666-4281-9334-B57F99EF7718}">
  <a:tblStyle styleId="{1F2D36B8-0666-4281-9334-B57F99EF771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{1F2D36B8-0666-4281-9334-B57F99EF7718}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{1F2D36B8-0666-4281-9334-B57F99EF7718}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{1F2D36B8-0666-4281-9334-B57F99EF7718}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