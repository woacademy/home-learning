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AB6CD1-BA9A-4A3B-833A-E8BEBD34DC23}">
  <a:tblStyle styleId="{C7AB6CD1-BA9A-4A3B-833A-E8BEBD34DC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{C7AB6CD1-BA9A-4A3B-833A-E8BEBD34DC23}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{C7AB6CD1-BA9A-4A3B-833A-E8BEBD34DC23}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{C7AB6CD1-BA9A-4A3B-833A-E8BEBD34DC23}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