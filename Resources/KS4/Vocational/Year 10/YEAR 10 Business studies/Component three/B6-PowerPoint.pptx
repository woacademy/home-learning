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817E9E1-5101-4347-A747-FCE402E6098B}">
  <a:tblStyle styleId="{5817E9E1-5101-4347-A747-FCE402E6098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{5817E9E1-5101-4347-A747-FCE402E6098B}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{5817E9E1-5101-4347-A747-FCE402E6098B}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{5817E9E1-5101-4347-A747-FCE402E6098B}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