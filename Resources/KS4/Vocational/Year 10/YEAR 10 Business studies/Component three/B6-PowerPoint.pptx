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C1A7AC-8416-42DB-80E3-ABDC0E86A762}">
  <a:tblStyle styleId="{82C1A7AC-8416-42DB-80E3-ABDC0E86A7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{82C1A7AC-8416-42DB-80E3-ABDC0E86A762}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{82C1A7AC-8416-42DB-80E3-ABDC0E86A762}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{82C1A7AC-8416-42DB-80E3-ABDC0E86A762}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