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BFD368-7485-4206-9049-88D9DCE7E1BC}">
  <a:tblStyle styleId="{7DBFD368-7485-4206-9049-88D9DCE7E1B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{7DBFD368-7485-4206-9049-88D9DCE7E1BC}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{7DBFD368-7485-4206-9049-88D9DCE7E1BC}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{7DBFD368-7485-4206-9049-88D9DCE7E1BC}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