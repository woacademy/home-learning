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1D35565-2F3D-41AD-97A3-C481E468C591}">
  <a:tblStyle styleId="{01D35565-2F3D-41AD-97A3-C481E468C5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{01D35565-2F3D-41AD-97A3-C481E468C591}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{01D35565-2F3D-41AD-97A3-C481E468C591}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{01D35565-2F3D-41AD-97A3-C481E468C591}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