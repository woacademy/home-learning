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4658E6-B2E2-4819-AECB-14FE4BEB28A2}">
  <a:tblStyle styleId="{AF4658E6-B2E2-4819-AECB-14FE4BEB28A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{AF4658E6-B2E2-4819-AECB-14FE4BEB28A2}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{AF4658E6-B2E2-4819-AECB-14FE4BEB28A2}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{AF4658E6-B2E2-4819-AECB-14FE4BEB28A2}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