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63C96D-39F7-4E5B-A7BB-566259EC3A2B}">
  <a:tblStyle styleId="{3363C96D-39F7-4E5B-A7BB-566259EC3A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{3363C96D-39F7-4E5B-A7BB-566259EC3A2B}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{3363C96D-39F7-4E5B-A7BB-566259EC3A2B}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{3363C96D-39F7-4E5B-A7BB-566259EC3A2B}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