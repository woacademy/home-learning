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F760F-C8E5-47CC-B289-85E16B4BA5BA}">
  <a:tblStyle styleId="{AFDF760F-C8E5-47CC-B289-85E16B4BA5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{AFDF760F-C8E5-47CC-B289-85E16B4BA5BA}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{AFDF760F-C8E5-47CC-B289-85E16B4BA5BA}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{AFDF760F-C8E5-47CC-B289-85E16B4BA5BA}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