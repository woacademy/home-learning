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BA2201-8999-4BEA-8AB4-3E2E32CB8108}">
  <a:tblStyle styleId="{A2BA2201-8999-4BEA-8AB4-3E2E32CB81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{A2BA2201-8999-4BEA-8AB4-3E2E32CB8108}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{A2BA2201-8999-4BEA-8AB4-3E2E32CB8108}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{A2BA2201-8999-4BEA-8AB4-3E2E32CB8108}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