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2E8ACA7-62DE-4449-B83E-47CA032D3198}">
  <a:tblStyle styleId="{F2E8ACA7-62DE-4449-B83E-47CA032D319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{F2E8ACA7-62DE-4449-B83E-47CA032D3198}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{F2E8ACA7-62DE-4449-B83E-47CA032D3198}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{F2E8ACA7-62DE-4449-B83E-47CA032D3198}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