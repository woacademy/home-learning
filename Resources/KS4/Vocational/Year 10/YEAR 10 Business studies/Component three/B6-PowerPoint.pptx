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80555D-40AD-44DE-B866-F0E382427C5E}">
  <a:tblStyle styleId="{BC80555D-40AD-44DE-B866-F0E382427C5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{BC80555D-40AD-44DE-B866-F0E382427C5E}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{BC80555D-40AD-44DE-B866-F0E382427C5E}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{BC80555D-40AD-44DE-B866-F0E382427C5E}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