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DF2A6E-E3D2-4F6D-AF88-ED6FA502270A}">
  <a:tblStyle styleId="{CBDF2A6E-E3D2-4F6D-AF88-ED6FA502270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{CBDF2A6E-E3D2-4F6D-AF88-ED6FA502270A}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{CBDF2A6E-E3D2-4F6D-AF88-ED6FA502270A}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{CBDF2A6E-E3D2-4F6D-AF88-ED6FA502270A}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