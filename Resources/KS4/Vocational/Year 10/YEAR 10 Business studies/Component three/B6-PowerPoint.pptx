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D4025BF-8ED3-490C-9947-51DEDCD8AC2E}">
  <a:tblStyle styleId="{DD4025BF-8ED3-490C-9947-51DEDCD8AC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{DD4025BF-8ED3-490C-9947-51DEDCD8AC2E}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{DD4025BF-8ED3-490C-9947-51DEDCD8AC2E}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{DD4025BF-8ED3-490C-9947-51DEDCD8AC2E}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