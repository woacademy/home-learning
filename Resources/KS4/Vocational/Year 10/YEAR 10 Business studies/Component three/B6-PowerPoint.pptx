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86A9C8-A9D6-4759-95D9-AD98A65E2F0C}">
  <a:tblStyle styleId="{7386A9C8-A9D6-4759-95D9-AD98A65E2F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{7386A9C8-A9D6-4759-95D9-AD98A65E2F0C}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{7386A9C8-A9D6-4759-95D9-AD98A65E2F0C}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{7386A9C8-A9D6-4759-95D9-AD98A65E2F0C}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