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97CB087-F1F3-45AA-BB33-6A434CA24C32}">
  <a:tblStyle styleId="{E97CB087-F1F3-45AA-BB33-6A434CA24C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{E97CB087-F1F3-45AA-BB33-6A434CA24C32}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{E97CB087-F1F3-45AA-BB33-6A434CA24C32}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{E97CB087-F1F3-45AA-BB33-6A434CA24C32}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