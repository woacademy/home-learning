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395318-C345-4FD3-BA5D-69AFE915D9FC}">
  <a:tblStyle styleId="{EF395318-C345-4FD3-BA5D-69AFE915D9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{EF395318-C345-4FD3-BA5D-69AFE915D9FC}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{EF395318-C345-4FD3-BA5D-69AFE915D9FC}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{EF395318-C345-4FD3-BA5D-69AFE915D9FC}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