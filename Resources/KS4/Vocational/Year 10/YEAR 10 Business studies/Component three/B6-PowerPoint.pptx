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F3D76-51B1-402A-83C1-049C002061AC}">
  <a:tblStyle styleId="{16CF3D76-51B1-402A-83C1-049C002061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{16CF3D76-51B1-402A-83C1-049C002061AC}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{16CF3D76-51B1-402A-83C1-049C002061AC}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{16CF3D76-51B1-402A-83C1-049C002061AC}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