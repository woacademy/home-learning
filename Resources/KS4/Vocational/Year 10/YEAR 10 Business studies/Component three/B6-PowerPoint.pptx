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743D8B-A760-4F63-8BF0-C28E7FC94720}">
  <a:tblStyle styleId="{AC743D8B-A760-4F63-8BF0-C28E7FC947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{AC743D8B-A760-4F63-8BF0-C28E7FC94720}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{AC743D8B-A760-4F63-8BF0-C28E7FC94720}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{AC743D8B-A760-4F63-8BF0-C28E7FC94720}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