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27C9D7-E7CB-4F1E-A7B3-CB681727F6E7}">
  <a:tblStyle styleId="{3327C9D7-E7CB-4F1E-A7B3-CB681727F6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{3327C9D7-E7CB-4F1E-A7B3-CB681727F6E7}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{3327C9D7-E7CB-4F1E-A7B3-CB681727F6E7}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{3327C9D7-E7CB-4F1E-A7B3-CB681727F6E7}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