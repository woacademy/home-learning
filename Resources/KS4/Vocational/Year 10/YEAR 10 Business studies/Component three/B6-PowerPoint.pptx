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AA029-FE07-411B-9EA4-6FC5F8CD7714}">
  <a:tblStyle styleId="{700AA029-FE07-411B-9EA4-6FC5F8CD77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{700AA029-FE07-411B-9EA4-6FC5F8CD7714}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{700AA029-FE07-411B-9EA4-6FC5F8CD7714}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{700AA029-FE07-411B-9EA4-6FC5F8CD7714}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