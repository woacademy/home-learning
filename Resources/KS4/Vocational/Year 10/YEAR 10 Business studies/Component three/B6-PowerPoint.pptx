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766615-BD24-4E3C-B3B2-2821D9022205}">
  <a:tblStyle styleId="{B0766615-BD24-4E3C-B3B2-2821D90222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{B0766615-BD24-4E3C-B3B2-2821D9022205}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{B0766615-BD24-4E3C-B3B2-2821D9022205}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{B0766615-BD24-4E3C-B3B2-2821D9022205}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