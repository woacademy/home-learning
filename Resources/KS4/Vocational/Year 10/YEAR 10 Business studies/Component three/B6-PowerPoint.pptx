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FD4876-7506-4FB0-8545-CACF2F2A5639}">
  <a:tblStyle styleId="{8EFD4876-7506-4FB0-8545-CACF2F2A563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{8EFD4876-7506-4FB0-8545-CACF2F2A5639}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{8EFD4876-7506-4FB0-8545-CACF2F2A5639}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{8EFD4876-7506-4FB0-8545-CACF2F2A5639}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