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FEC4D6-F684-490C-8C22-B5B72E621DBF}">
  <a:tblStyle styleId="{82FEC4D6-F684-490C-8C22-B5B72E621D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{82FEC4D6-F684-490C-8C22-B5B72E621DBF}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{82FEC4D6-F684-490C-8C22-B5B72E621DBF}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{82FEC4D6-F684-490C-8C22-B5B72E621DBF}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