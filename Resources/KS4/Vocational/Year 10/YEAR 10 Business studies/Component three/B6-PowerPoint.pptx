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404B150-1D22-4BE6-82D9-9A7D74A88613}">
  <a:tblStyle styleId="{7404B150-1D22-4BE6-82D9-9A7D74A8861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{7404B150-1D22-4BE6-82D9-9A7D74A88613}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{7404B150-1D22-4BE6-82D9-9A7D74A88613}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{7404B150-1D22-4BE6-82D9-9A7D74A88613}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