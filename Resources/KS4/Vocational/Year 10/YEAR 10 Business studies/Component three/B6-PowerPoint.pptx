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298FD-098D-45F2-AF25-1EB7391DAF29}">
  <a:tblStyle styleId="{286298FD-098D-45F2-AF25-1EB7391DAF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{286298FD-098D-45F2-AF25-1EB7391DAF29}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{286298FD-098D-45F2-AF25-1EB7391DAF29}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{286298FD-098D-45F2-AF25-1EB7391DAF29}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