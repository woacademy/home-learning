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3294E8-608E-43C6-A484-170A7FAA460A}">
  <a:tblStyle styleId="{513294E8-608E-43C6-A484-170A7FAA460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{513294E8-608E-43C6-A484-170A7FAA460A}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{513294E8-608E-43C6-A484-170A7FAA460A}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{513294E8-608E-43C6-A484-170A7FAA460A}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