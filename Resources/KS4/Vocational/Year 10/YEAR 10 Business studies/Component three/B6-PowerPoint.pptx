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7D868F-92BD-4578-AC45-B9FE526AD3C8}">
  <a:tblStyle styleId="{B37D868F-92BD-4578-AC45-B9FE526AD3C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{B37D868F-92BD-4578-AC45-B9FE526AD3C8}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{B37D868F-92BD-4578-AC45-B9FE526AD3C8}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{B37D868F-92BD-4578-AC45-B9FE526AD3C8}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