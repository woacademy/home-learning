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7CCDB9-11B7-4C22-9520-6F5F93ECCF96}">
  <a:tblStyle styleId="{F27CCDB9-11B7-4C22-9520-6F5F93ECCF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{F27CCDB9-11B7-4C22-9520-6F5F93ECCF96}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{F27CCDB9-11B7-4C22-9520-6F5F93ECCF96}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{F27CCDB9-11B7-4C22-9520-6F5F93ECCF96}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