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9A5765-2B38-4931-AF24-86F3967F88BB}">
  <a:tblStyle styleId="{CA9A5765-2B38-4931-AF24-86F3967F88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{CA9A5765-2B38-4931-AF24-86F3967F88BB}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{CA9A5765-2B38-4931-AF24-86F3967F88BB}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{CA9A5765-2B38-4931-AF24-86F3967F88BB}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