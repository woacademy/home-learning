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CC75C-E6AD-4F19-8013-F6C31A58B0D9}">
  <a:tblStyle styleId="{670CC75C-E6AD-4F19-8013-F6C31A58B0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{670CC75C-E6AD-4F19-8013-F6C31A58B0D9}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{670CC75C-E6AD-4F19-8013-F6C31A58B0D9}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{670CC75C-E6AD-4F19-8013-F6C31A58B0D9}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