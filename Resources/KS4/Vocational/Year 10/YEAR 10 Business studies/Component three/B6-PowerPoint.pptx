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60C828-32EA-4BB1-82D5-3EC3267F24B9}">
  <a:tblStyle styleId="{B860C828-32EA-4BB1-82D5-3EC3267F24B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{B860C828-32EA-4BB1-82D5-3EC3267F24B9}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{B860C828-32EA-4BB1-82D5-3EC3267F24B9}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{B860C828-32EA-4BB1-82D5-3EC3267F24B9}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