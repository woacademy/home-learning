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D0E6B-746E-48E8-9894-E5DEADD5A7C7}">
  <a:tblStyle styleId="{55CD0E6B-746E-48E8-9894-E5DEADD5A7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{55CD0E6B-746E-48E8-9894-E5DEADD5A7C7}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{55CD0E6B-746E-48E8-9894-E5DEADD5A7C7}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{55CD0E6B-746E-48E8-9894-E5DEADD5A7C7}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