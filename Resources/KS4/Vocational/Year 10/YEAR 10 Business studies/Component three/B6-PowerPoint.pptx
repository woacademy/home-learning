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99C88C-76A9-4336-877A-B371DC9FEBF3}">
  <a:tblStyle styleId="{9399C88C-76A9-4336-877A-B371DC9FEBF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{9399C88C-76A9-4336-877A-B371DC9FEBF3}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{9399C88C-76A9-4336-877A-B371DC9FEBF3}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{9399C88C-76A9-4336-877A-B371DC9FEBF3}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