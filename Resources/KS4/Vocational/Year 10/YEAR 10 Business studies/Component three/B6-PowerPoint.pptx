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6F375-A936-41C8-97AA-8E7CA12C8C9D}">
  <a:tblStyle styleId="{4316F375-A936-41C8-97AA-8E7CA12C8C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{4316F375-A936-41C8-97AA-8E7CA12C8C9D}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{4316F375-A936-41C8-97AA-8E7CA12C8C9D}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{4316F375-A936-41C8-97AA-8E7CA12C8C9D}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