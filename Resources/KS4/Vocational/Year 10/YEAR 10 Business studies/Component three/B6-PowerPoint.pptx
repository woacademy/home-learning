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09BB01-7BA1-4339-A30B-D27909667DC9}">
  <a:tblStyle styleId="{A009BB01-7BA1-4339-A30B-D27909667DC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{A009BB01-7BA1-4339-A30B-D27909667DC9}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{A009BB01-7BA1-4339-A30B-D27909667DC9}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{A009BB01-7BA1-4339-A30B-D27909667DC9}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