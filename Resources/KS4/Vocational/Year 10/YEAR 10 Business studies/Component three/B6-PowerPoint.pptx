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3372BE-739A-4AD6-ABE1-2F33ED5E8D9D}">
  <a:tblStyle styleId="{F43372BE-739A-4AD6-ABE1-2F33ED5E8D9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{F43372BE-739A-4AD6-ABE1-2F33ED5E8D9D}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{F43372BE-739A-4AD6-ABE1-2F33ED5E8D9D}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{F43372BE-739A-4AD6-ABE1-2F33ED5E8D9D}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