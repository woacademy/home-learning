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89ABF5-A48F-44D8-941F-73BBB774202F}">
  <a:tblStyle styleId="{8F89ABF5-A48F-44D8-941F-73BBB77420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{8F89ABF5-A48F-44D8-941F-73BBB774202F}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{8F89ABF5-A48F-44D8-941F-73BBB774202F}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{8F89ABF5-A48F-44D8-941F-73BBB774202F}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