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36701E-6A0A-475B-A822-E8C1F818B1B3}">
  <a:tblStyle styleId="{7D36701E-6A0A-475B-A822-E8C1F818B1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{7D36701E-6A0A-475B-A822-E8C1F818B1B3}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{7D36701E-6A0A-475B-A822-E8C1F818B1B3}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{7D36701E-6A0A-475B-A822-E8C1F818B1B3}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