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1003247-13B3-4F05-88E8-E69668A6FE77}">
  <a:tblStyle styleId="{91003247-13B3-4F05-88E8-E69668A6FE77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6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{91003247-13B3-4F05-88E8-E69668A6FE77}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{91003247-13B3-4F05-88E8-E69668A6FE77}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{91003247-13B3-4F05-88E8-E69668A6FE77}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