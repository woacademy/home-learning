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235E05-E29A-404F-AB7B-ABAA8784064B}">
  <a:tblStyle styleId="{AD235E05-E29A-404F-AB7B-ABAA8784064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{AD235E05-E29A-404F-AB7B-ABAA8784064B}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{AD235E05-E29A-404F-AB7B-ABAA8784064B}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{AD235E05-E29A-404F-AB7B-ABAA8784064B}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