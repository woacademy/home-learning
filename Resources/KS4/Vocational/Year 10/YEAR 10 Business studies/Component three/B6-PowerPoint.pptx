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7976A7-A164-4B75-8FD7-9AAEEC69BB76}">
  <a:tblStyle styleId="{897976A7-A164-4B75-8FD7-9AAEEC69BB7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{897976A7-A164-4B75-8FD7-9AAEEC69BB76}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{897976A7-A164-4B75-8FD7-9AAEEC69BB76}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{897976A7-A164-4B75-8FD7-9AAEEC69BB76}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