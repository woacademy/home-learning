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BD0003-150B-4D6B-9FD4-D807EAA428B6}">
  <a:tblStyle styleId="{90BD0003-150B-4D6B-9FD4-D807EAA428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{90BD0003-150B-4D6B-9FD4-D807EAA428B6}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{90BD0003-150B-4D6B-9FD4-D807EAA428B6}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{90BD0003-150B-4D6B-9FD4-D807EAA428B6}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