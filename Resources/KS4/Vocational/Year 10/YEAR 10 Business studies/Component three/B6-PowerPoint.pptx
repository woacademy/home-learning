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AE9B3F-0637-4625-AB8C-05572AF6ACD0}">
  <a:tblStyle styleId="{EBAE9B3F-0637-4625-AB8C-05572AF6ACD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{EBAE9B3F-0637-4625-AB8C-05572AF6ACD0}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{EBAE9B3F-0637-4625-AB8C-05572AF6ACD0}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{EBAE9B3F-0637-4625-AB8C-05572AF6ACD0}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