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CA59B1-9D17-4056-866B-A4E7BFD7E40B}">
  <a:tblStyle styleId="{EDCA59B1-9D17-4056-866B-A4E7BFD7E4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{EDCA59B1-9D17-4056-866B-A4E7BFD7E40B}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{EDCA59B1-9D17-4056-866B-A4E7BFD7E40B}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{EDCA59B1-9D17-4056-866B-A4E7BFD7E40B}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