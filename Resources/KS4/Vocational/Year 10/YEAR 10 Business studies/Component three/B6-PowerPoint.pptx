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246FAE-18CB-455E-87C9-684D4AA6D83B}">
  <a:tblStyle styleId="{4E246FAE-18CB-455E-87C9-684D4AA6D83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{4E246FAE-18CB-455E-87C9-684D4AA6D83B}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{4E246FAE-18CB-455E-87C9-684D4AA6D83B}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{4E246FAE-18CB-455E-87C9-684D4AA6D83B}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