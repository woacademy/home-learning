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28EC68-1EB2-4B12-B1D2-6ADFF221A610}">
  <a:tblStyle styleId="{D628EC68-1EB2-4B12-B1D2-6ADFF221A61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{D628EC68-1EB2-4B12-B1D2-6ADFF221A610}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{D628EC68-1EB2-4B12-B1D2-6ADFF221A610}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{D628EC68-1EB2-4B12-B1D2-6ADFF221A610}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