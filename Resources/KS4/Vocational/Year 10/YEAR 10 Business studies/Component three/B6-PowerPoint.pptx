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0865FF-B7D5-488D-A9BE-C8A529317F55}">
  <a:tblStyle styleId="{7A0865FF-B7D5-488D-A9BE-C8A529317F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{7A0865FF-B7D5-488D-A9BE-C8A529317F55}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{7A0865FF-B7D5-488D-A9BE-C8A529317F55}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{7A0865FF-B7D5-488D-A9BE-C8A529317F55}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