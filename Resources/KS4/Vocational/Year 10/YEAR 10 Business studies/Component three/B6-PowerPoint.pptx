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EDBAE-FC42-4ACE-872C-554DDF33EB32}">
  <a:tblStyle styleId="{AF2EDBAE-FC42-4ACE-872C-554DDF33EB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{AF2EDBAE-FC42-4ACE-872C-554DDF33EB32}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{AF2EDBAE-FC42-4ACE-872C-554DDF33EB32}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{AF2EDBAE-FC42-4ACE-872C-554DDF33EB32}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