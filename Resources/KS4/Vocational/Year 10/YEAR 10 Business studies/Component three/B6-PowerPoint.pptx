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6C2733-531D-433C-85AD-DBF7CBC5C4CF}">
  <a:tblStyle styleId="{306C2733-531D-433C-85AD-DBF7CBC5C4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{306C2733-531D-433C-85AD-DBF7CBC5C4CF}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{306C2733-531D-433C-85AD-DBF7CBC5C4CF}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{306C2733-531D-433C-85AD-DBF7CBC5C4CF}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