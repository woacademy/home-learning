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C62951-352D-4B45-B455-C15D02059536}">
  <a:tblStyle styleId="{7BC62951-352D-4B45-B455-C15D020595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{7BC62951-352D-4B45-B455-C15D02059536}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{7BC62951-352D-4B45-B455-C15D02059536}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{7BC62951-352D-4B45-B455-C15D02059536}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