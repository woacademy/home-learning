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C298DD-5034-4056-A736-CBA4272F6590}">
  <a:tblStyle styleId="{0DC298DD-5034-4056-A736-CBA4272F65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{0DC298DD-5034-4056-A736-CBA4272F6590}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{0DC298DD-5034-4056-A736-CBA4272F6590}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{0DC298DD-5034-4056-A736-CBA4272F6590}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