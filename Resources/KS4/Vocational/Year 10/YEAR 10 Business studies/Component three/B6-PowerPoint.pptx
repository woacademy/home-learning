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F5EECA30-BCA4-4A58-A9FE-A3DDC721C4EE}">
  <a:tblStyle styleId="{F5EECA30-BCA4-4A58-A9FE-A3DDC721C4EE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5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{F5EECA30-BCA4-4A58-A9FE-A3DDC721C4EE}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{F5EECA30-BCA4-4A58-A9FE-A3DDC721C4EE}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{F5EECA30-BCA4-4A58-A9FE-A3DDC721C4EE}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