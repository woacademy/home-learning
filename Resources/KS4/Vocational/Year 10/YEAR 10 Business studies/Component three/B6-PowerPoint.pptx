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B7F14B-8FFB-48B1-B8B5-8B40641F914F}">
  <a:tblStyle styleId="{0DB7F14B-8FFB-48B1-B8B5-8B40641F91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{0DB7F14B-8FFB-48B1-B8B5-8B40641F914F}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{0DB7F14B-8FFB-48B1-B8B5-8B40641F914F}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{0DB7F14B-8FFB-48B1-B8B5-8B40641F914F}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