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7B0CF3-9911-4E15-98BE-2B770425EE79}">
  <a:tblStyle styleId="{AC7B0CF3-9911-4E15-98BE-2B770425EE7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{AC7B0CF3-9911-4E15-98BE-2B770425EE79}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{AC7B0CF3-9911-4E15-98BE-2B770425EE79}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{AC7B0CF3-9911-4E15-98BE-2B770425EE79}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