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47D102-0A77-42CD-9BF1-4841D6FC5AD1}">
  <a:tblStyle styleId="{0C47D102-0A77-42CD-9BF1-4841D6FC5AD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{0C47D102-0A77-42CD-9BF1-4841D6FC5AD1}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{0C47D102-0A77-42CD-9BF1-4841D6FC5AD1}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{0C47D102-0A77-42CD-9BF1-4841D6FC5AD1}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