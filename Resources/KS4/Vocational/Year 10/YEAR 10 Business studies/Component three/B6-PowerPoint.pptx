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75D33E-DD6A-4779-9314-39781C7267DC}">
  <a:tblStyle styleId="{5075D33E-DD6A-4779-9314-39781C7267D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{5075D33E-DD6A-4779-9314-39781C7267DC}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{5075D33E-DD6A-4779-9314-39781C7267DC}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{5075D33E-DD6A-4779-9314-39781C7267DC}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