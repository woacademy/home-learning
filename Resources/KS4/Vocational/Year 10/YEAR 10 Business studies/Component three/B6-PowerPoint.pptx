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325AE27-80A7-4A3D-97E1-D180FBAEE33C}">
  <a:tblStyle styleId="{8325AE27-80A7-4A3D-97E1-D180FBAEE33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{8325AE27-80A7-4A3D-97E1-D180FBAEE33C}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{8325AE27-80A7-4A3D-97E1-D180FBAEE33C}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{8325AE27-80A7-4A3D-97E1-D180FBAEE33C}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