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798E1C-0217-486A-AA03-0D04C405B5BC}">
  <a:tblStyle styleId="{D7798E1C-0217-486A-AA03-0D04C405B5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{D7798E1C-0217-486A-AA03-0D04C405B5BC}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{D7798E1C-0217-486A-AA03-0D04C405B5BC}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{D7798E1C-0217-486A-AA03-0D04C405B5BC}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