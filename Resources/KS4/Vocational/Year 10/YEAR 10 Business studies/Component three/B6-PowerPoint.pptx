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A40620-C43D-45CA-A13A-717186155D1C}">
  <a:tblStyle styleId="{E1A40620-C43D-45CA-A13A-717186155D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{E1A40620-C43D-45CA-A13A-717186155D1C}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{E1A40620-C43D-45CA-A13A-717186155D1C}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{E1A40620-C43D-45CA-A13A-717186155D1C}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