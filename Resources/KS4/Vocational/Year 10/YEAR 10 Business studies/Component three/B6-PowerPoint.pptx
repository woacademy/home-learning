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BDAEB-2857-47A3-9373-F6D86BAE8F70}">
  <a:tblStyle styleId="{F74BDAEB-2857-47A3-9373-F6D86BAE8F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{F74BDAEB-2857-47A3-9373-F6D86BAE8F70}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{F74BDAEB-2857-47A3-9373-F6D86BAE8F70}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{F74BDAEB-2857-47A3-9373-F6D86BAE8F70}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