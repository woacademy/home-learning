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CF4722-E73B-4F44-AEFC-4AFC234D9E35}">
  <a:tblStyle styleId="{CBCF4722-E73B-4F44-AEFC-4AFC234D9E3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{CBCF4722-E73B-4F44-AEFC-4AFC234D9E35}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{CBCF4722-E73B-4F44-AEFC-4AFC234D9E35}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{CBCF4722-E73B-4F44-AEFC-4AFC234D9E35}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