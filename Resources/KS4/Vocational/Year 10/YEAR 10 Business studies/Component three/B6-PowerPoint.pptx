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22B08-4AF1-4CAC-900C-EACC601672E7}">
  <a:tblStyle styleId="{1F022B08-4AF1-4CAC-900C-EACC601672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{1F022B08-4AF1-4CAC-900C-EACC601672E7}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{1F022B08-4AF1-4CAC-900C-EACC601672E7}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{1F022B08-4AF1-4CAC-900C-EACC601672E7}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