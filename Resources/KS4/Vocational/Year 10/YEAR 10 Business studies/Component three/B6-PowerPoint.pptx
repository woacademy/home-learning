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6492E9-721D-4A1A-8338-C9732DC83061}">
  <a:tblStyle styleId="{C36492E9-721D-4A1A-8338-C9732DC8306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{C36492E9-721D-4A1A-8338-C9732DC83061}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{C36492E9-721D-4A1A-8338-C9732DC83061}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{C36492E9-721D-4A1A-8338-C9732DC83061}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