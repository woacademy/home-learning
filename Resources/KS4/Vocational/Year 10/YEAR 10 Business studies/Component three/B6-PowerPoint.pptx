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E3C249-21CC-43AE-BE62-848D46ADE508}">
  <a:tblStyle styleId="{72E3C249-21CC-43AE-BE62-848D46ADE5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{72E3C249-21CC-43AE-BE62-848D46ADE508}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{72E3C249-21CC-43AE-BE62-848D46ADE508}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{72E3C249-21CC-43AE-BE62-848D46ADE508}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