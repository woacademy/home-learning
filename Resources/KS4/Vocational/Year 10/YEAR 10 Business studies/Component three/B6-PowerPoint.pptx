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C871F8-30ED-41B5-967F-ECF1319FFCA5}">
  <a:tblStyle styleId="{04C871F8-30ED-41B5-967F-ECF1319FFCA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{04C871F8-30ED-41B5-967F-ECF1319FFCA5}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{04C871F8-30ED-41B5-967F-ECF1319FFCA5}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{04C871F8-30ED-41B5-967F-ECF1319FFCA5}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