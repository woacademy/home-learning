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70CE38-B793-46DC-938B-EE268705EAFE}">
  <a:tblStyle styleId="{3570CE38-B793-46DC-938B-EE268705EA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{3570CE38-B793-46DC-938B-EE268705EAFE}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{3570CE38-B793-46DC-938B-EE268705EAFE}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{3570CE38-B793-46DC-938B-EE268705EAFE}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