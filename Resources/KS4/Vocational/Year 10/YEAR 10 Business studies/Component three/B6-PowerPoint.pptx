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165A53-AA88-42C6-9D90-96DB2F595036}">
  <a:tblStyle styleId="{91165A53-AA88-42C6-9D90-96DB2F5950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{91165A53-AA88-42C6-9D90-96DB2F595036}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{91165A53-AA88-42C6-9D90-96DB2F595036}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{91165A53-AA88-42C6-9D90-96DB2F595036}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