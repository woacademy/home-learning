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26F342-4DAA-41D9-B5CD-132F9F9BD5A2}">
  <a:tblStyle styleId="{3526F342-4DAA-41D9-B5CD-132F9F9BD5A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{3526F342-4DAA-41D9-B5CD-132F9F9BD5A2}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{3526F342-4DAA-41D9-B5CD-132F9F9BD5A2}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{3526F342-4DAA-41D9-B5CD-132F9F9BD5A2}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