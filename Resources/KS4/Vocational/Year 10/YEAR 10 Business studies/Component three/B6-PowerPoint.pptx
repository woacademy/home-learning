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E36A79-4544-42AF-B307-35B4BFC3FE0A}">
  <a:tblStyle styleId="{77E36A79-4544-42AF-B307-35B4BFC3FE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{77E36A79-4544-42AF-B307-35B4BFC3FE0A}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{77E36A79-4544-42AF-B307-35B4BFC3FE0A}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{77E36A79-4544-42AF-B307-35B4BFC3FE0A}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