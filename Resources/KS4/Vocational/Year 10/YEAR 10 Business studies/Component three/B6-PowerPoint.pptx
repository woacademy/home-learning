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39AEE8-835D-4135-9365-2DAC46074DB7}">
  <a:tblStyle styleId="{0F39AEE8-835D-4135-9365-2DAC46074DB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{0F39AEE8-835D-4135-9365-2DAC46074DB7}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{0F39AEE8-835D-4135-9365-2DAC46074DB7}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{0F39AEE8-835D-4135-9365-2DAC46074DB7}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