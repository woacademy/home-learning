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E82FCD-CF5D-45DF-9DC5-F85D7F1B6AF9}">
  <a:tblStyle styleId="{0EE82FCD-CF5D-45DF-9DC5-F85D7F1B6AF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{0EE82FCD-CF5D-45DF-9DC5-F85D7F1B6AF9}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{0EE82FCD-CF5D-45DF-9DC5-F85D7F1B6AF9}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{0EE82FCD-CF5D-45DF-9DC5-F85D7F1B6AF9}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