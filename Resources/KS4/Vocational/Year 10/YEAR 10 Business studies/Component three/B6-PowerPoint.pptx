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60C82F-C129-4777-BDE7-22E1277FC4E0}">
  <a:tblStyle styleId="{3B60C82F-C129-4777-BDE7-22E1277FC4E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{3B60C82F-C129-4777-BDE7-22E1277FC4E0}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{3B60C82F-C129-4777-BDE7-22E1277FC4E0}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{3B60C82F-C129-4777-BDE7-22E1277FC4E0}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