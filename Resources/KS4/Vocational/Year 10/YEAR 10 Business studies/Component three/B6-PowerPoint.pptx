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6B8315-735C-469F-9356-D18F90880070}">
  <a:tblStyle styleId="{986B8315-735C-469F-9356-D18F908800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{986B8315-735C-469F-9356-D18F90880070}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{986B8315-735C-469F-9356-D18F90880070}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{986B8315-735C-469F-9356-D18F90880070}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