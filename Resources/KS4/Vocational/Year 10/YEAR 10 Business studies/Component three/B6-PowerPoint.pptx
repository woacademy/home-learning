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EA892-F97C-47E5-B9D2-0DBCADD55CDE}">
  <a:tblStyle styleId="{78EEA892-F97C-47E5-B9D2-0DBCADD55C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{78EEA892-F97C-47E5-B9D2-0DBCADD55CDE}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{78EEA892-F97C-47E5-B9D2-0DBCADD55CDE}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{78EEA892-F97C-47E5-B9D2-0DBCADD55CDE}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