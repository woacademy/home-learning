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223DBB-9294-4A48-BC6F-EC95510AE684}">
  <a:tblStyle styleId="{05223DBB-9294-4A48-BC6F-EC95510AE6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{05223DBB-9294-4A48-BC6F-EC95510AE684}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{05223DBB-9294-4A48-BC6F-EC95510AE684}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{05223DBB-9294-4A48-BC6F-EC95510AE684}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