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62D996-273E-4D8F-A4E0-A4E778DB10BB}">
  <a:tblStyle styleId="{3862D996-273E-4D8F-A4E0-A4E778DB10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{3862D996-273E-4D8F-A4E0-A4E778DB10BB}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{3862D996-273E-4D8F-A4E0-A4E778DB10BB}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{3862D996-273E-4D8F-A4E0-A4E778DB10BB}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