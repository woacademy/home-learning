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597D45-07F5-4FB9-8352-C41E11CCD97E}">
  <a:tblStyle styleId="{B0597D45-07F5-4FB9-8352-C41E11CCD97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{B0597D45-07F5-4FB9-8352-C41E11CCD97E}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{B0597D45-07F5-4FB9-8352-C41E11CCD97E}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{B0597D45-07F5-4FB9-8352-C41E11CCD97E}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