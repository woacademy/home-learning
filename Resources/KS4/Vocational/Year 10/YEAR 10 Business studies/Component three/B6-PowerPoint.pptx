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1F8DC9-E8B7-47E4-9795-4176191AAF9E}">
  <a:tblStyle styleId="{B01F8DC9-E8B7-47E4-9795-4176191AAF9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{B01F8DC9-E8B7-47E4-9795-4176191AAF9E}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{B01F8DC9-E8B7-47E4-9795-4176191AAF9E}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{B01F8DC9-E8B7-47E4-9795-4176191AAF9E}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