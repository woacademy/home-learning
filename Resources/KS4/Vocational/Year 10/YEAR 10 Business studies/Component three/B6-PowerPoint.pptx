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888DB0B-9293-4E32-905D-8057372D8B8A}">
  <a:tblStyle styleId="{A888DB0B-9293-4E32-905D-8057372D8B8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{A888DB0B-9293-4E32-905D-8057372D8B8A}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{A888DB0B-9293-4E32-905D-8057372D8B8A}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{A888DB0B-9293-4E32-905D-8057372D8B8A}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