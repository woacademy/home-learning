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816A56-FF29-4AE9-8EBF-6468E583735C}">
  <a:tblStyle styleId="{06816A56-FF29-4AE9-8EBF-6468E58373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{06816A56-FF29-4AE9-8EBF-6468E583735C}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{06816A56-FF29-4AE9-8EBF-6468E583735C}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{06816A56-FF29-4AE9-8EBF-6468E583735C}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