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60CB67-3BFA-4C24-BD29-676CEE5E8947}">
  <a:tblStyle styleId="{4A60CB67-3BFA-4C24-BD29-676CEE5E89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{4A60CB67-3BFA-4C24-BD29-676CEE5E8947}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{4A60CB67-3BFA-4C24-BD29-676CEE5E8947}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{4A60CB67-3BFA-4C24-BD29-676CEE5E8947}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