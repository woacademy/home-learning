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C2DF0E-F8D6-40CF-869F-0CA2BDCB8DD7}">
  <a:tblStyle styleId="{72C2DF0E-F8D6-40CF-869F-0CA2BDCB8D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{72C2DF0E-F8D6-40CF-869F-0CA2BDCB8DD7}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{72C2DF0E-F8D6-40CF-869F-0CA2BDCB8DD7}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{72C2DF0E-F8D6-40CF-869F-0CA2BDCB8DD7}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