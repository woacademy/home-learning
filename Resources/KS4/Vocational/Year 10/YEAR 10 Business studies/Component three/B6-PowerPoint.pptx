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C19B42-33BE-4211-A94D-B94FE3C373E3}">
  <a:tblStyle styleId="{DDC19B42-33BE-4211-A94D-B94FE3C373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{DDC19B42-33BE-4211-A94D-B94FE3C373E3}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{DDC19B42-33BE-4211-A94D-B94FE3C373E3}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{DDC19B42-33BE-4211-A94D-B94FE3C373E3}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