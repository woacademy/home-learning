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4ADAA1-DF4D-440E-A0C8-5A853C2F67F7}">
  <a:tblStyle styleId="{F14ADAA1-DF4D-440E-A0C8-5A853C2F67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{F14ADAA1-DF4D-440E-A0C8-5A853C2F67F7}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{F14ADAA1-DF4D-440E-A0C8-5A853C2F67F7}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{F14ADAA1-DF4D-440E-A0C8-5A853C2F67F7}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