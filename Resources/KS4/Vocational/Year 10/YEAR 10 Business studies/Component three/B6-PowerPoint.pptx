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002C06-2DEA-4F1D-AE00-C42546E71154}">
  <a:tblStyle styleId="{A9002C06-2DEA-4F1D-AE00-C42546E7115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{A9002C06-2DEA-4F1D-AE00-C42546E71154}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{A9002C06-2DEA-4F1D-AE00-C42546E71154}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{A9002C06-2DEA-4F1D-AE00-C42546E71154}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