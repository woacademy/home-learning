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9F9E5A-D2EA-48A4-A02D-04A5D62FAC38}">
  <a:tblStyle styleId="{9D9F9E5A-D2EA-48A4-A02D-04A5D62FAC3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{9D9F9E5A-D2EA-48A4-A02D-04A5D62FAC38}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{9D9F9E5A-D2EA-48A4-A02D-04A5D62FAC38}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{9D9F9E5A-D2EA-48A4-A02D-04A5D62FAC38}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