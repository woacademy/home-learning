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E40B2B-A5EF-4D2A-81C6-63B409A80FC4}">
  <a:tblStyle styleId="{41E40B2B-A5EF-4D2A-81C6-63B409A80F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{41E40B2B-A5EF-4D2A-81C6-63B409A80FC4}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{41E40B2B-A5EF-4D2A-81C6-63B409A80FC4}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{41E40B2B-A5EF-4D2A-81C6-63B409A80FC4}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