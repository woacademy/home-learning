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84E014-AA62-41AC-9D7C-28CAD9FE2607}">
  <a:tblStyle styleId="{F784E014-AA62-41AC-9D7C-28CAD9FE26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{F784E014-AA62-41AC-9D7C-28CAD9FE2607}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{F784E014-AA62-41AC-9D7C-28CAD9FE2607}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{F784E014-AA62-41AC-9D7C-28CAD9FE2607}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