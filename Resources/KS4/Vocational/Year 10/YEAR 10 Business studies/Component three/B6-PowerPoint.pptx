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EFCBDA-9126-4F04-9937-3A7711C5CD9E}">
  <a:tblStyle styleId="{67EFCBDA-9126-4F04-9937-3A7711C5CD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{67EFCBDA-9126-4F04-9937-3A7711C5CD9E}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{67EFCBDA-9126-4F04-9937-3A7711C5CD9E}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{67EFCBDA-9126-4F04-9937-3A7711C5CD9E}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