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55EA64-878C-4548-A9E9-DEEC95BDE79C}">
  <a:tblStyle styleId="{E455EA64-878C-4548-A9E9-DEEC95BDE7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{E455EA64-878C-4548-A9E9-DEEC95BDE79C}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{E455EA64-878C-4548-A9E9-DEEC95BDE79C}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{E455EA64-878C-4548-A9E9-DEEC95BDE79C}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