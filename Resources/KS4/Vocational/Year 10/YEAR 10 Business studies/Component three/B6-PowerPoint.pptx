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4E8E45-B31F-43CD-965E-E0727D8DF85A}">
  <a:tblStyle styleId="{154E8E45-B31F-43CD-965E-E0727D8DF85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{154E8E45-B31F-43CD-965E-E0727D8DF85A}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{154E8E45-B31F-43CD-965E-E0727D8DF85A}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{154E8E45-B31F-43CD-965E-E0727D8DF85A}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