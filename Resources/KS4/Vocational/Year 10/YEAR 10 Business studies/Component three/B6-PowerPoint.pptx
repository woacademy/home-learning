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74AE63-8958-438D-B416-C99F4BDA33F2}">
  <a:tblStyle styleId="{5074AE63-8958-438D-B416-C99F4BDA33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{5074AE63-8958-438D-B416-C99F4BDA33F2}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{5074AE63-8958-438D-B416-C99F4BDA33F2}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{5074AE63-8958-438D-B416-C99F4BDA33F2}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