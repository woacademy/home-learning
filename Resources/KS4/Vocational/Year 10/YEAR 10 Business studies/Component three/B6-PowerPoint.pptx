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6C3968-5336-442F-ABED-221C95AC55F2}">
  <a:tblStyle styleId="{D96C3968-5336-442F-ABED-221C95AC55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{D96C3968-5336-442F-ABED-221C95AC55F2}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{D96C3968-5336-442F-ABED-221C95AC55F2}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{D96C3968-5336-442F-ABED-221C95AC55F2}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