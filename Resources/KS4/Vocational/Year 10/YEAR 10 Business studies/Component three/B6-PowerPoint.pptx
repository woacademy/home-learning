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AE7405-7401-425E-B328-A00A2667201D}">
  <a:tblStyle styleId="{A4AE7405-7401-425E-B328-A00A266720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{A4AE7405-7401-425E-B328-A00A2667201D}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{A4AE7405-7401-425E-B328-A00A2667201D}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{A4AE7405-7401-425E-B328-A00A2667201D}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