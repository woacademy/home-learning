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6CCC7D-47FE-4A0B-AB6D-B6B677ADA422}">
  <a:tblStyle styleId="{BF6CCC7D-47FE-4A0B-AB6D-B6B677ADA42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{BF6CCC7D-47FE-4A0B-AB6D-B6B677ADA422}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{BF6CCC7D-47FE-4A0B-AB6D-B6B677ADA422}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{BF6CCC7D-47FE-4A0B-AB6D-B6B677ADA422}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