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4CF338-0256-4E8C-9F09-137C2797A291}">
  <a:tblStyle styleId="{5A4CF338-0256-4E8C-9F09-137C2797A29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{5A4CF338-0256-4E8C-9F09-137C2797A291}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{5A4CF338-0256-4E8C-9F09-137C2797A291}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{5A4CF338-0256-4E8C-9F09-137C2797A291}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