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9C0FE13-EC1F-4DAA-9261-CFB78F2770BB}">
  <a:tblStyle styleId="{39C0FE13-EC1F-4DAA-9261-CFB78F2770B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{39C0FE13-EC1F-4DAA-9261-CFB78F2770BB}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{39C0FE13-EC1F-4DAA-9261-CFB78F2770BB}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{39C0FE13-EC1F-4DAA-9261-CFB78F2770BB}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