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2E665B-1A3A-4B97-AA1C-67BCC1BF739F}">
  <a:tblStyle styleId="{772E665B-1A3A-4B97-AA1C-67BCC1BF73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{772E665B-1A3A-4B97-AA1C-67BCC1BF739F}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{772E665B-1A3A-4B97-AA1C-67BCC1BF739F}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{772E665B-1A3A-4B97-AA1C-67BCC1BF739F}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