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8B3430-8FF2-4F73-AEBE-68E9FE146709}">
  <a:tblStyle styleId="{848B3430-8FF2-4F73-AEBE-68E9FE1467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{848B3430-8FF2-4F73-AEBE-68E9FE146709}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{848B3430-8FF2-4F73-AEBE-68E9FE146709}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{848B3430-8FF2-4F73-AEBE-68E9FE146709}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