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63827C-B6BB-41C1-A7B3-501B7965716B}">
  <a:tblStyle styleId="{3963827C-B6BB-41C1-A7B3-501B796571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{3963827C-B6BB-41C1-A7B3-501B7965716B}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{3963827C-B6BB-41C1-A7B3-501B7965716B}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{3963827C-B6BB-41C1-A7B3-501B7965716B}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