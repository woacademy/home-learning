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BA96B-CA9D-46BD-B40D-F3DD6648FD30}">
  <a:tblStyle styleId="{5E6BA96B-CA9D-46BD-B40D-F3DD6648FD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{5E6BA96B-CA9D-46BD-B40D-F3DD6648FD30}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{5E6BA96B-CA9D-46BD-B40D-F3DD6648FD30}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{5E6BA96B-CA9D-46BD-B40D-F3DD6648FD30}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