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60D51-A70C-4300-8EAE-A8C5F33EFA40}">
  <a:tblStyle styleId="{F1A60D51-A70C-4300-8EAE-A8C5F33EFA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{F1A60D51-A70C-4300-8EAE-A8C5F33EFA40}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{F1A60D51-A70C-4300-8EAE-A8C5F33EFA40}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{F1A60D51-A70C-4300-8EAE-A8C5F33EFA40}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