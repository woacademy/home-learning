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225ED9-9452-474B-B485-3540862C1010}">
  <a:tblStyle styleId="{E3225ED9-9452-474B-B485-3540862C10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{E3225ED9-9452-474B-B485-3540862C1010}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{E3225ED9-9452-474B-B485-3540862C1010}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{E3225ED9-9452-474B-B485-3540862C1010}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