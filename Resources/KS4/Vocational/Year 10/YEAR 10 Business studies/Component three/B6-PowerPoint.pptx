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C7FDCC-C8C6-4910-B60A-49EA0BDFDA7B}">
  <a:tblStyle styleId="{19C7FDCC-C8C6-4910-B60A-49EA0BDFDA7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{19C7FDCC-C8C6-4910-B60A-49EA0BDFDA7B}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{19C7FDCC-C8C6-4910-B60A-49EA0BDFDA7B}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{19C7FDCC-C8C6-4910-B60A-49EA0BDFDA7B}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