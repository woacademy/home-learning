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ABC7A64-23AA-4E2E-A223-D86B3F646309}">
  <a:tblStyle styleId="{FABC7A64-23AA-4E2E-A223-D86B3F6463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{FABC7A64-23AA-4E2E-A223-D86B3F646309}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{FABC7A64-23AA-4E2E-A223-D86B3F646309}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{FABC7A64-23AA-4E2E-A223-D86B3F646309}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