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F64F94-5CD3-40EA-AC59-DD4F211E1311}">
  <a:tblStyle styleId="{E6F64F94-5CD3-40EA-AC59-DD4F211E13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{E6F64F94-5CD3-40EA-AC59-DD4F211E1311}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{E6F64F94-5CD3-40EA-AC59-DD4F211E1311}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{E6F64F94-5CD3-40EA-AC59-DD4F211E1311}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