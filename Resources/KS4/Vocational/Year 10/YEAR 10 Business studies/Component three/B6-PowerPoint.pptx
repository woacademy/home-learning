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408D47E-2B4D-4B0F-A6BD-A0AD977C55AF}">
  <a:tblStyle styleId="{D408D47E-2B4D-4B0F-A6BD-A0AD977C55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{D408D47E-2B4D-4B0F-A6BD-A0AD977C55AF}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{D408D47E-2B4D-4B0F-A6BD-A0AD977C55AF}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{D408D47E-2B4D-4B0F-A6BD-A0AD977C55AF}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