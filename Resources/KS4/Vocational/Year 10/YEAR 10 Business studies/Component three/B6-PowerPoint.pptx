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E02AFD-4A60-45C7-8234-5F0BD6A9EFE5}">
  <a:tblStyle styleId="{F5E02AFD-4A60-45C7-8234-5F0BD6A9EFE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{F5E02AFD-4A60-45C7-8234-5F0BD6A9EFE5}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{F5E02AFD-4A60-45C7-8234-5F0BD6A9EFE5}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{F5E02AFD-4A60-45C7-8234-5F0BD6A9EFE5}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