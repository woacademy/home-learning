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07ED17-A25E-4905-A3A8-B145588D746F}">
  <a:tblStyle styleId="{5207ED17-A25E-4905-A3A8-B145588D746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{5207ED17-A25E-4905-A3A8-B145588D746F}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{5207ED17-A25E-4905-A3A8-B145588D746F}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{5207ED17-A25E-4905-A3A8-B145588D746F}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