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55AE12-D5D7-4B39-B2BF-BA0824C1CAD6}">
  <a:tblStyle styleId="{A355AE12-D5D7-4B39-B2BF-BA0824C1CA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{A355AE12-D5D7-4B39-B2BF-BA0824C1CAD6}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{A355AE12-D5D7-4B39-B2BF-BA0824C1CAD6}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{A355AE12-D5D7-4B39-B2BF-BA0824C1CAD6}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