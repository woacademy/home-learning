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56B6A0-6B84-4CF9-9FA1-D4894BF6CA92}">
  <a:tblStyle styleId="{0156B6A0-6B84-4CF9-9FA1-D4894BF6CA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{0156B6A0-6B84-4CF9-9FA1-D4894BF6CA92}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{0156B6A0-6B84-4CF9-9FA1-D4894BF6CA92}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{0156B6A0-6B84-4CF9-9FA1-D4894BF6CA92}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