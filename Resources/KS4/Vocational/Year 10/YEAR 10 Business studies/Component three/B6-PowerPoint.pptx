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5152B13-D281-4F62-BA44-350C975AB2C9}">
  <a:tblStyle styleId="{05152B13-D281-4F62-BA44-350C975AB2C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{05152B13-D281-4F62-BA44-350C975AB2C9}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{05152B13-D281-4F62-BA44-350C975AB2C9}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{05152B13-D281-4F62-BA44-350C975AB2C9}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