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FE9AB6-2E69-4A8D-AA77-C5AE979BB944}">
  <a:tblStyle styleId="{75FE9AB6-2E69-4A8D-AA77-C5AE979BB9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{75FE9AB6-2E69-4A8D-AA77-C5AE979BB944}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{75FE9AB6-2E69-4A8D-AA77-C5AE979BB944}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{75FE9AB6-2E69-4A8D-AA77-C5AE979BB944}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