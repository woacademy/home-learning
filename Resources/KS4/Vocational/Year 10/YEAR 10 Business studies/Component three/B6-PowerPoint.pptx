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630DECE-542E-4BB0-85E6-30481357935B}">
  <a:tblStyle styleId="{1630DECE-542E-4BB0-85E6-30481357935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{1630DECE-542E-4BB0-85E6-30481357935B}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{1630DECE-542E-4BB0-85E6-30481357935B}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{1630DECE-542E-4BB0-85E6-30481357935B}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