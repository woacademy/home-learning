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71E051-2E32-40C1-8C5B-2DAC43FF6F56}">
  <a:tblStyle styleId="{DB71E051-2E32-40C1-8C5B-2DAC43FF6F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{DB71E051-2E32-40C1-8C5B-2DAC43FF6F56}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{DB71E051-2E32-40C1-8C5B-2DAC43FF6F56}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{DB71E051-2E32-40C1-8C5B-2DAC43FF6F56}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