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0DE577-2C31-41F4-B7BE-F7730AC08C8F}">
  <a:tblStyle styleId="{570DE577-2C31-41F4-B7BE-F7730AC08C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{570DE577-2C31-41F4-B7BE-F7730AC08C8F}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{570DE577-2C31-41F4-B7BE-F7730AC08C8F}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{570DE577-2C31-41F4-B7BE-F7730AC08C8F}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