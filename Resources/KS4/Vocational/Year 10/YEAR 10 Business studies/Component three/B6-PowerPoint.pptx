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F68E58-5092-489F-8FD6-15B9363A2349}">
  <a:tblStyle styleId="{40F68E58-5092-489F-8FD6-15B9363A234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{40F68E58-5092-489F-8FD6-15B9363A2349}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{40F68E58-5092-489F-8FD6-15B9363A2349}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{40F68E58-5092-489F-8FD6-15B9363A2349}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