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61FC4F-442F-4506-A984-9B81CC9B8A49}">
  <a:tblStyle styleId="{8561FC4F-442F-4506-A984-9B81CC9B8A4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{8561FC4F-442F-4506-A984-9B81CC9B8A49}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{8561FC4F-442F-4506-A984-9B81CC9B8A49}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{8561FC4F-442F-4506-A984-9B81CC9B8A49}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