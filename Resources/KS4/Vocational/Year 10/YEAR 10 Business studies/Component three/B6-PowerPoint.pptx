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27ABDA-09F7-43A7-8FAD-B0725CCE416D}">
  <a:tblStyle styleId="{6C27ABDA-09F7-43A7-8FAD-B0725CCE41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{6C27ABDA-09F7-43A7-8FAD-B0725CCE416D}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{6C27ABDA-09F7-43A7-8FAD-B0725CCE416D}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{6C27ABDA-09F7-43A7-8FAD-B0725CCE416D}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