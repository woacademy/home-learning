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469B4B-ECC5-4699-80F8-4410CF26C58C}">
  <a:tblStyle styleId="{E4469B4B-ECC5-4699-80F8-4410CF26C5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{E4469B4B-ECC5-4699-80F8-4410CF26C58C}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{E4469B4B-ECC5-4699-80F8-4410CF26C58C}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{E4469B4B-ECC5-4699-80F8-4410CF26C58C}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