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6321B-9F0B-4F91-8EC3-14D8473460B6}">
  <a:tblStyle styleId="{4A86321B-9F0B-4F91-8EC3-14D8473460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{4A86321B-9F0B-4F91-8EC3-14D8473460B6}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{4A86321B-9F0B-4F91-8EC3-14D8473460B6}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{4A86321B-9F0B-4F91-8EC3-14D8473460B6}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