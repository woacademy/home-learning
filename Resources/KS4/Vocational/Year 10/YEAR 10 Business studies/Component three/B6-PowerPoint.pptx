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D7A4D9-40D5-4805-A191-EDB4B8677A5A}">
  <a:tblStyle styleId="{CDD7A4D9-40D5-4805-A191-EDB4B8677A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{CDD7A4D9-40D5-4805-A191-EDB4B8677A5A}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{CDD7A4D9-40D5-4805-A191-EDB4B8677A5A}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{CDD7A4D9-40D5-4805-A191-EDB4B8677A5A}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