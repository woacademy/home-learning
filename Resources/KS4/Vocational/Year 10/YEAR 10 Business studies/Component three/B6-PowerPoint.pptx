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11593-2886-43F2-ADAA-44C19AB8D1EB}">
  <a:tblStyle styleId="{C4B11593-2886-43F2-ADAA-44C19AB8D1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{C4B11593-2886-43F2-ADAA-44C19AB8D1EB}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{C4B11593-2886-43F2-ADAA-44C19AB8D1EB}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{C4B11593-2886-43F2-ADAA-44C19AB8D1EB}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