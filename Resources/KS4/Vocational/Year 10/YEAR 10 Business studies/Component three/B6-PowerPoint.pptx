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8823347-9760-40AB-AC80-4DBA3E577DD4}">
  <a:tblStyle styleId="{98823347-9760-40AB-AC80-4DBA3E577DD4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{98823347-9760-40AB-AC80-4DBA3E577DD4}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{98823347-9760-40AB-AC80-4DBA3E577DD4}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{98823347-9760-40AB-AC80-4DBA3E577DD4}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