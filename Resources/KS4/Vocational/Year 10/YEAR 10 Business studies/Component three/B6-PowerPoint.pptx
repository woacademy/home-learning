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5CF2FC-1B4D-4AD1-B462-B13E9A45E112}">
  <a:tblStyle styleId="{F35CF2FC-1B4D-4AD1-B462-B13E9A45E1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{F35CF2FC-1B4D-4AD1-B462-B13E9A45E112}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{F35CF2FC-1B4D-4AD1-B462-B13E9A45E112}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{F35CF2FC-1B4D-4AD1-B462-B13E9A45E112}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