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C84C1C-FEA8-4A95-AE0F-EB79AEA6F25F}">
  <a:tblStyle styleId="{C3C84C1C-FEA8-4A95-AE0F-EB79AEA6F2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{C3C84C1C-FEA8-4A95-AE0F-EB79AEA6F25F}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{C3C84C1C-FEA8-4A95-AE0F-EB79AEA6F25F}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{C3C84C1C-FEA8-4A95-AE0F-EB79AEA6F25F}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