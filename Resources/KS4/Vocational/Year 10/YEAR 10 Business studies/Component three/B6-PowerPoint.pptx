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D58D5F-C967-4FED-A091-D3D3BF9DBD28}">
  <a:tblStyle styleId="{7DD58D5F-C967-4FED-A091-D3D3BF9DBD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{7DD58D5F-C967-4FED-A091-D3D3BF9DBD28}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{7DD58D5F-C967-4FED-A091-D3D3BF9DBD28}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{7DD58D5F-C967-4FED-A091-D3D3BF9DBD28}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