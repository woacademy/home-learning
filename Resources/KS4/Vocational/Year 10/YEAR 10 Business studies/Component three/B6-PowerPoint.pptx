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F10D69-1754-448F-978D-6932D95BDAFC}">
  <a:tblStyle styleId="{25F10D69-1754-448F-978D-6932D95BDA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{25F10D69-1754-448F-978D-6932D95BDAFC}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{25F10D69-1754-448F-978D-6932D95BDAFC}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{25F10D69-1754-448F-978D-6932D95BDAFC}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