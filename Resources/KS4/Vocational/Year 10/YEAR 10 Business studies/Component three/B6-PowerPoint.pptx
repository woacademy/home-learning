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49E646-9030-4D66-B0C4-3F7554C56A9B}">
  <a:tblStyle styleId="{5449E646-9030-4D66-B0C4-3F7554C56A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{5449E646-9030-4D66-B0C4-3F7554C56A9B}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{5449E646-9030-4D66-B0C4-3F7554C56A9B}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{5449E646-9030-4D66-B0C4-3F7554C56A9B}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