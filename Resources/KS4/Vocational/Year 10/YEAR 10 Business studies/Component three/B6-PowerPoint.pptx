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89BCAC3-C333-4024-93CC-3E429600B22C}">
  <a:tblStyle styleId="{389BCAC3-C333-4024-93CC-3E429600B2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{389BCAC3-C333-4024-93CC-3E429600B22C}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{389BCAC3-C333-4024-93CC-3E429600B22C}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{389BCAC3-C333-4024-93CC-3E429600B22C}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