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D504A21-3887-4A16-B0CE-F6B347593171}">
  <a:tblStyle styleId="{3D504A21-3887-4A16-B0CE-F6B3475931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{3D504A21-3887-4A16-B0CE-F6B347593171}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{3D504A21-3887-4A16-B0CE-F6B347593171}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{3D504A21-3887-4A16-B0CE-F6B347593171}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