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FC969C-3130-4E6B-97FF-025F15D3932A}">
  <a:tblStyle styleId="{79FC969C-3130-4E6B-97FF-025F15D3932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{79FC969C-3130-4E6B-97FF-025F15D3932A}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{79FC969C-3130-4E6B-97FF-025F15D3932A}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{79FC969C-3130-4E6B-97FF-025F15D3932A}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