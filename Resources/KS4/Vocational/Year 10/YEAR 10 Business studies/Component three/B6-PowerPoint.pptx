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43C6D-A8B2-4682-8283-81A2E2F4E766}">
  <a:tblStyle styleId="{FC443C6D-A8B2-4682-8283-81A2E2F4E7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{FC443C6D-A8B2-4682-8283-81A2E2F4E766}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{FC443C6D-A8B2-4682-8283-81A2E2F4E766}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{FC443C6D-A8B2-4682-8283-81A2E2F4E766}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