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17F12C-E5EB-40EC-9BBE-E940ADA94F42}">
  <a:tblStyle styleId="{3517F12C-E5EB-40EC-9BBE-E940ADA94F4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{3517F12C-E5EB-40EC-9BBE-E940ADA94F42}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{3517F12C-E5EB-40EC-9BBE-E940ADA94F42}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{3517F12C-E5EB-40EC-9BBE-E940ADA94F42}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