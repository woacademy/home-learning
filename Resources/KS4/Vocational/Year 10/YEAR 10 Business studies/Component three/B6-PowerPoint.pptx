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B50F0F-8234-4209-94F0-9C4E0214F1C6}">
  <a:tblStyle styleId="{C9B50F0F-8234-4209-94F0-9C4E0214F1C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{C9B50F0F-8234-4209-94F0-9C4E0214F1C6}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{C9B50F0F-8234-4209-94F0-9C4E0214F1C6}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{C9B50F0F-8234-4209-94F0-9C4E0214F1C6}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