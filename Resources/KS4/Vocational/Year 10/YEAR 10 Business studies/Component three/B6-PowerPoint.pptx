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E195D5-FFBB-4E04-B749-040C92037F2F}">
  <a:tblStyle styleId="{ACE195D5-FFBB-4E04-B749-040C92037F2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{ACE195D5-FFBB-4E04-B749-040C92037F2F}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{ACE195D5-FFBB-4E04-B749-040C92037F2F}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{ACE195D5-FFBB-4E04-B749-040C92037F2F}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