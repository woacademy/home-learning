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3BB660-F28B-47AA-AC24-F503BF0C51E2}">
  <a:tblStyle styleId="{D23BB660-F28B-47AA-AC24-F503BF0C51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{D23BB660-F28B-47AA-AC24-F503BF0C51E2}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{D23BB660-F28B-47AA-AC24-F503BF0C51E2}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{D23BB660-F28B-47AA-AC24-F503BF0C51E2}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