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C8DB27-ACA2-44ED-B9DA-C89E3F4F8C6B}">
  <a:tblStyle styleId="{87C8DB27-ACA2-44ED-B9DA-C89E3F4F8C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{87C8DB27-ACA2-44ED-B9DA-C89E3F4F8C6B}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{87C8DB27-ACA2-44ED-B9DA-C89E3F4F8C6B}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{87C8DB27-ACA2-44ED-B9DA-C89E3F4F8C6B}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