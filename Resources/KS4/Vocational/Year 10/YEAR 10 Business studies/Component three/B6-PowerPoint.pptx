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6ED07A-D2A0-4D27-9991-74EC7EF3655D}">
  <a:tblStyle styleId="{406ED07A-D2A0-4D27-9991-74EC7EF3655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{406ED07A-D2A0-4D27-9991-74EC7EF3655D}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{406ED07A-D2A0-4D27-9991-74EC7EF3655D}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{406ED07A-D2A0-4D27-9991-74EC7EF3655D}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