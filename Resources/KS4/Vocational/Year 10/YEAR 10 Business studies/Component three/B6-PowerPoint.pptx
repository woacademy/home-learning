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197A50-D9B9-43F1-83ED-F63A073F56D6}">
  <a:tblStyle styleId="{06197A50-D9B9-43F1-83ED-F63A073F56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{06197A50-D9B9-43F1-83ED-F63A073F56D6}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{06197A50-D9B9-43F1-83ED-F63A073F56D6}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{06197A50-D9B9-43F1-83ED-F63A073F56D6}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