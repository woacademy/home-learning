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6316D4-C264-48A4-A9AB-4F9DE69DFE90}">
  <a:tblStyle styleId="{796316D4-C264-48A4-A9AB-4F9DE69DFE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{796316D4-C264-48A4-A9AB-4F9DE69DFE90}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{796316D4-C264-48A4-A9AB-4F9DE69DFE90}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{796316D4-C264-48A4-A9AB-4F9DE69DFE90}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