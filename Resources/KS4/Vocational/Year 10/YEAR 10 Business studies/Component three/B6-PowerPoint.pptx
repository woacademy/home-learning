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EE1384-C558-42C3-BB6D-F8A42203685E}">
  <a:tblStyle styleId="{9EEE1384-C558-42C3-BB6D-F8A4220368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{9EEE1384-C558-42C3-BB6D-F8A42203685E}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{9EEE1384-C558-42C3-BB6D-F8A42203685E}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{9EEE1384-C558-42C3-BB6D-F8A42203685E}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