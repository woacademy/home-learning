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4BEF30-496E-499E-9B84-83F3FF348132}">
  <a:tblStyle styleId="{444BEF30-496E-499E-9B84-83F3FF3481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{444BEF30-496E-499E-9B84-83F3FF348132}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{444BEF30-496E-499E-9B84-83F3FF348132}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{444BEF30-496E-499E-9B84-83F3FF348132}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