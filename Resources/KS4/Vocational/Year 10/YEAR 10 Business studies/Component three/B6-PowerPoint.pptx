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041530-37D1-4869-B407-A6C42A90D82F}">
  <a:tblStyle styleId="{2F041530-37D1-4869-B407-A6C42A90D8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{2F041530-37D1-4869-B407-A6C42A90D82F}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{2F041530-37D1-4869-B407-A6C42A90D82F}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{2F041530-37D1-4869-B407-A6C42A90D82F}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