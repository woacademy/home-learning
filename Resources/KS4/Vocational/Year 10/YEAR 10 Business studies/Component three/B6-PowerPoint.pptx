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46129-6BC9-40E4-847A-4D080DFDDACA}">
  <a:tblStyle styleId="{60246129-6BC9-40E4-847A-4D080DFDDA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{60246129-6BC9-40E4-847A-4D080DFDDACA}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{60246129-6BC9-40E4-847A-4D080DFDDACA}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{60246129-6BC9-40E4-847A-4D080DFDDACA}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