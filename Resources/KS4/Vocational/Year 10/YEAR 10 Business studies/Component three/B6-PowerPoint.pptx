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5D2077-340B-41FF-9438-93765D3A1FCC}">
  <a:tblStyle styleId="{0F5D2077-340B-41FF-9438-93765D3A1F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{0F5D2077-340B-41FF-9438-93765D3A1FCC}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{0F5D2077-340B-41FF-9438-93765D3A1FCC}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{0F5D2077-340B-41FF-9438-93765D3A1FCC}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