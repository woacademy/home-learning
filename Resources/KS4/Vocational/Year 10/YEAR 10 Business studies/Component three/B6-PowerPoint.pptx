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954B3A-CB17-4194-A9C6-BB9EC6A2B7D7}">
  <a:tblStyle styleId="{6D954B3A-CB17-4194-A9C6-BB9EC6A2B7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{6D954B3A-CB17-4194-A9C6-BB9EC6A2B7D7}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{6D954B3A-CB17-4194-A9C6-BB9EC6A2B7D7}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{6D954B3A-CB17-4194-A9C6-BB9EC6A2B7D7}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