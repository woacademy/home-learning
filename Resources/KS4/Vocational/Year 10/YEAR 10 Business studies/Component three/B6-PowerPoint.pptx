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B64940-EC2D-4855-AB3C-D287CA2A6AE7}">
  <a:tblStyle styleId="{CCB64940-EC2D-4855-AB3C-D287CA2A6A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{CCB64940-EC2D-4855-AB3C-D287CA2A6AE7}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{CCB64940-EC2D-4855-AB3C-D287CA2A6AE7}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{CCB64940-EC2D-4855-AB3C-D287CA2A6AE7}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