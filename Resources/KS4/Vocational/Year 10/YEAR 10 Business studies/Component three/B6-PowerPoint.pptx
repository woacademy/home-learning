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BF59E0-6154-4F08-ABC5-E71E84AC84F5}">
  <a:tblStyle styleId="{0BBF59E0-6154-4F08-ABC5-E71E84AC84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{0BBF59E0-6154-4F08-ABC5-E71E84AC84F5}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{0BBF59E0-6154-4F08-ABC5-E71E84AC84F5}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{0BBF59E0-6154-4F08-ABC5-E71E84AC84F5}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