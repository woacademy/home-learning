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975B60-62B0-4F3E-A313-1077D8502B14}">
  <a:tblStyle styleId="{AD975B60-62B0-4F3E-A313-1077D8502B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{AD975B60-62B0-4F3E-A313-1077D8502B14}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{AD975B60-62B0-4F3E-A313-1077D8502B14}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{AD975B60-62B0-4F3E-A313-1077D8502B14}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