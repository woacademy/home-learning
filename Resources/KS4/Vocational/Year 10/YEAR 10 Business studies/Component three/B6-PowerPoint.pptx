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06DC1-99E5-498F-AC42-28FC5FB644F2}">
  <a:tblStyle styleId="{2C006DC1-99E5-498F-AC42-28FC5FB644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{2C006DC1-99E5-498F-AC42-28FC5FB644F2}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{2C006DC1-99E5-498F-AC42-28FC5FB644F2}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{2C006DC1-99E5-498F-AC42-28FC5FB644F2}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