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F35B3D8-C314-4835-A52D-6A5160F5418D}">
  <a:tblStyle styleId="{CF35B3D8-C314-4835-A52D-6A5160F5418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{CF35B3D8-C314-4835-A52D-6A5160F5418D}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{CF35B3D8-C314-4835-A52D-6A5160F5418D}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{CF35B3D8-C314-4835-A52D-6A5160F5418D}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