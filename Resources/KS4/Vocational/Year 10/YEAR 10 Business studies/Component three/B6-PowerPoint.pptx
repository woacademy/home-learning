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F62254-AF65-4523-B16B-1C9E1DBC34BC}">
  <a:tblStyle styleId="{98F62254-AF65-4523-B16B-1C9E1DBC34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{98F62254-AF65-4523-B16B-1C9E1DBC34BC}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{98F62254-AF65-4523-B16B-1C9E1DBC34BC}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{98F62254-AF65-4523-B16B-1C9E1DBC34BC}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