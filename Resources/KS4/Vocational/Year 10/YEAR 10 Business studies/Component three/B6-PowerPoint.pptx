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76CAAD-B1DF-43E6-ADFB-7C72C2815F33}">
  <a:tblStyle styleId="{AC76CAAD-B1DF-43E6-ADFB-7C72C2815F3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{AC76CAAD-B1DF-43E6-ADFB-7C72C2815F33}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{AC76CAAD-B1DF-43E6-ADFB-7C72C2815F33}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{AC76CAAD-B1DF-43E6-ADFB-7C72C2815F33}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