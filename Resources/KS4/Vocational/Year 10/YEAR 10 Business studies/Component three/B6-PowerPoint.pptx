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7ACCCE4-0A4A-4979-B959-59E96838E660}">
  <a:tblStyle styleId="{A7ACCCE4-0A4A-4979-B959-59E96838E66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{A7ACCCE4-0A4A-4979-B959-59E96838E660}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{A7ACCCE4-0A4A-4979-B959-59E96838E660}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{A7ACCCE4-0A4A-4979-B959-59E96838E660}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