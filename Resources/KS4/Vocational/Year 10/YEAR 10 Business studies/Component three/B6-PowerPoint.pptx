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516E6C-920C-4EEB-8ACB-8F0F42A7223F}">
  <a:tblStyle styleId="{18516E6C-920C-4EEB-8ACB-8F0F42A722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{18516E6C-920C-4EEB-8ACB-8F0F42A7223F}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{18516E6C-920C-4EEB-8ACB-8F0F42A7223F}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{18516E6C-920C-4EEB-8ACB-8F0F42A7223F}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