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7535A9-A4CF-4309-AAC3-C6064A7F2F83}">
  <a:tblStyle styleId="{6F7535A9-A4CF-4309-AAC3-C6064A7F2F8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{6F7535A9-A4CF-4309-AAC3-C6064A7F2F83}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{6F7535A9-A4CF-4309-AAC3-C6064A7F2F83}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{6F7535A9-A4CF-4309-AAC3-C6064A7F2F83}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