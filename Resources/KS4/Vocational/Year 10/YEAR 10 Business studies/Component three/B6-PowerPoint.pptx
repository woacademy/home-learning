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18643-FC9D-4FF9-BED0-0C048A01A3B1}">
  <a:tblStyle styleId="{6B918643-FC9D-4FF9-BED0-0C048A01A3B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{6B918643-FC9D-4FF9-BED0-0C048A01A3B1}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{6B918643-FC9D-4FF9-BED0-0C048A01A3B1}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{6B918643-FC9D-4FF9-BED0-0C048A01A3B1}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