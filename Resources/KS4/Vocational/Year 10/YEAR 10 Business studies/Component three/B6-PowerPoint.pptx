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6C281B-59E3-4059-97E9-88E056D7EBD5}">
  <a:tblStyle styleId="{1B6C281B-59E3-4059-97E9-88E056D7EBD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{1B6C281B-59E3-4059-97E9-88E056D7EBD5}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{1B6C281B-59E3-4059-97E9-88E056D7EBD5}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{1B6C281B-59E3-4059-97E9-88E056D7EBD5}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