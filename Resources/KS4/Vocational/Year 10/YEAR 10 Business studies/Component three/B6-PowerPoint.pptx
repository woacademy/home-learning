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57F916-B2C9-491D-A9F2-54F16FB097F8}">
  <a:tblStyle styleId="{B357F916-B2C9-491D-A9F2-54F16FB097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{B357F916-B2C9-491D-A9F2-54F16FB097F8}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{B357F916-B2C9-491D-A9F2-54F16FB097F8}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{B357F916-B2C9-491D-A9F2-54F16FB097F8}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