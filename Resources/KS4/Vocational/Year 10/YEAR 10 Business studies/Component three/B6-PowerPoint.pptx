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C77305-A113-4E20-87A2-162355B2E3F3}">
  <a:tblStyle styleId="{76C77305-A113-4E20-87A2-162355B2E3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{76C77305-A113-4E20-87A2-162355B2E3F3}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{76C77305-A113-4E20-87A2-162355B2E3F3}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{76C77305-A113-4E20-87A2-162355B2E3F3}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