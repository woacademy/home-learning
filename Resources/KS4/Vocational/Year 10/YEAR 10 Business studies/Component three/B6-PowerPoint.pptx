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1D059630-D484-44D0-8CA1-04376CD89BBF}">
  <a:tblStyle styleId="{1D059630-D484-44D0-8CA1-04376CD89BB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{1D059630-D484-44D0-8CA1-04376CD89BBF}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{1D059630-D484-44D0-8CA1-04376CD89BBF}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{1D059630-D484-44D0-8CA1-04376CD89BBF}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