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939FB4-E73B-4D02-93E2-6FE370FB35E2}">
  <a:tblStyle styleId="{B9939FB4-E73B-4D02-93E2-6FE370FB35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{B9939FB4-E73B-4D02-93E2-6FE370FB35E2}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{B9939FB4-E73B-4D02-93E2-6FE370FB35E2}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{B9939FB4-E73B-4D02-93E2-6FE370FB35E2}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