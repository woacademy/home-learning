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217FFCD-EEB5-4607-95CC-C10547D8E03F}">
  <a:tblStyle styleId="{E217FFCD-EEB5-4607-95CC-C10547D8E03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{E217FFCD-EEB5-4607-95CC-C10547D8E03F}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{E217FFCD-EEB5-4607-95CC-C10547D8E03F}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{E217FFCD-EEB5-4607-95CC-C10547D8E03F}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