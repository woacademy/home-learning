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BE5E7AE-6961-442A-8A2A-A871FC2652F0}">
  <a:tblStyle styleId="{8BE5E7AE-6961-442A-8A2A-A871FC2652F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{8BE5E7AE-6961-442A-8A2A-A871FC2652F0}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{8BE5E7AE-6961-442A-8A2A-A871FC2652F0}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{8BE5E7AE-6961-442A-8A2A-A871FC2652F0}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