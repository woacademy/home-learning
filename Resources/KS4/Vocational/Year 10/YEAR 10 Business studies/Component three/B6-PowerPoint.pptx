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05A717-26B9-4C67-A27E-FD4E4AC8E111}">
  <a:tblStyle styleId="{CE05A717-26B9-4C67-A27E-FD4E4AC8E1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{CE05A717-26B9-4C67-A27E-FD4E4AC8E111}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{CE05A717-26B9-4C67-A27E-FD4E4AC8E111}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{CE05A717-26B9-4C67-A27E-FD4E4AC8E111}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