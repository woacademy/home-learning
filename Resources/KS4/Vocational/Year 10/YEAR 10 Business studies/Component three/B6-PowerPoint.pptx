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75409BE-CAAB-4067-8718-31B7EC960CEB}">
  <a:tblStyle styleId="{275409BE-CAAB-4067-8718-31B7EC960CE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{275409BE-CAAB-4067-8718-31B7EC960CEB}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{275409BE-CAAB-4067-8718-31B7EC960CEB}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{275409BE-CAAB-4067-8718-31B7EC960CEB}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