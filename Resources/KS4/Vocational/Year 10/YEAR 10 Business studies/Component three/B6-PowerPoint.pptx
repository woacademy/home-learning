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97A6DD-8AE9-4C5B-908D-2D254DAA3EE8}">
  <a:tblStyle styleId="{4997A6DD-8AE9-4C5B-908D-2D254DAA3E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{4997A6DD-8AE9-4C5B-908D-2D254DAA3EE8}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{4997A6DD-8AE9-4C5B-908D-2D254DAA3EE8}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{4997A6DD-8AE9-4C5B-908D-2D254DAA3EE8}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