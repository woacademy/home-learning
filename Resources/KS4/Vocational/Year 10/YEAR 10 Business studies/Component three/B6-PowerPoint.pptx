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C97B2655-3F7F-4AFB-85D8-BF81A17704C5}">
  <a:tblStyle styleId="{C97B2655-3F7F-4AFB-85D8-BF81A17704C5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{C97B2655-3F7F-4AFB-85D8-BF81A17704C5}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{C97B2655-3F7F-4AFB-85D8-BF81A17704C5}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{C97B2655-3F7F-4AFB-85D8-BF81A17704C5}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