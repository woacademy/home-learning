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2AB0B6-8484-4F57-96CB-9ED855AEB8C9}">
  <a:tblStyle styleId="{AE2AB0B6-8484-4F57-96CB-9ED855AEB8C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{AE2AB0B6-8484-4F57-96CB-9ED855AEB8C9}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{AE2AB0B6-8484-4F57-96CB-9ED855AEB8C9}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{AE2AB0B6-8484-4F57-96CB-9ED855AEB8C9}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