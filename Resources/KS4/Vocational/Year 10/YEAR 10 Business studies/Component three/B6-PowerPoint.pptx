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1A8BCE-BE5B-47F3-BA07-70D3BF3FCDC2}">
  <a:tblStyle styleId="{B01A8BCE-BE5B-47F3-BA07-70D3BF3FCD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{B01A8BCE-BE5B-47F3-BA07-70D3BF3FCDC2}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{B01A8BCE-BE5B-47F3-BA07-70D3BF3FCDC2}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{B01A8BCE-BE5B-47F3-BA07-70D3BF3FCDC2}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