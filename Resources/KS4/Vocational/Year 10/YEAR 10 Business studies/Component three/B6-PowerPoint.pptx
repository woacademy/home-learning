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652BC2-8B97-4319-8733-82AF3E99D5B3}">
  <a:tblStyle styleId="{B5652BC2-8B97-4319-8733-82AF3E99D5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{B5652BC2-8B97-4319-8733-82AF3E99D5B3}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{B5652BC2-8B97-4319-8733-82AF3E99D5B3}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{B5652BC2-8B97-4319-8733-82AF3E99D5B3}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