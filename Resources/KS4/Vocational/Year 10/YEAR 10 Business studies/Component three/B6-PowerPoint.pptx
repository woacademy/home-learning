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9D9DF9-C451-4306-A08B-196D57DFA32A}">
  <a:tblStyle styleId="{B19D9DF9-C451-4306-A08B-196D57DFA3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{B19D9DF9-C451-4306-A08B-196D57DFA32A}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{B19D9DF9-C451-4306-A08B-196D57DFA32A}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{B19D9DF9-C451-4306-A08B-196D57DFA32A}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