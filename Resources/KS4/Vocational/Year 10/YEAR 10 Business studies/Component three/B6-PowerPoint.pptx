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2BDD31-E50E-4406-BF1E-113F6CC12D97}">
  <a:tblStyle styleId="{C82BDD31-E50E-4406-BF1E-113F6CC12D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{C82BDD31-E50E-4406-BF1E-113F6CC12D97}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{C82BDD31-E50E-4406-BF1E-113F6CC12D97}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{C82BDD31-E50E-4406-BF1E-113F6CC12D97}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