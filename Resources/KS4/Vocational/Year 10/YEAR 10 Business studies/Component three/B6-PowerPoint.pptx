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3358D5-6ACB-403F-A1F5-C334EDAD5632}">
  <a:tblStyle styleId="{1C3358D5-6ACB-403F-A1F5-C334EDAD56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{1C3358D5-6ACB-403F-A1F5-C334EDAD5632}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{1C3358D5-6ACB-403F-A1F5-C334EDAD5632}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{1C3358D5-6ACB-403F-A1F5-C334EDAD5632}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