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05B925-472B-405A-9944-997C97DBEC7E}">
  <a:tblStyle styleId="{3705B925-472B-405A-9944-997C97DBEC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{3705B925-472B-405A-9944-997C97DBEC7E}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{3705B925-472B-405A-9944-997C97DBEC7E}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{3705B925-472B-405A-9944-997C97DBEC7E}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