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C93A2F-8663-47B8-83E6-64FB3E437108}">
  <a:tblStyle styleId="{43C93A2F-8663-47B8-83E6-64FB3E43710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{43C93A2F-8663-47B8-83E6-64FB3E437108}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{43C93A2F-8663-47B8-83E6-64FB3E437108}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{43C93A2F-8663-47B8-83E6-64FB3E437108}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