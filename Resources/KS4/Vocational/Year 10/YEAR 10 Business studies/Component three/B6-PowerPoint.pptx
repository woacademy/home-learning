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D34BB6-3C36-464C-9C8C-D1857BA35624}">
  <a:tblStyle styleId="{65D34BB6-3C36-464C-9C8C-D1857BA356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{65D34BB6-3C36-464C-9C8C-D1857BA35624}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{65D34BB6-3C36-464C-9C8C-D1857BA35624}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{65D34BB6-3C36-464C-9C8C-D1857BA35624}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