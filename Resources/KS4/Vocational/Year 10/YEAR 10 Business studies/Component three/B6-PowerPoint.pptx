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9EC297-1B24-452C-AF17-6BD1E074C25E}">
  <a:tblStyle styleId="{089EC297-1B24-452C-AF17-6BD1E074C2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{089EC297-1B24-452C-AF17-6BD1E074C25E}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{089EC297-1B24-452C-AF17-6BD1E074C25E}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{089EC297-1B24-452C-AF17-6BD1E074C25E}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