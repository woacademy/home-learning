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76418E-0801-4F4A-91C0-0546B1E0161D}">
  <a:tblStyle styleId="{C276418E-0801-4F4A-91C0-0546B1E016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{C276418E-0801-4F4A-91C0-0546B1E0161D}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{C276418E-0801-4F4A-91C0-0546B1E0161D}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{C276418E-0801-4F4A-91C0-0546B1E0161D}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