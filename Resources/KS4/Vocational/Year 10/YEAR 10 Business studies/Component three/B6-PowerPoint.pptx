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7424E2-120E-4B1C-859B-E7A4936F36E4}">
  <a:tblStyle styleId="{9E7424E2-120E-4B1C-859B-E7A4936F36E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{9E7424E2-120E-4B1C-859B-E7A4936F36E4}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{9E7424E2-120E-4B1C-859B-E7A4936F36E4}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{9E7424E2-120E-4B1C-859B-E7A4936F36E4}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