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2FF0F0-D563-4DBE-B90D-9627349A84D9}">
  <a:tblStyle styleId="{642FF0F0-D563-4DBE-B90D-9627349A84D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{642FF0F0-D563-4DBE-B90D-9627349A84D9}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{642FF0F0-D563-4DBE-B90D-9627349A84D9}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{642FF0F0-D563-4DBE-B90D-9627349A84D9}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