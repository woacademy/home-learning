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A6FBA5-AAEA-4E9F-8CCF-369CFC6A8771}">
  <a:tblStyle styleId="{EBA6FBA5-AAEA-4E9F-8CCF-369CFC6A87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{EBA6FBA5-AAEA-4E9F-8CCF-369CFC6A8771}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{EBA6FBA5-AAEA-4E9F-8CCF-369CFC6A8771}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{EBA6FBA5-AAEA-4E9F-8CCF-369CFC6A8771}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