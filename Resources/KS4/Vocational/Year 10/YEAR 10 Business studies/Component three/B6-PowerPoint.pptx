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72B1C-A215-48B7-8F59-2619C03564CA}">
  <a:tblStyle styleId="{56272B1C-A215-48B7-8F59-2619C03564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{56272B1C-A215-48B7-8F59-2619C03564CA}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{56272B1C-A215-48B7-8F59-2619C03564CA}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{56272B1C-A215-48B7-8F59-2619C03564CA}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