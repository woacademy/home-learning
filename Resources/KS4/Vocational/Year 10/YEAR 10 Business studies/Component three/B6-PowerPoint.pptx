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1B9CD8-9B73-4D84-AE56-800ACF965C57}">
  <a:tblStyle styleId="{3B1B9CD8-9B73-4D84-AE56-800ACF965C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{3B1B9CD8-9B73-4D84-AE56-800ACF965C57}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{3B1B9CD8-9B73-4D84-AE56-800ACF965C57}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{3B1B9CD8-9B73-4D84-AE56-800ACF965C57}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