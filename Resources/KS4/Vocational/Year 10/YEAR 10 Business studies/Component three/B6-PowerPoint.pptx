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4AD564-8307-4C95-9AC0-7B6383C068BC}">
  <a:tblStyle styleId="{744AD564-8307-4C95-9AC0-7B6383C068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{744AD564-8307-4C95-9AC0-7B6383C068BC}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{744AD564-8307-4C95-9AC0-7B6383C068BC}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{744AD564-8307-4C95-9AC0-7B6383C068BC}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