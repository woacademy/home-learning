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F05AEC-9938-4CA6-AE1C-A5F9FC8BFDF6}">
  <a:tblStyle styleId="{A7F05AEC-9938-4CA6-AE1C-A5F9FC8BFD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{A7F05AEC-9938-4CA6-AE1C-A5F9FC8BFDF6}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{A7F05AEC-9938-4CA6-AE1C-A5F9FC8BFDF6}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{A7F05AEC-9938-4CA6-AE1C-A5F9FC8BFDF6}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