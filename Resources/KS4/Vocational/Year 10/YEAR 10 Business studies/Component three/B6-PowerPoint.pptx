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388ADE-C022-4A4F-907A-BAEA0E4A1C76}">
  <a:tblStyle styleId="{3C388ADE-C022-4A4F-907A-BAEA0E4A1C7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{3C388ADE-C022-4A4F-907A-BAEA0E4A1C76}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{3C388ADE-C022-4A4F-907A-BAEA0E4A1C76}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{3C388ADE-C022-4A4F-907A-BAEA0E4A1C76}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