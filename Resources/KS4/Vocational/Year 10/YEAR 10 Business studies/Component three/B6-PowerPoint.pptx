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93021D-87AE-4348-86FD-531A93FFC3C5}">
  <a:tblStyle styleId="{3693021D-87AE-4348-86FD-531A93FFC3C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{3693021D-87AE-4348-86FD-531A93FFC3C5}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{3693021D-87AE-4348-86FD-531A93FFC3C5}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{3693021D-87AE-4348-86FD-531A93FFC3C5}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