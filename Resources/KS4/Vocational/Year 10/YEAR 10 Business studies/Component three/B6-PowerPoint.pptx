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A0C6E5-40C8-4992-A214-3CEB1DDF746F}">
  <a:tblStyle styleId="{80A0C6E5-40C8-4992-A214-3CEB1DDF74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{80A0C6E5-40C8-4992-A214-3CEB1DDF746F}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{80A0C6E5-40C8-4992-A214-3CEB1DDF746F}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{80A0C6E5-40C8-4992-A214-3CEB1DDF746F}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