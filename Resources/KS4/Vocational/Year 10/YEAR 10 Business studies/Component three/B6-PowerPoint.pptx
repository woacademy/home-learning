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241C41-B77D-4C6D-82CA-6F4F8495E9D3}">
  <a:tblStyle styleId="{54241C41-B77D-4C6D-82CA-6F4F8495E9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{54241C41-B77D-4C6D-82CA-6F4F8495E9D3}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{54241C41-B77D-4C6D-82CA-6F4F8495E9D3}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{54241C41-B77D-4C6D-82CA-6F4F8495E9D3}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