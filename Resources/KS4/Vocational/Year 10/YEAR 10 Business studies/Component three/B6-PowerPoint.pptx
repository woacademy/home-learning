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6B24AC-9A83-49E7-AF4C-C637DCECD96A}">
  <a:tblStyle styleId="{8A6B24AC-9A83-49E7-AF4C-C637DCECD9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{8A6B24AC-9A83-49E7-AF4C-C637DCECD96A}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{8A6B24AC-9A83-49E7-AF4C-C637DCECD96A}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{8A6B24AC-9A83-49E7-AF4C-C637DCECD96A}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