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28784-0033-41D0-8C04-6CA0306D8CA8}">
  <a:tblStyle styleId="{0A228784-0033-41D0-8C04-6CA0306D8C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{0A228784-0033-41D0-8C04-6CA0306D8CA8}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{0A228784-0033-41D0-8C04-6CA0306D8CA8}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{0A228784-0033-41D0-8C04-6CA0306D8CA8}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