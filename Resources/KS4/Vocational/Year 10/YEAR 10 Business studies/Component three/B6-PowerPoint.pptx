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45B762-D01F-4B91-AB63-1EB08ADFE33F}">
  <a:tblStyle styleId="{6845B762-D01F-4B91-AB63-1EB08ADFE3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{6845B762-D01F-4B91-AB63-1EB08ADFE33F}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{6845B762-D01F-4B91-AB63-1EB08ADFE33F}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{6845B762-D01F-4B91-AB63-1EB08ADFE33F}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