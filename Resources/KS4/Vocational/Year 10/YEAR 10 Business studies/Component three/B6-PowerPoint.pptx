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DB735D-0F7E-4BCE-B422-E3DB8D7ED1C1}">
  <a:tblStyle styleId="{81DB735D-0F7E-4BCE-B422-E3DB8D7ED1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{81DB735D-0F7E-4BCE-B422-E3DB8D7ED1C1}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{81DB735D-0F7E-4BCE-B422-E3DB8D7ED1C1}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{81DB735D-0F7E-4BCE-B422-E3DB8D7ED1C1}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