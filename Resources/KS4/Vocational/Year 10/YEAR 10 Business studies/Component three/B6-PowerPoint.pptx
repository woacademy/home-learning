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F1206C-BF39-4CE0-97ED-F74EC12ADF51}">
  <a:tblStyle styleId="{68F1206C-BF39-4CE0-97ED-F74EC12ADF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{68F1206C-BF39-4CE0-97ED-F74EC12ADF51}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{68F1206C-BF39-4CE0-97ED-F74EC12ADF51}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{68F1206C-BF39-4CE0-97ED-F74EC12ADF51}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