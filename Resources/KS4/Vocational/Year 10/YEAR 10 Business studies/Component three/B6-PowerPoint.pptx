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9E02EE3-EE50-494F-BEE1-2CD846AA1CF7}">
  <a:tblStyle styleId="{89E02EE3-EE50-494F-BEE1-2CD846AA1CF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{89E02EE3-EE50-494F-BEE1-2CD846AA1CF7}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{89E02EE3-EE50-494F-BEE1-2CD846AA1CF7}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{89E02EE3-EE50-494F-BEE1-2CD846AA1CF7}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