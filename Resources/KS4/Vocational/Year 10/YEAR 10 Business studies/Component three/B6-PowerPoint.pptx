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5D04FD-3D67-4645-BC75-526018EEF15D}">
  <a:tblStyle styleId="{F15D04FD-3D67-4645-BC75-526018EEF1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{F15D04FD-3D67-4645-BC75-526018EEF15D}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{F15D04FD-3D67-4645-BC75-526018EEF15D}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{F15D04FD-3D67-4645-BC75-526018EEF15D}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