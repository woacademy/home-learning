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555DC6-A326-4DC9-99EA-68FDEE59F29C}">
  <a:tblStyle styleId="{BE555DC6-A326-4DC9-99EA-68FDEE59F2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{BE555DC6-A326-4DC9-99EA-68FDEE59F29C}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{BE555DC6-A326-4DC9-99EA-68FDEE59F29C}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{BE555DC6-A326-4DC9-99EA-68FDEE59F29C}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