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4AC84C-A9E1-4982-87B3-C163C3FEF339}">
  <a:tblStyle styleId="{4B4AC84C-A9E1-4982-87B3-C163C3FEF3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{4B4AC84C-A9E1-4982-87B3-C163C3FEF339}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{4B4AC84C-A9E1-4982-87B3-C163C3FEF339}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{4B4AC84C-A9E1-4982-87B3-C163C3FEF339}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