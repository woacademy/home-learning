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63DF6F2-5E40-4309-9412-EA3D2AF853E3}">
  <a:tblStyle styleId="{F63DF6F2-5E40-4309-9412-EA3D2AF853E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{F63DF6F2-5E40-4309-9412-EA3D2AF853E3}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{F63DF6F2-5E40-4309-9412-EA3D2AF853E3}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{F63DF6F2-5E40-4309-9412-EA3D2AF853E3}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