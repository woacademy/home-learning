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7B4545-3896-4748-B3DF-95AFFE794394}">
  <a:tblStyle styleId="{957B4545-3896-4748-B3DF-95AFFE79439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{957B4545-3896-4748-B3DF-95AFFE794394}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{957B4545-3896-4748-B3DF-95AFFE794394}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{957B4545-3896-4748-B3DF-95AFFE794394}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