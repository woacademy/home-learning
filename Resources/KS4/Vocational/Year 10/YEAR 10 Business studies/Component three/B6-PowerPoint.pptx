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B20FDB-F607-4448-9969-653ECABB9BE2}">
  <a:tblStyle styleId="{EFB20FDB-F607-4448-9969-653ECABB9B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{EFB20FDB-F607-4448-9969-653ECABB9BE2}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{EFB20FDB-F607-4448-9969-653ECABB9BE2}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{EFB20FDB-F607-4448-9969-653ECABB9BE2}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