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CD08D5-2E63-4576-B357-1340DF6928B0}">
  <a:tblStyle styleId="{E1CD08D5-2E63-4576-B357-1340DF6928B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{E1CD08D5-2E63-4576-B357-1340DF6928B0}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{E1CD08D5-2E63-4576-B357-1340DF6928B0}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{E1CD08D5-2E63-4576-B357-1340DF6928B0}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