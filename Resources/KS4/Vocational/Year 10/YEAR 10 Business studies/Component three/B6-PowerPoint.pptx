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7D4EC2-FC8D-4CA8-BF69-F73BB882FCF3}">
  <a:tblStyle styleId="{3F7D4EC2-FC8D-4CA8-BF69-F73BB882FC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{3F7D4EC2-FC8D-4CA8-BF69-F73BB882FCF3}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{3F7D4EC2-FC8D-4CA8-BF69-F73BB882FCF3}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{3F7D4EC2-FC8D-4CA8-BF69-F73BB882FCF3}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