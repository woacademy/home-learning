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E26576-93A3-4A99-BF92-44B27F3DCADB}">
  <a:tblStyle styleId="{0FE26576-93A3-4A99-BF92-44B27F3DCAD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{0FE26576-93A3-4A99-BF92-44B27F3DCADB}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{0FE26576-93A3-4A99-BF92-44B27F3DCADB}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{0FE26576-93A3-4A99-BF92-44B27F3DCADB}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