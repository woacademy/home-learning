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593BB7-266C-49A3-85E2-8F84E13A776F}">
  <a:tblStyle styleId="{C8593BB7-266C-49A3-85E2-8F84E13A77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{C8593BB7-266C-49A3-85E2-8F84E13A776F}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{C8593BB7-266C-49A3-85E2-8F84E13A776F}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{C8593BB7-266C-49A3-85E2-8F84E13A776F}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