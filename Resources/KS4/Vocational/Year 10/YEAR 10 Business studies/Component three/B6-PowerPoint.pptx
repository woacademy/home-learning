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BCD9757-6984-4AB3-88CF-DB9352BC7515}">
  <a:tblStyle styleId="{DBCD9757-6984-4AB3-88CF-DB9352BC751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{DBCD9757-6984-4AB3-88CF-DB9352BC7515}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{DBCD9757-6984-4AB3-88CF-DB9352BC7515}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{DBCD9757-6984-4AB3-88CF-DB9352BC7515}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