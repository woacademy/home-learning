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C6E690-8EC6-4561-8489-9EC659314EDF}">
  <a:tblStyle styleId="{D5C6E690-8EC6-4561-8489-9EC659314E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{D5C6E690-8EC6-4561-8489-9EC659314EDF}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{D5C6E690-8EC6-4561-8489-9EC659314EDF}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{D5C6E690-8EC6-4561-8489-9EC659314EDF}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