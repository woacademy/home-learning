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F61EBC-E4F5-4D14-A7CA-2A35FED1A074}">
  <a:tblStyle styleId="{5DF61EBC-E4F5-4D14-A7CA-2A35FED1A0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{5DF61EBC-E4F5-4D14-A7CA-2A35FED1A074}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{5DF61EBC-E4F5-4D14-A7CA-2A35FED1A074}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{5DF61EBC-E4F5-4D14-A7CA-2A35FED1A074}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