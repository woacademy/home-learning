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AC7A4-B91B-4D38-AE49-0E1364B3749D}">
  <a:tblStyle styleId="{183AC7A4-B91B-4D38-AE49-0E1364B374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{183AC7A4-B91B-4D38-AE49-0E1364B3749D}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{183AC7A4-B91B-4D38-AE49-0E1364B3749D}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{183AC7A4-B91B-4D38-AE49-0E1364B3749D}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