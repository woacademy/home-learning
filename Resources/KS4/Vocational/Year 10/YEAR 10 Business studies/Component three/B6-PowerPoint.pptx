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BBF0F8-AB7E-4A05-92BE-8228A62B6176}">
  <a:tblStyle styleId="{72BBF0F8-AB7E-4A05-92BE-8228A62B61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{72BBF0F8-AB7E-4A05-92BE-8228A62B6176}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{72BBF0F8-AB7E-4A05-92BE-8228A62B6176}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{72BBF0F8-AB7E-4A05-92BE-8228A62B6176}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