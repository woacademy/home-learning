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59284F-AC27-4239-AF61-FD41C84FA389}">
  <a:tblStyle styleId="{0259284F-AC27-4239-AF61-FD41C84FA38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{0259284F-AC27-4239-AF61-FD41C84FA389}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{0259284F-AC27-4239-AF61-FD41C84FA389}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{0259284F-AC27-4239-AF61-FD41C84FA389}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