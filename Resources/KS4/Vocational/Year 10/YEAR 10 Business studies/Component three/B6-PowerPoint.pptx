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AB7C30-FD47-4C78-BA22-684D0D172D06}">
  <a:tblStyle styleId="{B5AB7C30-FD47-4C78-BA22-684D0D172D0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{B5AB7C30-FD47-4C78-BA22-684D0D172D06}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{B5AB7C30-FD47-4C78-BA22-684D0D172D06}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{B5AB7C30-FD47-4C78-BA22-684D0D172D06}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