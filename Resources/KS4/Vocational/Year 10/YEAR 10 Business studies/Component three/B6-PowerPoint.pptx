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11D60F-D329-4233-8F33-2185745CB89B}">
  <a:tblStyle styleId="{E011D60F-D329-4233-8F33-2185745CB8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{E011D60F-D329-4233-8F33-2185745CB89B}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{E011D60F-D329-4233-8F33-2185745CB89B}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{E011D60F-D329-4233-8F33-2185745CB89B}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