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EF456-912A-4972-8340-351BD820423F}">
  <a:tblStyle styleId="{5A6EF456-912A-4972-8340-351BD82042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{5A6EF456-912A-4972-8340-351BD820423F}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{5A6EF456-912A-4972-8340-351BD820423F}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{5A6EF456-912A-4972-8340-351BD820423F}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