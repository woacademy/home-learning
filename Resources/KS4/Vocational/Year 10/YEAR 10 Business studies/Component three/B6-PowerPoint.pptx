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DC136C-D11D-45D4-ADB4-AF18CD484AB2}">
  <a:tblStyle styleId="{83DC136C-D11D-45D4-ADB4-AF18CD484A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{83DC136C-D11D-45D4-ADB4-AF18CD484AB2}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{83DC136C-D11D-45D4-ADB4-AF18CD484AB2}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{83DC136C-D11D-45D4-ADB4-AF18CD484AB2}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