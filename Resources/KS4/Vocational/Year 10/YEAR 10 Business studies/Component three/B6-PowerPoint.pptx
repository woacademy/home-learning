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AC2F34E-A34C-4A43-AC1B-65BF2B3CA5E1}">
  <a:tblStyle styleId="{6AC2F34E-A34C-4A43-AC1B-65BF2B3CA5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{6AC2F34E-A34C-4A43-AC1B-65BF2B3CA5E1}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{6AC2F34E-A34C-4A43-AC1B-65BF2B3CA5E1}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{6AC2F34E-A34C-4A43-AC1B-65BF2B3CA5E1}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