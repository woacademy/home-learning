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C8CDA8-D130-4371-9D9F-CF8EAAF467E1}">
  <a:tblStyle styleId="{D3C8CDA8-D130-4371-9D9F-CF8EAAF467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{D3C8CDA8-D130-4371-9D9F-CF8EAAF467E1}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{D3C8CDA8-D130-4371-9D9F-CF8EAAF467E1}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{D3C8CDA8-D130-4371-9D9F-CF8EAAF467E1}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