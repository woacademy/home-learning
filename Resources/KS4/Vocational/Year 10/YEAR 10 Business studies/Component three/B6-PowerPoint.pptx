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A312C6-6450-4276-B2E2-0C31D9CA9079}">
  <a:tblStyle styleId="{C0A312C6-6450-4276-B2E2-0C31D9CA90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{C0A312C6-6450-4276-B2E2-0C31D9CA9079}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{C0A312C6-6450-4276-B2E2-0C31D9CA9079}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{C0A312C6-6450-4276-B2E2-0C31D9CA9079}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