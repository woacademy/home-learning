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4A08FC-6A3B-4929-813D-8FCBADEABD64}">
  <a:tblStyle styleId="{DE4A08FC-6A3B-4929-813D-8FCBADEABD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{DE4A08FC-6A3B-4929-813D-8FCBADEABD64}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{DE4A08FC-6A3B-4929-813D-8FCBADEABD64}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{DE4A08FC-6A3B-4929-813D-8FCBADEABD64}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