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A418B4-1AF1-4026-847F-D5610CB0A01C}">
  <a:tblStyle styleId="{30A418B4-1AF1-4026-847F-D5610CB0A01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{30A418B4-1AF1-4026-847F-D5610CB0A01C}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{30A418B4-1AF1-4026-847F-D5610CB0A01C}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{30A418B4-1AF1-4026-847F-D5610CB0A01C}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