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3B5ECD-1D65-4E62-8C12-DC2F96CE9758}">
  <a:tblStyle styleId="{063B5ECD-1D65-4E62-8C12-DC2F96CE97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{063B5ECD-1D65-4E62-8C12-DC2F96CE9758}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{063B5ECD-1D65-4E62-8C12-DC2F96CE9758}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{063B5ECD-1D65-4E62-8C12-DC2F96CE9758}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