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4DD0CA-A036-4B7D-8078-478A8D2D2242}">
  <a:tblStyle styleId="{984DD0CA-A036-4B7D-8078-478A8D2D224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{984DD0CA-A036-4B7D-8078-478A8D2D2242}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{984DD0CA-A036-4B7D-8078-478A8D2D2242}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{984DD0CA-A036-4B7D-8078-478A8D2D2242}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