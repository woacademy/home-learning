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E5ACBC3-1250-42E3-B43E-4BE2F7F98926}">
  <a:tblStyle styleId="{FE5ACBC3-1250-42E3-B43E-4BE2F7F98926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{FE5ACBC3-1250-42E3-B43E-4BE2F7F98926}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{FE5ACBC3-1250-42E3-B43E-4BE2F7F98926}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{FE5ACBC3-1250-42E3-B43E-4BE2F7F98926}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