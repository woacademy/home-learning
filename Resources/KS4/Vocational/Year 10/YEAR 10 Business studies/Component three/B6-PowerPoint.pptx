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5D8991-E032-4631-93DA-B61C18B5A513}">
  <a:tblStyle styleId="{D45D8991-E032-4631-93DA-B61C18B5A51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{D45D8991-E032-4631-93DA-B61C18B5A513}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{D45D8991-E032-4631-93DA-B61C18B5A513}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{D45D8991-E032-4631-93DA-B61C18B5A513}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