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18762C-A92B-4932-ABEF-4D4546397DA5}">
  <a:tblStyle styleId="{8D18762C-A92B-4932-ABEF-4D4546397D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{8D18762C-A92B-4932-ABEF-4D4546397DA5}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{8D18762C-A92B-4932-ABEF-4D4546397DA5}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{8D18762C-A92B-4932-ABEF-4D4546397DA5}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