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E678625-F01A-423C-BFD0-3FFC1C46B379}">
  <a:tblStyle styleId="{CE678625-F01A-423C-BFD0-3FFC1C46B3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{CE678625-F01A-423C-BFD0-3FFC1C46B379}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{CE678625-F01A-423C-BFD0-3FFC1C46B379}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{CE678625-F01A-423C-BFD0-3FFC1C46B379}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