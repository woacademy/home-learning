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49E8DE-F574-4D1D-AEC6-1A97CB73E0D7}">
  <a:tblStyle styleId="{7749E8DE-F574-4D1D-AEC6-1A97CB73E0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{7749E8DE-F574-4D1D-AEC6-1A97CB73E0D7}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{7749E8DE-F574-4D1D-AEC6-1A97CB73E0D7}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{7749E8DE-F574-4D1D-AEC6-1A97CB73E0D7}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