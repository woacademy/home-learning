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572844-B146-4FF3-A7B3-9BA501FFBBA8}">
  <a:tblStyle styleId="{EB572844-B146-4FF3-A7B3-9BA501FFBBA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{EB572844-B146-4FF3-A7B3-9BA501FFBBA8}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{EB572844-B146-4FF3-A7B3-9BA501FFBBA8}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{EB572844-B146-4FF3-A7B3-9BA501FFBBA8}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