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D166D0-ED08-4BF4-8FBF-DB071436EB40}">
  <a:tblStyle styleId="{8FD166D0-ED08-4BF4-8FBF-DB071436EB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{8FD166D0-ED08-4BF4-8FBF-DB071436EB40}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{8FD166D0-ED08-4BF4-8FBF-DB071436EB40}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{8FD166D0-ED08-4BF4-8FBF-DB071436EB40}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