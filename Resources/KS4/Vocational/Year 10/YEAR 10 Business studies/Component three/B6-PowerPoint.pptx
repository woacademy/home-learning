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A41370-AB63-4232-BB60-170CA05D4B13}">
  <a:tblStyle styleId="{78A41370-AB63-4232-BB60-170CA05D4B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{78A41370-AB63-4232-BB60-170CA05D4B13}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{78A41370-AB63-4232-BB60-170CA05D4B13}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{78A41370-AB63-4232-BB60-170CA05D4B13}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