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DED662-EAC5-4EA3-933E-899FE628DEB7}">
  <a:tblStyle styleId="{BEDED662-EAC5-4EA3-933E-899FE628DEB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{BEDED662-EAC5-4EA3-933E-899FE628DEB7}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{BEDED662-EAC5-4EA3-933E-899FE628DEB7}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{BEDED662-EAC5-4EA3-933E-899FE628DEB7}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