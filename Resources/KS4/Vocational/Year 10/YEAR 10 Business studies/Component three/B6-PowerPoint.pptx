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FBCE2E-FD72-4FCB-980E-7B388BC10D54}">
  <a:tblStyle styleId="{09FBCE2E-FD72-4FCB-980E-7B388BC10D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{09FBCE2E-FD72-4FCB-980E-7B388BC10D54}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{09FBCE2E-FD72-4FCB-980E-7B388BC10D54}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{09FBCE2E-FD72-4FCB-980E-7B388BC10D54}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