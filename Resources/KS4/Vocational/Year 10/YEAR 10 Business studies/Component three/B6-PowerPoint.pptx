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55D57D-3F1C-47B9-A142-F96F8129A3F6}">
  <a:tblStyle styleId="{8355D57D-3F1C-47B9-A142-F96F8129A3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{8355D57D-3F1C-47B9-A142-F96F8129A3F6}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{8355D57D-3F1C-47B9-A142-F96F8129A3F6}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{8355D57D-3F1C-47B9-A142-F96F8129A3F6}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