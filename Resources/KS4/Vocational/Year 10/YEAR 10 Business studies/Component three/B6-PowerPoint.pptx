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6DED02-C181-4B69-8F0F-47613D07485C}">
  <a:tblStyle styleId="{316DED02-C181-4B69-8F0F-47613D0748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{316DED02-C181-4B69-8F0F-47613D07485C}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{316DED02-C181-4B69-8F0F-47613D07485C}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{316DED02-C181-4B69-8F0F-47613D07485C}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