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F86F18-65C7-4145-990C-F75B996E15AE}">
  <a:tblStyle styleId="{3DF86F18-65C7-4145-990C-F75B996E15A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{3DF86F18-65C7-4145-990C-F75B996E15AE}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{3DF86F18-65C7-4145-990C-F75B996E15AE}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{3DF86F18-65C7-4145-990C-F75B996E15AE}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