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7308E1-568F-4EC5-8BD9-26C11DBFB045}">
  <a:tblStyle styleId="{F87308E1-568F-4EC5-8BD9-26C11DBFB04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{F87308E1-568F-4EC5-8BD9-26C11DBFB045}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{F87308E1-568F-4EC5-8BD9-26C11DBFB045}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{F87308E1-568F-4EC5-8BD9-26C11DBFB045}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