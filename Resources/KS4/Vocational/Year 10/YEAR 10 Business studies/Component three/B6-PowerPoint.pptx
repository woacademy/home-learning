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B0D985-F036-401A-A8EA-8B3B6FAA06E4}">
  <a:tblStyle styleId="{86B0D985-F036-401A-A8EA-8B3B6FAA06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{86B0D985-F036-401A-A8EA-8B3B6FAA06E4}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{86B0D985-F036-401A-A8EA-8B3B6FAA06E4}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{86B0D985-F036-401A-A8EA-8B3B6FAA06E4}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