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F4AE42-0413-432D-BE64-3AA1C5C041A7}">
  <a:tblStyle styleId="{85F4AE42-0413-432D-BE64-3AA1C5C041A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{85F4AE42-0413-432D-BE64-3AA1C5C041A7}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{85F4AE42-0413-432D-BE64-3AA1C5C041A7}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{85F4AE42-0413-432D-BE64-3AA1C5C041A7}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