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E10AA0-B4F0-429D-880D-5AD4B5B788F3}">
  <a:tblStyle styleId="{39E10AA0-B4F0-429D-880D-5AD4B5B788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{39E10AA0-B4F0-429D-880D-5AD4B5B788F3}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{39E10AA0-B4F0-429D-880D-5AD4B5B788F3}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{39E10AA0-B4F0-429D-880D-5AD4B5B788F3}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