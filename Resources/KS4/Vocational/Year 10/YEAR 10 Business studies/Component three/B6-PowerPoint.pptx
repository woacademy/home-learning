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2F8B90-452C-426A-BB3D-F833B24C46FF}">
  <a:tblStyle styleId="{3F2F8B90-452C-426A-BB3D-F833B24C46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{3F2F8B90-452C-426A-BB3D-F833B24C46FF}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{3F2F8B90-452C-426A-BB3D-F833B24C46FF}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{3F2F8B90-452C-426A-BB3D-F833B24C46FF}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