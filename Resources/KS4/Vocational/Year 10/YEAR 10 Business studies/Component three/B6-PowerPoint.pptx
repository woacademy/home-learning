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3E2153-6322-4EFC-A835-8ECED7CC64CB}">
  <a:tblStyle styleId="{1D3E2153-6322-4EFC-A835-8ECED7CC64C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{1D3E2153-6322-4EFC-A835-8ECED7CC64CB}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{1D3E2153-6322-4EFC-A835-8ECED7CC64CB}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{1D3E2153-6322-4EFC-A835-8ECED7CC64CB}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