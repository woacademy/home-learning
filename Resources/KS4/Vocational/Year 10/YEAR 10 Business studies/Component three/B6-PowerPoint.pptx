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F8D883-37AB-4D67-9A8C-667562EFEBD2}">
  <a:tblStyle styleId="{2EF8D883-37AB-4D67-9A8C-667562EFEB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{2EF8D883-37AB-4D67-9A8C-667562EFEBD2}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{2EF8D883-37AB-4D67-9A8C-667562EFEBD2}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{2EF8D883-37AB-4D67-9A8C-667562EFEBD2}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