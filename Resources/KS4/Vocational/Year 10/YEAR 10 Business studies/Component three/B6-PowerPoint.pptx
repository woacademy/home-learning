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EEAB9D-41CE-4DCF-A61D-BF43C8A46F58}">
  <a:tblStyle styleId="{EFEEAB9D-41CE-4DCF-A61D-BF43C8A46F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{EFEEAB9D-41CE-4DCF-A61D-BF43C8A46F58}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{EFEEAB9D-41CE-4DCF-A61D-BF43C8A46F58}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{EFEEAB9D-41CE-4DCF-A61D-BF43C8A46F58}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