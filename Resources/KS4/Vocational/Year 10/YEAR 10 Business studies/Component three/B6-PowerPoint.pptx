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4C2A7A-A3FC-4A21-AC30-E9A46B1D6FF7}">
  <a:tblStyle styleId="{ED4C2A7A-A3FC-4A21-AC30-E9A46B1D6F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{ED4C2A7A-A3FC-4A21-AC30-E9A46B1D6FF7}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{ED4C2A7A-A3FC-4A21-AC30-E9A46B1D6FF7}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{ED4C2A7A-A3FC-4A21-AC30-E9A46B1D6FF7}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