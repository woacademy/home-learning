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D6B6BA-EB60-4411-A73D-29F6188563A2}">
  <a:tblStyle styleId="{F7D6B6BA-EB60-4411-A73D-29F6188563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{F7D6B6BA-EB60-4411-A73D-29F6188563A2}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{F7D6B6BA-EB60-4411-A73D-29F6188563A2}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{F7D6B6BA-EB60-4411-A73D-29F6188563A2}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