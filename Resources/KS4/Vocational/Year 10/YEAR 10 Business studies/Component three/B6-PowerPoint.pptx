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F46E84-702B-4A44-93DF-91E2598F15D7}">
  <a:tblStyle styleId="{B6F46E84-702B-4A44-93DF-91E2598F15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{B6F46E84-702B-4A44-93DF-91E2598F15D7}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{B6F46E84-702B-4A44-93DF-91E2598F15D7}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{B6F46E84-702B-4A44-93DF-91E2598F15D7}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