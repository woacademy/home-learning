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121743-4EAA-4513-873A-43221F325AD3}">
  <a:tblStyle styleId="{87121743-4EAA-4513-873A-43221F325AD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{87121743-4EAA-4513-873A-43221F325AD3}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{87121743-4EAA-4513-873A-43221F325AD3}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{87121743-4EAA-4513-873A-43221F325AD3}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