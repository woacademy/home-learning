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CFC97D-A433-4784-9A71-20EE7065F09D}">
  <a:tblStyle styleId="{9BCFC97D-A433-4784-9A71-20EE7065F0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{9BCFC97D-A433-4784-9A71-20EE7065F09D}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{9BCFC97D-A433-4784-9A71-20EE7065F09D}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{9BCFC97D-A433-4784-9A71-20EE7065F09D}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