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CDD0541-BBCF-4698-B9B7-8AB1BAD5CEA5}">
  <a:tblStyle styleId="{2CDD0541-BBCF-4698-B9B7-8AB1BAD5CEA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{2CDD0541-BBCF-4698-B9B7-8AB1BAD5CEA5}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{2CDD0541-BBCF-4698-B9B7-8AB1BAD5CEA5}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{2CDD0541-BBCF-4698-B9B7-8AB1BAD5CEA5}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