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351FFB-FDFC-47B1-A5E5-603BBBA81036}">
  <a:tblStyle styleId="{AE351FFB-FDFC-47B1-A5E5-603BBBA810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{AE351FFB-FDFC-47B1-A5E5-603BBBA81036}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{AE351FFB-FDFC-47B1-A5E5-603BBBA81036}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{AE351FFB-FDFC-47B1-A5E5-603BBBA81036}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