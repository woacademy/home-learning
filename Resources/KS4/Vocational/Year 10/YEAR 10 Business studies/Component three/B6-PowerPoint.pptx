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2F8DAE-3EA1-41E0-99A7-DA8B8785DA83}">
  <a:tblStyle styleId="{572F8DAE-3EA1-41E0-99A7-DA8B8785DA8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{572F8DAE-3EA1-41E0-99A7-DA8B8785DA83}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{572F8DAE-3EA1-41E0-99A7-DA8B8785DA83}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{572F8DAE-3EA1-41E0-99A7-DA8B8785DA83}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