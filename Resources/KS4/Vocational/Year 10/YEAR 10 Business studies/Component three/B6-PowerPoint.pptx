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D8567-011A-4650-AE3D-BC5F4ABA3C4D}">
  <a:tblStyle styleId="{857D8567-011A-4650-AE3D-BC5F4ABA3C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{857D8567-011A-4650-AE3D-BC5F4ABA3C4D}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{857D8567-011A-4650-AE3D-BC5F4ABA3C4D}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{857D8567-011A-4650-AE3D-BC5F4ABA3C4D}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