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C843ED-30EF-4C05-941E-8EF8AFCDFA34}">
  <a:tblStyle styleId="{60C843ED-30EF-4C05-941E-8EF8AFCDFA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{60C843ED-30EF-4C05-941E-8EF8AFCDFA34}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{60C843ED-30EF-4C05-941E-8EF8AFCDFA34}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{60C843ED-30EF-4C05-941E-8EF8AFCDFA34}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