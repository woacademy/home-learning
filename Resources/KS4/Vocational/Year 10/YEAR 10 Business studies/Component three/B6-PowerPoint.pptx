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26E7F7-9F3D-4ADC-AD48-D21B2693F18C}">
  <a:tblStyle styleId="{EB26E7F7-9F3D-4ADC-AD48-D21B2693F18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{EB26E7F7-9F3D-4ADC-AD48-D21B2693F18C}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{EB26E7F7-9F3D-4ADC-AD48-D21B2693F18C}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{EB26E7F7-9F3D-4ADC-AD48-D21B2693F18C}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