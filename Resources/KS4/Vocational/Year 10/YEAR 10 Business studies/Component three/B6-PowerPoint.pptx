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4AF0AD-BA25-44BC-B2F0-470A9D18CCC0}">
  <a:tblStyle styleId="{1A4AF0AD-BA25-44BC-B2F0-470A9D18CC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{1A4AF0AD-BA25-44BC-B2F0-470A9D18CCC0}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{1A4AF0AD-BA25-44BC-B2F0-470A9D18CCC0}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{1A4AF0AD-BA25-44BC-B2F0-470A9D18CCC0}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