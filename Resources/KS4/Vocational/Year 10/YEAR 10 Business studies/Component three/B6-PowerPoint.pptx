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6CF36E-EF7D-430F-B3DC-1E3AB5A37477}">
  <a:tblStyle styleId="{6A6CF36E-EF7D-430F-B3DC-1E3AB5A374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{6A6CF36E-EF7D-430F-B3DC-1E3AB5A37477}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{6A6CF36E-EF7D-430F-B3DC-1E3AB5A37477}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{6A6CF36E-EF7D-430F-B3DC-1E3AB5A37477}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