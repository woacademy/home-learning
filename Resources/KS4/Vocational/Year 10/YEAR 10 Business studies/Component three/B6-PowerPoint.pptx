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318A30-BC1D-477C-B780-573630E77BDE}">
  <a:tblStyle styleId="{DB318A30-BC1D-477C-B780-573630E77B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{DB318A30-BC1D-477C-B780-573630E77BDE}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{DB318A30-BC1D-477C-B780-573630E77BDE}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{DB318A30-BC1D-477C-B780-573630E77BDE}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