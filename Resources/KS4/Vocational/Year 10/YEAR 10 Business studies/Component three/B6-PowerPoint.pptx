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A8A571-FCFF-4EC6-9CD2-5C9C15568A63}">
  <a:tblStyle styleId="{29A8A571-FCFF-4EC6-9CD2-5C9C15568A6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{29A8A571-FCFF-4EC6-9CD2-5C9C15568A63}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{29A8A571-FCFF-4EC6-9CD2-5C9C15568A63}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{29A8A571-FCFF-4EC6-9CD2-5C9C15568A63}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