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55ADA9-0D8C-45EF-8EF5-054031E2560D}">
  <a:tblStyle styleId="{0255ADA9-0D8C-45EF-8EF5-054031E2560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{0255ADA9-0D8C-45EF-8EF5-054031E2560D}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{0255ADA9-0D8C-45EF-8EF5-054031E2560D}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{0255ADA9-0D8C-45EF-8EF5-054031E2560D}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