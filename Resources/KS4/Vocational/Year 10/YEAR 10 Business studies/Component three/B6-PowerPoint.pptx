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EC27B9-C326-4874-BFCF-9D82EE0C71D4}">
  <a:tblStyle styleId="{94EC27B9-C326-4874-BFCF-9D82EE0C71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{94EC27B9-C326-4874-BFCF-9D82EE0C71D4}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{94EC27B9-C326-4874-BFCF-9D82EE0C71D4}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{94EC27B9-C326-4874-BFCF-9D82EE0C71D4}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