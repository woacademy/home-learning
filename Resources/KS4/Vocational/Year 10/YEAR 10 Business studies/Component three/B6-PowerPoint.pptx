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A2B336-7303-4033-BCB7-023A6B306BD8}">
  <a:tblStyle styleId="{F1A2B336-7303-4033-BCB7-023A6B306BD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{F1A2B336-7303-4033-BCB7-023A6B306BD8}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{F1A2B336-7303-4033-BCB7-023A6B306BD8}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{F1A2B336-7303-4033-BCB7-023A6B306BD8}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