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29B724-CBE4-4C2A-807C-48A88D8A61C5}">
  <a:tblStyle styleId="{6029B724-CBE4-4C2A-807C-48A88D8A61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{6029B724-CBE4-4C2A-807C-48A88D8A61C5}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{6029B724-CBE4-4C2A-807C-48A88D8A61C5}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{6029B724-CBE4-4C2A-807C-48A88D8A61C5}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