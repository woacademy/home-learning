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9A180DD-6C25-46BF-8617-8766DBD19B8B}">
  <a:tblStyle styleId="{69A180DD-6C25-46BF-8617-8766DBD19B8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{69A180DD-6C25-46BF-8617-8766DBD19B8B}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{69A180DD-6C25-46BF-8617-8766DBD19B8B}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{69A180DD-6C25-46BF-8617-8766DBD19B8B}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