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275D5-5C75-480B-B61A-D337E4D5E516}">
  <a:tblStyle styleId="{A18275D5-5C75-480B-B61A-D337E4D5E5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{A18275D5-5C75-480B-B61A-D337E4D5E516}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{A18275D5-5C75-480B-B61A-D337E4D5E516}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{A18275D5-5C75-480B-B61A-D337E4D5E516}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