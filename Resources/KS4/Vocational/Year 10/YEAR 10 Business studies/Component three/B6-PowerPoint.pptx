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6FE889-D6C2-429E-AA0F-6331EC94F161}">
  <a:tblStyle styleId="{0D6FE889-D6C2-429E-AA0F-6331EC94F1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{0D6FE889-D6C2-429E-AA0F-6331EC94F161}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{0D6FE889-D6C2-429E-AA0F-6331EC94F161}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{0D6FE889-D6C2-429E-AA0F-6331EC94F161}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