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1A3241-3D3D-465B-971A-B89A101399E1}">
  <a:tblStyle styleId="{BF1A3241-3D3D-465B-971A-B89A101399E1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{BF1A3241-3D3D-465B-971A-B89A101399E1}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{BF1A3241-3D3D-465B-971A-B89A101399E1}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{BF1A3241-3D3D-465B-971A-B89A101399E1}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