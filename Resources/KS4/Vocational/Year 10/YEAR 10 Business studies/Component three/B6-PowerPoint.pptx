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453A20-F407-4992-8EF5-C47B4C3EBA3E}">
  <a:tblStyle styleId="{2D453A20-F407-4992-8EF5-C47B4C3EBA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{2D453A20-F407-4992-8EF5-C47B4C3EBA3E}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{2D453A20-F407-4992-8EF5-C47B4C3EBA3E}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{2D453A20-F407-4992-8EF5-C47B4C3EBA3E}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