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D62E3B-BC0A-4A60-836E-624B64032B27}">
  <a:tblStyle styleId="{37D62E3B-BC0A-4A60-836E-624B64032B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{37D62E3B-BC0A-4A60-836E-624B64032B27}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{37D62E3B-BC0A-4A60-836E-624B64032B27}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{37D62E3B-BC0A-4A60-836E-624B64032B27}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