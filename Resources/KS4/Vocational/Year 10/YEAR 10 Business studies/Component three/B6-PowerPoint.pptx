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783EA7-5D51-4F7E-AA0B-62E90D3C64D3}">
  <a:tblStyle styleId="{97783EA7-5D51-4F7E-AA0B-62E90D3C64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{97783EA7-5D51-4F7E-AA0B-62E90D3C64D3}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{97783EA7-5D51-4F7E-AA0B-62E90D3C64D3}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{97783EA7-5D51-4F7E-AA0B-62E90D3C64D3}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