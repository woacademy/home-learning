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36EFB2-57C8-4C9D-A287-127183624F5C}">
  <a:tblStyle styleId="{AB36EFB2-57C8-4C9D-A287-127183624F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{AB36EFB2-57C8-4C9D-A287-127183624F5C}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{AB36EFB2-57C8-4C9D-A287-127183624F5C}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{AB36EFB2-57C8-4C9D-A287-127183624F5C}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