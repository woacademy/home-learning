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DF4A87-7048-4B19-9A28-6F8DA24CF929}">
  <a:tblStyle styleId="{60DF4A87-7048-4B19-9A28-6F8DA24CF9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{60DF4A87-7048-4B19-9A28-6F8DA24CF929}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{60DF4A87-7048-4B19-9A28-6F8DA24CF929}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{60DF4A87-7048-4B19-9A28-6F8DA24CF929}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