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EEE09BA-4F7E-4508-BE53-50B1DCA18EA0}">
  <a:tblStyle styleId="{AEEE09BA-4F7E-4508-BE53-50B1DCA18EA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{AEEE09BA-4F7E-4508-BE53-50B1DCA18EA0}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{AEEE09BA-4F7E-4508-BE53-50B1DCA18EA0}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{AEEE09BA-4F7E-4508-BE53-50B1DCA18EA0}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