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31D3D50-E93F-4C17-A7AC-4EDDA2F8C155}">
  <a:tblStyle styleId="{631D3D50-E93F-4C17-A7AC-4EDDA2F8C15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{631D3D50-E93F-4C17-A7AC-4EDDA2F8C155}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{631D3D50-E93F-4C17-A7AC-4EDDA2F8C155}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{631D3D50-E93F-4C17-A7AC-4EDDA2F8C155}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