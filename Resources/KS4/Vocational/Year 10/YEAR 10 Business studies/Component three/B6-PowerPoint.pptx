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C7647-EE9E-4389-A745-53734F07E0FE}">
  <a:tblStyle styleId="{58AC7647-EE9E-4389-A745-53734F07E0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{58AC7647-EE9E-4389-A745-53734F07E0FE}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{58AC7647-EE9E-4389-A745-53734F07E0FE}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{58AC7647-EE9E-4389-A745-53734F07E0FE}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