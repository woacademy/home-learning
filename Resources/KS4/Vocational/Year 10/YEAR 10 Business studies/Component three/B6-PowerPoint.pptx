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F4951B-0477-488D-AEF3-1E8AD4A088CF}">
  <a:tblStyle styleId="{D1F4951B-0477-488D-AEF3-1E8AD4A088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{D1F4951B-0477-488D-AEF3-1E8AD4A088CF}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{D1F4951B-0477-488D-AEF3-1E8AD4A088CF}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{D1F4951B-0477-488D-AEF3-1E8AD4A088CF}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