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43A90C-5569-4D0E-9E37-74F1DE3FBA93}">
  <a:tblStyle styleId="{3143A90C-5569-4D0E-9E37-74F1DE3FBA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{3143A90C-5569-4D0E-9E37-74F1DE3FBA93}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{3143A90C-5569-4D0E-9E37-74F1DE3FBA93}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{3143A90C-5569-4D0E-9E37-74F1DE3FBA93}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