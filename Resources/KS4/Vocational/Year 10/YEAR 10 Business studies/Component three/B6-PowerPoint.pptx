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04C0DF-5358-4515-B3EA-FB9316C64E97}">
  <a:tblStyle styleId="{F804C0DF-5358-4515-B3EA-FB9316C64E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{F804C0DF-5358-4515-B3EA-FB9316C64E97}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{F804C0DF-5358-4515-B3EA-FB9316C64E97}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{F804C0DF-5358-4515-B3EA-FB9316C64E97}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