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65B7D1-8973-47F5-8500-B7799D63012B}">
  <a:tblStyle styleId="{3465B7D1-8973-47F5-8500-B7799D63012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{3465B7D1-8973-47F5-8500-B7799D63012B}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{3465B7D1-8973-47F5-8500-B7799D63012B}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{3465B7D1-8973-47F5-8500-B7799D63012B}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