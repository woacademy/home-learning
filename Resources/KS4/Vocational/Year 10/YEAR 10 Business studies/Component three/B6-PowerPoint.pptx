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E13613-3689-4B30-B442-A7A6CCD0FEAA}">
  <a:tblStyle styleId="{48E13613-3689-4B30-B442-A7A6CCD0FE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{48E13613-3689-4B30-B442-A7A6CCD0FEAA}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{48E13613-3689-4B30-B442-A7A6CCD0FEAA}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{48E13613-3689-4B30-B442-A7A6CCD0FEAA}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