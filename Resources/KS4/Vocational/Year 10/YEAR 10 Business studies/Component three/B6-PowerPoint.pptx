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1862AD-2463-474E-86D3-351855A9A0AD}">
  <a:tblStyle styleId="{2B1862AD-2463-474E-86D3-351855A9A0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{2B1862AD-2463-474E-86D3-351855A9A0AD}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{2B1862AD-2463-474E-86D3-351855A9A0AD}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{2B1862AD-2463-474E-86D3-351855A9A0AD}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