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F714C2-9DF8-453D-922B-D07AF346C497}">
  <a:tblStyle styleId="{F6F714C2-9DF8-453D-922B-D07AF346C4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{F6F714C2-9DF8-453D-922B-D07AF346C497}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{F6F714C2-9DF8-453D-922B-D07AF346C497}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{F6F714C2-9DF8-453D-922B-D07AF346C497}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