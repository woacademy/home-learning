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C46B80-D86A-4A53-8720-12801ED7A8A2}">
  <a:tblStyle styleId="{8BC46B80-D86A-4A53-8720-12801ED7A8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{8BC46B80-D86A-4A53-8720-12801ED7A8A2}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{8BC46B80-D86A-4A53-8720-12801ED7A8A2}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{8BC46B80-D86A-4A53-8720-12801ED7A8A2}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