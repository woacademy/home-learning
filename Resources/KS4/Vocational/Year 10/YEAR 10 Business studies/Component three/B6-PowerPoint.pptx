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48F650-957F-4301-AAA2-EA9AD6117B58}">
  <a:tblStyle styleId="{FF48F650-957F-4301-AAA2-EA9AD6117B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{FF48F650-957F-4301-AAA2-EA9AD6117B58}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{FF48F650-957F-4301-AAA2-EA9AD6117B58}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{FF48F650-957F-4301-AAA2-EA9AD6117B58}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