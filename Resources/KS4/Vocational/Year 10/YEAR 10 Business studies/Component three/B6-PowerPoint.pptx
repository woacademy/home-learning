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95BDC0-7AE4-4864-B30C-633A2A98A0F5}">
  <a:tblStyle styleId="{0095BDC0-7AE4-4864-B30C-633A2A98A0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{0095BDC0-7AE4-4864-B30C-633A2A98A0F5}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{0095BDC0-7AE4-4864-B30C-633A2A98A0F5}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{0095BDC0-7AE4-4864-B30C-633A2A98A0F5}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