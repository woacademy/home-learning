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6B724-BAFA-4337-88A0-066AC3A1DE1A}">
  <a:tblStyle styleId="{EEA6B724-BAFA-4337-88A0-066AC3A1DE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{EEA6B724-BAFA-4337-88A0-066AC3A1DE1A}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{EEA6B724-BAFA-4337-88A0-066AC3A1DE1A}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{EEA6B724-BAFA-4337-88A0-066AC3A1DE1A}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