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A1BCB1-FFE0-41C8-890A-54F045644CD1}">
  <a:tblStyle styleId="{9BA1BCB1-FFE0-41C8-890A-54F045644C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{9BA1BCB1-FFE0-41C8-890A-54F045644CD1}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{9BA1BCB1-FFE0-41C8-890A-54F045644CD1}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{9BA1BCB1-FFE0-41C8-890A-54F045644CD1}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