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EAA13-12A9-4A72-BC4E-DA315B548BE6}">
  <a:tblStyle styleId="{1BFEAA13-12A9-4A72-BC4E-DA315B548B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{1BFEAA13-12A9-4A72-BC4E-DA315B548BE6}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{1BFEAA13-12A9-4A72-BC4E-DA315B548BE6}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{1BFEAA13-12A9-4A72-BC4E-DA315B548BE6}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