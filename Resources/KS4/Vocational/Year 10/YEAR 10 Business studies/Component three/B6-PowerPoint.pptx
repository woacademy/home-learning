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57CE04-C36C-4CA2-8071-A1017645F8C0}">
  <a:tblStyle styleId="{D557CE04-C36C-4CA2-8071-A1017645F8C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{D557CE04-C36C-4CA2-8071-A1017645F8C0}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{D557CE04-C36C-4CA2-8071-A1017645F8C0}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{D557CE04-C36C-4CA2-8071-A1017645F8C0}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