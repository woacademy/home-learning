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3F864F-4CD5-48E9-B8D1-84450BF5CC1C}">
  <a:tblStyle styleId="{313F864F-4CD5-48E9-B8D1-84450BF5CC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{313F864F-4CD5-48E9-B8D1-84450BF5CC1C}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{313F864F-4CD5-48E9-B8D1-84450BF5CC1C}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{313F864F-4CD5-48E9-B8D1-84450BF5CC1C}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