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CCD8A52-D219-4D1C-8E24-F9B4A339DE45}">
  <a:tblStyle styleId="{4CCD8A52-D219-4D1C-8E24-F9B4A339DE4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{4CCD8A52-D219-4D1C-8E24-F9B4A339DE45}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{4CCD8A52-D219-4D1C-8E24-F9B4A339DE45}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{4CCD8A52-D219-4D1C-8E24-F9B4A339DE45}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