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8A2E85-7F71-49E1-9D57-CE3522C86B94}">
  <a:tblStyle styleId="{098A2E85-7F71-49E1-9D57-CE3522C86B9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{098A2E85-7F71-49E1-9D57-CE3522C86B94}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{098A2E85-7F71-49E1-9D57-CE3522C86B94}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{098A2E85-7F71-49E1-9D57-CE3522C86B94}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