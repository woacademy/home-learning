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089954-1100-431D-8CB0-E7B29829138E}">
  <a:tblStyle styleId="{C5089954-1100-431D-8CB0-E7B29829138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{C5089954-1100-431D-8CB0-E7B29829138E}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{C5089954-1100-431D-8CB0-E7B29829138E}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{C5089954-1100-431D-8CB0-E7B29829138E}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