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A56461-F81D-4683-8362-A0213EC0D402}">
  <a:tblStyle styleId="{94A56461-F81D-4683-8362-A0213EC0D40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{94A56461-F81D-4683-8362-A0213EC0D402}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{94A56461-F81D-4683-8362-A0213EC0D402}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{94A56461-F81D-4683-8362-A0213EC0D402}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