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61DCC9-A185-4579-B294-ECC382932375}">
  <a:tblStyle styleId="{D361DCC9-A185-4579-B294-ECC38293237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{D361DCC9-A185-4579-B294-ECC382932375}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{D361DCC9-A185-4579-B294-ECC382932375}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{D361DCC9-A185-4579-B294-ECC382932375}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