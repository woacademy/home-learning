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0031BFF-859F-4366-ADEA-7DF405990C76}">
  <a:tblStyle styleId="{70031BFF-859F-4366-ADEA-7DF405990C7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{70031BFF-859F-4366-ADEA-7DF405990C76}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{70031BFF-859F-4366-ADEA-7DF405990C76}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{70031BFF-859F-4366-ADEA-7DF405990C76}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