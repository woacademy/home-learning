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CBE013-7E29-4F01-A294-C6E94D7113CD}">
  <a:tblStyle styleId="{9DCBE013-7E29-4F01-A294-C6E94D7113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{9DCBE013-7E29-4F01-A294-C6E94D7113CD}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{9DCBE013-7E29-4F01-A294-C6E94D7113CD}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{9DCBE013-7E29-4F01-A294-C6E94D7113CD}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