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56F1139-D4CB-4904-A9B9-CFD7C21CFD59}">
  <a:tblStyle styleId="{756F1139-D4CB-4904-A9B9-CFD7C21CFD5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{756F1139-D4CB-4904-A9B9-CFD7C21CFD59}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{756F1139-D4CB-4904-A9B9-CFD7C21CFD59}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{756F1139-D4CB-4904-A9B9-CFD7C21CFD59}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