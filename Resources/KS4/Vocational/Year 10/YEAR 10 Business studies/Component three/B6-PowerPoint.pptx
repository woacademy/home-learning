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66F0C3-F4FA-42F9-B43B-2E4308F36AA6}">
  <a:tblStyle styleId="{8366F0C3-F4FA-42F9-B43B-2E4308F36A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{8366F0C3-F4FA-42F9-B43B-2E4308F36AA6}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{8366F0C3-F4FA-42F9-B43B-2E4308F36AA6}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{8366F0C3-F4FA-42F9-B43B-2E4308F36AA6}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