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C83C44-0069-4B49-91B4-3C47DC04D4D1}">
  <a:tblStyle styleId="{97C83C44-0069-4B49-91B4-3C47DC04D4D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{97C83C44-0069-4B49-91B4-3C47DC04D4D1}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{97C83C44-0069-4B49-91B4-3C47DC04D4D1}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{97C83C44-0069-4B49-91B4-3C47DC04D4D1}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