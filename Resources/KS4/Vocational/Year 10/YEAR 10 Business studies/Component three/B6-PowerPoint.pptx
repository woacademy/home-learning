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8B9414-0A7C-43B2-BF30-84F6D6FD4AB1}">
  <a:tblStyle styleId="{3B8B9414-0A7C-43B2-BF30-84F6D6FD4AB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{3B8B9414-0A7C-43B2-BF30-84F6D6FD4AB1}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{3B8B9414-0A7C-43B2-BF30-84F6D6FD4AB1}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{3B8B9414-0A7C-43B2-BF30-84F6D6FD4AB1}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