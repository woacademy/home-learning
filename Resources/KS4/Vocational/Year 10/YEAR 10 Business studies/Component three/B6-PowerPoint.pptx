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C03B12-1857-40AD-BF39-136051A4C6DA}">
  <a:tblStyle styleId="{47C03B12-1857-40AD-BF39-136051A4C6D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{47C03B12-1857-40AD-BF39-136051A4C6DA}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{47C03B12-1857-40AD-BF39-136051A4C6DA}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{47C03B12-1857-40AD-BF39-136051A4C6DA}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