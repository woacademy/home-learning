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788DBB-0BBC-4A51-A384-85CBDF32210B}">
  <a:tblStyle styleId="{24788DBB-0BBC-4A51-A384-85CBDF3221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{24788DBB-0BBC-4A51-A384-85CBDF32210B}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{24788DBB-0BBC-4A51-A384-85CBDF32210B}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{24788DBB-0BBC-4A51-A384-85CBDF32210B}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