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3A5B17-F0F8-458C-A9A9-E0F48C7BBA41}">
  <a:tblStyle styleId="{3F3A5B17-F0F8-458C-A9A9-E0F48C7BBA4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{3F3A5B17-F0F8-458C-A9A9-E0F48C7BBA41}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{3F3A5B17-F0F8-458C-A9A9-E0F48C7BBA41}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{3F3A5B17-F0F8-458C-A9A9-E0F48C7BBA41}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