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4CA5573-C2B2-46E4-BE32-B611FDFAB56D}">
  <a:tblStyle styleId="{84CA5573-C2B2-46E4-BE32-B611FDFAB56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{84CA5573-C2B2-46E4-BE32-B611FDFAB56D}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{84CA5573-C2B2-46E4-BE32-B611FDFAB56D}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{84CA5573-C2B2-46E4-BE32-B611FDFAB56D}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