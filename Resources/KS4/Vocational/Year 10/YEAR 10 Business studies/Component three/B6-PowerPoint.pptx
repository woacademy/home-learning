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A87983-26CA-4992-A5B1-665382C0C60D}">
  <a:tblStyle styleId="{58A87983-26CA-4992-A5B1-665382C0C6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{58A87983-26CA-4992-A5B1-665382C0C60D}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{58A87983-26CA-4992-A5B1-665382C0C60D}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{58A87983-26CA-4992-A5B1-665382C0C60D}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