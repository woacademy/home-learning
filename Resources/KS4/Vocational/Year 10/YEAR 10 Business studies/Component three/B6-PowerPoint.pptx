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D2EFC6-BDA9-4C1D-8C99-4FE0C14E83CC}">
  <a:tblStyle styleId="{8BD2EFC6-BDA9-4C1D-8C99-4FE0C14E83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{8BD2EFC6-BDA9-4C1D-8C99-4FE0C14E83CC}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{8BD2EFC6-BDA9-4C1D-8C99-4FE0C14E83CC}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{8BD2EFC6-BDA9-4C1D-8C99-4FE0C14E83CC}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