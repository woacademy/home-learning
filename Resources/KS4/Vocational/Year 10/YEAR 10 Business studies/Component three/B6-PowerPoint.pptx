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EFC09-0E0E-4E82-962C-551781366F3A}">
  <a:tblStyle styleId="{EC4EFC09-0E0E-4E82-962C-551781366F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{EC4EFC09-0E0E-4E82-962C-551781366F3A}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{EC4EFC09-0E0E-4E82-962C-551781366F3A}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{EC4EFC09-0E0E-4E82-962C-551781366F3A}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