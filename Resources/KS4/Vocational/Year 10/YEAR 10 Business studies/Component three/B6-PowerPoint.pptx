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4803D6-D07D-4918-8073-B2DC875C20EC}">
  <a:tblStyle styleId="{364803D6-D07D-4918-8073-B2DC875C20E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{364803D6-D07D-4918-8073-B2DC875C20EC}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{364803D6-D07D-4918-8073-B2DC875C20EC}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{364803D6-D07D-4918-8073-B2DC875C20EC}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