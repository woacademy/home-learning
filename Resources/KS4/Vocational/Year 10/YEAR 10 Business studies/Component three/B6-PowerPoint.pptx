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986745-D154-4679-B947-CE9DA7ED418A}">
  <a:tblStyle styleId="{6C986745-D154-4679-B947-CE9DA7ED41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{6C986745-D154-4679-B947-CE9DA7ED418A}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{6C986745-D154-4679-B947-CE9DA7ED418A}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{6C986745-D154-4679-B947-CE9DA7ED418A}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