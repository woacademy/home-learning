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2FB104-AED2-4954-94F9-A3DBB3375764}">
  <a:tblStyle styleId="{F22FB104-AED2-4954-94F9-A3DBB33757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{F22FB104-AED2-4954-94F9-A3DBB3375764}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{F22FB104-AED2-4954-94F9-A3DBB3375764}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{F22FB104-AED2-4954-94F9-A3DBB3375764}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