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22DD49-DFF5-4B8A-B9D1-C94182E2D999}">
  <a:tblStyle styleId="{AE22DD49-DFF5-4B8A-B9D1-C94182E2D9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{AE22DD49-DFF5-4B8A-B9D1-C94182E2D999}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{AE22DD49-DFF5-4B8A-B9D1-C94182E2D999}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{AE22DD49-DFF5-4B8A-B9D1-C94182E2D999}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