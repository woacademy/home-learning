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64DA69-299A-4370-972D-6EE73BB2F02E}">
  <a:tblStyle styleId="{7764DA69-299A-4370-972D-6EE73BB2F0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{7764DA69-299A-4370-972D-6EE73BB2F02E}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{7764DA69-299A-4370-972D-6EE73BB2F02E}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{7764DA69-299A-4370-972D-6EE73BB2F02E}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