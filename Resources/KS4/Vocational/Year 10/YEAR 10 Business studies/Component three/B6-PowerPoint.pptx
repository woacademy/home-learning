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86729D2-4F53-4D13-8A58-FDD3E1326809}">
  <a:tblStyle styleId="{086729D2-4F53-4D13-8A58-FDD3E1326809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{086729D2-4F53-4D13-8A58-FDD3E1326809}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{086729D2-4F53-4D13-8A58-FDD3E1326809}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{086729D2-4F53-4D13-8A58-FDD3E1326809}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