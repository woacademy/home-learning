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4239C7-1C0A-4D3D-A871-913F350EDA3A}">
  <a:tblStyle styleId="{3B4239C7-1C0A-4D3D-A871-913F350EDA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{3B4239C7-1C0A-4D3D-A871-913F350EDA3A}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{3B4239C7-1C0A-4D3D-A871-913F350EDA3A}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{3B4239C7-1C0A-4D3D-A871-913F350EDA3A}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