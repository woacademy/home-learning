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E0E142-039E-4A07-8816-64F626B00563}">
  <a:tblStyle styleId="{65E0E142-039E-4A07-8816-64F626B0056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{65E0E142-039E-4A07-8816-64F626B00563}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{65E0E142-039E-4A07-8816-64F626B00563}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{65E0E142-039E-4A07-8816-64F626B00563}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