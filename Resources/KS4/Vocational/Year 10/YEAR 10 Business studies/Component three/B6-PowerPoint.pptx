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0EA2BE-5084-4698-8D84-34088E1B1D26}">
  <a:tblStyle styleId="{990EA2BE-5084-4698-8D84-34088E1B1D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{990EA2BE-5084-4698-8D84-34088E1B1D26}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{990EA2BE-5084-4698-8D84-34088E1B1D26}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{990EA2BE-5084-4698-8D84-34088E1B1D26}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