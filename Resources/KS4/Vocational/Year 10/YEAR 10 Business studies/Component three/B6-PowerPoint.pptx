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A8C68F-AA17-4D28-A8B2-B0ED56F39273}">
  <a:tblStyle styleId="{64A8C68F-AA17-4D28-A8B2-B0ED56F3927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{64A8C68F-AA17-4D28-A8B2-B0ED56F39273}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{64A8C68F-AA17-4D28-A8B2-B0ED56F39273}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{64A8C68F-AA17-4D28-A8B2-B0ED56F39273}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