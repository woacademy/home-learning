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E5F207-B0A6-4CF5-A19E-C79DC65EB0DA}">
  <a:tblStyle styleId="{E6E5F207-B0A6-4CF5-A19E-C79DC65EB0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{E6E5F207-B0A6-4CF5-A19E-C79DC65EB0DA}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{E6E5F207-B0A6-4CF5-A19E-C79DC65EB0DA}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{E6E5F207-B0A6-4CF5-A19E-C79DC65EB0DA}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