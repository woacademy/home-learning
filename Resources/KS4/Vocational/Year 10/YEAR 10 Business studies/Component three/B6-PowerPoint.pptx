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F8EEDDA-B3CB-4B1E-B71A-0081431CC3E5}">
  <a:tblStyle styleId="{7F8EEDDA-B3CB-4B1E-B71A-0081431CC3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{7F8EEDDA-B3CB-4B1E-B71A-0081431CC3E5}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{7F8EEDDA-B3CB-4B1E-B71A-0081431CC3E5}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{7F8EEDDA-B3CB-4B1E-B71A-0081431CC3E5}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