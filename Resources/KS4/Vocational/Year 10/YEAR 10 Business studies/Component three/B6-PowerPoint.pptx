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B0B4E9-0D69-4B80-ABF5-F11B033D2528}">
  <a:tblStyle styleId="{FEB0B4E9-0D69-4B80-ABF5-F11B033D252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{FEB0B4E9-0D69-4B80-ABF5-F11B033D2528}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{FEB0B4E9-0D69-4B80-ABF5-F11B033D2528}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{FEB0B4E9-0D69-4B80-ABF5-F11B033D2528}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