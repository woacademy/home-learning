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C17BAC-7850-4D81-A6E8-B1DCB2F81AA1}">
  <a:tblStyle styleId="{26C17BAC-7850-4D81-A6E8-B1DCB2F81AA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{26C17BAC-7850-4D81-A6E8-B1DCB2F81AA1}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{26C17BAC-7850-4D81-A6E8-B1DCB2F81AA1}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{26C17BAC-7850-4D81-A6E8-B1DCB2F81AA1}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