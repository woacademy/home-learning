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DFA21D-465F-4C45-A859-D9844014657E}">
  <a:tblStyle styleId="{5EDFA21D-465F-4C45-A859-D984401465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{5EDFA21D-465F-4C45-A859-D9844014657E}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{5EDFA21D-465F-4C45-A859-D9844014657E}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{5EDFA21D-465F-4C45-A859-D9844014657E}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