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CC9DD7-FFD2-4296-9253-CDC934845AFD}">
  <a:tblStyle styleId="{30CC9DD7-FFD2-4296-9253-CDC934845AF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{30CC9DD7-FFD2-4296-9253-CDC934845AFD}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{30CC9DD7-FFD2-4296-9253-CDC934845AFD}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{30CC9DD7-FFD2-4296-9253-CDC934845AFD}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