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04DB4D-F8B7-4E7F-99A5-B4954F9146C1}">
  <a:tblStyle styleId="{ED04DB4D-F8B7-4E7F-99A5-B4954F9146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{ED04DB4D-F8B7-4E7F-99A5-B4954F9146C1}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{ED04DB4D-F8B7-4E7F-99A5-B4954F9146C1}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{ED04DB4D-F8B7-4E7F-99A5-B4954F9146C1}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