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544921-FA93-46B4-9268-91FF1CF3EC88}">
  <a:tblStyle styleId="{9F544921-FA93-46B4-9268-91FF1CF3EC8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{9F544921-FA93-46B4-9268-91FF1CF3EC88}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{9F544921-FA93-46B4-9268-91FF1CF3EC88}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{9F544921-FA93-46B4-9268-91FF1CF3EC88}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