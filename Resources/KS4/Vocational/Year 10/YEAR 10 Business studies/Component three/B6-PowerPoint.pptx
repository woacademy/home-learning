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D5B8C1-C377-4F01-8692-FB0279D0186F}">
  <a:tblStyle styleId="{4AD5B8C1-C377-4F01-8692-FB0279D018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{4AD5B8C1-C377-4F01-8692-FB0279D0186F}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{4AD5B8C1-C377-4F01-8692-FB0279D0186F}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{4AD5B8C1-C377-4F01-8692-FB0279D0186F}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