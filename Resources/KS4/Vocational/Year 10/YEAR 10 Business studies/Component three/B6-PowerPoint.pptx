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072FCE-9B48-4C3E-AE9B-25E947AEAD71}">
  <a:tblStyle styleId="{FD072FCE-9B48-4C3E-AE9B-25E947AEAD7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{FD072FCE-9B48-4C3E-AE9B-25E947AEAD71}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{FD072FCE-9B48-4C3E-AE9B-25E947AEAD71}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{FD072FCE-9B48-4C3E-AE9B-25E947AEAD71}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