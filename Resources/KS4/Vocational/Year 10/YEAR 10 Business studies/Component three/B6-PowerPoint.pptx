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E159B4-95F2-4F51-AF92-163D2CBCBCF9}">
  <a:tblStyle styleId="{84E159B4-95F2-4F51-AF92-163D2CBCBC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{84E159B4-95F2-4F51-AF92-163D2CBCBCF9}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{84E159B4-95F2-4F51-AF92-163D2CBCBCF9}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{84E159B4-95F2-4F51-AF92-163D2CBCBCF9}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