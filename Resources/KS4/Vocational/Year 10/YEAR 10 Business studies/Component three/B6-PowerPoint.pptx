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4365C5-A3B9-49BD-8AA8-394D83280B63}">
  <a:tblStyle styleId="{814365C5-A3B9-49BD-8AA8-394D83280B6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{814365C5-A3B9-49BD-8AA8-394D83280B63}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{814365C5-A3B9-49BD-8AA8-394D83280B63}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{814365C5-A3B9-49BD-8AA8-394D83280B63}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