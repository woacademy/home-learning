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F6AC9D-FABB-4311-BD76-29F1516494EF}">
  <a:tblStyle styleId="{A1F6AC9D-FABB-4311-BD76-29F1516494E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{A1F6AC9D-FABB-4311-BD76-29F1516494EF}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{A1F6AC9D-FABB-4311-BD76-29F1516494EF}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{A1F6AC9D-FABB-4311-BD76-29F1516494EF}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