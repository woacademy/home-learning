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4FF2B9-A432-4C75-83FC-AD7BFD9B847F}">
  <a:tblStyle styleId="{AC4FF2B9-A432-4C75-83FC-AD7BFD9B847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{AC4FF2B9-A432-4C75-83FC-AD7BFD9B847F}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{AC4FF2B9-A432-4C75-83FC-AD7BFD9B847F}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{AC4FF2B9-A432-4C75-83FC-AD7BFD9B847F}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