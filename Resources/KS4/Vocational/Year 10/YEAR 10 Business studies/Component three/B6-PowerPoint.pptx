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8DAB5B-E677-4E31-A16E-B7B59F835833}">
  <a:tblStyle styleId="{008DAB5B-E677-4E31-A16E-B7B59F8358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{008DAB5B-E677-4E31-A16E-B7B59F835833}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{008DAB5B-E677-4E31-A16E-B7B59F835833}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{008DAB5B-E677-4E31-A16E-B7B59F835833}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