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9D5256-0F0C-42AD-BD87-1FEB0E0E93F0}">
  <a:tblStyle styleId="{089D5256-0F0C-42AD-BD87-1FEB0E0E93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{089D5256-0F0C-42AD-BD87-1FEB0E0E93F0}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{089D5256-0F0C-42AD-BD87-1FEB0E0E93F0}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{089D5256-0F0C-42AD-BD87-1FEB0E0E93F0}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