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DD5E00-F6C3-4C86-8174-4584B6A97622}">
  <a:tblStyle styleId="{BCDD5E00-F6C3-4C86-8174-4584B6A9762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{BCDD5E00-F6C3-4C86-8174-4584B6A97622}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{BCDD5E00-F6C3-4C86-8174-4584B6A97622}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{BCDD5E00-F6C3-4C86-8174-4584B6A97622}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