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443418-4321-4EA2-BE25-B21C2A941804}">
  <a:tblStyle styleId="{41443418-4321-4EA2-BE25-B21C2A94180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{41443418-4321-4EA2-BE25-B21C2A941804}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{41443418-4321-4EA2-BE25-B21C2A941804}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{41443418-4321-4EA2-BE25-B21C2A941804}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