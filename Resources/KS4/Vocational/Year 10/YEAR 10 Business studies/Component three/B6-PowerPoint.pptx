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EC04F5-425E-4FB2-A13A-5441F7B25D50}">
  <a:tblStyle styleId="{87EC04F5-425E-4FB2-A13A-5441F7B25D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{87EC04F5-425E-4FB2-A13A-5441F7B25D50}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{87EC04F5-425E-4FB2-A13A-5441F7B25D50}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{87EC04F5-425E-4FB2-A13A-5441F7B25D50}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