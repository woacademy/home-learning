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56B46EB-9486-4658-96C5-88DE2D3B1562}">
  <a:tblStyle styleId="{D56B46EB-9486-4658-96C5-88DE2D3B156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{D56B46EB-9486-4658-96C5-88DE2D3B1562}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{D56B46EB-9486-4658-96C5-88DE2D3B1562}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{D56B46EB-9486-4658-96C5-88DE2D3B1562}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