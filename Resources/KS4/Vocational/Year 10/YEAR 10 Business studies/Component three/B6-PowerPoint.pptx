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70A773-5F67-45B3-9271-A109DEE4CA12}">
  <a:tblStyle styleId="{A670A773-5F67-45B3-9271-A109DEE4CA1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{A670A773-5F67-45B3-9271-A109DEE4CA12}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{A670A773-5F67-45B3-9271-A109DEE4CA12}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{A670A773-5F67-45B3-9271-A109DEE4CA12}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