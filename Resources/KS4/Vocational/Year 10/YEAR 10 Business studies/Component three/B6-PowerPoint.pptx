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DE897-BD1A-4DB0-8F8B-1D1FC60199DD}">
  <a:tblStyle styleId="{7A4DE897-BD1A-4DB0-8F8B-1D1FC60199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{7A4DE897-BD1A-4DB0-8F8B-1D1FC60199DD}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{7A4DE897-BD1A-4DB0-8F8B-1D1FC60199DD}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{7A4DE897-BD1A-4DB0-8F8B-1D1FC60199DD}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