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30DFBC-2089-46A3-BC88-3C25522B9CF2}">
  <a:tblStyle styleId="{7C30DFBC-2089-46A3-BC88-3C25522B9CF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{7C30DFBC-2089-46A3-BC88-3C25522B9CF2}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{7C30DFBC-2089-46A3-BC88-3C25522B9CF2}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{7C30DFBC-2089-46A3-BC88-3C25522B9CF2}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