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59EAEF-C7B5-46C9-9308-856656CB2FBB}">
  <a:tblStyle styleId="{C459EAEF-C7B5-46C9-9308-856656CB2F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{C459EAEF-C7B5-46C9-9308-856656CB2FBB}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{C459EAEF-C7B5-46C9-9308-856656CB2FBB}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{C459EAEF-C7B5-46C9-9308-856656CB2FBB}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