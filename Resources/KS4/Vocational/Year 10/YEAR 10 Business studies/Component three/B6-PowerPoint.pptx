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80794C-040D-4F5B-97E7-EFCA7D886706}">
  <a:tblStyle styleId="{D780794C-040D-4F5B-97E7-EFCA7D88670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{D780794C-040D-4F5B-97E7-EFCA7D886706}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{D780794C-040D-4F5B-97E7-EFCA7D886706}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{D780794C-040D-4F5B-97E7-EFCA7D886706}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