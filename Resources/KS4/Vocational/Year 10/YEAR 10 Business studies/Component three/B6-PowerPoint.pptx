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055AF5-E641-4FA3-AAED-CD879D77D6F8}">
  <a:tblStyle styleId="{F9055AF5-E641-4FA3-AAED-CD879D77D6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{F9055AF5-E641-4FA3-AAED-CD879D77D6F8}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{F9055AF5-E641-4FA3-AAED-CD879D77D6F8}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{F9055AF5-E641-4FA3-AAED-CD879D77D6F8}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