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656AC0-9548-4305-BB93-39A59E326695}">
  <a:tblStyle styleId="{7D656AC0-9548-4305-BB93-39A59E3266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{7D656AC0-9548-4305-BB93-39A59E326695}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{7D656AC0-9548-4305-BB93-39A59E326695}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{7D656AC0-9548-4305-BB93-39A59E326695}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