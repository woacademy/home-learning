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ED1190-7620-446E-90E6-194F17586286}">
  <a:tblStyle styleId="{F6ED1190-7620-446E-90E6-194F175862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{F6ED1190-7620-446E-90E6-194F17586286}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{F6ED1190-7620-446E-90E6-194F17586286}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{F6ED1190-7620-446E-90E6-194F17586286}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