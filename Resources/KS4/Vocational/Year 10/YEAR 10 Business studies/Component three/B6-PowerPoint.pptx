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3FB01-14E9-4A60-A5FC-5D593366FDAF}">
  <a:tblStyle styleId="{8953FB01-14E9-4A60-A5FC-5D593366FD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{8953FB01-14E9-4A60-A5FC-5D593366FDAF}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{8953FB01-14E9-4A60-A5FC-5D593366FDAF}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{8953FB01-14E9-4A60-A5FC-5D593366FDAF}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