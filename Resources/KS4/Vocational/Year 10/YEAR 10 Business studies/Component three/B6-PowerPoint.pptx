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EA339B-70B5-4453-8497-AD51DA1BAF1B}">
  <a:tblStyle styleId="{F0EA339B-70B5-4453-8497-AD51DA1BAF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{F0EA339B-70B5-4453-8497-AD51DA1BAF1B}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{F0EA339B-70B5-4453-8497-AD51DA1BAF1B}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{F0EA339B-70B5-4453-8497-AD51DA1BAF1B}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