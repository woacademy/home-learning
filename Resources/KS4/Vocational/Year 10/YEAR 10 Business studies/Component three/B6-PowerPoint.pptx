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402C12-4FCD-44DF-ADD4-90A735339E1A}">
  <a:tblStyle styleId="{82402C12-4FCD-44DF-ADD4-90A735339E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{82402C12-4FCD-44DF-ADD4-90A735339E1A}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{82402C12-4FCD-44DF-ADD4-90A735339E1A}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{82402C12-4FCD-44DF-ADD4-90A735339E1A}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