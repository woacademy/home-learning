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A6AEE9-606B-4769-AEE8-B21926807BE6}">
  <a:tblStyle styleId="{42A6AEE9-606B-4769-AEE8-B21926807BE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{42A6AEE9-606B-4769-AEE8-B21926807BE6}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{42A6AEE9-606B-4769-AEE8-B21926807BE6}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{42A6AEE9-606B-4769-AEE8-B21926807BE6}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