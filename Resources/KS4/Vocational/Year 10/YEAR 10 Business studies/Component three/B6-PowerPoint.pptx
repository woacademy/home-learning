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D39179F-5E9E-45A0-AB23-5E78CD7471C4}">
  <a:tblStyle styleId="{CD39179F-5E9E-45A0-AB23-5E78CD7471C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{CD39179F-5E9E-45A0-AB23-5E78CD7471C4}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{CD39179F-5E9E-45A0-AB23-5E78CD7471C4}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{CD39179F-5E9E-45A0-AB23-5E78CD7471C4}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