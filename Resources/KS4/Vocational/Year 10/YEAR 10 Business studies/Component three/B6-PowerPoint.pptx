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165120-09A3-4291-AFAF-9297C403734F}">
  <a:tblStyle styleId="{AA165120-09A3-4291-AFAF-9297C403734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{AA165120-09A3-4291-AFAF-9297C403734F}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{AA165120-09A3-4291-AFAF-9297C403734F}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{AA165120-09A3-4291-AFAF-9297C403734F}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