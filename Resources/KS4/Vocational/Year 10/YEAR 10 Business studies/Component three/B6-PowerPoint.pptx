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58D336-2772-40EF-96F4-28E37A47365A}">
  <a:tblStyle styleId="{0058D336-2772-40EF-96F4-28E37A47365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{0058D336-2772-40EF-96F4-28E37A47365A}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{0058D336-2772-40EF-96F4-28E37A47365A}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{0058D336-2772-40EF-96F4-28E37A47365A}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