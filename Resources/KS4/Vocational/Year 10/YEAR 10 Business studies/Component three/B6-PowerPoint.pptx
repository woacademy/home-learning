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6D0C7-A6F4-4996-8FE8-F5E71B4945D0}">
  <a:tblStyle styleId="{4FD6D0C7-A6F4-4996-8FE8-F5E71B4945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{4FD6D0C7-A6F4-4996-8FE8-F5E71B4945D0}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{4FD6D0C7-A6F4-4996-8FE8-F5E71B4945D0}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{4FD6D0C7-A6F4-4996-8FE8-F5E71B4945D0}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