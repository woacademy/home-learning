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F283876-C942-484E-B5AB-9A80728F8AAD}">
  <a:tblStyle styleId="{FF283876-C942-484E-B5AB-9A80728F8AA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{FF283876-C942-484E-B5AB-9A80728F8AAD}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{FF283876-C942-484E-B5AB-9A80728F8AAD}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{FF283876-C942-484E-B5AB-9A80728F8AAD}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