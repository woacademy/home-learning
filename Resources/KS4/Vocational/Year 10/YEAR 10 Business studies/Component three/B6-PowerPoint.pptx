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3F5B0-08ED-42CE-AE43-DFFE61D3E6D0}">
  <a:tblStyle styleId="{6243F5B0-08ED-42CE-AE43-DFFE61D3E6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{6243F5B0-08ED-42CE-AE43-DFFE61D3E6D0}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{6243F5B0-08ED-42CE-AE43-DFFE61D3E6D0}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{6243F5B0-08ED-42CE-AE43-DFFE61D3E6D0}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