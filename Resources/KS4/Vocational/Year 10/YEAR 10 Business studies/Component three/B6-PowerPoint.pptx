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57BF86-B806-4715-9D88-A738131CB5CB}">
  <a:tblStyle styleId="{D657BF86-B806-4715-9D88-A738131CB5C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{D657BF86-B806-4715-9D88-A738131CB5CB}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{D657BF86-B806-4715-9D88-A738131CB5CB}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{D657BF86-B806-4715-9D88-A738131CB5CB}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