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76271-0D15-4764-A7EF-F80E5063C08C}">
  <a:tblStyle styleId="{2EC76271-0D15-4764-A7EF-F80E5063C0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{2EC76271-0D15-4764-A7EF-F80E5063C08C}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{2EC76271-0D15-4764-A7EF-F80E5063C08C}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{2EC76271-0D15-4764-A7EF-F80E5063C08C}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