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378340-1D14-4BB6-B151-4134AE7AB329}">
  <a:tblStyle styleId="{06378340-1D14-4BB6-B151-4134AE7AB3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{06378340-1D14-4BB6-B151-4134AE7AB329}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{06378340-1D14-4BB6-B151-4134AE7AB329}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{06378340-1D14-4BB6-B151-4134AE7AB329}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