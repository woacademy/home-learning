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94F833-0BD2-4619-8B78-499ABCF28893}">
  <a:tblStyle styleId="{1D94F833-0BD2-4619-8B78-499ABCF2889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{1D94F833-0BD2-4619-8B78-499ABCF28893}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{1D94F833-0BD2-4619-8B78-499ABCF28893}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{1D94F833-0BD2-4619-8B78-499ABCF28893}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