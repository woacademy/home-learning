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A5BF44-3ECD-4A19-A76E-6252A739BAF3}">
  <a:tblStyle styleId="{95A5BF44-3ECD-4A19-A76E-6252A739BA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{95A5BF44-3ECD-4A19-A76E-6252A739BAF3}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{95A5BF44-3ECD-4A19-A76E-6252A739BAF3}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{95A5BF44-3ECD-4A19-A76E-6252A739BAF3}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