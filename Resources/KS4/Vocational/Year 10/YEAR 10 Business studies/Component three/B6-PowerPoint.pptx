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A9B23CC-1281-48F3-9A00-563D92F261BB}">
  <a:tblStyle styleId="{4A9B23CC-1281-48F3-9A00-563D92F261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{4A9B23CC-1281-48F3-9A00-563D92F261BB}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{4A9B23CC-1281-48F3-9A00-563D92F261BB}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{4A9B23CC-1281-48F3-9A00-563D92F261BB}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