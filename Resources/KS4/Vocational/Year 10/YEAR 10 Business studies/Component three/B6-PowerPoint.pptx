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CFD56A-E74B-4092-B4FE-8B02C46C5D77}">
  <a:tblStyle styleId="{6CCFD56A-E74B-4092-B4FE-8B02C46C5D7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{6CCFD56A-E74B-4092-B4FE-8B02C46C5D77}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{6CCFD56A-E74B-4092-B4FE-8B02C46C5D77}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{6CCFD56A-E74B-4092-B4FE-8B02C46C5D77}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