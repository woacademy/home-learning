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C69132-24B7-49D6-88D9-2FA4395C7D32}">
  <a:tblStyle styleId="{CAC69132-24B7-49D6-88D9-2FA4395C7D3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{CAC69132-24B7-49D6-88D9-2FA4395C7D32}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{CAC69132-24B7-49D6-88D9-2FA4395C7D32}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{CAC69132-24B7-49D6-88D9-2FA4395C7D32}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