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273725-D7D0-4A79-B25D-83DB72B90AC7}">
  <a:tblStyle styleId="{D9273725-D7D0-4A79-B25D-83DB72B90AC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{D9273725-D7D0-4A79-B25D-83DB72B90AC7}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{D9273725-D7D0-4A79-B25D-83DB72B90AC7}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{D9273725-D7D0-4A79-B25D-83DB72B90AC7}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