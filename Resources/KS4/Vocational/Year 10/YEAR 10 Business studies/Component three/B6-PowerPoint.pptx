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929AF0-C1A1-4F4E-87C6-A9D86D3893C5}">
  <a:tblStyle styleId="{4F929AF0-C1A1-4F4E-87C6-A9D86D3893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{4F929AF0-C1A1-4F4E-87C6-A9D86D3893C5}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{4F929AF0-C1A1-4F4E-87C6-A9D86D3893C5}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{4F929AF0-C1A1-4F4E-87C6-A9D86D3893C5}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