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C1DA5-4DB1-40A1-B04E-BC213222C4B7}">
  <a:tblStyle styleId="{415C1DA5-4DB1-40A1-B04E-BC213222C4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{415C1DA5-4DB1-40A1-B04E-BC213222C4B7}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{415C1DA5-4DB1-40A1-B04E-BC213222C4B7}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{415C1DA5-4DB1-40A1-B04E-BC213222C4B7}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