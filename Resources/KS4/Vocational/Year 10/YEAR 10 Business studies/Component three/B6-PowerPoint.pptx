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FC54C-98F5-40E3-B7FC-799AC16C55B8}">
  <a:tblStyle styleId="{AB8FC54C-98F5-40E3-B7FC-799AC16C55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{AB8FC54C-98F5-40E3-B7FC-799AC16C55B8}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{AB8FC54C-98F5-40E3-B7FC-799AC16C55B8}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{AB8FC54C-98F5-40E3-B7FC-799AC16C55B8}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