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842BB-5749-4282-BDDB-83C41054393D}">
  <a:tblStyle styleId="{615842BB-5749-4282-BDDB-83C4105439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{615842BB-5749-4282-BDDB-83C41054393D}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{615842BB-5749-4282-BDDB-83C41054393D}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{615842BB-5749-4282-BDDB-83C41054393D}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