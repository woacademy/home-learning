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301C63-B454-4110-B9A8-908C82A82E35}">
  <a:tblStyle styleId="{54301C63-B454-4110-B9A8-908C82A82E3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{54301C63-B454-4110-B9A8-908C82A82E35}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{54301C63-B454-4110-B9A8-908C82A82E35}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{54301C63-B454-4110-B9A8-908C82A82E35}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