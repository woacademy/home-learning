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248C89-D560-4C50-B7BA-DC8C2C9B3F9D}">
  <a:tblStyle styleId="{C0248C89-D560-4C50-B7BA-DC8C2C9B3F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{C0248C89-D560-4C50-B7BA-DC8C2C9B3F9D}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{C0248C89-D560-4C50-B7BA-DC8C2C9B3F9D}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{C0248C89-D560-4C50-B7BA-DC8C2C9B3F9D}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