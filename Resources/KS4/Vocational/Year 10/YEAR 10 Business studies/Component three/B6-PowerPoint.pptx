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782B7E-DBF0-4ACD-ACF5-7A68018F0328}">
  <a:tblStyle styleId="{F7782B7E-DBF0-4ACD-ACF5-7A68018F03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{F7782B7E-DBF0-4ACD-ACF5-7A68018F0328}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{F7782B7E-DBF0-4ACD-ACF5-7A68018F0328}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{F7782B7E-DBF0-4ACD-ACF5-7A68018F0328}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