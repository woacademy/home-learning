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D9525E-BA54-42B5-93CC-47D037D0B8E0}">
  <a:tblStyle styleId="{53D9525E-BA54-42B5-93CC-47D037D0B8E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{53D9525E-BA54-42B5-93CC-47D037D0B8E0}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{53D9525E-BA54-42B5-93CC-47D037D0B8E0}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{53D9525E-BA54-42B5-93CC-47D037D0B8E0}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