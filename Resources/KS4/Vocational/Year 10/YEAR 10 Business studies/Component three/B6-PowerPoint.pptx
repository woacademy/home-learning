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358102-6BED-4932-B62C-37D28D3FE2A8}">
  <a:tblStyle styleId="{3F358102-6BED-4932-B62C-37D28D3FE2A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{3F358102-6BED-4932-B62C-37D28D3FE2A8}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{3F358102-6BED-4932-B62C-37D28D3FE2A8}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{3F358102-6BED-4932-B62C-37D28D3FE2A8}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