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447E11-0331-4846-86CB-16C8DCA6627A}">
  <a:tblStyle styleId="{90447E11-0331-4846-86CB-16C8DCA6627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{90447E11-0331-4846-86CB-16C8DCA6627A}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{90447E11-0331-4846-86CB-16C8DCA6627A}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{90447E11-0331-4846-86CB-16C8DCA6627A}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