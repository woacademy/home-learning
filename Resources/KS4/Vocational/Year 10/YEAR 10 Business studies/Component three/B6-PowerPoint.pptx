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4DE248-8814-4C8E-B102-769D54B745DC}">
  <a:tblStyle styleId="{DB4DE248-8814-4C8E-B102-769D54B745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{DB4DE248-8814-4C8E-B102-769D54B745DC}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{DB4DE248-8814-4C8E-B102-769D54B745DC}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{DB4DE248-8814-4C8E-B102-769D54B745DC}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