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8FC9B-2335-433D-8CAF-4CA7BDA84B20}">
  <a:tblStyle styleId="{8958FC9B-2335-433D-8CAF-4CA7BDA84B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{8958FC9B-2335-433D-8CAF-4CA7BDA84B20}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{8958FC9B-2335-433D-8CAF-4CA7BDA84B20}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{8958FC9B-2335-433D-8CAF-4CA7BDA84B20}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