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BC5A5E-095D-4A52-9EA3-7115CB5DB211}">
  <a:tblStyle styleId="{2DBC5A5E-095D-4A52-9EA3-7115CB5DB2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{2DBC5A5E-095D-4A52-9EA3-7115CB5DB211}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{2DBC5A5E-095D-4A52-9EA3-7115CB5DB211}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{2DBC5A5E-095D-4A52-9EA3-7115CB5DB211}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