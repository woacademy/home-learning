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1B7A91-F02B-4A0B-9E09-BE0838A39061}">
  <a:tblStyle styleId="{DB1B7A91-F02B-4A0B-9E09-BE0838A3906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{DB1B7A91-F02B-4A0B-9E09-BE0838A39061}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{DB1B7A91-F02B-4A0B-9E09-BE0838A39061}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{DB1B7A91-F02B-4A0B-9E09-BE0838A39061}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