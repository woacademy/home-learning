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5F32E0-168B-4C23-933C-8703A1BB97C1}">
  <a:tblStyle styleId="{225F32E0-168B-4C23-933C-8703A1BB97C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{225F32E0-168B-4C23-933C-8703A1BB97C1}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{225F32E0-168B-4C23-933C-8703A1BB97C1}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{225F32E0-168B-4C23-933C-8703A1BB97C1}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