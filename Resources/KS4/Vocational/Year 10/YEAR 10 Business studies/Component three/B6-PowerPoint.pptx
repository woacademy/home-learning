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25E24A-DE91-47D7-BB30-7F0FB826DB12}">
  <a:tblStyle styleId="{E025E24A-DE91-47D7-BB30-7F0FB826DB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{E025E24A-DE91-47D7-BB30-7F0FB826DB12}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{E025E24A-DE91-47D7-BB30-7F0FB826DB12}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{E025E24A-DE91-47D7-BB30-7F0FB826DB12}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