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0D8F8A-8182-4DB5-825D-25B2DCD3C3AA}">
  <a:tblStyle styleId="{E60D8F8A-8182-4DB5-825D-25B2DCD3C3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{E60D8F8A-8182-4DB5-825D-25B2DCD3C3AA}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{E60D8F8A-8182-4DB5-825D-25B2DCD3C3AA}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{E60D8F8A-8182-4DB5-825D-25B2DCD3C3AA}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