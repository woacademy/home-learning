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6308F-44EC-4F9A-939A-B9EE80212E26}">
  <a:tblStyle styleId="{E1E6308F-44EC-4F9A-939A-B9EE80212E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{E1E6308F-44EC-4F9A-939A-B9EE80212E26}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{E1E6308F-44EC-4F9A-939A-B9EE80212E26}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{E1E6308F-44EC-4F9A-939A-B9EE80212E26}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