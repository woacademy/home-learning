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BD11AB-F5C0-4811-A39D-662632DA9C65}">
  <a:tblStyle styleId="{41BD11AB-F5C0-4811-A39D-662632DA9C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{41BD11AB-F5C0-4811-A39D-662632DA9C65}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{41BD11AB-F5C0-4811-A39D-662632DA9C65}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{41BD11AB-F5C0-4811-A39D-662632DA9C65}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