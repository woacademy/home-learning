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0740D4-E70A-46AE-9801-3463DB7E300B}">
  <a:tblStyle styleId="{930740D4-E70A-46AE-9801-3463DB7E30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{930740D4-E70A-46AE-9801-3463DB7E300B}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{930740D4-E70A-46AE-9801-3463DB7E300B}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{930740D4-E70A-46AE-9801-3463DB7E300B}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