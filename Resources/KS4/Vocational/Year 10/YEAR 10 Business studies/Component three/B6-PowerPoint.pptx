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A1429F-D45C-4662-A453-B342AF22AE6F}">
  <a:tblStyle styleId="{D5A1429F-D45C-4662-A453-B342AF22AE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{D5A1429F-D45C-4662-A453-B342AF22AE6F}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{D5A1429F-D45C-4662-A453-B342AF22AE6F}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{D5A1429F-D45C-4662-A453-B342AF22AE6F}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