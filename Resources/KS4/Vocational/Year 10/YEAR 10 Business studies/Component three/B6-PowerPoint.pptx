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E8B27A-6E62-4C2C-A03F-19E84D2466C6}">
  <a:tblStyle styleId="{CAE8B27A-6E62-4C2C-A03F-19E84D2466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{CAE8B27A-6E62-4C2C-A03F-19E84D2466C6}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{CAE8B27A-6E62-4C2C-A03F-19E84D2466C6}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{CAE8B27A-6E62-4C2C-A03F-19E84D2466C6}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