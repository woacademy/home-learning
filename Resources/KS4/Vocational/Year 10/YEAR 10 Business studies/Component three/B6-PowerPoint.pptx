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2CBD88-F68E-49A4-97C1-3D8551625E76}">
  <a:tblStyle styleId="{EF2CBD88-F68E-49A4-97C1-3D8551625E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{EF2CBD88-F68E-49A4-97C1-3D8551625E76}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{EF2CBD88-F68E-49A4-97C1-3D8551625E76}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{EF2CBD88-F68E-49A4-97C1-3D8551625E76}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