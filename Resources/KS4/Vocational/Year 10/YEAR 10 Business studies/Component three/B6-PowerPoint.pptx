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F752925-48D8-4E2F-AF15-E5315F81AD3D}">
  <a:tblStyle styleId="{1F752925-48D8-4E2F-AF15-E5315F81AD3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{1F752925-48D8-4E2F-AF15-E5315F81AD3D}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{1F752925-48D8-4E2F-AF15-E5315F81AD3D}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{1F752925-48D8-4E2F-AF15-E5315F81AD3D}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