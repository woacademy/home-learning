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1DFBF4E-F94B-4D92-8F91-3AC80EA765B0}">
  <a:tblStyle styleId="{A1DFBF4E-F94B-4D92-8F91-3AC80EA765B0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{A1DFBF4E-F94B-4D92-8F91-3AC80EA765B0}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{A1DFBF4E-F94B-4D92-8F91-3AC80EA765B0}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{A1DFBF4E-F94B-4D92-8F91-3AC80EA765B0}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