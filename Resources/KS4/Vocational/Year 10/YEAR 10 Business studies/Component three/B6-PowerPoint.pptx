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D187A0-E3E7-468C-94D0-E2C14CCA4C01}">
  <a:tblStyle styleId="{0DD187A0-E3E7-468C-94D0-E2C14CCA4C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{0DD187A0-E3E7-468C-94D0-E2C14CCA4C01}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{0DD187A0-E3E7-468C-94D0-E2C14CCA4C01}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{0DD187A0-E3E7-468C-94D0-E2C14CCA4C01}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