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98397F3-3129-429D-B368-1B65646AC4B0}">
  <a:tblStyle styleId="{398397F3-3129-429D-B368-1B65646AC4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{398397F3-3129-429D-B368-1B65646AC4B0}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{398397F3-3129-429D-B368-1B65646AC4B0}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{398397F3-3129-429D-B368-1B65646AC4B0}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