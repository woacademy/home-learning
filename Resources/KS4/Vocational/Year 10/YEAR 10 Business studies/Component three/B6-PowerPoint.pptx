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635EA7-F42D-418E-89CB-86473E9AD9F4}">
  <a:tblStyle styleId="{F1635EA7-F42D-418E-89CB-86473E9AD9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{F1635EA7-F42D-418E-89CB-86473E9AD9F4}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{F1635EA7-F42D-418E-89CB-86473E9AD9F4}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{F1635EA7-F42D-418E-89CB-86473E9AD9F4}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