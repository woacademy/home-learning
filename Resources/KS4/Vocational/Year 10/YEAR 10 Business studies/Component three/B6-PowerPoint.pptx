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4230EA-4D45-478B-9A1D-AECFFE1D764B}">
  <a:tblStyle styleId="{084230EA-4D45-478B-9A1D-AECFFE1D76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{084230EA-4D45-478B-9A1D-AECFFE1D764B}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{084230EA-4D45-478B-9A1D-AECFFE1D764B}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{084230EA-4D45-478B-9A1D-AECFFE1D764B}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