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5EA58-29A9-4BB7-91CD-A32544FDD2B1}">
  <a:tblStyle styleId="{7375EA58-29A9-4BB7-91CD-A32544FDD2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{7375EA58-29A9-4BB7-91CD-A32544FDD2B1}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{7375EA58-29A9-4BB7-91CD-A32544FDD2B1}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{7375EA58-29A9-4BB7-91CD-A32544FDD2B1}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