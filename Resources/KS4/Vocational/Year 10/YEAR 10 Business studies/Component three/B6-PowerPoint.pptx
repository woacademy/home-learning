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B77386-F9E6-4A8D-9BBC-6CA9D5EFB860}">
  <a:tblStyle styleId="{4FB77386-F9E6-4A8D-9BBC-6CA9D5EFB8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{4FB77386-F9E6-4A8D-9BBC-6CA9D5EFB860}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{4FB77386-F9E6-4A8D-9BBC-6CA9D5EFB860}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{4FB77386-F9E6-4A8D-9BBC-6CA9D5EFB860}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