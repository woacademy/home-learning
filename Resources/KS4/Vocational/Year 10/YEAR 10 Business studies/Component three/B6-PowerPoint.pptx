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FDBA44-1ABC-4869-A7F4-733381C77FAA}">
  <a:tblStyle styleId="{49FDBA44-1ABC-4869-A7F4-733381C77FA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{49FDBA44-1ABC-4869-A7F4-733381C77FAA}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{49FDBA44-1ABC-4869-A7F4-733381C77FAA}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{49FDBA44-1ABC-4869-A7F4-733381C77FAA}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