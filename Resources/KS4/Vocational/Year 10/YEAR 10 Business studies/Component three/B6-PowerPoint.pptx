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F0EF31-F26D-48A0-BC3E-4B1844F0EF18}">
  <a:tblStyle styleId="{31F0EF31-F26D-48A0-BC3E-4B1844F0EF1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{31F0EF31-F26D-48A0-BC3E-4B1844F0EF18}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{31F0EF31-F26D-48A0-BC3E-4B1844F0EF18}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{31F0EF31-F26D-48A0-BC3E-4B1844F0EF18}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