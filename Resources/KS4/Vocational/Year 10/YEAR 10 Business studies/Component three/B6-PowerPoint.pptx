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3E114-CCD5-43B1-8D23-29DDC7ED12CE}">
  <a:tblStyle styleId="{98C3E114-CCD5-43B1-8D23-29DDC7ED12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{98C3E114-CCD5-43B1-8D23-29DDC7ED12CE}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{98C3E114-CCD5-43B1-8D23-29DDC7ED12CE}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{98C3E114-CCD5-43B1-8D23-29DDC7ED12CE}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