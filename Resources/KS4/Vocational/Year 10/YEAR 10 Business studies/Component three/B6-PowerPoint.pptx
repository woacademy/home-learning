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D82F63-57D0-4330-ADD3-6C407542997A}">
  <a:tblStyle styleId="{90D82F63-57D0-4330-ADD3-6C407542997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{90D82F63-57D0-4330-ADD3-6C407542997A}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{90D82F63-57D0-4330-ADD3-6C407542997A}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{90D82F63-57D0-4330-ADD3-6C407542997A}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