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EA16E7-DFF4-44CC-9FCB-54D3A11CE928}">
  <a:tblStyle styleId="{00EA16E7-DFF4-44CC-9FCB-54D3A11CE9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{00EA16E7-DFF4-44CC-9FCB-54D3A11CE928}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{00EA16E7-DFF4-44CC-9FCB-54D3A11CE928}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{00EA16E7-DFF4-44CC-9FCB-54D3A11CE928}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