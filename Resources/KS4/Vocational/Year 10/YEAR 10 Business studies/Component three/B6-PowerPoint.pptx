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F06E29-9ED4-4068-999A-A2945DC2B719}">
  <a:tblStyle styleId="{63F06E29-9ED4-4068-999A-A2945DC2B7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{63F06E29-9ED4-4068-999A-A2945DC2B719}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{63F06E29-9ED4-4068-999A-A2945DC2B719}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{63F06E29-9ED4-4068-999A-A2945DC2B719}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