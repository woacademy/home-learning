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BBA5BF-63F3-4908-82C3-07A166F745AA}">
  <a:tblStyle styleId="{DFBBA5BF-63F3-4908-82C3-07A166F745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{DFBBA5BF-63F3-4908-82C3-07A166F745AA}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{DFBBA5BF-63F3-4908-82C3-07A166F745AA}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{DFBBA5BF-63F3-4908-82C3-07A166F745AA}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