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39F3B0-9AA8-482F-BA79-558EB755CE2A}">
  <a:tblStyle styleId="{3439F3B0-9AA8-482F-BA79-558EB755CE2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{3439F3B0-9AA8-482F-BA79-558EB755CE2A}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{3439F3B0-9AA8-482F-BA79-558EB755CE2A}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{3439F3B0-9AA8-482F-BA79-558EB755CE2A}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