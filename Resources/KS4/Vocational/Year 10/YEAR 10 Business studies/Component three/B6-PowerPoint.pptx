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054B91-7A39-47CB-A084-91781CB70DC9}">
  <a:tblStyle styleId="{40054B91-7A39-47CB-A084-91781CB70D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{40054B91-7A39-47CB-A084-91781CB70DC9}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{40054B91-7A39-47CB-A084-91781CB70DC9}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{40054B91-7A39-47CB-A084-91781CB70DC9}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