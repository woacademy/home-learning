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FFC9396-D98B-4257-A769-573C19798F12}">
  <a:tblStyle styleId="{2FFC9396-D98B-4257-A769-573C19798F1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{2FFC9396-D98B-4257-A769-573C19798F12}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{2FFC9396-D98B-4257-A769-573C19798F12}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{2FFC9396-D98B-4257-A769-573C19798F12}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