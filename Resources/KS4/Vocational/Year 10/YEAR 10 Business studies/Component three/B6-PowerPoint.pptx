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CAF516-FD68-4B39-8A9B-94920E296E39}">
  <a:tblStyle styleId="{91CAF516-FD68-4B39-8A9B-94920E296E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{91CAF516-FD68-4B39-8A9B-94920E296E39}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{91CAF516-FD68-4B39-8A9B-94920E296E39}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{91CAF516-FD68-4B39-8A9B-94920E296E39}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