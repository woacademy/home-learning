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398A122-6249-400C-A0CF-034F4F287EBD}">
  <a:tblStyle styleId="{A398A122-6249-400C-A0CF-034F4F287EB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{A398A122-6249-400C-A0CF-034F4F287EBD}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{A398A122-6249-400C-A0CF-034F4F287EBD}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{A398A122-6249-400C-A0CF-034F4F287EBD}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