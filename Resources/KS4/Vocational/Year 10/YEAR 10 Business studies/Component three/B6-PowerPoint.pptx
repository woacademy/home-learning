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855753-9B1E-4BFB-9FFB-D68C27DF951A}">
  <a:tblStyle styleId="{4D855753-9B1E-4BFB-9FFB-D68C27DF951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{4D855753-9B1E-4BFB-9FFB-D68C27DF951A}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{4D855753-9B1E-4BFB-9FFB-D68C27DF951A}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{4D855753-9B1E-4BFB-9FFB-D68C27DF951A}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