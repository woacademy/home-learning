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A7ED8D-FA72-411D-9203-07B508D4FBA6}">
  <a:tblStyle styleId="{71A7ED8D-FA72-411D-9203-07B508D4FB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{71A7ED8D-FA72-411D-9203-07B508D4FBA6}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{71A7ED8D-FA72-411D-9203-07B508D4FBA6}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{71A7ED8D-FA72-411D-9203-07B508D4FBA6}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