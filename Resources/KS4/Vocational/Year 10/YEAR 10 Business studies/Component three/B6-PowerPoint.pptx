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E0FCEA-A1A4-41E8-8348-AA9BF06DDD66}">
  <a:tblStyle styleId="{2EE0FCEA-A1A4-41E8-8348-AA9BF06DDD6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{2EE0FCEA-A1A4-41E8-8348-AA9BF06DDD66}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{2EE0FCEA-A1A4-41E8-8348-AA9BF06DDD66}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{2EE0FCEA-A1A4-41E8-8348-AA9BF06DDD66}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