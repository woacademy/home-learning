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1E8AF5-D1D1-4C04-B374-A0CBBD991499}">
  <a:tblStyle styleId="{1C1E8AF5-D1D1-4C04-B374-A0CBBD9914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{1C1E8AF5-D1D1-4C04-B374-A0CBBD991499}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{1C1E8AF5-D1D1-4C04-B374-A0CBBD991499}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{1C1E8AF5-D1D1-4C04-B374-A0CBBD991499}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