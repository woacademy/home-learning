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BAD7E9B-DBB1-425F-AB2E-F70839CBA354}">
  <a:tblStyle styleId="{EBAD7E9B-DBB1-425F-AB2E-F70839CBA35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{EBAD7E9B-DBB1-425F-AB2E-F70839CBA354}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{EBAD7E9B-DBB1-425F-AB2E-F70839CBA354}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{EBAD7E9B-DBB1-425F-AB2E-F70839CBA354}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