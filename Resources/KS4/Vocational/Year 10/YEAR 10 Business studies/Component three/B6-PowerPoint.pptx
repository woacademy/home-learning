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D5DA0D-584F-48E2-9319-DD85535DB150}">
  <a:tblStyle styleId="{0ED5DA0D-584F-48E2-9319-DD85535DB1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{0ED5DA0D-584F-48E2-9319-DD85535DB150}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{0ED5DA0D-584F-48E2-9319-DD85535DB150}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{0ED5DA0D-584F-48E2-9319-DD85535DB150}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