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EF196C-FFFA-42FF-A294-4066B7AE9C04}">
  <a:tblStyle styleId="{AFEF196C-FFFA-42FF-A294-4066B7AE9C0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{AFEF196C-FFFA-42FF-A294-4066B7AE9C04}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{AFEF196C-FFFA-42FF-A294-4066B7AE9C04}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{AFEF196C-FFFA-42FF-A294-4066B7AE9C04}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