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2A1B32-0FB8-4BB3-A065-55AA480CB4B6}">
  <a:tblStyle styleId="{F22A1B32-0FB8-4BB3-A065-55AA480CB4B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{F22A1B32-0FB8-4BB3-A065-55AA480CB4B6}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{F22A1B32-0FB8-4BB3-A065-55AA480CB4B6}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{F22A1B32-0FB8-4BB3-A065-55AA480CB4B6}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