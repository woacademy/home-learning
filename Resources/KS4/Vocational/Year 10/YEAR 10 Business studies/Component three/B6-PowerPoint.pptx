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3C1607-276B-4537-9F38-ED0313A33C56}">
  <a:tblStyle styleId="{103C1607-276B-4537-9F38-ED0313A33C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{103C1607-276B-4537-9F38-ED0313A33C56}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{103C1607-276B-4537-9F38-ED0313A33C56}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{103C1607-276B-4537-9F38-ED0313A33C56}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