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CDAA57-7DB9-43F2-B19A-7BE244136A39}">
  <a:tblStyle styleId="{31CDAA57-7DB9-43F2-B19A-7BE244136A3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{31CDAA57-7DB9-43F2-B19A-7BE244136A39}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{31CDAA57-7DB9-43F2-B19A-7BE244136A39}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{31CDAA57-7DB9-43F2-B19A-7BE244136A39}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