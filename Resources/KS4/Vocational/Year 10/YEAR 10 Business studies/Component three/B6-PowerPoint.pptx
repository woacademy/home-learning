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D83D3D-36C6-4E62-8642-189B63A2C195}">
  <a:tblStyle styleId="{33D83D3D-36C6-4E62-8642-189B63A2C1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{33D83D3D-36C6-4E62-8642-189B63A2C195}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{33D83D3D-36C6-4E62-8642-189B63A2C195}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{33D83D3D-36C6-4E62-8642-189B63A2C195}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