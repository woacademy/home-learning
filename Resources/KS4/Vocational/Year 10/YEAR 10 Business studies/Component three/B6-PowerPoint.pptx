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57607B-D70A-4A37-9AEF-EA312E9E8200}">
  <a:tblStyle styleId="{1757607B-D70A-4A37-9AEF-EA312E9E82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{1757607B-D70A-4A37-9AEF-EA312E9E8200}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{1757607B-D70A-4A37-9AEF-EA312E9E8200}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{1757607B-D70A-4A37-9AEF-EA312E9E8200}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