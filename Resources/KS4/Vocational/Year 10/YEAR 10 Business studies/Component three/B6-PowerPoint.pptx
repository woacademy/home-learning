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896896-049E-45FA-AE86-07B00B121A1C}">
  <a:tblStyle styleId="{97896896-049E-45FA-AE86-07B00B121A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{97896896-049E-45FA-AE86-07B00B121A1C}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{97896896-049E-45FA-AE86-07B00B121A1C}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{97896896-049E-45FA-AE86-07B00B121A1C}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