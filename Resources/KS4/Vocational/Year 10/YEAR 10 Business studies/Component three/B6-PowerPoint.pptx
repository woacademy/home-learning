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E2EF1E-11A7-442B-B67A-BBCF4C793268}">
  <a:tblStyle styleId="{61E2EF1E-11A7-442B-B67A-BBCF4C7932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{61E2EF1E-11A7-442B-B67A-BBCF4C793268}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{61E2EF1E-11A7-442B-B67A-BBCF4C793268}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{61E2EF1E-11A7-442B-B67A-BBCF4C793268}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