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BA2CA1-B720-4DF6-BEC9-37CEA46DAD7E}">
  <a:tblStyle styleId="{5FBA2CA1-B720-4DF6-BEC9-37CEA46DAD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{5FBA2CA1-B720-4DF6-BEC9-37CEA46DAD7E}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{5FBA2CA1-B720-4DF6-BEC9-37CEA46DAD7E}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{5FBA2CA1-B720-4DF6-BEC9-37CEA46DAD7E}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