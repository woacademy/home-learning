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2330B2-8F6A-4A41-A4E1-59F472CBE8ED}">
  <a:tblStyle styleId="{902330B2-8F6A-4A41-A4E1-59F472CBE8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{902330B2-8F6A-4A41-A4E1-59F472CBE8ED}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{902330B2-8F6A-4A41-A4E1-59F472CBE8ED}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{902330B2-8F6A-4A41-A4E1-59F472CBE8ED}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