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2320B5-FCB1-4832-8159-70C79D9FADB5}">
  <a:tblStyle styleId="{242320B5-FCB1-4832-8159-70C79D9FAD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{242320B5-FCB1-4832-8159-70C79D9FADB5}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{242320B5-FCB1-4832-8159-70C79D9FADB5}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{242320B5-FCB1-4832-8159-70C79D9FADB5}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