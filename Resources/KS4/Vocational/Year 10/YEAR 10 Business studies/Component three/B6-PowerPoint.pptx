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A09BAA-7706-4075-8978-64B5B2CDEEFD}">
  <a:tblStyle styleId="{C7A09BAA-7706-4075-8978-64B5B2CDEE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{C7A09BAA-7706-4075-8978-64B5B2CDEEFD}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{C7A09BAA-7706-4075-8978-64B5B2CDEEFD}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{C7A09BAA-7706-4075-8978-64B5B2CDEEFD}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