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9C5B3A-AF66-49BF-B86C-1F62C0EA4052}">
  <a:tblStyle styleId="{E09C5B3A-AF66-49BF-B86C-1F62C0EA405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{E09C5B3A-AF66-49BF-B86C-1F62C0EA4052}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{E09C5B3A-AF66-49BF-B86C-1F62C0EA4052}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{E09C5B3A-AF66-49BF-B86C-1F62C0EA4052}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