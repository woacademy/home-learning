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08E29C-C894-49C5-91E5-04627E292329}">
  <a:tblStyle styleId="{4708E29C-C894-49C5-91E5-04627E29232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{4708E29C-C894-49C5-91E5-04627E292329}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{4708E29C-C894-49C5-91E5-04627E292329}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{4708E29C-C894-49C5-91E5-04627E292329}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