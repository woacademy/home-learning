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055FFE-C685-4450-AAAA-098D6EA8C29B}">
  <a:tblStyle styleId="{50055FFE-C685-4450-AAAA-098D6EA8C2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{50055FFE-C685-4450-AAAA-098D6EA8C29B}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{50055FFE-C685-4450-AAAA-098D6EA8C29B}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{50055FFE-C685-4450-AAAA-098D6EA8C29B}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