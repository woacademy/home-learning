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080EF0-C60D-42E2-84A3-5D478F607FBD}">
  <a:tblStyle styleId="{38080EF0-C60D-42E2-84A3-5D478F607F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{38080EF0-C60D-42E2-84A3-5D478F607FBD}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{38080EF0-C60D-42E2-84A3-5D478F607FBD}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{38080EF0-C60D-42E2-84A3-5D478F607FBD}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