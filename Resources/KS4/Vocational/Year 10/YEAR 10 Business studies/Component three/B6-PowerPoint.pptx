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EBAC5A-CBD6-4EF8-A415-E42D80DDFC6B}">
  <a:tblStyle styleId="{2BEBAC5A-CBD6-4EF8-A415-E42D80DDFC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{2BEBAC5A-CBD6-4EF8-A415-E42D80DDFC6B}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{2BEBAC5A-CBD6-4EF8-A415-E42D80DDFC6B}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{2BEBAC5A-CBD6-4EF8-A415-E42D80DDFC6B}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