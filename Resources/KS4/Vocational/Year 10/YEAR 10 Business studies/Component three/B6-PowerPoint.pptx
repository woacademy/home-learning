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D9D26D-5570-4025-A2B4-4CA1B7C0FB99}">
  <a:tblStyle styleId="{9CD9D26D-5570-4025-A2B4-4CA1B7C0FB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{9CD9D26D-5570-4025-A2B4-4CA1B7C0FB99}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{9CD9D26D-5570-4025-A2B4-4CA1B7C0FB99}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{9CD9D26D-5570-4025-A2B4-4CA1B7C0FB99}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