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58B996-D268-4E06-A747-F08D13B299A7}">
  <a:tblStyle styleId="{5D58B996-D268-4E06-A747-F08D13B299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{5D58B996-D268-4E06-A747-F08D13B299A7}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{5D58B996-D268-4E06-A747-F08D13B299A7}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{5D58B996-D268-4E06-A747-F08D13B299A7}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