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6F1DC3-8664-4F0B-A88E-6B125EA53416}">
  <a:tblStyle styleId="{6F6F1DC3-8664-4F0B-A88E-6B125EA534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{6F6F1DC3-8664-4F0B-A88E-6B125EA53416}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{6F6F1DC3-8664-4F0B-A88E-6B125EA53416}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{6F6F1DC3-8664-4F0B-A88E-6B125EA53416}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