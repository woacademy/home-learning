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472A63-D3EB-4AD7-BBB3-3C8FF5E70D5F}">
  <a:tblStyle styleId="{AA472A63-D3EB-4AD7-BBB3-3C8FF5E70D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{AA472A63-D3EB-4AD7-BBB3-3C8FF5E70D5F}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{AA472A63-D3EB-4AD7-BBB3-3C8FF5E70D5F}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{AA472A63-D3EB-4AD7-BBB3-3C8FF5E70D5F}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