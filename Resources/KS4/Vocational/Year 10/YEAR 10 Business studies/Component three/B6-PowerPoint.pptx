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729B1C-0A87-4439-A312-48F018A34BBB}">
  <a:tblStyle styleId="{1A729B1C-0A87-4439-A312-48F018A34B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{1A729B1C-0A87-4439-A312-48F018A34BBB}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{1A729B1C-0A87-4439-A312-48F018A34BBB}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{1A729B1C-0A87-4439-A312-48F018A34BBB}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