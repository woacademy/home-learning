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E1AA06-BA1F-444D-9331-7DE25648A5FC}">
  <a:tblStyle styleId="{DEE1AA06-BA1F-444D-9331-7DE25648A5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{DEE1AA06-BA1F-444D-9331-7DE25648A5FC}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{DEE1AA06-BA1F-444D-9331-7DE25648A5FC}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{DEE1AA06-BA1F-444D-9331-7DE25648A5FC}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