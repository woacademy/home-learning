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816E3B-C656-40DF-8E6B-AAB1124F4C3B}">
  <a:tblStyle styleId="{32816E3B-C656-40DF-8E6B-AAB1124F4C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{32816E3B-C656-40DF-8E6B-AAB1124F4C3B}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{32816E3B-C656-40DF-8E6B-AAB1124F4C3B}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{32816E3B-C656-40DF-8E6B-AAB1124F4C3B}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