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73CE7B-9685-4BEB-9CF2-9B8FD76A4ABB}">
  <a:tblStyle styleId="{1A73CE7B-9685-4BEB-9CF2-9B8FD76A4AB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{1A73CE7B-9685-4BEB-9CF2-9B8FD76A4ABB}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{1A73CE7B-9685-4BEB-9CF2-9B8FD76A4ABB}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{1A73CE7B-9685-4BEB-9CF2-9B8FD76A4ABB}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