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40F00D-F0F4-4677-A525-86D5EDB7EA5C}">
  <a:tblStyle styleId="{6B40F00D-F0F4-4677-A525-86D5EDB7EA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{6B40F00D-F0F4-4677-A525-86D5EDB7EA5C}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{6B40F00D-F0F4-4677-A525-86D5EDB7EA5C}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{6B40F00D-F0F4-4677-A525-86D5EDB7EA5C}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