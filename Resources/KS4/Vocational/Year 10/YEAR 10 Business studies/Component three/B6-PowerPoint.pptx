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5C122-7127-4C96-A9D0-6CC855CB6ABD}">
  <a:tblStyle styleId="{79D5C122-7127-4C96-A9D0-6CC855CB6A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{79D5C122-7127-4C96-A9D0-6CC855CB6ABD}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{79D5C122-7127-4C96-A9D0-6CC855CB6ABD}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{79D5C122-7127-4C96-A9D0-6CC855CB6ABD}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