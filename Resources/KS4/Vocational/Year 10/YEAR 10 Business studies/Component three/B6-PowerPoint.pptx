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0DD5C-8815-4B89-BE6C-2ED3AB4A43FC}">
  <a:tblStyle styleId="{3DB0DD5C-8815-4B89-BE6C-2ED3AB4A43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{3DB0DD5C-8815-4B89-BE6C-2ED3AB4A43FC}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{3DB0DD5C-8815-4B89-BE6C-2ED3AB4A43FC}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{3DB0DD5C-8815-4B89-BE6C-2ED3AB4A43FC}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