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BA48EE-273E-43DC-8394-27CE8E00801F}">
  <a:tblStyle styleId="{3BBA48EE-273E-43DC-8394-27CE8E0080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{3BBA48EE-273E-43DC-8394-27CE8E00801F}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{3BBA48EE-273E-43DC-8394-27CE8E00801F}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{3BBA48EE-273E-43DC-8394-27CE8E00801F}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