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585D61-BC62-46AE-A0C6-CA4E2CE1C91D}">
  <a:tblStyle styleId="{8B585D61-BC62-46AE-A0C6-CA4E2CE1C91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{8B585D61-BC62-46AE-A0C6-CA4E2CE1C91D}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{8B585D61-BC62-46AE-A0C6-CA4E2CE1C91D}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{8B585D61-BC62-46AE-A0C6-CA4E2CE1C91D}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