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128279-9664-4AFC-A7CB-5FE5C3B4959F}">
  <a:tblStyle styleId="{42128279-9664-4AFC-A7CB-5FE5C3B4959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{42128279-9664-4AFC-A7CB-5FE5C3B4959F}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{42128279-9664-4AFC-A7CB-5FE5C3B4959F}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{42128279-9664-4AFC-A7CB-5FE5C3B4959F}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