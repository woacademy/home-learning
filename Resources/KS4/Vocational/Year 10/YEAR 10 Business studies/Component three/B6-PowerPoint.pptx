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F41B219-59DD-4D64-A3EF-F0F422A2D45A}">
  <a:tblStyle styleId="{9F41B219-59DD-4D64-A3EF-F0F422A2D4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{9F41B219-59DD-4D64-A3EF-F0F422A2D45A}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{9F41B219-59DD-4D64-A3EF-F0F422A2D45A}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{9F41B219-59DD-4D64-A3EF-F0F422A2D45A}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