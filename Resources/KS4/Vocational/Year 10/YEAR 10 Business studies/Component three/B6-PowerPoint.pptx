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391ECD-655E-4E94-BB3C-037462CB1E60}">
  <a:tblStyle styleId="{41391ECD-655E-4E94-BB3C-037462CB1E6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{41391ECD-655E-4E94-BB3C-037462CB1E60}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{41391ECD-655E-4E94-BB3C-037462CB1E60}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{41391ECD-655E-4E94-BB3C-037462CB1E60}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