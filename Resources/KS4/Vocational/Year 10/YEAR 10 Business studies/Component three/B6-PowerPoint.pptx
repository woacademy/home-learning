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DE2CAC-A432-424E-A499-00484D656B2E}">
  <a:tblStyle styleId="{67DE2CAC-A432-424E-A499-00484D656B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{67DE2CAC-A432-424E-A499-00484D656B2E}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{67DE2CAC-A432-424E-A499-00484D656B2E}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{67DE2CAC-A432-424E-A499-00484D656B2E}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