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163E25-672B-4AC8-B2F1-DE0085933B9C}">
  <a:tblStyle styleId="{3A163E25-672B-4AC8-B2F1-DE0085933B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{3A163E25-672B-4AC8-B2F1-DE0085933B9C}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{3A163E25-672B-4AC8-B2F1-DE0085933B9C}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{3A163E25-672B-4AC8-B2F1-DE0085933B9C}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