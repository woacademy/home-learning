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AD9EAD-0EDD-4083-B50E-311BA6F8149F}">
  <a:tblStyle styleId="{1DAD9EAD-0EDD-4083-B50E-311BA6F814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{1DAD9EAD-0EDD-4083-B50E-311BA6F8149F}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{1DAD9EAD-0EDD-4083-B50E-311BA6F8149F}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{1DAD9EAD-0EDD-4083-B50E-311BA6F8149F}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