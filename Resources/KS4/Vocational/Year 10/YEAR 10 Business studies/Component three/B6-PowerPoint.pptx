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618DD4-F203-4F43-971C-3ACD31F19BC0}">
  <a:tblStyle styleId="{84618DD4-F203-4F43-971C-3ACD31F19B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{84618DD4-F203-4F43-971C-3ACD31F19BC0}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{84618DD4-F203-4F43-971C-3ACD31F19BC0}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{84618DD4-F203-4F43-971C-3ACD31F19BC0}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