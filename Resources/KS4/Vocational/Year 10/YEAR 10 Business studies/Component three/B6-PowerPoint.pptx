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6B307A-2FED-4F90-BA28-5906EA3B88B9}">
  <a:tblStyle styleId="{BA6B307A-2FED-4F90-BA28-5906EA3B88B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{BA6B307A-2FED-4F90-BA28-5906EA3B88B9}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{BA6B307A-2FED-4F90-BA28-5906EA3B88B9}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{BA6B307A-2FED-4F90-BA28-5906EA3B88B9}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