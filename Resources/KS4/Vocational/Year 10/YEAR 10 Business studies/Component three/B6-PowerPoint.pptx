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EBDF5F0-271B-43A6-9E5F-23BCD8763514}">
  <a:tblStyle styleId="{CEBDF5F0-271B-43A6-9E5F-23BCD87635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{CEBDF5F0-271B-43A6-9E5F-23BCD8763514}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{CEBDF5F0-271B-43A6-9E5F-23BCD8763514}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{CEBDF5F0-271B-43A6-9E5F-23BCD8763514}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