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560E17-B6DF-4E87-84D9-8E542657A8ED}">
  <a:tblStyle styleId="{22560E17-B6DF-4E87-84D9-8E542657A8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{22560E17-B6DF-4E87-84D9-8E542657A8ED}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{22560E17-B6DF-4E87-84D9-8E542657A8ED}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{22560E17-B6DF-4E87-84D9-8E542657A8ED}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