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F9CDB3-7CE0-4BAC-B265-C4D696EA1990}">
  <a:tblStyle styleId="{41F9CDB3-7CE0-4BAC-B265-C4D696EA19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{41F9CDB3-7CE0-4BAC-B265-C4D696EA1990}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{41F9CDB3-7CE0-4BAC-B265-C4D696EA1990}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{41F9CDB3-7CE0-4BAC-B265-C4D696EA1990}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