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F59489-157C-4084-A1A5-B00E6AC1934D}">
  <a:tblStyle styleId="{19F59489-157C-4084-A1A5-B00E6AC1934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{19F59489-157C-4084-A1A5-B00E6AC1934D}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{19F59489-157C-4084-A1A5-B00E6AC1934D}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{19F59489-157C-4084-A1A5-B00E6AC1934D}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