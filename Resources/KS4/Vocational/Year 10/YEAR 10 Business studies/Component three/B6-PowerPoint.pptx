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D7EB4D-FCE0-40DD-920B-5D1AA609262A}">
  <a:tblStyle styleId="{6BD7EB4D-FCE0-40DD-920B-5D1AA609262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{6BD7EB4D-FCE0-40DD-920B-5D1AA609262A}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{6BD7EB4D-FCE0-40DD-920B-5D1AA609262A}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{6BD7EB4D-FCE0-40DD-920B-5D1AA609262A}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