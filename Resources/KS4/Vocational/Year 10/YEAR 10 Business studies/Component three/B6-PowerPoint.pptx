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797303-F563-4913-B963-2DC58F8F23F5}">
  <a:tblStyle styleId="{0E797303-F563-4913-B963-2DC58F8F23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{0E797303-F563-4913-B963-2DC58F8F23F5}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{0E797303-F563-4913-B963-2DC58F8F23F5}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{0E797303-F563-4913-B963-2DC58F8F23F5}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