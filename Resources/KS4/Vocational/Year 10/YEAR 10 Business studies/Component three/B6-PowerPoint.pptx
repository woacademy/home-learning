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9F4B2C-69FB-4835-B08B-04B1E297D1AF}">
  <a:tblStyle styleId="{549F4B2C-69FB-4835-B08B-04B1E297D1A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{549F4B2C-69FB-4835-B08B-04B1E297D1AF}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{549F4B2C-69FB-4835-B08B-04B1E297D1AF}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{549F4B2C-69FB-4835-B08B-04B1E297D1AF}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