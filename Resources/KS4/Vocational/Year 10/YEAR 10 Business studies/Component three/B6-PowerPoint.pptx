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95081CD-59EA-4422-9420-CD3BB5E87D8D}">
  <a:tblStyle styleId="{F95081CD-59EA-4422-9420-CD3BB5E87D8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{F95081CD-59EA-4422-9420-CD3BB5E87D8D}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{F95081CD-59EA-4422-9420-CD3BB5E87D8D}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{F95081CD-59EA-4422-9420-CD3BB5E87D8D}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