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69AC45-1365-41F9-8772-665C94F22E44}">
  <a:tblStyle styleId="{6C69AC45-1365-41F9-8772-665C94F22E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{6C69AC45-1365-41F9-8772-665C94F22E44}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{6C69AC45-1365-41F9-8772-665C94F22E44}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{6C69AC45-1365-41F9-8772-665C94F22E44}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