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688C53-2080-48B2-A3CF-ACFDD443C7DA}">
  <a:tblStyle styleId="{FD688C53-2080-48B2-A3CF-ACFDD443C7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{FD688C53-2080-48B2-A3CF-ACFDD443C7DA}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{FD688C53-2080-48B2-A3CF-ACFDD443C7DA}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{FD688C53-2080-48B2-A3CF-ACFDD443C7DA}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