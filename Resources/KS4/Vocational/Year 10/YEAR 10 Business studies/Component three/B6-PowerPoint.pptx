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2527668-0F18-4C3E-8F57-1E3D27320BF0}">
  <a:tblStyle styleId="{22527668-0F18-4C3E-8F57-1E3D27320BF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{22527668-0F18-4C3E-8F57-1E3D27320BF0}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{22527668-0F18-4C3E-8F57-1E3D27320BF0}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{22527668-0F18-4C3E-8F57-1E3D27320BF0}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