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C20E5F-71BA-4954-BC4C-9D71B524A22B}">
  <a:tblStyle styleId="{D7C20E5F-71BA-4954-BC4C-9D71B524A2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{D7C20E5F-71BA-4954-BC4C-9D71B524A22B}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{D7C20E5F-71BA-4954-BC4C-9D71B524A22B}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{D7C20E5F-71BA-4954-BC4C-9D71B524A22B}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