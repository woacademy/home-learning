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1ED541-BDD8-4FB2-9757-C0D0E262B0E6}">
  <a:tblStyle styleId="{EC1ED541-BDD8-4FB2-9757-C0D0E262B0E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{EC1ED541-BDD8-4FB2-9757-C0D0E262B0E6}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{EC1ED541-BDD8-4FB2-9757-C0D0E262B0E6}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{EC1ED541-BDD8-4FB2-9757-C0D0E262B0E6}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