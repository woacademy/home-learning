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B174DE-356D-4AD1-B9D7-024270EB1710}">
  <a:tblStyle styleId="{45B174DE-356D-4AD1-B9D7-024270EB17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{45B174DE-356D-4AD1-B9D7-024270EB1710}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{45B174DE-356D-4AD1-B9D7-024270EB1710}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{45B174DE-356D-4AD1-B9D7-024270EB1710}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