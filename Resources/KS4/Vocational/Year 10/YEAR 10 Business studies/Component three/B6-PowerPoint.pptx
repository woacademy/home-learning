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12AD9E-4E0B-44D2-9405-2B8ECE867B72}">
  <a:tblStyle styleId="{B312AD9E-4E0B-44D2-9405-2B8ECE867B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{B312AD9E-4E0B-44D2-9405-2B8ECE867B72}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{B312AD9E-4E0B-44D2-9405-2B8ECE867B72}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{B312AD9E-4E0B-44D2-9405-2B8ECE867B72}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