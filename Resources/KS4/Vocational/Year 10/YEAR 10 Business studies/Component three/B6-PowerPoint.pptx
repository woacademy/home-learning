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5D9288-0F8C-4855-9AB3-EC7FA5896237}">
  <a:tblStyle styleId="{C75D9288-0F8C-4855-9AB3-EC7FA589623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{C75D9288-0F8C-4855-9AB3-EC7FA5896237}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{C75D9288-0F8C-4855-9AB3-EC7FA5896237}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{C75D9288-0F8C-4855-9AB3-EC7FA5896237}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