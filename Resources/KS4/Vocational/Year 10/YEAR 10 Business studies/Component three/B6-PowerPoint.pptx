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9AC684-1320-481B-B4BE-23B1DDF985D6}">
  <a:tblStyle styleId="{BF9AC684-1320-481B-B4BE-23B1DDF985D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{BF9AC684-1320-481B-B4BE-23B1DDF985D6}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{BF9AC684-1320-481B-B4BE-23B1DDF985D6}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{BF9AC684-1320-481B-B4BE-23B1DDF985D6}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