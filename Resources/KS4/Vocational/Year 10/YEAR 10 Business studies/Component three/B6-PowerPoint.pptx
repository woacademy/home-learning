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24346-B0FB-4CD9-8E85-F40E00BDC484}">
  <a:tblStyle styleId="{91524346-B0FB-4CD9-8E85-F40E00BDC4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{91524346-B0FB-4CD9-8E85-F40E00BDC484}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{91524346-B0FB-4CD9-8E85-F40E00BDC484}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{91524346-B0FB-4CD9-8E85-F40E00BDC484}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