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F384B-A19D-4D4B-B728-4DE36F570F5A}">
  <a:tblStyle styleId="{17DF384B-A19D-4D4B-B728-4DE36F570F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{17DF384B-A19D-4D4B-B728-4DE36F570F5A}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{17DF384B-A19D-4D4B-B728-4DE36F570F5A}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{17DF384B-A19D-4D4B-B728-4DE36F570F5A}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