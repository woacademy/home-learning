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142DA8-6B31-4C6D-906B-4FFC6825DAC3}">
  <a:tblStyle styleId="{6F142DA8-6B31-4C6D-906B-4FFC6825DA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{6F142DA8-6B31-4C6D-906B-4FFC6825DAC3}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{6F142DA8-6B31-4C6D-906B-4FFC6825DAC3}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{6F142DA8-6B31-4C6D-906B-4FFC6825DAC3}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