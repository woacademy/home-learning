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E6DB80-0C40-4267-AF65-CC38A6CDFD1A}">
  <a:tblStyle styleId="{17E6DB80-0C40-4267-AF65-CC38A6CDFD1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{17E6DB80-0C40-4267-AF65-CC38A6CDFD1A}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{17E6DB80-0C40-4267-AF65-CC38A6CDFD1A}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{17E6DB80-0C40-4267-AF65-CC38A6CDFD1A}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