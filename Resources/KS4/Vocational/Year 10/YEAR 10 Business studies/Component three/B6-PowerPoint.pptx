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654E2-BB3D-466D-9DCA-6876FDC15B7A}">
  <a:tblStyle styleId="{29E654E2-BB3D-466D-9DCA-6876FDC15B7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{29E654E2-BB3D-466D-9DCA-6876FDC15B7A}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{29E654E2-BB3D-466D-9DCA-6876FDC15B7A}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{29E654E2-BB3D-466D-9DCA-6876FDC15B7A}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