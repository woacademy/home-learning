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EA85A24-93BF-45E5-B0CC-89786DCA8F28}">
  <a:tblStyle styleId="{2EA85A24-93BF-45E5-B0CC-89786DCA8F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{2EA85A24-93BF-45E5-B0CC-89786DCA8F28}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{2EA85A24-93BF-45E5-B0CC-89786DCA8F28}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{2EA85A24-93BF-45E5-B0CC-89786DCA8F28}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