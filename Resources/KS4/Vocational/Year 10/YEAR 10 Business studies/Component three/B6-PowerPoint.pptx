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1A95C3-2556-4D47-BB1A-A3DB8EE47162}">
  <a:tblStyle styleId="{AF1A95C3-2556-4D47-BB1A-A3DB8EE471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{AF1A95C3-2556-4D47-BB1A-A3DB8EE47162}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{AF1A95C3-2556-4D47-BB1A-A3DB8EE47162}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{AF1A95C3-2556-4D47-BB1A-A3DB8EE47162}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