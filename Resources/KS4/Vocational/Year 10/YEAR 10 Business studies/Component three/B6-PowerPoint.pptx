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B8D32F-D508-4B5C-A51D-478E736CC6CE}">
  <a:tblStyle styleId="{66B8D32F-D508-4B5C-A51D-478E736CC6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{66B8D32F-D508-4B5C-A51D-478E736CC6CE}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{66B8D32F-D508-4B5C-A51D-478E736CC6CE}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{66B8D32F-D508-4B5C-A51D-478E736CC6CE}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