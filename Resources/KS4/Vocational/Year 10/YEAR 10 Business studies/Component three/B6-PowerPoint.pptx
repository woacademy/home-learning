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9E0189-D2D0-4618-B733-A4427510285C}">
  <a:tblStyle styleId="{1D9E0189-D2D0-4618-B733-A442751028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{1D9E0189-D2D0-4618-B733-A4427510285C}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{1D9E0189-D2D0-4618-B733-A4427510285C}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{1D9E0189-D2D0-4618-B733-A4427510285C}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