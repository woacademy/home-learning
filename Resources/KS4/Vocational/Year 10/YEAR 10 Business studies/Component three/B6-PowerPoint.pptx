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05A7BF-EC1C-4DBB-96A1-826C2AF78D7A}">
  <a:tblStyle styleId="{2C05A7BF-EC1C-4DBB-96A1-826C2AF78D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{2C05A7BF-EC1C-4DBB-96A1-826C2AF78D7A}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{2C05A7BF-EC1C-4DBB-96A1-826C2AF78D7A}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{2C05A7BF-EC1C-4DBB-96A1-826C2AF78D7A}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