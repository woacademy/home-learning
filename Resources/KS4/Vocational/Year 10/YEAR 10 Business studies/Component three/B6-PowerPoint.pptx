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CA61C1-345E-4EFB-80F9-48927991862F}">
  <a:tblStyle styleId="{5CCA61C1-345E-4EFB-80F9-4892799186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{5CCA61C1-345E-4EFB-80F9-48927991862F}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{5CCA61C1-345E-4EFB-80F9-48927991862F}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{5CCA61C1-345E-4EFB-80F9-48927991862F}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