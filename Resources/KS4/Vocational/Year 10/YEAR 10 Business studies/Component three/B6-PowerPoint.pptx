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8CC76F-2FE6-4857-B273-AB1945E9E914}">
  <a:tblStyle styleId="{638CC76F-2FE6-4857-B273-AB1945E9E91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{638CC76F-2FE6-4857-B273-AB1945E9E914}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{638CC76F-2FE6-4857-B273-AB1945E9E914}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{638CC76F-2FE6-4857-B273-AB1945E9E914}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