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E7114-9988-44ED-8D8F-D793041A559F}">
  <a:tblStyle styleId="{4F9E7114-9988-44ED-8D8F-D793041A55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{4F9E7114-9988-44ED-8D8F-D793041A559F}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{4F9E7114-9988-44ED-8D8F-D793041A559F}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{4F9E7114-9988-44ED-8D8F-D793041A559F}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