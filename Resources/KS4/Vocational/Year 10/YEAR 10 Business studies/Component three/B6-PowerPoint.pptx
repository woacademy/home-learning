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C92EA8-6F67-4803-9705-65C7BB4EC148}">
  <a:tblStyle styleId="{9EC92EA8-6F67-4803-9705-65C7BB4EC1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{9EC92EA8-6F67-4803-9705-65C7BB4EC148}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{9EC92EA8-6F67-4803-9705-65C7BB4EC148}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{9EC92EA8-6F67-4803-9705-65C7BB4EC148}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