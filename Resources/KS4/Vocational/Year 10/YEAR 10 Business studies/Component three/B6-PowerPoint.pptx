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753A3A-5DCD-478F-B2AA-638D81278792}">
  <a:tblStyle styleId="{6C753A3A-5DCD-478F-B2AA-638D8127879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{6C753A3A-5DCD-478F-B2AA-638D81278792}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{6C753A3A-5DCD-478F-B2AA-638D81278792}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{6C753A3A-5DCD-478F-B2AA-638D81278792}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