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10179B-0FD2-4945-BE58-88BD4CEF2506}">
  <a:tblStyle styleId="{8910179B-0FD2-4945-BE58-88BD4CEF250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{8910179B-0FD2-4945-BE58-88BD4CEF2506}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{8910179B-0FD2-4945-BE58-88BD4CEF2506}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{8910179B-0FD2-4945-BE58-88BD4CEF2506}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