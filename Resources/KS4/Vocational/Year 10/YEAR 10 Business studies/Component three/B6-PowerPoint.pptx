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30C1BF-455E-41C5-87D3-AAA1B03F345C}">
  <a:tblStyle styleId="{EC30C1BF-455E-41C5-87D3-AAA1B03F34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{EC30C1BF-455E-41C5-87D3-AAA1B03F345C}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{EC30C1BF-455E-41C5-87D3-AAA1B03F345C}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{EC30C1BF-455E-41C5-87D3-AAA1B03F345C}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