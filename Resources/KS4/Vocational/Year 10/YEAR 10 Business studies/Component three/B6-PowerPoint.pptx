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FFB62E0-D500-49E7-BF20-49559F2BC45C}">
  <a:tblStyle styleId="{EFFB62E0-D500-49E7-BF20-49559F2BC45C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{EFFB62E0-D500-49E7-BF20-49559F2BC45C}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{EFFB62E0-D500-49E7-BF20-49559F2BC45C}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{EFFB62E0-D500-49E7-BF20-49559F2BC45C}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