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A3DB55-FA22-48EC-A4E7-299BF17D6632}">
  <a:tblStyle styleId="{ABA3DB55-FA22-48EC-A4E7-299BF17D66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{ABA3DB55-FA22-48EC-A4E7-299BF17D6632}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{ABA3DB55-FA22-48EC-A4E7-299BF17D6632}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{ABA3DB55-FA22-48EC-A4E7-299BF17D6632}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