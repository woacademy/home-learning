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6A46B5-720E-466D-B6AF-EFC105AB158E}">
  <a:tblStyle styleId="{E36A46B5-720E-466D-B6AF-EFC105AB15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{E36A46B5-720E-466D-B6AF-EFC105AB158E}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{E36A46B5-720E-466D-B6AF-EFC105AB158E}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{E36A46B5-720E-466D-B6AF-EFC105AB158E}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