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45E1EA8-07B8-4261-9DCD-0DBDFBFB7E34}">
  <a:tblStyle styleId="{045E1EA8-07B8-4261-9DCD-0DBDFBFB7E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{045E1EA8-07B8-4261-9DCD-0DBDFBFB7E34}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{045E1EA8-07B8-4261-9DCD-0DBDFBFB7E34}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{045E1EA8-07B8-4261-9DCD-0DBDFBFB7E34}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