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5DCBA1-7137-4E4D-8822-825116016FF5}">
  <a:tblStyle styleId="{9A5DCBA1-7137-4E4D-8822-825116016F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{9A5DCBA1-7137-4E4D-8822-825116016FF5}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{9A5DCBA1-7137-4E4D-8822-825116016FF5}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{9A5DCBA1-7137-4E4D-8822-825116016FF5}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