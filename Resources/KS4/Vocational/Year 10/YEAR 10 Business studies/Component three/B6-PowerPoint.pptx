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0EF7AE-C8BB-4194-B993-2DE79F2A7B9C}">
  <a:tblStyle styleId="{230EF7AE-C8BB-4194-B993-2DE79F2A7B9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{230EF7AE-C8BB-4194-B993-2DE79F2A7B9C}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{230EF7AE-C8BB-4194-B993-2DE79F2A7B9C}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{230EF7AE-C8BB-4194-B993-2DE79F2A7B9C}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