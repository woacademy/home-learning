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22BAA-750F-4A8C-9BBC-9D159C9AB07D}">
  <a:tblStyle styleId="{24E22BAA-750F-4A8C-9BBC-9D159C9AB0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{24E22BAA-750F-4A8C-9BBC-9D159C9AB07D}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{24E22BAA-750F-4A8C-9BBC-9D159C9AB07D}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{24E22BAA-750F-4A8C-9BBC-9D159C9AB07D}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