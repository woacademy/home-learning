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6F0608-97A1-4CAB-B0E2-FADB304C1831}">
  <a:tblStyle styleId="{A06F0608-97A1-4CAB-B0E2-FADB304C183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{A06F0608-97A1-4CAB-B0E2-FADB304C1831}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{A06F0608-97A1-4CAB-B0E2-FADB304C1831}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{A06F0608-97A1-4CAB-B0E2-FADB304C1831}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