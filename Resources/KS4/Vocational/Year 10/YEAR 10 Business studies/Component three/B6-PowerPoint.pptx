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DD063-02BD-40C6-9546-0547442D0174}">
  <a:tblStyle styleId="{ECFDD063-02BD-40C6-9546-0547442D01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{ECFDD063-02BD-40C6-9546-0547442D0174}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{ECFDD063-02BD-40C6-9546-0547442D0174}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{ECFDD063-02BD-40C6-9546-0547442D0174}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