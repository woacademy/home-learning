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738206-6CA8-46FA-B8F8-2E5BF2CD7517}">
  <a:tblStyle styleId="{19738206-6CA8-46FA-B8F8-2E5BF2CD75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{19738206-6CA8-46FA-B8F8-2E5BF2CD7517}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{19738206-6CA8-46FA-B8F8-2E5BF2CD7517}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{19738206-6CA8-46FA-B8F8-2E5BF2CD7517}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