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395D59-09F7-465B-A3CC-B496A55CF311}">
  <a:tblStyle styleId="{4B395D59-09F7-465B-A3CC-B496A55CF3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{4B395D59-09F7-465B-A3CC-B496A55CF311}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{4B395D59-09F7-465B-A3CC-B496A55CF311}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{4B395D59-09F7-465B-A3CC-B496A55CF311}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