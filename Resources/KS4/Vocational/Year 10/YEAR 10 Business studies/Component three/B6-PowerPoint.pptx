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D8834B-B02F-43E2-90A5-8E3D311E7764}">
  <a:tblStyle styleId="{85D8834B-B02F-43E2-90A5-8E3D311E77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{85D8834B-B02F-43E2-90A5-8E3D311E7764}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{85D8834B-B02F-43E2-90A5-8E3D311E7764}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{85D8834B-B02F-43E2-90A5-8E3D311E7764}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