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020724-F17B-4E1C-AAB3-6C5201A49E14}">
  <a:tblStyle styleId="{1A020724-F17B-4E1C-AAB3-6C5201A49E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{1A020724-F17B-4E1C-AAB3-6C5201A49E14}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{1A020724-F17B-4E1C-AAB3-6C5201A49E14}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{1A020724-F17B-4E1C-AAB3-6C5201A49E14}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