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ED12C281-22EE-4728-924D-9FB3E7FE2CE5}">
  <a:tblStyle styleId="{ED12C281-22EE-4728-924D-9FB3E7FE2CE5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{ED12C281-22EE-4728-924D-9FB3E7FE2CE5}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{ED12C281-22EE-4728-924D-9FB3E7FE2CE5}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{ED12C281-22EE-4728-924D-9FB3E7FE2CE5}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