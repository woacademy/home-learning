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43FF7F-E855-4081-9E1F-93FEF2A5B774}">
  <a:tblStyle styleId="{4543FF7F-E855-4081-9E1F-93FEF2A5B7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{4543FF7F-E855-4081-9E1F-93FEF2A5B774}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{4543FF7F-E855-4081-9E1F-93FEF2A5B774}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{4543FF7F-E855-4081-9E1F-93FEF2A5B774}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