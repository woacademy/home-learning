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99E227-2014-4B1E-A34B-FEF503C022B4}">
  <a:tblStyle styleId="{CA99E227-2014-4B1E-A34B-FEF503C022B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{CA99E227-2014-4B1E-A34B-FEF503C022B4}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{CA99E227-2014-4B1E-A34B-FEF503C022B4}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{CA99E227-2014-4B1E-A34B-FEF503C022B4}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