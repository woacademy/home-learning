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B1775B-9D4E-47D3-864E-F59CB82FA388}">
  <a:tblStyle styleId="{A2B1775B-9D4E-47D3-864E-F59CB82FA3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{A2B1775B-9D4E-47D3-864E-F59CB82FA388}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{A2B1775B-9D4E-47D3-864E-F59CB82FA388}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{A2B1775B-9D4E-47D3-864E-F59CB82FA388}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