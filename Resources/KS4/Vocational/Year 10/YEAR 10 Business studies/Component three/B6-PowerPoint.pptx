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DF4DA36-750B-45E4-A3E3-A005F70D2346}">
  <a:tblStyle styleId="{3DF4DA36-750B-45E4-A3E3-A005F70D234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{3DF4DA36-750B-45E4-A3E3-A005F70D2346}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{3DF4DA36-750B-45E4-A3E3-A005F70D2346}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{3DF4DA36-750B-45E4-A3E3-A005F70D2346}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