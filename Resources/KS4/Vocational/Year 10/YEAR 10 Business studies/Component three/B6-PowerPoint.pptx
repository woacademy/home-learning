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8F8F62-1A81-4AA8-B8D0-1158FBE9AFDB}">
  <a:tblStyle styleId="{4F8F8F62-1A81-4AA8-B8D0-1158FBE9AFD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{4F8F8F62-1A81-4AA8-B8D0-1158FBE9AFDB}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{4F8F8F62-1A81-4AA8-B8D0-1158FBE9AFDB}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{4F8F8F62-1A81-4AA8-B8D0-1158FBE9AFDB}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