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7DD72-7C24-4322-A654-E41C7F16D43A}">
  <a:tblStyle styleId="{E4A7DD72-7C24-4322-A654-E41C7F16D4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{E4A7DD72-7C24-4322-A654-E41C7F16D43A}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{E4A7DD72-7C24-4322-A654-E41C7F16D43A}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{E4A7DD72-7C24-4322-A654-E41C7F16D43A}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