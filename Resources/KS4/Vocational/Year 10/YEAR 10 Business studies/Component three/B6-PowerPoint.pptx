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CB93C8-694C-4A17-801B-8429A476A4FE}">
  <a:tblStyle styleId="{8ACB93C8-694C-4A17-801B-8429A476A4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{8ACB93C8-694C-4A17-801B-8429A476A4FE}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{8ACB93C8-694C-4A17-801B-8429A476A4FE}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{8ACB93C8-694C-4A17-801B-8429A476A4FE}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