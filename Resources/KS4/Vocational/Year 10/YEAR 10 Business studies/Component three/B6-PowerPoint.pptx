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38210F-F05C-41DA-8E48-7C7468327579}">
  <a:tblStyle styleId="{3C38210F-F05C-41DA-8E48-7C74683275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{3C38210F-F05C-41DA-8E48-7C7468327579}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{3C38210F-F05C-41DA-8E48-7C7468327579}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{3C38210F-F05C-41DA-8E48-7C7468327579}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