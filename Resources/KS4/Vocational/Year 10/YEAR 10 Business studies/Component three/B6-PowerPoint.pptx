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5681D-51B3-4CD6-9506-B016307E953B}">
  <a:tblStyle styleId="{89D5681D-51B3-4CD6-9506-B016307E95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{89D5681D-51B3-4CD6-9506-B016307E953B}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{89D5681D-51B3-4CD6-9506-B016307E953B}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{89D5681D-51B3-4CD6-9506-B016307E953B}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