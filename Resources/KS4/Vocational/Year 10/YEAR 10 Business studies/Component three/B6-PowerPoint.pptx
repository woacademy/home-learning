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ECCB3E-1F9C-4C88-B99B-70F23EFB9265}">
  <a:tblStyle styleId="{C8ECCB3E-1F9C-4C88-B99B-70F23EFB92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{C8ECCB3E-1F9C-4C88-B99B-70F23EFB9265}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{C8ECCB3E-1F9C-4C88-B99B-70F23EFB9265}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{C8ECCB3E-1F9C-4C88-B99B-70F23EFB9265}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