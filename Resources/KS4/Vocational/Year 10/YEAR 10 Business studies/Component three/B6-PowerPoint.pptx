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6EFB0E-3771-477B-9BA6-F7C2A0FDDAA3}">
  <a:tblStyle styleId="{016EFB0E-3771-477B-9BA6-F7C2A0FDDAA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{016EFB0E-3771-477B-9BA6-F7C2A0FDDAA3}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{016EFB0E-3771-477B-9BA6-F7C2A0FDDAA3}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{016EFB0E-3771-477B-9BA6-F7C2A0FDDAA3}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