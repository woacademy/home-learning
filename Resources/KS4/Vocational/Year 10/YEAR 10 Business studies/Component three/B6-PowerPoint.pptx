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2F7ABD-8493-49E2-96B4-DEA314109809}">
  <a:tblStyle styleId="{BC2F7ABD-8493-49E2-96B4-DEA31410980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{BC2F7ABD-8493-49E2-96B4-DEA314109809}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{BC2F7ABD-8493-49E2-96B4-DEA314109809}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{BC2F7ABD-8493-49E2-96B4-DEA314109809}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