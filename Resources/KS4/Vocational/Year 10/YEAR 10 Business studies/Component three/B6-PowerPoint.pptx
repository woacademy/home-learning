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D2FA5A-AED6-4A1B-9795-D758E92A90EC}">
  <a:tblStyle styleId="{95D2FA5A-AED6-4A1B-9795-D758E92A90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{95D2FA5A-AED6-4A1B-9795-D758E92A90EC}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{95D2FA5A-AED6-4A1B-9795-D758E92A90EC}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{95D2FA5A-AED6-4A1B-9795-D758E92A90EC}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