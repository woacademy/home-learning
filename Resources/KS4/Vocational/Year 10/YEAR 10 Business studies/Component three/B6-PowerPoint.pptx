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CAEAE-A8AF-4203-B1DC-15B3A8547E6B}">
  <a:tblStyle styleId="{2FECAEAE-A8AF-4203-B1DC-15B3A8547E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{2FECAEAE-A8AF-4203-B1DC-15B3A8547E6B}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{2FECAEAE-A8AF-4203-B1DC-15B3A8547E6B}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{2FECAEAE-A8AF-4203-B1DC-15B3A8547E6B}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