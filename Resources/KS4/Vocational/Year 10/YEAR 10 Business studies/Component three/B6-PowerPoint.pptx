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C078C8-C4C2-44A0-AF66-DDD870268DA6}">
  <a:tblStyle styleId="{93C078C8-C4C2-44A0-AF66-DDD870268D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{93C078C8-C4C2-44A0-AF66-DDD870268DA6}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{93C078C8-C4C2-44A0-AF66-DDD870268DA6}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{93C078C8-C4C2-44A0-AF66-DDD870268DA6}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