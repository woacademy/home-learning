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EAC730-6ED5-4DFA-974C-88F1ABE3779B}">
  <a:tblStyle styleId="{49EAC730-6ED5-4DFA-974C-88F1ABE377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{49EAC730-6ED5-4DFA-974C-88F1ABE3779B}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{49EAC730-6ED5-4DFA-974C-88F1ABE3779B}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{49EAC730-6ED5-4DFA-974C-88F1ABE3779B}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