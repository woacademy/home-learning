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7F9B53-AD74-444A-98F0-BF0CD175DE74}">
  <a:tblStyle styleId="{D07F9B53-AD74-444A-98F0-BF0CD175DE7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{D07F9B53-AD74-444A-98F0-BF0CD175DE74}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{D07F9B53-AD74-444A-98F0-BF0CD175DE74}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{D07F9B53-AD74-444A-98F0-BF0CD175DE74}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