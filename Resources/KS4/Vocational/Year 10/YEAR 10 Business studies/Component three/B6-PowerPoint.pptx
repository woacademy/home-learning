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8D5E36-5DB5-4319-BF20-1EF5BDFEA904}">
  <a:tblStyle styleId="{458D5E36-5DB5-4319-BF20-1EF5BDFEA9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{458D5E36-5DB5-4319-BF20-1EF5BDFEA904}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{458D5E36-5DB5-4319-BF20-1EF5BDFEA904}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{458D5E36-5DB5-4319-BF20-1EF5BDFEA904}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