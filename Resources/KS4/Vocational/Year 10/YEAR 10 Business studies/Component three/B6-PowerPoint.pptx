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92C3D-572F-4DEF-A40B-F6808A1147D8}">
  <a:tblStyle styleId="{93892C3D-572F-4DEF-A40B-F6808A1147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{93892C3D-572F-4DEF-A40B-F6808A1147D8}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{93892C3D-572F-4DEF-A40B-F6808A1147D8}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{93892C3D-572F-4DEF-A40B-F6808A1147D8}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