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80F769-429D-4686-ABD2-6BA69A6C019C}">
  <a:tblStyle styleId="{B180F769-429D-4686-ABD2-6BA69A6C019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{B180F769-429D-4686-ABD2-6BA69A6C019C}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{B180F769-429D-4686-ABD2-6BA69A6C019C}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{B180F769-429D-4686-ABD2-6BA69A6C019C}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