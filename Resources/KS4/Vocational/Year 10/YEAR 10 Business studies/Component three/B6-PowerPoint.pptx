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F2513E-717D-44A2-BE77-A86B488AE63D}">
  <a:tblStyle styleId="{BFF2513E-717D-44A2-BE77-A86B488AE6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{BFF2513E-717D-44A2-BE77-A86B488AE63D}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{BFF2513E-717D-44A2-BE77-A86B488AE63D}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{BFF2513E-717D-44A2-BE77-A86B488AE63D}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