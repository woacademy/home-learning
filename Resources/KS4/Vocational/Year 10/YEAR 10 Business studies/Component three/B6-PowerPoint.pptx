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71EDF1-91A2-4882-B06F-70C80E2A6FDA}">
  <a:tblStyle styleId="{BB71EDF1-91A2-4882-B06F-70C80E2A6F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{BB71EDF1-91A2-4882-B06F-70C80E2A6FDA}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{BB71EDF1-91A2-4882-B06F-70C80E2A6FDA}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{BB71EDF1-91A2-4882-B06F-70C80E2A6FDA}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