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A4373A-2BCB-4A50-8F85-75C93D8C3642}">
  <a:tblStyle styleId="{E0A4373A-2BCB-4A50-8F85-75C93D8C364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{E0A4373A-2BCB-4A50-8F85-75C93D8C3642}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{E0A4373A-2BCB-4A50-8F85-75C93D8C3642}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{E0A4373A-2BCB-4A50-8F85-75C93D8C3642}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