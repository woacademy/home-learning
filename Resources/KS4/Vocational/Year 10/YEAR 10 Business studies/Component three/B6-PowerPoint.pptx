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B8F443-83C0-49A0-9876-296E81204DFF}">
  <a:tblStyle styleId="{19B8F443-83C0-49A0-9876-296E81204D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{19B8F443-83C0-49A0-9876-296E81204DFF}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{19B8F443-83C0-49A0-9876-296E81204DFF}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{19B8F443-83C0-49A0-9876-296E81204DFF}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