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85F6E7-CD32-44B5-BED5-79E9C7031EF1}">
  <a:tblStyle styleId="{CC85F6E7-CD32-44B5-BED5-79E9C7031E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{CC85F6E7-CD32-44B5-BED5-79E9C7031EF1}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{CC85F6E7-CD32-44B5-BED5-79E9C7031EF1}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{CC85F6E7-CD32-44B5-BED5-79E9C7031EF1}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