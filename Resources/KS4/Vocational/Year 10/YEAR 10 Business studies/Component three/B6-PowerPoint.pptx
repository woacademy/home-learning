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0C32F8-AF00-412D-8BB4-DB25EE802C10}">
  <a:tblStyle styleId="{040C32F8-AF00-412D-8BB4-DB25EE802C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{040C32F8-AF00-412D-8BB4-DB25EE802C10}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{040C32F8-AF00-412D-8BB4-DB25EE802C10}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{040C32F8-AF00-412D-8BB4-DB25EE802C10}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