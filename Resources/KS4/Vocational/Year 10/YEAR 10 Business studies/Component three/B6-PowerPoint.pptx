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007D3C-D692-4A7B-8E24-48A828AAFDA5}">
  <a:tblStyle styleId="{45007D3C-D692-4A7B-8E24-48A828AAFDA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{45007D3C-D692-4A7B-8E24-48A828AAFDA5}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{45007D3C-D692-4A7B-8E24-48A828AAFDA5}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{45007D3C-D692-4A7B-8E24-48A828AAFDA5}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