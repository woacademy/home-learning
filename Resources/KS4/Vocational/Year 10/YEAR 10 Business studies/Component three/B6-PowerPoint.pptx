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86345E7C-312E-4D94-B00E-3AEF2D16055C}">
  <a:tblStyle styleId="{86345E7C-312E-4D94-B00E-3AEF2D16055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{86345E7C-312E-4D94-B00E-3AEF2D16055C}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{86345E7C-312E-4D94-B00E-3AEF2D16055C}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{86345E7C-312E-4D94-B00E-3AEF2D16055C}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