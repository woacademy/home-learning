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E5761-0AB5-40F6-B1A3-EEB68BCF185A}">
  <a:tblStyle styleId="{183E5761-0AB5-40F6-B1A3-EEB68BCF18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{183E5761-0AB5-40F6-B1A3-EEB68BCF185A}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{183E5761-0AB5-40F6-B1A3-EEB68BCF185A}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{183E5761-0AB5-40F6-B1A3-EEB68BCF185A}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