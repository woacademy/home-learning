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442D02-9A13-4255-A110-DFD0311FA945}">
  <a:tblStyle styleId="{02442D02-9A13-4255-A110-DFD0311FA94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{02442D02-9A13-4255-A110-DFD0311FA945}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{02442D02-9A13-4255-A110-DFD0311FA945}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{02442D02-9A13-4255-A110-DFD0311FA945}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