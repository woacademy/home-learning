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A7AA0B-39F4-4893-9410-620E9C6DE66A}">
  <a:tblStyle styleId="{53A7AA0B-39F4-4893-9410-620E9C6DE6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{53A7AA0B-39F4-4893-9410-620E9C6DE66A}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{53A7AA0B-39F4-4893-9410-620E9C6DE66A}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{53A7AA0B-39F4-4893-9410-620E9C6DE66A}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