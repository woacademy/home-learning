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7EAD275-DA58-478E-8081-C167D0A7C6B0}">
  <a:tblStyle styleId="{47EAD275-DA58-478E-8081-C167D0A7C6B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{47EAD275-DA58-478E-8081-C167D0A7C6B0}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{47EAD275-DA58-478E-8081-C167D0A7C6B0}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{47EAD275-DA58-478E-8081-C167D0A7C6B0}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