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2E3412-0F65-4289-9B86-A967AD679BE6}">
  <a:tblStyle styleId="{0B2E3412-0F65-4289-9B86-A967AD679B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{0B2E3412-0F65-4289-9B86-A967AD679BE6}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{0B2E3412-0F65-4289-9B86-A967AD679BE6}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{0B2E3412-0F65-4289-9B86-A967AD679BE6}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