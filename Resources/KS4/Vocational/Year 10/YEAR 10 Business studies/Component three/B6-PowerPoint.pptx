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47DDA0-24A8-4FDB-AE84-657B0CC34A3E}">
  <a:tblStyle styleId="{2147DDA0-24A8-4FDB-AE84-657B0CC34A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{2147DDA0-24A8-4FDB-AE84-657B0CC34A3E}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{2147DDA0-24A8-4FDB-AE84-657B0CC34A3E}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{2147DDA0-24A8-4FDB-AE84-657B0CC34A3E}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