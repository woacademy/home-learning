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5C269D-8247-4211-BEDD-DBF52F440CB9}">
  <a:tblStyle styleId="{3A5C269D-8247-4211-BEDD-DBF52F440C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{3A5C269D-8247-4211-BEDD-DBF52F440CB9}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{3A5C269D-8247-4211-BEDD-DBF52F440CB9}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{3A5C269D-8247-4211-BEDD-DBF52F440CB9}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