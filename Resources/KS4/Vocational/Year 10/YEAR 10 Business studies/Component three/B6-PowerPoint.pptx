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8EFB9E-EB65-44FA-AC7C-C2C7635F600C}">
  <a:tblStyle styleId="{FF8EFB9E-EB65-44FA-AC7C-C2C7635F60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{FF8EFB9E-EB65-44FA-AC7C-C2C7635F600C}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{FF8EFB9E-EB65-44FA-AC7C-C2C7635F600C}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{FF8EFB9E-EB65-44FA-AC7C-C2C7635F600C}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