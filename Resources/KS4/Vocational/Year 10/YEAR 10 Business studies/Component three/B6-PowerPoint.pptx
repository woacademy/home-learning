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B052988-E07D-47F3-8FCC-EE6086946330}">
  <a:tblStyle styleId="{FB052988-E07D-47F3-8FCC-EE608694633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{FB052988-E07D-47F3-8FCC-EE6086946330}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{FB052988-E07D-47F3-8FCC-EE6086946330}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{FB052988-E07D-47F3-8FCC-EE6086946330}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