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90BE2E-22C8-4768-A6A0-0EE416FE5264}">
  <a:tblStyle styleId="{1390BE2E-22C8-4768-A6A0-0EE416FE526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{1390BE2E-22C8-4768-A6A0-0EE416FE5264}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{1390BE2E-22C8-4768-A6A0-0EE416FE5264}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{1390BE2E-22C8-4768-A6A0-0EE416FE5264}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