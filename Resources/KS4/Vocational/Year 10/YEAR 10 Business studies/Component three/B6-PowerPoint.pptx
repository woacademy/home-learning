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A9F109-9D09-4A5E-B469-BA3022F9D920}">
  <a:tblStyle styleId="{88A9F109-9D09-4A5E-B469-BA3022F9D92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{88A9F109-9D09-4A5E-B469-BA3022F9D920}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{88A9F109-9D09-4A5E-B469-BA3022F9D920}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{88A9F109-9D09-4A5E-B469-BA3022F9D920}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