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DB8DAB-38C5-4766-B9BB-57588A4FEC63}">
  <a:tblStyle styleId="{E5DB8DAB-38C5-4766-B9BB-57588A4FEC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{E5DB8DAB-38C5-4766-B9BB-57588A4FEC63}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{E5DB8DAB-38C5-4766-B9BB-57588A4FEC63}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{E5DB8DAB-38C5-4766-B9BB-57588A4FEC63}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