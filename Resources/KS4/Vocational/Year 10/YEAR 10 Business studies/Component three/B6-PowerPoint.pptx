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2ADE07-AF06-4FE3-BE10-B418697BAF7D}">
  <a:tblStyle styleId="{1C2ADE07-AF06-4FE3-BE10-B418697BAF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{1C2ADE07-AF06-4FE3-BE10-B418697BAF7D}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{1C2ADE07-AF06-4FE3-BE10-B418697BAF7D}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{1C2ADE07-AF06-4FE3-BE10-B418697BAF7D}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