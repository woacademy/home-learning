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C2FC74-120F-4CD5-8DDD-B74F4DED4CBD}">
  <a:tblStyle styleId="{D9C2FC74-120F-4CD5-8DDD-B74F4DED4CB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{D9C2FC74-120F-4CD5-8DDD-B74F4DED4CBD}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{D9C2FC74-120F-4CD5-8DDD-B74F4DED4CBD}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{D9C2FC74-120F-4CD5-8DDD-B74F4DED4CBD}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