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2C134F3-083A-4637-B09E-2ED954C82378}">
  <a:tblStyle styleId="{82C134F3-083A-4637-B09E-2ED954C82378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{82C134F3-083A-4637-B09E-2ED954C82378}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{82C134F3-083A-4637-B09E-2ED954C82378}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{82C134F3-083A-4637-B09E-2ED954C82378}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