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F4840E-1226-4A6C-8AFE-39D02CC90317}">
  <a:tblStyle styleId="{D2F4840E-1226-4A6C-8AFE-39D02CC9031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{D2F4840E-1226-4A6C-8AFE-39D02CC90317}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{D2F4840E-1226-4A6C-8AFE-39D02CC90317}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{D2F4840E-1226-4A6C-8AFE-39D02CC90317}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