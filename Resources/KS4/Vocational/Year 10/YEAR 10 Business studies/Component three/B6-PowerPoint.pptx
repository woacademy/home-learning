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264AF2-192E-4152-92CA-F317C57A23B2}">
  <a:tblStyle styleId="{90264AF2-192E-4152-92CA-F317C57A23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{90264AF2-192E-4152-92CA-F317C57A23B2}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{90264AF2-192E-4152-92CA-F317C57A23B2}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{90264AF2-192E-4152-92CA-F317C57A23B2}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