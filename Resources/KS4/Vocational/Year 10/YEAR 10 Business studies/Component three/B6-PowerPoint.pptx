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2301A4C-7D0D-41A4-A863-EB7BD86F3773}">
  <a:tblStyle styleId="{32301A4C-7D0D-41A4-A863-EB7BD86F377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{32301A4C-7D0D-41A4-A863-EB7BD86F3773}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{32301A4C-7D0D-41A4-A863-EB7BD86F3773}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{32301A4C-7D0D-41A4-A863-EB7BD86F3773}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