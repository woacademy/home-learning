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8F9FE1-61C4-42F3-81E5-9725C94CB2CC}">
  <a:tblStyle styleId="{E08F9FE1-61C4-42F3-81E5-9725C94CB2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{E08F9FE1-61C4-42F3-81E5-9725C94CB2CC}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{E08F9FE1-61C4-42F3-81E5-9725C94CB2CC}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{E08F9FE1-61C4-42F3-81E5-9725C94CB2CC}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