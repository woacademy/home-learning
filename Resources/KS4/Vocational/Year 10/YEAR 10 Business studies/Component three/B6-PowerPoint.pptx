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1470C-F3D0-4BB4-BCA8-2DE26592749E}">
  <a:tblStyle styleId="{2191470C-F3D0-4BB4-BCA8-2DE2659274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{2191470C-F3D0-4BB4-BCA8-2DE26592749E}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{2191470C-F3D0-4BB4-BCA8-2DE26592749E}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{2191470C-F3D0-4BB4-BCA8-2DE26592749E}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