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E7BBA5-2BAF-4313-A379-EBA4A8D255C7}">
  <a:tblStyle styleId="{51E7BBA5-2BAF-4313-A379-EBA4A8D255C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{51E7BBA5-2BAF-4313-A379-EBA4A8D255C7}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{51E7BBA5-2BAF-4313-A379-EBA4A8D255C7}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{51E7BBA5-2BAF-4313-A379-EBA4A8D255C7}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