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2CE986-517B-44F8-B3F1-32BA6B9E8458}">
  <a:tblStyle styleId="{292CE986-517B-44F8-B3F1-32BA6B9E845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{292CE986-517B-44F8-B3F1-32BA6B9E8458}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{292CE986-517B-44F8-B3F1-32BA6B9E8458}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{292CE986-517B-44F8-B3F1-32BA6B9E8458}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