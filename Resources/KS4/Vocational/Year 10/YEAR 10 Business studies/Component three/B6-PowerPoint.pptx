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F4B67B-4DDD-4B3F-9CF3-B02FAC576516}">
  <a:tblStyle styleId="{26F4B67B-4DDD-4B3F-9CF3-B02FAC5765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{26F4B67B-4DDD-4B3F-9CF3-B02FAC576516}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{26F4B67B-4DDD-4B3F-9CF3-B02FAC576516}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{26F4B67B-4DDD-4B3F-9CF3-B02FAC576516}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