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BE3DFE-6162-422F-B221-8573254DB739}">
  <a:tblStyle styleId="{1FBE3DFE-6162-422F-B221-8573254DB73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{1FBE3DFE-6162-422F-B221-8573254DB739}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{1FBE3DFE-6162-422F-B221-8573254DB739}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{1FBE3DFE-6162-422F-B221-8573254DB739}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