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2938CB-28EC-4491-9528-9433618EBCEF}">
  <a:tblStyle styleId="{732938CB-28EC-4491-9528-9433618EBCE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{732938CB-28EC-4491-9528-9433618EBCEF}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{732938CB-28EC-4491-9528-9433618EBCEF}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{732938CB-28EC-4491-9528-9433618EBCEF}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