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F9FC4F-51D5-42FC-A7EE-21C0AD21CD30}">
  <a:tblStyle styleId="{E6F9FC4F-51D5-42FC-A7EE-21C0AD21CD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{E6F9FC4F-51D5-42FC-A7EE-21C0AD21CD30}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{E6F9FC4F-51D5-42FC-A7EE-21C0AD21CD30}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{E6F9FC4F-51D5-42FC-A7EE-21C0AD21CD30}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