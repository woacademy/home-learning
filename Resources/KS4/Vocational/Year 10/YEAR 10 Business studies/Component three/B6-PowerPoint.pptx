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8363E6-C613-4021-A876-4CF5C31E04DC}">
  <a:tblStyle styleId="{158363E6-C613-4021-A876-4CF5C31E04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{158363E6-C613-4021-A876-4CF5C31E04DC}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{158363E6-C613-4021-A876-4CF5C31E04DC}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{158363E6-C613-4021-A876-4CF5C31E04DC}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