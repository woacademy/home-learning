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AE6226-5F5C-4772-A214-460C8B0B4071}">
  <a:tblStyle styleId="{4FAE6226-5F5C-4772-A214-460C8B0B40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{4FAE6226-5F5C-4772-A214-460C8B0B4071}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{4FAE6226-5F5C-4772-A214-460C8B0B4071}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{4FAE6226-5F5C-4772-A214-460C8B0B4071}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