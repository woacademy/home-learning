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BC613C-57A2-4DF1-9A3C-ADCB5EF99D9F}">
  <a:tblStyle styleId="{0CBC613C-57A2-4DF1-9A3C-ADCB5EF99D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{0CBC613C-57A2-4DF1-9A3C-ADCB5EF99D9F}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{0CBC613C-57A2-4DF1-9A3C-ADCB5EF99D9F}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{0CBC613C-57A2-4DF1-9A3C-ADCB5EF99D9F}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