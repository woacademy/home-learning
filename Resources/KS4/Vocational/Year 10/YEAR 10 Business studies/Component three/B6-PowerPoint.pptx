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12088D-826C-4C18-A9DA-898BAC2196CF}">
  <a:tblStyle styleId="{A012088D-826C-4C18-A9DA-898BAC2196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{A012088D-826C-4C18-A9DA-898BAC2196CF}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{A012088D-826C-4C18-A9DA-898BAC2196CF}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{A012088D-826C-4C18-A9DA-898BAC2196CF}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