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972697-7673-4304-9457-066B01AFF1A1}">
  <a:tblStyle styleId="{3A972697-7673-4304-9457-066B01AFF1A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{3A972697-7673-4304-9457-066B01AFF1A1}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{3A972697-7673-4304-9457-066B01AFF1A1}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{3A972697-7673-4304-9457-066B01AFF1A1}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