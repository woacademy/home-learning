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348C7D-CC2B-498C-98C9-12C344C2484E}">
  <a:tblStyle styleId="{0F348C7D-CC2B-498C-98C9-12C344C248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{0F348C7D-CC2B-498C-98C9-12C344C2484E}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{0F348C7D-CC2B-498C-98C9-12C344C2484E}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{0F348C7D-CC2B-498C-98C9-12C344C2484E}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