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966FE6E-9815-4520-BB98-ECA90A26EC1B}">
  <a:tblStyle styleId="{8966FE6E-9815-4520-BB98-ECA90A26EC1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{8966FE6E-9815-4520-BB98-ECA90A26EC1B}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{8966FE6E-9815-4520-BB98-ECA90A26EC1B}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{8966FE6E-9815-4520-BB98-ECA90A26EC1B}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