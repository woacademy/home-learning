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942456-11CB-4E6A-AEC3-52DC3D1CA798}">
  <a:tblStyle styleId="{03942456-11CB-4E6A-AEC3-52DC3D1CA7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{03942456-11CB-4E6A-AEC3-52DC3D1CA798}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{03942456-11CB-4E6A-AEC3-52DC3D1CA798}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{03942456-11CB-4E6A-AEC3-52DC3D1CA798}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