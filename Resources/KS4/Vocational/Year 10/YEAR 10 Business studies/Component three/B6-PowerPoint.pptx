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10089-AE4F-45FD-8B62-7DA1A4581B7A}">
  <a:tblStyle styleId="{77910089-AE4F-45FD-8B62-7DA1A4581B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{77910089-AE4F-45FD-8B62-7DA1A4581B7A}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{77910089-AE4F-45FD-8B62-7DA1A4581B7A}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{77910089-AE4F-45FD-8B62-7DA1A4581B7A}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