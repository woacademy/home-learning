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1679912-98C0-4599-8703-E2ABE115F0FE}">
  <a:tblStyle styleId="{F1679912-98C0-4599-8703-E2ABE115F0F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{F1679912-98C0-4599-8703-E2ABE115F0FE}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{F1679912-98C0-4599-8703-E2ABE115F0FE}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{F1679912-98C0-4599-8703-E2ABE115F0FE}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