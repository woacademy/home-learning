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E221007-5E97-47C6-B1C5-14AB6BD2441E}">
  <a:tblStyle styleId="{8E221007-5E97-47C6-B1C5-14AB6BD2441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{8E221007-5E97-47C6-B1C5-14AB6BD2441E}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{8E221007-5E97-47C6-B1C5-14AB6BD2441E}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{8E221007-5E97-47C6-B1C5-14AB6BD2441E}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