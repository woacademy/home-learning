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093893-700B-4747-977B-08E8BAAF9F7B}">
  <a:tblStyle styleId="{76093893-700B-4747-977B-08E8BAAF9F7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{76093893-700B-4747-977B-08E8BAAF9F7B}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{76093893-700B-4747-977B-08E8BAAF9F7B}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{76093893-700B-4747-977B-08E8BAAF9F7B}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