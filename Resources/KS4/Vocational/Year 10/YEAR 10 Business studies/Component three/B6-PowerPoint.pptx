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37A869-69C0-4D88-A9A9-860349A5B599}">
  <a:tblStyle styleId="{B737A869-69C0-4D88-A9A9-860349A5B5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{B737A869-69C0-4D88-A9A9-860349A5B599}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{B737A869-69C0-4D88-A9A9-860349A5B599}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{B737A869-69C0-4D88-A9A9-860349A5B599}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