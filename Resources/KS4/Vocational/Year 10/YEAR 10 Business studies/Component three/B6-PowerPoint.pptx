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349DF7-C66B-41C5-9759-5D51E44EBEB6}">
  <a:tblStyle styleId="{9A349DF7-C66B-41C5-9759-5D51E44EBE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{9A349DF7-C66B-41C5-9759-5D51E44EBEB6}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{9A349DF7-C66B-41C5-9759-5D51E44EBEB6}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{9A349DF7-C66B-41C5-9759-5D51E44EBEB6}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