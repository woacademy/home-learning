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84F83C-A9EB-4414-8E8A-A58C93D26483}">
  <a:tblStyle styleId="{E284F83C-A9EB-4414-8E8A-A58C93D2648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{E284F83C-A9EB-4414-8E8A-A58C93D26483}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{E284F83C-A9EB-4414-8E8A-A58C93D26483}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{E284F83C-A9EB-4414-8E8A-A58C93D26483}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