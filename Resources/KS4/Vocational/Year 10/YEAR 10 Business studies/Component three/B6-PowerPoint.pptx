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9C30118-D0FA-43F4-905C-032B74D21A1F}">
  <a:tblStyle styleId="{39C30118-D0FA-43F4-905C-032B74D21A1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{39C30118-D0FA-43F4-905C-032B74D21A1F}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{39C30118-D0FA-43F4-905C-032B74D21A1F}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{39C30118-D0FA-43F4-905C-032B74D21A1F}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