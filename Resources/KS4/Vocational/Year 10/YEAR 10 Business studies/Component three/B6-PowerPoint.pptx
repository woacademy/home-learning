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8EF9A5-E3EB-46A5-B3F6-0830A9DE0781}">
  <a:tblStyle styleId="{728EF9A5-E3EB-46A5-B3F6-0830A9DE07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{728EF9A5-E3EB-46A5-B3F6-0830A9DE0781}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{728EF9A5-E3EB-46A5-B3F6-0830A9DE0781}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{728EF9A5-E3EB-46A5-B3F6-0830A9DE0781}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