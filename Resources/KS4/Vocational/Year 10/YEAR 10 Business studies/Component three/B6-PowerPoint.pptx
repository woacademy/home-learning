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086973-A094-4D5F-9171-F47F952B3F8D}">
  <a:tblStyle styleId="{A8086973-A094-4D5F-9171-F47F952B3F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{A8086973-A094-4D5F-9171-F47F952B3F8D}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{A8086973-A094-4D5F-9171-F47F952B3F8D}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{A8086973-A094-4D5F-9171-F47F952B3F8D}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