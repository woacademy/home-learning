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9E691C-54CB-43A5-B091-C15C7CD3786B}">
  <a:tblStyle styleId="{899E691C-54CB-43A5-B091-C15C7CD378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{899E691C-54CB-43A5-B091-C15C7CD3786B}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{899E691C-54CB-43A5-B091-C15C7CD3786B}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{899E691C-54CB-43A5-B091-C15C7CD3786B}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