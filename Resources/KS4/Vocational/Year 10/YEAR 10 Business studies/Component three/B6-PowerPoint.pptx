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66F85-56E2-4FEC-9D79-F443672BD5BD}">
  <a:tblStyle styleId="{58A66F85-56E2-4FEC-9D79-F443672BD5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{58A66F85-56E2-4FEC-9D79-F443672BD5BD}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{58A66F85-56E2-4FEC-9D79-F443672BD5BD}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{58A66F85-56E2-4FEC-9D79-F443672BD5BD}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