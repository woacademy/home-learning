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BC51D-09B9-4997-AA1F-46DAA6E0CD2D}">
  <a:tblStyle styleId="{07BBC51D-09B9-4997-AA1F-46DAA6E0CD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{07BBC51D-09B9-4997-AA1F-46DAA6E0CD2D}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{07BBC51D-09B9-4997-AA1F-46DAA6E0CD2D}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{07BBC51D-09B9-4997-AA1F-46DAA6E0CD2D}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