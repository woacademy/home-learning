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48CE67-6A3D-4804-BE37-375D0EAB3277}">
  <a:tblStyle styleId="{C548CE67-6A3D-4804-BE37-375D0EAB327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{C548CE67-6A3D-4804-BE37-375D0EAB3277}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{C548CE67-6A3D-4804-BE37-375D0EAB3277}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{C548CE67-6A3D-4804-BE37-375D0EAB3277}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