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18270B-0610-40B3-9564-4EBEE0E9146C}">
  <a:tblStyle styleId="{5318270B-0610-40B3-9564-4EBEE0E9146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{5318270B-0610-40B3-9564-4EBEE0E9146C}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{5318270B-0610-40B3-9564-4EBEE0E9146C}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{5318270B-0610-40B3-9564-4EBEE0E9146C}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