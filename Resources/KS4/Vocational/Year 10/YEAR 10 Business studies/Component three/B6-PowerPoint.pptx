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CF658F8-CE07-4431-9A8B-90EC0DF64A86}">
  <a:tblStyle styleId="{9CF658F8-CE07-4431-9A8B-90EC0DF64A8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6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{9CF658F8-CE07-4431-9A8B-90EC0DF64A86}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{9CF658F8-CE07-4431-9A8B-90EC0DF64A86}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{9CF658F8-CE07-4431-9A8B-90EC0DF64A86}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