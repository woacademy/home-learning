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2268C-846F-49FC-BBC0-8DF0F6E9B6F5}">
  <a:tblStyle styleId="{7322268C-846F-49FC-BBC0-8DF0F6E9B6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{7322268C-846F-49FC-BBC0-8DF0F6E9B6F5}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{7322268C-846F-49FC-BBC0-8DF0F6E9B6F5}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{7322268C-846F-49FC-BBC0-8DF0F6E9B6F5}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