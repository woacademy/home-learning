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4F7A34-7565-4B55-A140-38A16DBC0487}">
  <a:tblStyle styleId="{324F7A34-7565-4B55-A140-38A16DBC04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{324F7A34-7565-4B55-A140-38A16DBC0487}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{324F7A34-7565-4B55-A140-38A16DBC0487}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{324F7A34-7565-4B55-A140-38A16DBC0487}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