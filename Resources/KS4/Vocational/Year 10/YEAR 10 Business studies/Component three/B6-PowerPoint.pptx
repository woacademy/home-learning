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35BB16-ABA6-424C-8AC7-95EB31BC253F}">
  <a:tblStyle styleId="{E035BB16-ABA6-424C-8AC7-95EB31BC25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{E035BB16-ABA6-424C-8AC7-95EB31BC253F}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{E035BB16-ABA6-424C-8AC7-95EB31BC253F}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{E035BB16-ABA6-424C-8AC7-95EB31BC253F}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