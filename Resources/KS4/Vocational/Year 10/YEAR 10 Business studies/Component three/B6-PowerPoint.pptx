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CCEA99-754A-4E49-BF34-AF2737167A6B}">
  <a:tblStyle styleId="{1DCCEA99-754A-4E49-BF34-AF2737167A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{1DCCEA99-754A-4E49-BF34-AF2737167A6B}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{1DCCEA99-754A-4E49-BF34-AF2737167A6B}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{1DCCEA99-754A-4E49-BF34-AF2737167A6B}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