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85EA6-9A58-4B91-AAA7-83F7145DE4B8}">
  <a:tblStyle styleId="{DE885EA6-9A58-4B91-AAA7-83F7145DE4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{DE885EA6-9A58-4B91-AAA7-83F7145DE4B8}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{DE885EA6-9A58-4B91-AAA7-83F7145DE4B8}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{DE885EA6-9A58-4B91-AAA7-83F7145DE4B8}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