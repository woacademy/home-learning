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BC973D-2D64-4004-B556-C7D7E828B454}">
  <a:tblStyle styleId="{5CBC973D-2D64-4004-B556-C7D7E828B4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{5CBC973D-2D64-4004-B556-C7D7E828B454}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{5CBC973D-2D64-4004-B556-C7D7E828B454}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{5CBC973D-2D64-4004-B556-C7D7E828B454}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