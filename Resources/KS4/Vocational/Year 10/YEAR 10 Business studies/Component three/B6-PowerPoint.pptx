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77AE3A-40FC-4C1E-88CC-073C0E44CC49}">
  <a:tblStyle styleId="{3777AE3A-40FC-4C1E-88CC-073C0E44CC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{3777AE3A-40FC-4C1E-88CC-073C0E44CC49}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{3777AE3A-40FC-4C1E-88CC-073C0E44CC49}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{3777AE3A-40FC-4C1E-88CC-073C0E44CC49}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