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59211D-38AC-483B-98CF-363A2C40DC67}">
  <a:tblStyle styleId="{E259211D-38AC-483B-98CF-363A2C40DC6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{E259211D-38AC-483B-98CF-363A2C40DC67}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{E259211D-38AC-483B-98CF-363A2C40DC67}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{E259211D-38AC-483B-98CF-363A2C40DC67}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