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6ED91A7-8DAA-49C3-BF32-CF3F3A5DD798}">
  <a:tblStyle styleId="{56ED91A7-8DAA-49C3-BF32-CF3F3A5DD7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{56ED91A7-8DAA-49C3-BF32-CF3F3A5DD798}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{56ED91A7-8DAA-49C3-BF32-CF3F3A5DD798}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{56ED91A7-8DAA-49C3-BF32-CF3F3A5DD798}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