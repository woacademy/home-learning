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E16CE0-4A1D-4CF4-AAAD-F7840F848CE2}">
  <a:tblStyle styleId="{D8E16CE0-4A1D-4CF4-AAAD-F7840F848CE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{D8E16CE0-4A1D-4CF4-AAAD-F7840F848CE2}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{D8E16CE0-4A1D-4CF4-AAAD-F7840F848CE2}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{D8E16CE0-4A1D-4CF4-AAAD-F7840F848CE2}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