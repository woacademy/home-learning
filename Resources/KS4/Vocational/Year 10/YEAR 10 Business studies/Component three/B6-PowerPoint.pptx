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EB10A8-E15E-4E5F-BE85-B6A95120DCA1}">
  <a:tblStyle styleId="{8DEB10A8-E15E-4E5F-BE85-B6A95120DC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{8DEB10A8-E15E-4E5F-BE85-B6A95120DCA1}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{8DEB10A8-E15E-4E5F-BE85-B6A95120DCA1}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{8DEB10A8-E15E-4E5F-BE85-B6A95120DCA1}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