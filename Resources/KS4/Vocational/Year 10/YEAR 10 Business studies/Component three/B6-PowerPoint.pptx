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977A1E-5484-494F-925C-1FAA04D3663E}">
  <a:tblStyle styleId="{87977A1E-5484-494F-925C-1FAA04D3663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{87977A1E-5484-494F-925C-1FAA04D3663E}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{87977A1E-5484-494F-925C-1FAA04D3663E}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{87977A1E-5484-494F-925C-1FAA04D3663E}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