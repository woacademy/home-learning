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625769-44CD-4738-89D6-F1809F95CC3A}">
  <a:tblStyle styleId="{60625769-44CD-4738-89D6-F1809F95CC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{60625769-44CD-4738-89D6-F1809F95CC3A}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{60625769-44CD-4738-89D6-F1809F95CC3A}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{60625769-44CD-4738-89D6-F1809F95CC3A}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