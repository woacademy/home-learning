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C544F5-410D-4106-AA19-15FE9B32153C}">
  <a:tblStyle styleId="{2BC544F5-410D-4106-AA19-15FE9B3215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{2BC544F5-410D-4106-AA19-15FE9B32153C}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{2BC544F5-410D-4106-AA19-15FE9B32153C}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{2BC544F5-410D-4106-AA19-15FE9B32153C}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