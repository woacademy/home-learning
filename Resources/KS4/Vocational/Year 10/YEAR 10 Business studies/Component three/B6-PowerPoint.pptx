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87F958-EA57-44E3-ABB6-547A983454A5}">
  <a:tblStyle styleId="{BC87F958-EA57-44E3-ABB6-547A983454A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{BC87F958-EA57-44E3-ABB6-547A983454A5}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{BC87F958-EA57-44E3-ABB6-547A983454A5}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{BC87F958-EA57-44E3-ABB6-547A983454A5}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