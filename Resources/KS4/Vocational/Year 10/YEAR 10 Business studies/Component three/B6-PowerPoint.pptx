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7E0188-91EE-48E0-B56E-ABF608A24244}">
  <a:tblStyle styleId="{467E0188-91EE-48E0-B56E-ABF608A242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{467E0188-91EE-48E0-B56E-ABF608A24244}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{467E0188-91EE-48E0-B56E-ABF608A24244}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{467E0188-91EE-48E0-B56E-ABF608A24244}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