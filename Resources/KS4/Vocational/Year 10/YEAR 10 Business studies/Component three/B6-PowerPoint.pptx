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7AA8BA-5E77-4AA8-85F0-E5E3DC3E65DB}">
  <a:tblStyle styleId="{207AA8BA-5E77-4AA8-85F0-E5E3DC3E65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{207AA8BA-5E77-4AA8-85F0-E5E3DC3E65DB}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{207AA8BA-5E77-4AA8-85F0-E5E3DC3E65DB}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{207AA8BA-5E77-4AA8-85F0-E5E3DC3E65DB}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