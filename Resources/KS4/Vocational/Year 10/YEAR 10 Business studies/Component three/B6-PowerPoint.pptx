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464B2DD-E68D-47E3-AB75-AF343300C2C3}">
  <a:tblStyle styleId="{F464B2DD-E68D-47E3-AB75-AF343300C2C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{F464B2DD-E68D-47E3-AB75-AF343300C2C3}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{F464B2DD-E68D-47E3-AB75-AF343300C2C3}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{F464B2DD-E68D-47E3-AB75-AF343300C2C3}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