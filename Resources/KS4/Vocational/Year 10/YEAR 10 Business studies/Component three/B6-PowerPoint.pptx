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1CF353-DFC3-4B1A-BA4B-9B3441F3677C}">
  <a:tblStyle styleId="{5E1CF353-DFC3-4B1A-BA4B-9B3441F367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{5E1CF353-DFC3-4B1A-BA4B-9B3441F3677C}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{5E1CF353-DFC3-4B1A-BA4B-9B3441F3677C}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{5E1CF353-DFC3-4B1A-BA4B-9B3441F3677C}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