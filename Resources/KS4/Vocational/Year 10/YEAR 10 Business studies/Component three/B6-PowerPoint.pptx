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A9F6D8-A307-496F-B25A-FB91B211218C}">
  <a:tblStyle styleId="{CFA9F6D8-A307-496F-B25A-FB91B21121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{CFA9F6D8-A307-496F-B25A-FB91B211218C}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{CFA9F6D8-A307-496F-B25A-FB91B211218C}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{CFA9F6D8-A307-496F-B25A-FB91B211218C}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