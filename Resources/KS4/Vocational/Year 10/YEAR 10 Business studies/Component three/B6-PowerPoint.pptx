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097FC95-95BB-443E-8DB2-B161FBA16A4C}">
  <a:tblStyle styleId="{5097FC95-95BB-443E-8DB2-B161FBA16A4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{5097FC95-95BB-443E-8DB2-B161FBA16A4C}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{5097FC95-95BB-443E-8DB2-B161FBA16A4C}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{5097FC95-95BB-443E-8DB2-B161FBA16A4C}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