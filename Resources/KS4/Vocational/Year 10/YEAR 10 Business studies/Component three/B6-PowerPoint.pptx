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A6EFC2-3620-4026-BB35-9EE35BAEC085}">
  <a:tblStyle styleId="{AAA6EFC2-3620-4026-BB35-9EE35BAEC08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{AAA6EFC2-3620-4026-BB35-9EE35BAEC085}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{AAA6EFC2-3620-4026-BB35-9EE35BAEC085}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{AAA6EFC2-3620-4026-BB35-9EE35BAEC085}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