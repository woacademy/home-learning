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3E7C6C-788B-4ACA-9A95-2570EED185D1}">
  <a:tblStyle styleId="{653E7C6C-788B-4ACA-9A95-2570EED185D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{653E7C6C-788B-4ACA-9A95-2570EED185D1}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{653E7C6C-788B-4ACA-9A95-2570EED185D1}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{653E7C6C-788B-4ACA-9A95-2570EED185D1}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