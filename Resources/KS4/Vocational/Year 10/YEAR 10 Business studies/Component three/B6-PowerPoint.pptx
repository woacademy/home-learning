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D97CA5-0C12-42E6-90F8-BB79A05CFCD9}">
  <a:tblStyle styleId="{5FD97CA5-0C12-42E6-90F8-BB79A05CFC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{5FD97CA5-0C12-42E6-90F8-BB79A05CFCD9}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{5FD97CA5-0C12-42E6-90F8-BB79A05CFCD9}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{5FD97CA5-0C12-42E6-90F8-BB79A05CFCD9}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