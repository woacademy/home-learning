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C849F3-AAC5-4FFE-9F77-4284484CC5C2}">
  <a:tblStyle styleId="{2CC849F3-AAC5-4FFE-9F77-4284484CC5C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{2CC849F3-AAC5-4FFE-9F77-4284484CC5C2}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{2CC849F3-AAC5-4FFE-9F77-4284484CC5C2}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{2CC849F3-AAC5-4FFE-9F77-4284484CC5C2}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