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72EDB-FFE4-46F9-89C4-7BF45F019F18}">
  <a:tblStyle styleId="{7B572EDB-FFE4-46F9-89C4-7BF45F019F1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{7B572EDB-FFE4-46F9-89C4-7BF45F019F18}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{7B572EDB-FFE4-46F9-89C4-7BF45F019F18}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{7B572EDB-FFE4-46F9-89C4-7BF45F019F18}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