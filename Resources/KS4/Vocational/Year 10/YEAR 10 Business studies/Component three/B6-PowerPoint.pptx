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136E33-A210-4CF8-AA54-9CA5D72045B3}">
  <a:tblStyle styleId="{66136E33-A210-4CF8-AA54-9CA5D72045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{66136E33-A210-4CF8-AA54-9CA5D72045B3}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{66136E33-A210-4CF8-AA54-9CA5D72045B3}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{66136E33-A210-4CF8-AA54-9CA5D72045B3}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