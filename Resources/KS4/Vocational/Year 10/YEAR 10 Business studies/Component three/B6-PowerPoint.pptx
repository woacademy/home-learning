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3F38DA-4381-4ACE-A3C0-2D3B1418BCD8}">
  <a:tblStyle styleId="{6B3F38DA-4381-4ACE-A3C0-2D3B1418BC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{6B3F38DA-4381-4ACE-A3C0-2D3B1418BCD8}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{6B3F38DA-4381-4ACE-A3C0-2D3B1418BCD8}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{6B3F38DA-4381-4ACE-A3C0-2D3B1418BCD8}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