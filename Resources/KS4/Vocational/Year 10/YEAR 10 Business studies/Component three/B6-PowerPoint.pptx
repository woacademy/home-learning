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48FFF8-4676-4019-8568-2C5A9480BD49}">
  <a:tblStyle styleId="{CA48FFF8-4676-4019-8568-2C5A9480BD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{CA48FFF8-4676-4019-8568-2C5A9480BD49}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{CA48FFF8-4676-4019-8568-2C5A9480BD49}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{CA48FFF8-4676-4019-8568-2C5A9480BD49}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