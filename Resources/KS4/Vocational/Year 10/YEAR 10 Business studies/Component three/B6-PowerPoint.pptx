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B9D1D10-DF23-4A86-AD37-F6DC6AB2B56B}">
  <a:tblStyle styleId="{FB9D1D10-DF23-4A86-AD37-F6DC6AB2B56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{FB9D1D10-DF23-4A86-AD37-F6DC6AB2B56B}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{FB9D1D10-DF23-4A86-AD37-F6DC6AB2B56B}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{FB9D1D10-DF23-4A86-AD37-F6DC6AB2B56B}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