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D3B7A3-F44E-4516-96A2-247F2A3C4EF1}">
  <a:tblStyle styleId="{C0D3B7A3-F44E-4516-96A2-247F2A3C4EF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{C0D3B7A3-F44E-4516-96A2-247F2A3C4EF1}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{C0D3B7A3-F44E-4516-96A2-247F2A3C4EF1}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{C0D3B7A3-F44E-4516-96A2-247F2A3C4EF1}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