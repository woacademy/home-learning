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7EA2F4-7D9A-4EBD-AF37-2ED6DC5B04BE}">
  <a:tblStyle styleId="{8F7EA2F4-7D9A-4EBD-AF37-2ED6DC5B04B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{8F7EA2F4-7D9A-4EBD-AF37-2ED6DC5B04BE}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{8F7EA2F4-7D9A-4EBD-AF37-2ED6DC5B04BE}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{8F7EA2F4-7D9A-4EBD-AF37-2ED6DC5B04BE}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