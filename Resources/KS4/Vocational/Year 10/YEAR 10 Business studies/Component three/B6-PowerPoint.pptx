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607FB5-3ADA-45E8-B83D-4818D97E19E0}">
  <a:tblStyle styleId="{27607FB5-3ADA-45E8-B83D-4818D97E19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{27607FB5-3ADA-45E8-B83D-4818D97E19E0}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{27607FB5-3ADA-45E8-B83D-4818D97E19E0}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{27607FB5-3ADA-45E8-B83D-4818D97E19E0}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