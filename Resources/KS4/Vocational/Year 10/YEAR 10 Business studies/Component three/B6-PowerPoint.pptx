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80E5DB-E441-457E-9A64-FEA1A7ADB108}">
  <a:tblStyle styleId="{7B80E5DB-E441-457E-9A64-FEA1A7ADB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{7B80E5DB-E441-457E-9A64-FEA1A7ADB108}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{7B80E5DB-E441-457E-9A64-FEA1A7ADB108}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{7B80E5DB-E441-457E-9A64-FEA1A7ADB108}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