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739B0A8-D24B-4294-8F33-65CA4D4743BB}">
  <a:tblStyle styleId="{E739B0A8-D24B-4294-8F33-65CA4D4743BB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{E739B0A8-D24B-4294-8F33-65CA4D4743BB}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{E739B0A8-D24B-4294-8F33-65CA4D4743BB}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{E739B0A8-D24B-4294-8F33-65CA4D4743BB}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