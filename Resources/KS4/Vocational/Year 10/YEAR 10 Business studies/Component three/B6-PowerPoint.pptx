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9B339B-E2E6-45D4-8417-27845DA91901}">
  <a:tblStyle styleId="{749B339B-E2E6-45D4-8417-27845DA919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{749B339B-E2E6-45D4-8417-27845DA91901}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{749B339B-E2E6-45D4-8417-27845DA91901}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{749B339B-E2E6-45D4-8417-27845DA91901}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