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E5FB31-FF2C-4008-996E-935EFDBBDB4A}">
  <a:tblStyle styleId="{EBE5FB31-FF2C-4008-996E-935EFDBBDB4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{EBE5FB31-FF2C-4008-996E-935EFDBBDB4A}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{EBE5FB31-FF2C-4008-996E-935EFDBBDB4A}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{EBE5FB31-FF2C-4008-996E-935EFDBBDB4A}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