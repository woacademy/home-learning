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0A63B32-5B8B-46F4-842B-685A98F0447A}">
  <a:tblStyle styleId="{40A63B32-5B8B-46F4-842B-685A98F0447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{40A63B32-5B8B-46F4-842B-685A98F0447A}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{40A63B32-5B8B-46F4-842B-685A98F0447A}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{40A63B32-5B8B-46F4-842B-685A98F0447A}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