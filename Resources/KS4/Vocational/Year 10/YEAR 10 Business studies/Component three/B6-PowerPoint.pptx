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3F2D11-ABB5-4D7C-BFE4-D6BB41BDF426}">
  <a:tblStyle styleId="{3A3F2D11-ABB5-4D7C-BFE4-D6BB41BDF42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{3A3F2D11-ABB5-4D7C-BFE4-D6BB41BDF426}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{3A3F2D11-ABB5-4D7C-BFE4-D6BB41BDF426}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{3A3F2D11-ABB5-4D7C-BFE4-D6BB41BDF426}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