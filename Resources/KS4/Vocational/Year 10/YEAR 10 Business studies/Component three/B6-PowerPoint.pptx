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D36A673-4D90-4435-A373-20D8AE7A5C1C}">
  <a:tblStyle styleId="{3D36A673-4D90-4435-A373-20D8AE7A5C1C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6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{3D36A673-4D90-4435-A373-20D8AE7A5C1C}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{3D36A673-4D90-4435-A373-20D8AE7A5C1C}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{3D36A673-4D90-4435-A373-20D8AE7A5C1C}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