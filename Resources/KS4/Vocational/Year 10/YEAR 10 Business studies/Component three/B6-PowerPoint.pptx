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187C58-526B-4C35-BE5B-E50B3C4EDBDB}">
  <a:tblStyle styleId="{13187C58-526B-4C35-BE5B-E50B3C4EDB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{13187C58-526B-4C35-BE5B-E50B3C4EDBDB}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{13187C58-526B-4C35-BE5B-E50B3C4EDBDB}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{13187C58-526B-4C35-BE5B-E50B3C4EDBDB}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