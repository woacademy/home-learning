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A9B448-5F73-4F0F-BD5B-E8084ADA1440}">
  <a:tblStyle styleId="{88A9B448-5F73-4F0F-BD5B-E8084ADA144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{88A9B448-5F73-4F0F-BD5B-E8084ADA1440}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{88A9B448-5F73-4F0F-BD5B-E8084ADA1440}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{88A9B448-5F73-4F0F-BD5B-E8084ADA1440}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