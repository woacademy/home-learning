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F21E6-BB5E-4DBB-936B-A8E0ABE750B6}">
  <a:tblStyle styleId="{73CF21E6-BB5E-4DBB-936B-A8E0ABE750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{73CF21E6-BB5E-4DBB-936B-A8E0ABE750B6}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{73CF21E6-BB5E-4DBB-936B-A8E0ABE750B6}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{73CF21E6-BB5E-4DBB-936B-A8E0ABE750B6}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