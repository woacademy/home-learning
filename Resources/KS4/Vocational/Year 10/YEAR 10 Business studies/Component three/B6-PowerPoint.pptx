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2AF123-264F-48BB-8B8D-ED916158A336}">
  <a:tblStyle styleId="{7C2AF123-264F-48BB-8B8D-ED916158A3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{7C2AF123-264F-48BB-8B8D-ED916158A336}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{7C2AF123-264F-48BB-8B8D-ED916158A336}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{7C2AF123-264F-48BB-8B8D-ED916158A336}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