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0EADD3-EF24-4EAA-AF87-E6F8B3ED9C14}">
  <a:tblStyle styleId="{1C0EADD3-EF24-4EAA-AF87-E6F8B3ED9C1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{1C0EADD3-EF24-4EAA-AF87-E6F8B3ED9C14}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{1C0EADD3-EF24-4EAA-AF87-E6F8B3ED9C14}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{1C0EADD3-EF24-4EAA-AF87-E6F8B3ED9C14}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