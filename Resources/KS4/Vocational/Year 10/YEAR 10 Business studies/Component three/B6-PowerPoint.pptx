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F460F8-0E51-4BF2-824D-E4DC38CBC7AE}">
  <a:tblStyle styleId="{DAF460F8-0E51-4BF2-824D-E4DC38CBC7A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{DAF460F8-0E51-4BF2-824D-E4DC38CBC7AE}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{DAF460F8-0E51-4BF2-824D-E4DC38CBC7AE}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{DAF460F8-0E51-4BF2-824D-E4DC38CBC7AE}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