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E70B6FC-BA8D-47EC-B714-EDFB86177B34}">
  <a:tblStyle styleId="{FE70B6FC-BA8D-47EC-B714-EDFB86177B3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{FE70B6FC-BA8D-47EC-B714-EDFB86177B34}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{FE70B6FC-BA8D-47EC-B714-EDFB86177B34}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{FE70B6FC-BA8D-47EC-B714-EDFB86177B34}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