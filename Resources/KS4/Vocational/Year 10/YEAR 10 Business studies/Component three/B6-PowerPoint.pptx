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F3D1D4-FF3E-41D4-A213-949B54F66390}">
  <a:tblStyle styleId="{97F3D1D4-FF3E-41D4-A213-949B54F663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{97F3D1D4-FF3E-41D4-A213-949B54F66390}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{97F3D1D4-FF3E-41D4-A213-949B54F66390}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{97F3D1D4-FF3E-41D4-A213-949B54F66390}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