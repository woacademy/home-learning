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1E18E7F-84C4-4342-A0D2-52B7B79676E7}">
  <a:tblStyle styleId="{01E18E7F-84C4-4342-A0D2-52B7B79676E7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{01E18E7F-84C4-4342-A0D2-52B7B79676E7}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{01E18E7F-84C4-4342-A0D2-52B7B79676E7}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{01E18E7F-84C4-4342-A0D2-52B7B79676E7}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