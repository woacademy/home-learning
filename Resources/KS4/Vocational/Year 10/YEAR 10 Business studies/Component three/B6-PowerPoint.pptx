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C48206-4AB3-494D-8DFB-36783921D6FF}">
  <a:tblStyle styleId="{7EC48206-4AB3-494D-8DFB-36783921D6F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{7EC48206-4AB3-494D-8DFB-36783921D6FF}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{7EC48206-4AB3-494D-8DFB-36783921D6FF}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{7EC48206-4AB3-494D-8DFB-36783921D6FF}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