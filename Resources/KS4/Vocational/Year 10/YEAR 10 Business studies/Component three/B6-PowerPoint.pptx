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02CE8-E1CD-4E54-88AA-DACC7953CE21}">
  <a:tblStyle styleId="{33102CE8-E1CD-4E54-88AA-DACC7953CE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{33102CE8-E1CD-4E54-88AA-DACC7953CE21}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{33102CE8-E1CD-4E54-88AA-DACC7953CE21}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{33102CE8-E1CD-4E54-88AA-DACC7953CE21}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