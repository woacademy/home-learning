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016445-4AA9-4926-AF69-1BF1A4E94B26}">
  <a:tblStyle styleId="{A5016445-4AA9-4926-AF69-1BF1A4E94B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{A5016445-4AA9-4926-AF69-1BF1A4E94B26}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{A5016445-4AA9-4926-AF69-1BF1A4E94B26}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{A5016445-4AA9-4926-AF69-1BF1A4E94B26}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