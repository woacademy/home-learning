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2F3D91-71AA-4C47-96E3-1075506D9105}">
  <a:tblStyle styleId="{802F3D91-71AA-4C47-96E3-1075506D910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{802F3D91-71AA-4C47-96E3-1075506D9105}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{802F3D91-71AA-4C47-96E3-1075506D9105}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{802F3D91-71AA-4C47-96E3-1075506D9105}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