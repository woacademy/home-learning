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B9C6E-5049-4ACB-A4E4-5EED33538E91}">
  <a:tblStyle styleId="{8FAB9C6E-5049-4ACB-A4E4-5EED33538E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{8FAB9C6E-5049-4ACB-A4E4-5EED33538E91}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{8FAB9C6E-5049-4ACB-A4E4-5EED33538E91}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{8FAB9C6E-5049-4ACB-A4E4-5EED33538E91}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