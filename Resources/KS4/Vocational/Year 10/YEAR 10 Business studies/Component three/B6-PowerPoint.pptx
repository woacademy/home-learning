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A4C0EB-7B67-4EE0-89AE-B1121312A1B2}">
  <a:tblStyle styleId="{22A4C0EB-7B67-4EE0-89AE-B1121312A1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{22A4C0EB-7B67-4EE0-89AE-B1121312A1B2}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{22A4C0EB-7B67-4EE0-89AE-B1121312A1B2}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{22A4C0EB-7B67-4EE0-89AE-B1121312A1B2}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