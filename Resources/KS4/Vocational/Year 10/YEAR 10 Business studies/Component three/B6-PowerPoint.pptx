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E89B1A-6A43-493C-ABE0-54C198C60D39}">
  <a:tblStyle styleId="{20E89B1A-6A43-493C-ABE0-54C198C60D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{20E89B1A-6A43-493C-ABE0-54C198C60D39}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{20E89B1A-6A43-493C-ABE0-54C198C60D39}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{20E89B1A-6A43-493C-ABE0-54C198C60D39}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