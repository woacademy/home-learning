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16151B-8BDA-4283-8899-878B353B43F9}">
  <a:tblStyle styleId="{9B16151B-8BDA-4283-8899-878B353B43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{9B16151B-8BDA-4283-8899-878B353B43F9}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{9B16151B-8BDA-4283-8899-878B353B43F9}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{9B16151B-8BDA-4283-8899-878B353B43F9}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