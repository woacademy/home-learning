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B170CCC-C57D-421E-BED4-DEEADEA40488}">
  <a:tblStyle styleId="{9B170CCC-C57D-421E-BED4-DEEADEA4048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{9B170CCC-C57D-421E-BED4-DEEADEA40488}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{9B170CCC-C57D-421E-BED4-DEEADEA40488}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{9B170CCC-C57D-421E-BED4-DEEADEA40488}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