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D2D3A6-3287-4D65-88D4-EA2141E598DE}">
  <a:tblStyle styleId="{36D2D3A6-3287-4D65-88D4-EA2141E598D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{36D2D3A6-3287-4D65-88D4-EA2141E598DE}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{36D2D3A6-3287-4D65-88D4-EA2141E598DE}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{36D2D3A6-3287-4D65-88D4-EA2141E598DE}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