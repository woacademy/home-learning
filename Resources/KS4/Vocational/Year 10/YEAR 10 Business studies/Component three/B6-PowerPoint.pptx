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89A9DA-3A73-4FA6-9E52-0422445FA8B2}">
  <a:tblStyle styleId="{C389A9DA-3A73-4FA6-9E52-0422445FA8B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{C389A9DA-3A73-4FA6-9E52-0422445FA8B2}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{C389A9DA-3A73-4FA6-9E52-0422445FA8B2}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{C389A9DA-3A73-4FA6-9E52-0422445FA8B2}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