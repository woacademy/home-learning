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4E58C-DEC3-4B03-946D-E4EDCCA10FA6}">
  <a:tblStyle styleId="{3BF4E58C-DEC3-4B03-946D-E4EDCCA10F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{3BF4E58C-DEC3-4B03-946D-E4EDCCA10FA6}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{3BF4E58C-DEC3-4B03-946D-E4EDCCA10FA6}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{3BF4E58C-DEC3-4B03-946D-E4EDCCA10FA6}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