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35BB1AC-D73F-4931-9DAA-5BE0276241DA}">
  <a:tblStyle styleId="{D35BB1AC-D73F-4931-9DAA-5BE0276241D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{D35BB1AC-D73F-4931-9DAA-5BE0276241DA}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{D35BB1AC-D73F-4931-9DAA-5BE0276241DA}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{D35BB1AC-D73F-4931-9DAA-5BE0276241DA}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