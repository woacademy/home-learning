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43C679-E0AA-47FE-BE4C-1DA7EEDC1974}">
  <a:tblStyle styleId="{6D43C679-E0AA-47FE-BE4C-1DA7EEDC19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{6D43C679-E0AA-47FE-BE4C-1DA7EEDC1974}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{6D43C679-E0AA-47FE-BE4C-1DA7EEDC1974}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{6D43C679-E0AA-47FE-BE4C-1DA7EEDC1974}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