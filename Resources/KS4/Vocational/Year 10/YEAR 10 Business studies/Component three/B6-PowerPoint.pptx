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EA625B-7680-47D6-A34A-9F1D4B0FDDC4}">
  <a:tblStyle styleId="{5FEA625B-7680-47D6-A34A-9F1D4B0FDDC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{5FEA625B-7680-47D6-A34A-9F1D4B0FDDC4}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{5FEA625B-7680-47D6-A34A-9F1D4B0FDDC4}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{5FEA625B-7680-47D6-A34A-9F1D4B0FDDC4}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