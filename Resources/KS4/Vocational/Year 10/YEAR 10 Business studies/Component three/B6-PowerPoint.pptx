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CCF7C-FAB7-4BBF-A5D2-1E92BCA7B7D9}">
  <a:tblStyle styleId="{915CCF7C-FAB7-4BBF-A5D2-1E92BCA7B7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{915CCF7C-FAB7-4BBF-A5D2-1E92BCA7B7D9}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{915CCF7C-FAB7-4BBF-A5D2-1E92BCA7B7D9}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{915CCF7C-FAB7-4BBF-A5D2-1E92BCA7B7D9}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