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BD863B-CA7F-406F-8383-64EBA76A74BF}">
  <a:tblStyle styleId="{08BD863B-CA7F-406F-8383-64EBA76A74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{08BD863B-CA7F-406F-8383-64EBA76A74BF}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{08BD863B-CA7F-406F-8383-64EBA76A74BF}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{08BD863B-CA7F-406F-8383-64EBA76A74BF}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