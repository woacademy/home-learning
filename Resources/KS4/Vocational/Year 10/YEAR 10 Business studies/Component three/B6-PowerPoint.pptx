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70544A-4285-4BE2-A49C-0E0B1320F64B}">
  <a:tblStyle styleId="{8170544A-4285-4BE2-A49C-0E0B1320F6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{8170544A-4285-4BE2-A49C-0E0B1320F64B}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{8170544A-4285-4BE2-A49C-0E0B1320F64B}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{8170544A-4285-4BE2-A49C-0E0B1320F64B}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