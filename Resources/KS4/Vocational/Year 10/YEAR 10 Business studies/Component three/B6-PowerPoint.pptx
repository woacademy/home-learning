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7B870B-1D52-44D6-A29C-AE1115C5CD75}">
  <a:tblStyle styleId="{D27B870B-1D52-44D6-A29C-AE1115C5CD7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{D27B870B-1D52-44D6-A29C-AE1115C5CD75}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{D27B870B-1D52-44D6-A29C-AE1115C5CD75}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{D27B870B-1D52-44D6-A29C-AE1115C5CD75}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