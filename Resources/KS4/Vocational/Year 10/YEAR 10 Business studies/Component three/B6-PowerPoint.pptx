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8F043E-C05D-4FA8-A10F-BED451A42E71}">
  <a:tblStyle styleId="{C48F043E-C05D-4FA8-A10F-BED451A42E7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{C48F043E-C05D-4FA8-A10F-BED451A42E71}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{C48F043E-C05D-4FA8-A10F-BED451A42E71}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{C48F043E-C05D-4FA8-A10F-BED451A42E71}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