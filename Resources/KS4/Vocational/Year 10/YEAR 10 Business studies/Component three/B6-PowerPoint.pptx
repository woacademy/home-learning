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38530F9-00BD-4E73-9AD8-3D32A4C11A2F}">
  <a:tblStyle styleId="{C38530F9-00BD-4E73-9AD8-3D32A4C11A2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{C38530F9-00BD-4E73-9AD8-3D32A4C11A2F}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{C38530F9-00BD-4E73-9AD8-3D32A4C11A2F}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{C38530F9-00BD-4E73-9AD8-3D32A4C11A2F}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