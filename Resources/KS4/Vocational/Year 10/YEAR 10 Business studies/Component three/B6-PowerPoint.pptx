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DFDD2-FC23-4C44-A5E4-3E7BFE25E3C9}">
  <a:tblStyle styleId="{BA3DFDD2-FC23-4C44-A5E4-3E7BFE25E3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{BA3DFDD2-FC23-4C44-A5E4-3E7BFE25E3C9}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{BA3DFDD2-FC23-4C44-A5E4-3E7BFE25E3C9}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{BA3DFDD2-FC23-4C44-A5E4-3E7BFE25E3C9}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