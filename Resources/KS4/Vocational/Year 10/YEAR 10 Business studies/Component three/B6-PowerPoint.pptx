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3B8650-CDA9-4792-A7CD-9097A374F52D}">
  <a:tblStyle styleId="{883B8650-CDA9-4792-A7CD-9097A374F5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{883B8650-CDA9-4792-A7CD-9097A374F52D}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{883B8650-CDA9-4792-A7CD-9097A374F52D}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{883B8650-CDA9-4792-A7CD-9097A374F52D}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