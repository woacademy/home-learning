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9D6D35-A2D0-4A71-BF86-E501E61F5DDF}">
  <a:tblStyle styleId="{ED9D6D35-A2D0-4A71-BF86-E501E61F5D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{ED9D6D35-A2D0-4A71-BF86-E501E61F5DDF}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{ED9D6D35-A2D0-4A71-BF86-E501E61F5DDF}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{ED9D6D35-A2D0-4A71-BF86-E501E61F5DDF}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