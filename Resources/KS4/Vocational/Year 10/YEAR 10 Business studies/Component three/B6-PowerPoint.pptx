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82E4FE-845C-4444-AE2A-A3675BF6A168}">
  <a:tblStyle styleId="{4A82E4FE-845C-4444-AE2A-A3675BF6A1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{4A82E4FE-845C-4444-AE2A-A3675BF6A168}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{4A82E4FE-845C-4444-AE2A-A3675BF6A168}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{4A82E4FE-845C-4444-AE2A-A3675BF6A168}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