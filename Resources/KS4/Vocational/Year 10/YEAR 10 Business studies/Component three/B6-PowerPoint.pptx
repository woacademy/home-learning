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44D3DB-F74F-426E-9341-732A06A9D82E}">
  <a:tblStyle styleId="{C144D3DB-F74F-426E-9341-732A06A9D8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{C144D3DB-F74F-426E-9341-732A06A9D82E}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{C144D3DB-F74F-426E-9341-732A06A9D82E}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{C144D3DB-F74F-426E-9341-732A06A9D82E}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