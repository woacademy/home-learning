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1CACB6-5526-446D-85D4-DFBB018EF4CE}">
  <a:tblStyle styleId="{361CACB6-5526-446D-85D4-DFBB018EF4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{361CACB6-5526-446D-85D4-DFBB018EF4CE}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{361CACB6-5526-446D-85D4-DFBB018EF4CE}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{361CACB6-5526-446D-85D4-DFBB018EF4CE}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