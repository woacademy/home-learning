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DF45AC-EC04-4C5C-A400-83CCCFE4C80E}">
  <a:tblStyle styleId="{2EDF45AC-EC04-4C5C-A400-83CCCFE4C8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{2EDF45AC-EC04-4C5C-A400-83CCCFE4C80E}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{2EDF45AC-EC04-4C5C-A400-83CCCFE4C80E}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{2EDF45AC-EC04-4C5C-A400-83CCCFE4C80E}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