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ECD2BC-8E69-4B89-9DAD-51D1A07D7B3E}">
  <a:tblStyle styleId="{E0ECD2BC-8E69-4B89-9DAD-51D1A07D7B3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{E0ECD2BC-8E69-4B89-9DAD-51D1A07D7B3E}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{E0ECD2BC-8E69-4B89-9DAD-51D1A07D7B3E}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{E0ECD2BC-8E69-4B89-9DAD-51D1A07D7B3E}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