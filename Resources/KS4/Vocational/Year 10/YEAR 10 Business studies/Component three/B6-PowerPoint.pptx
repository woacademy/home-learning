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AAD9F33-DD9B-4963-8EF3-C2601B2AA481}">
  <a:tblStyle styleId="{3AAD9F33-DD9B-4963-8EF3-C2601B2AA48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{3AAD9F33-DD9B-4963-8EF3-C2601B2AA481}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{3AAD9F33-DD9B-4963-8EF3-C2601B2AA481}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{3AAD9F33-DD9B-4963-8EF3-C2601B2AA481}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