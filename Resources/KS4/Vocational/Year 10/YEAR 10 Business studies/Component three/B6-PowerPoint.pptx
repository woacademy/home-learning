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A8BE61-D00E-42FD-A161-00CA6850985C}">
  <a:tblStyle styleId="{0EA8BE61-D00E-42FD-A161-00CA685098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{0EA8BE61-D00E-42FD-A161-00CA6850985C}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{0EA8BE61-D00E-42FD-A161-00CA6850985C}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{0EA8BE61-D00E-42FD-A161-00CA6850985C}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