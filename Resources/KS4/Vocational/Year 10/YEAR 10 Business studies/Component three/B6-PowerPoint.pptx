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143BC5-7E78-434D-9EA4-9C2A2653D90B}">
  <a:tblStyle styleId="{32143BC5-7E78-434D-9EA4-9C2A2653D90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{32143BC5-7E78-434D-9EA4-9C2A2653D90B}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{32143BC5-7E78-434D-9EA4-9C2A2653D90B}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{32143BC5-7E78-434D-9EA4-9C2A2653D90B}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