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FA2509-ACE5-4DE9-90E7-F9A204F203CE}">
  <a:tblStyle styleId="{C6FA2509-ACE5-4DE9-90E7-F9A204F203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{C6FA2509-ACE5-4DE9-90E7-F9A204F203CE}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{C6FA2509-ACE5-4DE9-90E7-F9A204F203CE}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{C6FA2509-ACE5-4DE9-90E7-F9A204F203CE}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