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EE7DAD-0A9B-4C2C-9888-3EA4A4632EA0}">
  <a:tblStyle styleId="{A6EE7DAD-0A9B-4C2C-9888-3EA4A4632E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{A6EE7DAD-0A9B-4C2C-9888-3EA4A4632EA0}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{A6EE7DAD-0A9B-4C2C-9888-3EA4A4632EA0}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{A6EE7DAD-0A9B-4C2C-9888-3EA4A4632EA0}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