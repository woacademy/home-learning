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3E9871-E55E-474D-B35D-D3068F141627}">
  <a:tblStyle styleId="{F43E9871-E55E-474D-B35D-D3068F14162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{F43E9871-E55E-474D-B35D-D3068F141627}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{F43E9871-E55E-474D-B35D-D3068F141627}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{F43E9871-E55E-474D-B35D-D3068F141627}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