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DE9A76-1337-4772-96BF-B7339E8F785B}">
  <a:tblStyle styleId="{E4DE9A76-1337-4772-96BF-B7339E8F785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{E4DE9A76-1337-4772-96BF-B7339E8F785B}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{E4DE9A76-1337-4772-96BF-B7339E8F785B}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{E4DE9A76-1337-4772-96BF-B7339E8F785B}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