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030788-BAD9-457A-B2C8-4625D192CFF3}">
  <a:tblStyle styleId="{53030788-BAD9-457A-B2C8-4625D192CF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{53030788-BAD9-457A-B2C8-4625D192CFF3}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{53030788-BAD9-457A-B2C8-4625D192CFF3}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{53030788-BAD9-457A-B2C8-4625D192CFF3}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