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88A160-4734-48E5-A4F6-1093340DF83E}">
  <a:tblStyle styleId="{9D88A160-4734-48E5-A4F6-1093340DF83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{9D88A160-4734-48E5-A4F6-1093340DF83E}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{9D88A160-4734-48E5-A4F6-1093340DF83E}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{9D88A160-4734-48E5-A4F6-1093340DF83E}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