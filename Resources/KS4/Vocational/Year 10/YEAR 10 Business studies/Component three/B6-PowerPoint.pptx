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E6293E4F-13B4-4C92-B4D3-1081C065AF8D}">
  <a:tblStyle styleId="{E6293E4F-13B4-4C92-B4D3-1081C065AF8D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{E6293E4F-13B4-4C92-B4D3-1081C065AF8D}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{E6293E4F-13B4-4C92-B4D3-1081C065AF8D}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{E6293E4F-13B4-4C92-B4D3-1081C065AF8D}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