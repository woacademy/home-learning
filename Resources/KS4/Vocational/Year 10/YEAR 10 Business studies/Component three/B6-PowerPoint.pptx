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15F2D-8D69-4790-982A-8F3C93E71EF7}">
  <a:tblStyle styleId="{8C515F2D-8D69-4790-982A-8F3C93E71E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{8C515F2D-8D69-4790-982A-8F3C93E71EF7}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{8C515F2D-8D69-4790-982A-8F3C93E71EF7}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{8C515F2D-8D69-4790-982A-8F3C93E71EF7}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