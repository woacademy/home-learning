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5571A-6414-49D7-8D5E-2E00F7F2BC62}">
  <a:tblStyle styleId="{3C85571A-6414-49D7-8D5E-2E00F7F2BC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{3C85571A-6414-49D7-8D5E-2E00F7F2BC62}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{3C85571A-6414-49D7-8D5E-2E00F7F2BC62}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{3C85571A-6414-49D7-8D5E-2E00F7F2BC62}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