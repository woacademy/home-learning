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92F3C0-28BE-4EBE-B450-9019FF91A65F}">
  <a:tblStyle styleId="{1B92F3C0-28BE-4EBE-B450-9019FF91A6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{1B92F3C0-28BE-4EBE-B450-9019FF91A65F}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{1B92F3C0-28BE-4EBE-B450-9019FF91A65F}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{1B92F3C0-28BE-4EBE-B450-9019FF91A65F}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