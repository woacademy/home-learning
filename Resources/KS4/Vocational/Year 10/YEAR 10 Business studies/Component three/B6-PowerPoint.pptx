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F478BFB-918C-445F-84A0-DB61F6B6ED93}">
  <a:tblStyle styleId="{BF478BFB-918C-445F-84A0-DB61F6B6ED93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{BF478BFB-918C-445F-84A0-DB61F6B6ED93}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{BF478BFB-918C-445F-84A0-DB61F6B6ED93}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{BF478BFB-918C-445F-84A0-DB61F6B6ED93}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