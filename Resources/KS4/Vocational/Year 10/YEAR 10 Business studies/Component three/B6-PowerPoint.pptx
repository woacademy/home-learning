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74409F0-4064-435C-8A38-E304CFD58F6E}">
  <a:tblStyle styleId="{574409F0-4064-435C-8A38-E304CFD58F6E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{574409F0-4064-435C-8A38-E304CFD58F6E}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{574409F0-4064-435C-8A38-E304CFD58F6E}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{574409F0-4064-435C-8A38-E304CFD58F6E}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