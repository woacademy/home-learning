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698341-D5CF-4B34-97B0-D78AAAD0A895}">
  <a:tblStyle styleId="{E5698341-D5CF-4B34-97B0-D78AAAD0A8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{E5698341-D5CF-4B34-97B0-D78AAAD0A895}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{E5698341-D5CF-4B34-97B0-D78AAAD0A895}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{E5698341-D5CF-4B34-97B0-D78AAAD0A895}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