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3DE9DFF-4529-4DE4-A76B-A164871F07CD}">
  <a:tblStyle styleId="{83DE9DFF-4529-4DE4-A76B-A164871F07CD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{83DE9DFF-4529-4DE4-A76B-A164871F07CD}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{83DE9DFF-4529-4DE4-A76B-A164871F07CD}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{83DE9DFF-4529-4DE4-A76B-A164871F07CD}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