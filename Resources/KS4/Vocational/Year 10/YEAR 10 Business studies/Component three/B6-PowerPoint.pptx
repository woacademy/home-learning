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A122B3-0417-4899-8B15-FC62E792F091}">
  <a:tblStyle styleId="{90A122B3-0417-4899-8B15-FC62E792F09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{90A122B3-0417-4899-8B15-FC62E792F091}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{90A122B3-0417-4899-8B15-FC62E792F091}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{90A122B3-0417-4899-8B15-FC62E792F091}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