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B8D260-08F3-4D00-871A-B3F2EFAE176B}">
  <a:tblStyle styleId="{CCB8D260-08F3-4D00-871A-B3F2EFAE17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{CCB8D260-08F3-4D00-871A-B3F2EFAE176B}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{CCB8D260-08F3-4D00-871A-B3F2EFAE176B}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{CCB8D260-08F3-4D00-871A-B3F2EFAE176B}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