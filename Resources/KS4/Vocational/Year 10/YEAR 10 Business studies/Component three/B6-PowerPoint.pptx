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56FA71-CFC9-46D4-9541-6ECDB01A0121}">
  <a:tblStyle styleId="{0956FA71-CFC9-46D4-9541-6ECDB01A01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{0956FA71-CFC9-46D4-9541-6ECDB01A0121}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{0956FA71-CFC9-46D4-9541-6ECDB01A0121}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{0956FA71-CFC9-46D4-9541-6ECDB01A0121}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