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A877BD-E14A-4B4D-A167-AFB3ED403524}">
  <a:tblStyle styleId="{D7A877BD-E14A-4B4D-A167-AFB3ED4035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{D7A877BD-E14A-4B4D-A167-AFB3ED403524}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{D7A877BD-E14A-4B4D-A167-AFB3ED403524}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{D7A877BD-E14A-4B4D-A167-AFB3ED403524}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