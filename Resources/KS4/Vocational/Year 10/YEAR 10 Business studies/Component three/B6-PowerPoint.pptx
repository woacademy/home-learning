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14D9CE-0C1B-402D-9C77-EDF57BB24B86}">
  <a:tblStyle styleId="{A014D9CE-0C1B-402D-9C77-EDF57BB24B8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{A014D9CE-0C1B-402D-9C77-EDF57BB24B86}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{A014D9CE-0C1B-402D-9C77-EDF57BB24B86}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{A014D9CE-0C1B-402D-9C77-EDF57BB24B86}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