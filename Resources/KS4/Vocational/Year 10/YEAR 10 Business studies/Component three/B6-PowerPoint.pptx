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8ED971-CF9D-43EC-A905-4D72823E2FF3}">
  <a:tblStyle styleId="{9D8ED971-CF9D-43EC-A905-4D72823E2FF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{9D8ED971-CF9D-43EC-A905-4D72823E2FF3}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{9D8ED971-CF9D-43EC-A905-4D72823E2FF3}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{9D8ED971-CF9D-43EC-A905-4D72823E2FF3}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