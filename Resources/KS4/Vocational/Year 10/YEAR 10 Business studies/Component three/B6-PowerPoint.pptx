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DFF01B-89CE-4E03-A55A-F5715B2C45AB}">
  <a:tblStyle styleId="{30DFF01B-89CE-4E03-A55A-F5715B2C45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{30DFF01B-89CE-4E03-A55A-F5715B2C45AB}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{30DFF01B-89CE-4E03-A55A-F5715B2C45AB}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{30DFF01B-89CE-4E03-A55A-F5715B2C45AB}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