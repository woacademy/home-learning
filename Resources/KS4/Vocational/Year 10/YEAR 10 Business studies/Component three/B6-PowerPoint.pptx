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FCD990-B1EB-4320-A776-FA29258F2AB8}">
  <a:tblStyle styleId="{76FCD990-B1EB-4320-A776-FA29258F2A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{76FCD990-B1EB-4320-A776-FA29258F2AB8}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{76FCD990-B1EB-4320-A776-FA29258F2AB8}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{76FCD990-B1EB-4320-A776-FA29258F2AB8}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