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2A76B0-80F3-4167-BFF1-2B187990E333}">
  <a:tblStyle styleId="{B22A76B0-80F3-4167-BFF1-2B187990E33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{B22A76B0-80F3-4167-BFF1-2B187990E333}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{B22A76B0-80F3-4167-BFF1-2B187990E333}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{B22A76B0-80F3-4167-BFF1-2B187990E333}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