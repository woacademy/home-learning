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0DA83D-3E77-42E7-826F-08A9EFBAAB20}">
  <a:tblStyle styleId="{520DA83D-3E77-42E7-826F-08A9EFBAAB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{520DA83D-3E77-42E7-826F-08A9EFBAAB20}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{520DA83D-3E77-42E7-826F-08A9EFBAAB20}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{520DA83D-3E77-42E7-826F-08A9EFBAAB20}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