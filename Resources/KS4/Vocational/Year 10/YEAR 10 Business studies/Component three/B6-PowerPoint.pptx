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1C4EDB-2D4D-4EB8-87B4-E48B4319CE84}">
  <a:tblStyle styleId="{E31C4EDB-2D4D-4EB8-87B4-E48B4319CE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{E31C4EDB-2D4D-4EB8-87B4-E48B4319CE84}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{E31C4EDB-2D4D-4EB8-87B4-E48B4319CE84}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{E31C4EDB-2D4D-4EB8-87B4-E48B4319CE84}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