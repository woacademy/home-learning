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912559-4242-44FF-86F9-07726B5F9A10}">
  <a:tblStyle styleId="{83912559-4242-44FF-86F9-07726B5F9A1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{83912559-4242-44FF-86F9-07726B5F9A10}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{83912559-4242-44FF-86F9-07726B5F9A10}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{83912559-4242-44FF-86F9-07726B5F9A10}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