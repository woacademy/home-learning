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86904D-0105-4505-9403-17E4905F1059}">
  <a:tblStyle styleId="{8E86904D-0105-4505-9403-17E4905F10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{8E86904D-0105-4505-9403-17E4905F1059}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{8E86904D-0105-4505-9403-17E4905F1059}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{8E86904D-0105-4505-9403-17E4905F1059}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