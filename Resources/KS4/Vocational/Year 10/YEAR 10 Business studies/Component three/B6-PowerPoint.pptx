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3C0A6-E07B-4D94-AC2C-B20C592ECFDC}">
  <a:tblStyle styleId="{0E73C0A6-E07B-4D94-AC2C-B20C592ECF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{0E73C0A6-E07B-4D94-AC2C-B20C592ECFDC}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{0E73C0A6-E07B-4D94-AC2C-B20C592ECFDC}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{0E73C0A6-E07B-4D94-AC2C-B20C592ECFDC}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