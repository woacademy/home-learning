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F36A38A-9B5C-499E-A563-202359E708B2}">
  <a:tblStyle styleId="{CF36A38A-9B5C-499E-A563-202359E708B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{CF36A38A-9B5C-499E-A563-202359E708B2}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{CF36A38A-9B5C-499E-A563-202359E708B2}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{CF36A38A-9B5C-499E-A563-202359E708B2}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