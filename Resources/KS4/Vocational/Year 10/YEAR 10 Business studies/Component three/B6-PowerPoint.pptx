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69366A-6B2B-4886-9908-A174DD7712AA}">
  <a:tblStyle styleId="{D269366A-6B2B-4886-9908-A174DD7712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{D269366A-6B2B-4886-9908-A174DD7712AA}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{D269366A-6B2B-4886-9908-A174DD7712AA}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{D269366A-6B2B-4886-9908-A174DD7712AA}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