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E6DFAF-807F-4A64-AEBB-5BC119508DC8}">
  <a:tblStyle styleId="{F9E6DFAF-807F-4A64-AEBB-5BC119508D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{F9E6DFAF-807F-4A64-AEBB-5BC119508DC8}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{F9E6DFAF-807F-4A64-AEBB-5BC119508DC8}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{F9E6DFAF-807F-4A64-AEBB-5BC119508DC8}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