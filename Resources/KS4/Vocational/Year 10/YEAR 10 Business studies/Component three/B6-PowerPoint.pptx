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636B8-117C-4981-8D06-68843B604FDA}">
  <a:tblStyle styleId="{938636B8-117C-4981-8D06-68843B604F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{938636B8-117C-4981-8D06-68843B604FDA}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{938636B8-117C-4981-8D06-68843B604FDA}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{938636B8-117C-4981-8D06-68843B604FDA}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