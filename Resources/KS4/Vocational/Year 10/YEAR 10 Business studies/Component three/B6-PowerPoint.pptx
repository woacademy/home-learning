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6CD4C0-2799-418D-8055-E56D95492B31}">
  <a:tblStyle styleId="{756CD4C0-2799-418D-8055-E56D95492B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{756CD4C0-2799-418D-8055-E56D95492B31}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{756CD4C0-2799-418D-8055-E56D95492B31}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{756CD4C0-2799-418D-8055-E56D95492B31}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