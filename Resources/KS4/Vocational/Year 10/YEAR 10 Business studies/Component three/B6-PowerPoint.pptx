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9EFD15-B15A-426B-8344-1CD0E4100226}">
  <a:tblStyle styleId="{759EFD15-B15A-426B-8344-1CD0E410022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{759EFD15-B15A-426B-8344-1CD0E4100226}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{759EFD15-B15A-426B-8344-1CD0E4100226}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{759EFD15-B15A-426B-8344-1CD0E4100226}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