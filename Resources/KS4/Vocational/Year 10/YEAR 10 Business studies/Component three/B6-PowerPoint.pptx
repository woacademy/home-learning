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A0CE6B-B24C-4A38-9897-6DF5FB03C53F}">
  <a:tblStyle styleId="{77A0CE6B-B24C-4A38-9897-6DF5FB03C5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{77A0CE6B-B24C-4A38-9897-6DF5FB03C53F}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{77A0CE6B-B24C-4A38-9897-6DF5FB03C53F}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{77A0CE6B-B24C-4A38-9897-6DF5FB03C53F}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