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28C3E2-8B5A-427B-BEDC-65BD0705E3F8}">
  <a:tblStyle styleId="{0528C3E2-8B5A-427B-BEDC-65BD0705E3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{0528C3E2-8B5A-427B-BEDC-65BD0705E3F8}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{0528C3E2-8B5A-427B-BEDC-65BD0705E3F8}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{0528C3E2-8B5A-427B-BEDC-65BD0705E3F8}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