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DEB86-0FA9-41FD-983D-CBA69F6D9310}">
  <a:tblStyle styleId="{219DEB86-0FA9-41FD-983D-CBA69F6D93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{219DEB86-0FA9-41FD-983D-CBA69F6D9310}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{219DEB86-0FA9-41FD-983D-CBA69F6D9310}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{219DEB86-0FA9-41FD-983D-CBA69F6D9310}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