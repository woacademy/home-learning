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6DC999-A887-4956-B973-89F6EBF20602}">
  <a:tblStyle styleId="{2D6DC999-A887-4956-B973-89F6EBF206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{2D6DC999-A887-4956-B973-89F6EBF20602}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{2D6DC999-A887-4956-B973-89F6EBF20602}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{2D6DC999-A887-4956-B973-89F6EBF20602}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