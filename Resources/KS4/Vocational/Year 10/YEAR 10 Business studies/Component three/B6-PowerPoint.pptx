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9BA083-EC07-41CA-A91D-89F46884716D}">
  <a:tblStyle styleId="{009BA083-EC07-41CA-A91D-89F46884716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{009BA083-EC07-41CA-A91D-89F46884716D}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{009BA083-EC07-41CA-A91D-89F46884716D}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{009BA083-EC07-41CA-A91D-89F46884716D}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