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40E517-BABC-4230-A6A4-75FF3D22237D}">
  <a:tblStyle styleId="{5040E517-BABC-4230-A6A4-75FF3D22237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{5040E517-BABC-4230-A6A4-75FF3D22237D}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{5040E517-BABC-4230-A6A4-75FF3D22237D}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{5040E517-BABC-4230-A6A4-75FF3D22237D}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