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0DFDC4-B4DE-4408-90BE-19792EDA5B27}">
  <a:tblStyle styleId="{A10DFDC4-B4DE-4408-90BE-19792EDA5B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{A10DFDC4-B4DE-4408-90BE-19792EDA5B27}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{A10DFDC4-B4DE-4408-90BE-19792EDA5B27}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{A10DFDC4-B4DE-4408-90BE-19792EDA5B27}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