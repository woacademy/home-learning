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AF50ED-2072-4C54-98FA-6E51B095D7EA}">
  <a:tblStyle styleId="{73AF50ED-2072-4C54-98FA-6E51B095D7E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{73AF50ED-2072-4C54-98FA-6E51B095D7EA}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{73AF50ED-2072-4C54-98FA-6E51B095D7EA}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{73AF50ED-2072-4C54-98FA-6E51B095D7EA}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