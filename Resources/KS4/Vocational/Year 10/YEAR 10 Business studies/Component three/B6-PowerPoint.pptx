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080F59-75A4-42BB-9C1B-96C431446AED}">
  <a:tblStyle styleId="{F4080F59-75A4-42BB-9C1B-96C431446A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{F4080F59-75A4-42BB-9C1B-96C431446AED}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{F4080F59-75A4-42BB-9C1B-96C431446AED}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{F4080F59-75A4-42BB-9C1B-96C431446AED}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