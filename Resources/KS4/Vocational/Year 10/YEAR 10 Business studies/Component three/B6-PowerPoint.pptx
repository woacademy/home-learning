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99A5F2-820F-4E1D-87FA-5EF8B4A3982B}">
  <a:tblStyle styleId="{0199A5F2-820F-4E1D-87FA-5EF8B4A398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{0199A5F2-820F-4E1D-87FA-5EF8B4A3982B}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{0199A5F2-820F-4E1D-87FA-5EF8B4A3982B}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{0199A5F2-820F-4E1D-87FA-5EF8B4A3982B}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