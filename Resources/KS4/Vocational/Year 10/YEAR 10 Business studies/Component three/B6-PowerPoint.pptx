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62D230-E2A9-4B57-AD1E-96C1367313E7}">
  <a:tblStyle styleId="{7862D230-E2A9-4B57-AD1E-96C1367313E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{7862D230-E2A9-4B57-AD1E-96C1367313E7}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{7862D230-E2A9-4B57-AD1E-96C1367313E7}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{7862D230-E2A9-4B57-AD1E-96C1367313E7}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