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806776-370B-4162-93B8-4E13673F5F7B}">
  <a:tblStyle styleId="{48806776-370B-4162-93B8-4E13673F5F7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{48806776-370B-4162-93B8-4E13673F5F7B}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{48806776-370B-4162-93B8-4E13673F5F7B}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{48806776-370B-4162-93B8-4E13673F5F7B}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