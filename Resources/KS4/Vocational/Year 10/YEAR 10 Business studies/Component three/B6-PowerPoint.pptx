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D4C710-7F67-41AC-BF48-49A76837F779}">
  <a:tblStyle styleId="{94D4C710-7F67-41AC-BF48-49A76837F7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{94D4C710-7F67-41AC-BF48-49A76837F779}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{94D4C710-7F67-41AC-BF48-49A76837F779}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{94D4C710-7F67-41AC-BF48-49A76837F779}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