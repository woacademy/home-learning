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5A02D5-0CC4-401A-B5E0-161F05DA93C9}">
  <a:tblStyle styleId="{E05A02D5-0CC4-401A-B5E0-161F05DA93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{E05A02D5-0CC4-401A-B5E0-161F05DA93C9}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{E05A02D5-0CC4-401A-B5E0-161F05DA93C9}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{E05A02D5-0CC4-401A-B5E0-161F05DA93C9}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