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ACE8A9-D9FD-49DE-8A29-58F02550E9BD}">
  <a:tblStyle styleId="{4AACE8A9-D9FD-49DE-8A29-58F02550E9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{4AACE8A9-D9FD-49DE-8A29-58F02550E9BD}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{4AACE8A9-D9FD-49DE-8A29-58F02550E9BD}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{4AACE8A9-D9FD-49DE-8A29-58F02550E9BD}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