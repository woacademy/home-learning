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6B28E9-7A8C-4E7A-A054-B724B97D92CD}">
  <a:tblStyle styleId="{206B28E9-7A8C-4E7A-A054-B724B97D92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{206B28E9-7A8C-4E7A-A054-B724B97D92CD}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{206B28E9-7A8C-4E7A-A054-B724B97D92CD}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{206B28E9-7A8C-4E7A-A054-B724B97D92CD}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