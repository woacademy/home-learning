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F55362-85B8-4FC1-87F5-19FE4CD11FA3}">
  <a:tblStyle styleId="{DFF55362-85B8-4FC1-87F5-19FE4CD11F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{DFF55362-85B8-4FC1-87F5-19FE4CD11FA3}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{DFF55362-85B8-4FC1-87F5-19FE4CD11FA3}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{DFF55362-85B8-4FC1-87F5-19FE4CD11FA3}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