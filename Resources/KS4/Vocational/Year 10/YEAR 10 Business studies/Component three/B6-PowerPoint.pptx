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151E65-8C53-49C8-895C-C596189CE6A8}">
  <a:tblStyle styleId="{EA151E65-8C53-49C8-895C-C596189CE6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{EA151E65-8C53-49C8-895C-C596189CE6A8}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{EA151E65-8C53-49C8-895C-C596189CE6A8}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{EA151E65-8C53-49C8-895C-C596189CE6A8}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