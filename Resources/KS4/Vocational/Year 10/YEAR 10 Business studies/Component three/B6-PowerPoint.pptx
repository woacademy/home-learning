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C5E504-5271-4905-B0D1-B586BC2184F7}">
  <a:tblStyle styleId="{85C5E504-5271-4905-B0D1-B586BC2184F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{85C5E504-5271-4905-B0D1-B586BC2184F7}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{85C5E504-5271-4905-B0D1-B586BC2184F7}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{85C5E504-5271-4905-B0D1-B586BC2184F7}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