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615A551-651C-4BA5-91F9-9C423CB14D86}">
  <a:tblStyle styleId="{3615A551-651C-4BA5-91F9-9C423CB14D86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{3615A551-651C-4BA5-91F9-9C423CB14D86}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{3615A551-651C-4BA5-91F9-9C423CB14D86}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{3615A551-651C-4BA5-91F9-9C423CB14D86}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