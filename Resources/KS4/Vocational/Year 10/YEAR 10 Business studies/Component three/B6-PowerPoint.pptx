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96EDFE-A9F4-4F16-9D48-DAC120C7FE9E}">
  <a:tblStyle styleId="{6896EDFE-A9F4-4F16-9D48-DAC120C7FE9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{6896EDFE-A9F4-4F16-9D48-DAC120C7FE9E}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{6896EDFE-A9F4-4F16-9D48-DAC120C7FE9E}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{6896EDFE-A9F4-4F16-9D48-DAC120C7FE9E}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