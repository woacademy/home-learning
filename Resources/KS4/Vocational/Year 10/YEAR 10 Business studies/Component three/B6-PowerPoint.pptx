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64FF85-9AD2-4863-BC0D-F2E178E95A39}">
  <a:tblStyle styleId="{6664FF85-9AD2-4863-BC0D-F2E178E95A3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{6664FF85-9AD2-4863-BC0D-F2E178E95A39}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{6664FF85-9AD2-4863-BC0D-F2E178E95A39}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{6664FF85-9AD2-4863-BC0D-F2E178E95A39}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