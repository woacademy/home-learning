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200027-DD1C-4AAC-AE00-EF5240E3B9A5}">
  <a:tblStyle styleId="{2C200027-DD1C-4AAC-AE00-EF5240E3B9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{2C200027-DD1C-4AAC-AE00-EF5240E3B9A5}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{2C200027-DD1C-4AAC-AE00-EF5240E3B9A5}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{2C200027-DD1C-4AAC-AE00-EF5240E3B9A5}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