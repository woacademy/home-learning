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472FC5-B98A-4489-8274-B1EC5247E415}">
  <a:tblStyle styleId="{1F472FC5-B98A-4489-8274-B1EC5247E41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{1F472FC5-B98A-4489-8274-B1EC5247E415}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{1F472FC5-B98A-4489-8274-B1EC5247E415}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{1F472FC5-B98A-4489-8274-B1EC5247E415}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