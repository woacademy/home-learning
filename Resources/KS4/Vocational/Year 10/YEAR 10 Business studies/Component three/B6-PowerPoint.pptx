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770D39-F8F5-4B8A-BEE8-3404291CDD1E}">
  <a:tblStyle styleId="{1B770D39-F8F5-4B8A-BEE8-3404291CDD1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{1B770D39-F8F5-4B8A-BEE8-3404291CDD1E}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{1B770D39-F8F5-4B8A-BEE8-3404291CDD1E}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{1B770D39-F8F5-4B8A-BEE8-3404291CDD1E}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