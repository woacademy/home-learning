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AA0B4B-47C6-4B5D-8FFE-640048C835A6}">
  <a:tblStyle styleId="{19AA0B4B-47C6-4B5D-8FFE-640048C835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{19AA0B4B-47C6-4B5D-8FFE-640048C835A6}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{19AA0B4B-47C6-4B5D-8FFE-640048C835A6}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{19AA0B4B-47C6-4B5D-8FFE-640048C835A6}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