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069A21-AEFF-4B19-98D4-FCF7F2B11849}">
  <a:tblStyle styleId="{7D069A21-AEFF-4B19-98D4-FCF7F2B118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{7D069A21-AEFF-4B19-98D4-FCF7F2B11849}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{7D069A21-AEFF-4B19-98D4-FCF7F2B11849}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{7D069A21-AEFF-4B19-98D4-FCF7F2B11849}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