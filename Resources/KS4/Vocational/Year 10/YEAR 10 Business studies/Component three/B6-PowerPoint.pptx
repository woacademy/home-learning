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98CE3-28D8-46F1-87AB-1BDDF23C2270}">
  <a:tblStyle styleId="{D4A98CE3-28D8-46F1-87AB-1BDDF23C22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{D4A98CE3-28D8-46F1-87AB-1BDDF23C2270}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{D4A98CE3-28D8-46F1-87AB-1BDDF23C2270}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{D4A98CE3-28D8-46F1-87AB-1BDDF23C2270}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