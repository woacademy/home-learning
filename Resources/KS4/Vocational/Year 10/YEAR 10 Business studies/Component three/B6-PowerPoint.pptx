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92779-2B7C-4DD5-9E9C-801190F15BAB}">
  <a:tblStyle styleId="{EEA92779-2B7C-4DD5-9E9C-801190F15B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{EEA92779-2B7C-4DD5-9E9C-801190F15BAB}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{EEA92779-2B7C-4DD5-9E9C-801190F15BAB}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{EEA92779-2B7C-4DD5-9E9C-801190F15BAB}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