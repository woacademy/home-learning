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00BA56-B056-43DF-B345-01AD85AC51C7}">
  <a:tblStyle styleId="{B300BA56-B056-43DF-B345-01AD85AC51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{B300BA56-B056-43DF-B345-01AD85AC51C7}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{B300BA56-B056-43DF-B345-01AD85AC51C7}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{B300BA56-B056-43DF-B345-01AD85AC51C7}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