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83096E-2F77-4B72-83BC-2B16E1603AED}">
  <a:tblStyle styleId="{0483096E-2F77-4B72-83BC-2B16E1603A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{0483096E-2F77-4B72-83BC-2B16E1603AED}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{0483096E-2F77-4B72-83BC-2B16E1603AED}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{0483096E-2F77-4B72-83BC-2B16E1603AED}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