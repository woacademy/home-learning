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08B22E-FE57-4403-B3ED-57E334498C85}">
  <a:tblStyle styleId="{5408B22E-FE57-4403-B3ED-57E334498C8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{5408B22E-FE57-4403-B3ED-57E334498C85}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{5408B22E-FE57-4403-B3ED-57E334498C85}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{5408B22E-FE57-4403-B3ED-57E334498C85}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