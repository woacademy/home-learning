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4008A-56C0-4ABD-9DA3-40DF8DA4733B}">
  <a:tblStyle styleId="{2594008A-56C0-4ABD-9DA3-40DF8DA473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{2594008A-56C0-4ABD-9DA3-40DF8DA4733B}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{2594008A-56C0-4ABD-9DA3-40DF8DA4733B}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{2594008A-56C0-4ABD-9DA3-40DF8DA4733B}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