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6138788-BA3C-42A7-8194-E95DBE62E4E5}">
  <a:tblStyle styleId="{76138788-BA3C-42A7-8194-E95DBE62E4E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{76138788-BA3C-42A7-8194-E95DBE62E4E5}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{76138788-BA3C-42A7-8194-E95DBE62E4E5}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{76138788-BA3C-42A7-8194-E95DBE62E4E5}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