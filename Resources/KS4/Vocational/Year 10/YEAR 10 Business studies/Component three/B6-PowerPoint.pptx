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AE7379-4885-451A-899B-74BEF2C731CF}">
  <a:tblStyle styleId="{2DAE7379-4885-451A-899B-74BEF2C731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{2DAE7379-4885-451A-899B-74BEF2C731CF}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{2DAE7379-4885-451A-899B-74BEF2C731CF}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{2DAE7379-4885-451A-899B-74BEF2C731CF}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