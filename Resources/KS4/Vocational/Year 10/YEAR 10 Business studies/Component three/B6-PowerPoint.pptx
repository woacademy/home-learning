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0481E7E-9F22-4D9E-9B3E-45799D0F59DD}">
  <a:tblStyle styleId="{00481E7E-9F22-4D9E-9B3E-45799D0F59D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{00481E7E-9F22-4D9E-9B3E-45799D0F59DD}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{00481E7E-9F22-4D9E-9B3E-45799D0F59DD}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{00481E7E-9F22-4D9E-9B3E-45799D0F59DD}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