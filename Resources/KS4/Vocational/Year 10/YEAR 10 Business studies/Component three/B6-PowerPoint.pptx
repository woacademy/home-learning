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A20238-2F8F-4438-8F75-A78454F987ED}">
  <a:tblStyle styleId="{57A20238-2F8F-4438-8F75-A78454F987E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{57A20238-2F8F-4438-8F75-A78454F987ED}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{57A20238-2F8F-4438-8F75-A78454F987ED}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{57A20238-2F8F-4438-8F75-A78454F987ED}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