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B1149E-1381-4E70-A691-E7EFFFE1F9F4}">
  <a:tblStyle styleId="{DBB1149E-1381-4E70-A691-E7EFFFE1F9F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{DBB1149E-1381-4E70-A691-E7EFFFE1F9F4}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{DBB1149E-1381-4E70-A691-E7EFFFE1F9F4}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{DBB1149E-1381-4E70-A691-E7EFFFE1F9F4}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