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AC9C09-B121-47E2-9513-E349A753AF13}">
  <a:tblStyle styleId="{6CAC9C09-B121-47E2-9513-E349A753AF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{6CAC9C09-B121-47E2-9513-E349A753AF13}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{6CAC9C09-B121-47E2-9513-E349A753AF13}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{6CAC9C09-B121-47E2-9513-E349A753AF13}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