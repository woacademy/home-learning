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1411DF-74D9-409E-BDC7-F8EFB56B67AF}">
  <a:tblStyle styleId="{5F1411DF-74D9-409E-BDC7-F8EFB56B67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{5F1411DF-74D9-409E-BDC7-F8EFB56B67AF}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{5F1411DF-74D9-409E-BDC7-F8EFB56B67AF}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{5F1411DF-74D9-409E-BDC7-F8EFB56B67AF}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