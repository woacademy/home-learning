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71571-E509-4811-861F-878901B465D0}">
  <a:tblStyle styleId="{68971571-E509-4811-861F-878901B465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{68971571-E509-4811-861F-878901B465D0}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{68971571-E509-4811-861F-878901B465D0}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{68971571-E509-4811-861F-878901B465D0}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