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7DE37E-BC79-4031-8D92-4C68215CFDA7}">
  <a:tblStyle styleId="{7D7DE37E-BC79-4031-8D92-4C68215CFDA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{7D7DE37E-BC79-4031-8D92-4C68215CFDA7}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{7D7DE37E-BC79-4031-8D92-4C68215CFDA7}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{7D7DE37E-BC79-4031-8D92-4C68215CFDA7}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