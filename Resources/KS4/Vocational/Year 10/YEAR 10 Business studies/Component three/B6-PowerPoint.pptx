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24645A-B746-45D4-A31F-1102DD29E28F}">
  <a:tblStyle styleId="{C624645A-B746-45D4-A31F-1102DD29E2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{C624645A-B746-45D4-A31F-1102DD29E28F}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{C624645A-B746-45D4-A31F-1102DD29E28F}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{C624645A-B746-45D4-A31F-1102DD29E28F}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