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97728A-825E-448B-A670-DA9B600FEBE1}">
  <a:tblStyle styleId="{3597728A-825E-448B-A670-DA9B600FEBE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{3597728A-825E-448B-A670-DA9B600FEBE1}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{3597728A-825E-448B-A670-DA9B600FEBE1}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{3597728A-825E-448B-A670-DA9B600FEBE1}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