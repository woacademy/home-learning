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AC31D89-1E2F-408A-B7BA-D0ADCFD82748}">
  <a:tblStyle styleId="{5AC31D89-1E2F-408A-B7BA-D0ADCFD82748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6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5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{5AC31D89-1E2F-408A-B7BA-D0ADCFD82748}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{5AC31D89-1E2F-408A-B7BA-D0ADCFD82748}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{5AC31D89-1E2F-408A-B7BA-D0ADCFD82748}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{5AC31D89-1E2F-408A-B7BA-D0ADCFD82748}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{5AC31D89-1E2F-408A-B7BA-D0ADCFD82748}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