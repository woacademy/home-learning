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292928B5-D1BC-4B15-89F1-1987D543924D}">
  <a:tblStyle styleId="{292928B5-D1BC-4B15-89F1-1987D543924D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{292928B5-D1BC-4B15-89F1-1987D543924D}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{292928B5-D1BC-4B15-89F1-1987D543924D}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{292928B5-D1BC-4B15-89F1-1987D543924D}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{292928B5-D1BC-4B15-89F1-1987D543924D}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{292928B5-D1BC-4B15-89F1-1987D543924D}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