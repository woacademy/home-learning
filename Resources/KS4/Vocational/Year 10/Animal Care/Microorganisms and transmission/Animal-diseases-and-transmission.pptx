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288A9C-48BF-459F-9038-780E8F2C8880}">
  <a:tblStyle styleId="{E7288A9C-48BF-459F-9038-780E8F2C88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{E7288A9C-48BF-459F-9038-780E8F2C8880}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{E7288A9C-48BF-459F-9038-780E8F2C8880}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{E7288A9C-48BF-459F-9038-780E8F2C8880}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{E7288A9C-48BF-459F-9038-780E8F2C8880}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{E7288A9C-48BF-459F-9038-780E8F2C8880}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