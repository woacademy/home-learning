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21B8E7-48F9-4EF8-B051-B04172B378DA}">
  <a:tblStyle styleId="{7A21B8E7-48F9-4EF8-B051-B04172B378D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{7A21B8E7-48F9-4EF8-B051-B04172B378DA}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{7A21B8E7-48F9-4EF8-B051-B04172B378DA}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{7A21B8E7-48F9-4EF8-B051-B04172B378DA}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{7A21B8E7-48F9-4EF8-B051-B04172B378DA}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{7A21B8E7-48F9-4EF8-B051-B04172B378DA}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