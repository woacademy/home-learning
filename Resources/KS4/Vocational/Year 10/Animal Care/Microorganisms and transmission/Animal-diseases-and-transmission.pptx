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016E75-896D-46E0-BE7A-BA82E556293E}">
  <a:tblStyle styleId="{38016E75-896D-46E0-BE7A-BA82E55629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{38016E75-896D-46E0-BE7A-BA82E556293E}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{38016E75-896D-46E0-BE7A-BA82E556293E}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{38016E75-896D-46E0-BE7A-BA82E556293E}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{38016E75-896D-46E0-BE7A-BA82E556293E}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{38016E75-896D-46E0-BE7A-BA82E556293E}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