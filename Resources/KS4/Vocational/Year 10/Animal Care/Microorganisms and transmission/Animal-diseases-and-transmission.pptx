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68F1729-DA57-4910-B532-BD64EC2C6D05}">
  <a:tblStyle styleId="{968F1729-DA57-4910-B532-BD64EC2C6D05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{968F1729-DA57-4910-B532-BD64EC2C6D05}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{968F1729-DA57-4910-B532-BD64EC2C6D05}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{968F1729-DA57-4910-B532-BD64EC2C6D05}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{968F1729-DA57-4910-B532-BD64EC2C6D05}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{968F1729-DA57-4910-B532-BD64EC2C6D05}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