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E6D3552-7DD9-4BBA-B479-C34DAB43013D}">
  <a:tblStyle styleId="{4E6D3552-7DD9-4BBA-B479-C34DAB43013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{4E6D3552-7DD9-4BBA-B479-C34DAB43013D}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{4E6D3552-7DD9-4BBA-B479-C34DAB43013D}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{4E6D3552-7DD9-4BBA-B479-C34DAB43013D}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{4E6D3552-7DD9-4BBA-B479-C34DAB43013D}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{4E6D3552-7DD9-4BBA-B479-C34DAB43013D}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