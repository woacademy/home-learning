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BDFC4E-3F18-4B4E-BD68-9CD92442C34A}">
  <a:tblStyle styleId="{3FBDFC4E-3F18-4B4E-BD68-9CD92442C3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{3FBDFC4E-3F18-4B4E-BD68-9CD92442C34A}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{3FBDFC4E-3F18-4B4E-BD68-9CD92442C34A}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{3FBDFC4E-3F18-4B4E-BD68-9CD92442C34A}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{3FBDFC4E-3F18-4B4E-BD68-9CD92442C34A}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{3FBDFC4E-3F18-4B4E-BD68-9CD92442C34A}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