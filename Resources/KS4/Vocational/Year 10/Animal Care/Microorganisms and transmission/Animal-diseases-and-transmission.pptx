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E250BD-4B99-4E7C-9A6B-8F95F3E4638E}">
  <a:tblStyle styleId="{16E250BD-4B99-4E7C-9A6B-8F95F3E4638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{16E250BD-4B99-4E7C-9A6B-8F95F3E4638E}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{16E250BD-4B99-4E7C-9A6B-8F95F3E4638E}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{16E250BD-4B99-4E7C-9A6B-8F95F3E4638E}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{16E250BD-4B99-4E7C-9A6B-8F95F3E4638E}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{16E250BD-4B99-4E7C-9A6B-8F95F3E4638E}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