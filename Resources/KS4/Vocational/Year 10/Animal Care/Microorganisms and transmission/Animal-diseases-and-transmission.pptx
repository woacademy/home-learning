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16DE9C-4686-4413-B4EE-E51A54365F5B}">
  <a:tblStyle styleId="{7A16DE9C-4686-4413-B4EE-E51A54365F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{7A16DE9C-4686-4413-B4EE-E51A54365F5B}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{7A16DE9C-4686-4413-B4EE-E51A54365F5B}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{7A16DE9C-4686-4413-B4EE-E51A54365F5B}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{7A16DE9C-4686-4413-B4EE-E51A54365F5B}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{7A16DE9C-4686-4413-B4EE-E51A54365F5B}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