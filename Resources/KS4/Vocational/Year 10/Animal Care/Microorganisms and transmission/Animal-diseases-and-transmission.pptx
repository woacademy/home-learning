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442731-2097-49CD-994A-099CC6B4B558}">
  <a:tblStyle styleId="{31442731-2097-49CD-994A-099CC6B4B5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{31442731-2097-49CD-994A-099CC6B4B558}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{31442731-2097-49CD-994A-099CC6B4B558}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{31442731-2097-49CD-994A-099CC6B4B558}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{31442731-2097-49CD-994A-099CC6B4B558}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{31442731-2097-49CD-994A-099CC6B4B558}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