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DE769-A589-44C3-A187-0EB83D4B097E}">
  <a:tblStyle styleId="{942DE769-A589-44C3-A187-0EB83D4B09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{942DE769-A589-44C3-A187-0EB83D4B097E}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{942DE769-A589-44C3-A187-0EB83D4B097E}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{942DE769-A589-44C3-A187-0EB83D4B097E}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{942DE769-A589-44C3-A187-0EB83D4B097E}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{942DE769-A589-44C3-A187-0EB83D4B097E}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