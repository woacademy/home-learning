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48B595-0ADB-4151-86A2-2D70B99DC5BD}">
  <a:tblStyle styleId="{2448B595-0ADB-4151-86A2-2D70B99DC5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{2448B595-0ADB-4151-86A2-2D70B99DC5BD}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{2448B595-0ADB-4151-86A2-2D70B99DC5BD}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{2448B595-0ADB-4151-86A2-2D70B99DC5BD}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{2448B595-0ADB-4151-86A2-2D70B99DC5BD}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{2448B595-0ADB-4151-86A2-2D70B99DC5BD}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