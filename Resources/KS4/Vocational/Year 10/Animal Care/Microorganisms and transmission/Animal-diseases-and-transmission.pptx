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08CD12-8F1D-42B5-911C-BCC08791B689}">
  <a:tblStyle styleId="{A008CD12-8F1D-42B5-911C-BCC08791B6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{A008CD12-8F1D-42B5-911C-BCC08791B689}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{A008CD12-8F1D-42B5-911C-BCC08791B689}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{A008CD12-8F1D-42B5-911C-BCC08791B689}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{A008CD12-8F1D-42B5-911C-BCC08791B689}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{A008CD12-8F1D-42B5-911C-BCC08791B689}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