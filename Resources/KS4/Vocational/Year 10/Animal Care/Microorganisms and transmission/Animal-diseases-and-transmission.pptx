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019019-5652-4883-B38D-FA24F5B136F9}">
  <a:tblStyle styleId="{66019019-5652-4883-B38D-FA24F5B136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{66019019-5652-4883-B38D-FA24F5B136F9}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{66019019-5652-4883-B38D-FA24F5B136F9}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{66019019-5652-4883-B38D-FA24F5B136F9}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{66019019-5652-4883-B38D-FA24F5B136F9}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{66019019-5652-4883-B38D-FA24F5B136F9}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