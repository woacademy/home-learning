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5206B0-B169-4332-A5FF-BE7EE345A374}">
  <a:tblStyle styleId="{715206B0-B169-4332-A5FF-BE7EE345A3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{715206B0-B169-4332-A5FF-BE7EE345A374}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{715206B0-B169-4332-A5FF-BE7EE345A374}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{715206B0-B169-4332-A5FF-BE7EE345A374}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{715206B0-B169-4332-A5FF-BE7EE345A374}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{715206B0-B169-4332-A5FF-BE7EE345A374}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