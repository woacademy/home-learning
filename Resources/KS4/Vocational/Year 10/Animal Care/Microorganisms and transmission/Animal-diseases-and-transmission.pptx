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A3318-E1BE-4CE9-BF8D-B08CF02528B8}">
  <a:tblStyle styleId="{9E7A3318-E1BE-4CE9-BF8D-B08CF02528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{9E7A3318-E1BE-4CE9-BF8D-B08CF02528B8}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{9E7A3318-E1BE-4CE9-BF8D-B08CF02528B8}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{9E7A3318-E1BE-4CE9-BF8D-B08CF02528B8}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{9E7A3318-E1BE-4CE9-BF8D-B08CF02528B8}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{9E7A3318-E1BE-4CE9-BF8D-B08CF02528B8}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