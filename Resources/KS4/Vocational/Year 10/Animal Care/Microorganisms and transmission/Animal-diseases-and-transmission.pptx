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F47E8B-8AE6-46FF-A3D8-419319EFD7F6}">
  <a:tblStyle styleId="{C5F47E8B-8AE6-46FF-A3D8-419319EFD7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{C5F47E8B-8AE6-46FF-A3D8-419319EFD7F6}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{C5F47E8B-8AE6-46FF-A3D8-419319EFD7F6}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{C5F47E8B-8AE6-46FF-A3D8-419319EFD7F6}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{C5F47E8B-8AE6-46FF-A3D8-419319EFD7F6}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{C5F47E8B-8AE6-46FF-A3D8-419319EFD7F6}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