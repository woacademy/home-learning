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8AD997-558F-43C3-9410-48B4701414B9}">
  <a:tblStyle styleId="{1A8AD997-558F-43C3-9410-48B4701414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{1A8AD997-558F-43C3-9410-48B4701414B9}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{1A8AD997-558F-43C3-9410-48B4701414B9}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{1A8AD997-558F-43C3-9410-48B4701414B9}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{1A8AD997-558F-43C3-9410-48B4701414B9}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{1A8AD997-558F-43C3-9410-48B4701414B9}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