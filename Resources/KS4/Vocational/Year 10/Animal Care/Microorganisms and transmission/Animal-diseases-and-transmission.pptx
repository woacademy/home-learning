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3709C5-232A-42F0-ADDF-8CC5FD40792A}">
  <a:tblStyle styleId="{293709C5-232A-42F0-ADDF-8CC5FD4079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{293709C5-232A-42F0-ADDF-8CC5FD40792A}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{293709C5-232A-42F0-ADDF-8CC5FD40792A}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{293709C5-232A-42F0-ADDF-8CC5FD40792A}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{293709C5-232A-42F0-ADDF-8CC5FD40792A}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{293709C5-232A-42F0-ADDF-8CC5FD40792A}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