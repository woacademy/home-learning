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92C97F-7299-4545-ABED-B0926B3CB5E4}">
  <a:tblStyle styleId="{CE92C97F-7299-4545-ABED-B0926B3CB5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{CE92C97F-7299-4545-ABED-B0926B3CB5E4}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{CE92C97F-7299-4545-ABED-B0926B3CB5E4}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{CE92C97F-7299-4545-ABED-B0926B3CB5E4}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{CE92C97F-7299-4545-ABED-B0926B3CB5E4}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{CE92C97F-7299-4545-ABED-B0926B3CB5E4}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