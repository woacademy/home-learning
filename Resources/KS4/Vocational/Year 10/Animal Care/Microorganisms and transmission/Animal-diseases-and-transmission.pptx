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FCAA4C-445F-4E59-9904-6DDEED01FFD1}">
  <a:tblStyle styleId="{60FCAA4C-445F-4E59-9904-6DDEED01FFD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{60FCAA4C-445F-4E59-9904-6DDEED01FFD1}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{60FCAA4C-445F-4E59-9904-6DDEED01FFD1}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{60FCAA4C-445F-4E59-9904-6DDEED01FFD1}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{60FCAA4C-445F-4E59-9904-6DDEED01FFD1}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{60FCAA4C-445F-4E59-9904-6DDEED01FFD1}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