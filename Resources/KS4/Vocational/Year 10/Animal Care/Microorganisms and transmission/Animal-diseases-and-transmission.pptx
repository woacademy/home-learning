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744A9-5933-46BB-9AD4-E5341A2BA573}">
  <a:tblStyle styleId="{67B744A9-5933-46BB-9AD4-E5341A2BA5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{67B744A9-5933-46BB-9AD4-E5341A2BA573}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{67B744A9-5933-46BB-9AD4-E5341A2BA573}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{67B744A9-5933-46BB-9AD4-E5341A2BA573}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{67B744A9-5933-46BB-9AD4-E5341A2BA573}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{67B744A9-5933-46BB-9AD4-E5341A2BA573}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