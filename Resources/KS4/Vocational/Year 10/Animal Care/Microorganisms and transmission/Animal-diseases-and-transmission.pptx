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11ED5C-9F53-4B73-AA2C-6ECD6A7503E7}">
  <a:tblStyle styleId="{3C11ED5C-9F53-4B73-AA2C-6ECD6A7503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{3C11ED5C-9F53-4B73-AA2C-6ECD6A7503E7}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{3C11ED5C-9F53-4B73-AA2C-6ECD6A7503E7}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{3C11ED5C-9F53-4B73-AA2C-6ECD6A7503E7}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{3C11ED5C-9F53-4B73-AA2C-6ECD6A7503E7}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{3C11ED5C-9F53-4B73-AA2C-6ECD6A7503E7}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