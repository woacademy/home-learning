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2E53B2-E763-4CE1-BDD5-6B7E8BEDA3F5}">
  <a:tblStyle styleId="{112E53B2-E763-4CE1-BDD5-6B7E8BEDA3F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{112E53B2-E763-4CE1-BDD5-6B7E8BEDA3F5}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{112E53B2-E763-4CE1-BDD5-6B7E8BEDA3F5}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{112E53B2-E763-4CE1-BDD5-6B7E8BEDA3F5}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{112E53B2-E763-4CE1-BDD5-6B7E8BEDA3F5}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{112E53B2-E763-4CE1-BDD5-6B7E8BEDA3F5}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