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E99A9-EAF9-4075-9FA9-3DC980357CFC}">
  <a:tblStyle styleId="{22CE99A9-EAF9-4075-9FA9-3DC980357C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{22CE99A9-EAF9-4075-9FA9-3DC980357CFC}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{22CE99A9-EAF9-4075-9FA9-3DC980357CFC}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{22CE99A9-EAF9-4075-9FA9-3DC980357CFC}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{22CE99A9-EAF9-4075-9FA9-3DC980357CFC}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{22CE99A9-EAF9-4075-9FA9-3DC980357CFC}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