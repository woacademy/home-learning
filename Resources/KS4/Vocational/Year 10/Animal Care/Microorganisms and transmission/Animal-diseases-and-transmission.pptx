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062D51-6117-4C99-8C6D-D94928FE4D8E}">
  <a:tblStyle styleId="{D2062D51-6117-4C99-8C6D-D94928FE4D8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{D2062D51-6117-4C99-8C6D-D94928FE4D8E}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{D2062D51-6117-4C99-8C6D-D94928FE4D8E}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{D2062D51-6117-4C99-8C6D-D94928FE4D8E}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{D2062D51-6117-4C99-8C6D-D94928FE4D8E}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{D2062D51-6117-4C99-8C6D-D94928FE4D8E}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