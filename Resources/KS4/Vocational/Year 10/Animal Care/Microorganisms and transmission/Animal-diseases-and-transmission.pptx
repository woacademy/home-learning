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CC8AA4-BF6D-4662-B377-2446D42AA2CC}">
  <a:tblStyle styleId="{34CC8AA4-BF6D-4662-B377-2446D42AA2C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{34CC8AA4-BF6D-4662-B377-2446D42AA2CC}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{34CC8AA4-BF6D-4662-B377-2446D42AA2CC}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{34CC8AA4-BF6D-4662-B377-2446D42AA2CC}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{34CC8AA4-BF6D-4662-B377-2446D42AA2CC}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{34CC8AA4-BF6D-4662-B377-2446D42AA2CC}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