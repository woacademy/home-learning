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A99093-4716-46C1-936A-01CF4F467CD6}">
  <a:tblStyle styleId="{F3A99093-4716-46C1-936A-01CF4F467C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{F3A99093-4716-46C1-936A-01CF4F467CD6}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{F3A99093-4716-46C1-936A-01CF4F467CD6}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{F3A99093-4716-46C1-936A-01CF4F467CD6}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{F3A99093-4716-46C1-936A-01CF4F467CD6}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{F3A99093-4716-46C1-936A-01CF4F467CD6}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