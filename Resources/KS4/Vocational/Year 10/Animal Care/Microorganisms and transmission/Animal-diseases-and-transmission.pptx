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1C1A86-C391-4A89-8D57-759E39FBA209}">
  <a:tblStyle styleId="{2F1C1A86-C391-4A89-8D57-759E39FBA2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{2F1C1A86-C391-4A89-8D57-759E39FBA209}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{2F1C1A86-C391-4A89-8D57-759E39FBA209}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{2F1C1A86-C391-4A89-8D57-759E39FBA209}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{2F1C1A86-C391-4A89-8D57-759E39FBA209}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{2F1C1A86-C391-4A89-8D57-759E39FBA209}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