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D051E3-6E79-4864-B217-CC33731BAFE5}">
  <a:tblStyle styleId="{72D051E3-6E79-4864-B217-CC33731BAFE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{72D051E3-6E79-4864-B217-CC33731BAFE5}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{72D051E3-6E79-4864-B217-CC33731BAFE5}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{72D051E3-6E79-4864-B217-CC33731BAFE5}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{72D051E3-6E79-4864-B217-CC33731BAFE5}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{72D051E3-6E79-4864-B217-CC33731BAFE5}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