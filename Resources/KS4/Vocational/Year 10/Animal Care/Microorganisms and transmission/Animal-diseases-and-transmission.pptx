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85A34E-87DA-4D51-A27B-988EE3059370}">
  <a:tblStyle styleId="{5485A34E-87DA-4D51-A27B-988EE30593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{5485A34E-87DA-4D51-A27B-988EE3059370}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{5485A34E-87DA-4D51-A27B-988EE3059370}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{5485A34E-87DA-4D51-A27B-988EE3059370}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{5485A34E-87DA-4D51-A27B-988EE3059370}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{5485A34E-87DA-4D51-A27B-988EE3059370}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