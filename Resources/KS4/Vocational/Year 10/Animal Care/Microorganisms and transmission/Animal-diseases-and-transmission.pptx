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C0CA84B-285D-4E38-A02A-9BAACE7D9DEA}">
  <a:tblStyle styleId="{0C0CA84B-285D-4E38-A02A-9BAACE7D9DE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{0C0CA84B-285D-4E38-A02A-9BAACE7D9DEA}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{0C0CA84B-285D-4E38-A02A-9BAACE7D9DEA}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{0C0CA84B-285D-4E38-A02A-9BAACE7D9DEA}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{0C0CA84B-285D-4E38-A02A-9BAACE7D9DEA}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{0C0CA84B-285D-4E38-A02A-9BAACE7D9DEA}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