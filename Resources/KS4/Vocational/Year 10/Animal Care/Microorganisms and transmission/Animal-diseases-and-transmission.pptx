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EFB7F8-0125-4125-BF60-6E9730F7DBE5}">
  <a:tblStyle styleId="{ECEFB7F8-0125-4125-BF60-6E9730F7DBE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{ECEFB7F8-0125-4125-BF60-6E9730F7DBE5}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{ECEFB7F8-0125-4125-BF60-6E9730F7DBE5}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{ECEFB7F8-0125-4125-BF60-6E9730F7DBE5}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{ECEFB7F8-0125-4125-BF60-6E9730F7DBE5}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{ECEFB7F8-0125-4125-BF60-6E9730F7DBE5}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