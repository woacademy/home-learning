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702C83-1288-42E5-83ED-F494D63AF016}">
  <a:tblStyle styleId="{53702C83-1288-42E5-83ED-F494D63AF0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{53702C83-1288-42E5-83ED-F494D63AF016}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{53702C83-1288-42E5-83ED-F494D63AF016}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{53702C83-1288-42E5-83ED-F494D63AF016}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{53702C83-1288-42E5-83ED-F494D63AF016}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{53702C83-1288-42E5-83ED-F494D63AF016}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