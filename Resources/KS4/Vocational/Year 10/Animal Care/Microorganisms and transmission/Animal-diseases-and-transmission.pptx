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F092A0-0CA5-42A7-AA16-1363868049A2}">
  <a:tblStyle styleId="{56F092A0-0CA5-42A7-AA16-1363868049A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{56F092A0-0CA5-42A7-AA16-1363868049A2}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{56F092A0-0CA5-42A7-AA16-1363868049A2}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{56F092A0-0CA5-42A7-AA16-1363868049A2}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{56F092A0-0CA5-42A7-AA16-1363868049A2}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{56F092A0-0CA5-42A7-AA16-1363868049A2}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