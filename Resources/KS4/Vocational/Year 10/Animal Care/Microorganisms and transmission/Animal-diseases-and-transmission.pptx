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4DC4C3-5B9F-401C-AAB6-BC6B40D0EE52}">
  <a:tblStyle styleId="{D94DC4C3-5B9F-401C-AAB6-BC6B40D0EE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{D94DC4C3-5B9F-401C-AAB6-BC6B40D0EE52}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{D94DC4C3-5B9F-401C-AAB6-BC6B40D0EE52}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{D94DC4C3-5B9F-401C-AAB6-BC6B40D0EE52}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{D94DC4C3-5B9F-401C-AAB6-BC6B40D0EE52}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{D94DC4C3-5B9F-401C-AAB6-BC6B40D0EE52}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