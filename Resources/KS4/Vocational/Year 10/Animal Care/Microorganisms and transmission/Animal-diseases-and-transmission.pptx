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9B4CD0-31D2-498D-AAC1-F98E32222BB1}">
  <a:tblStyle styleId="{119B4CD0-31D2-498D-AAC1-F98E32222B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{119B4CD0-31D2-498D-AAC1-F98E32222BB1}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{119B4CD0-31D2-498D-AAC1-F98E32222BB1}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{119B4CD0-31D2-498D-AAC1-F98E32222BB1}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{119B4CD0-31D2-498D-AAC1-F98E32222BB1}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{119B4CD0-31D2-498D-AAC1-F98E32222BB1}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