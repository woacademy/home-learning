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BC3089-8160-4C1D-ACBD-1A7A29F1B941}">
  <a:tblStyle styleId="{52BC3089-8160-4C1D-ACBD-1A7A29F1B94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{52BC3089-8160-4C1D-ACBD-1A7A29F1B941}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{52BC3089-8160-4C1D-ACBD-1A7A29F1B941}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{52BC3089-8160-4C1D-ACBD-1A7A29F1B941}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{52BC3089-8160-4C1D-ACBD-1A7A29F1B941}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{52BC3089-8160-4C1D-ACBD-1A7A29F1B941}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