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633C79-DCE5-45A3-9157-D66D33EC75FA}">
  <a:tblStyle styleId="{91633C79-DCE5-45A3-9157-D66D33EC75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{91633C79-DCE5-45A3-9157-D66D33EC75FA}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{91633C79-DCE5-45A3-9157-D66D33EC75FA}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{91633C79-DCE5-45A3-9157-D66D33EC75FA}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{91633C79-DCE5-45A3-9157-D66D33EC75FA}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{91633C79-DCE5-45A3-9157-D66D33EC75FA}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