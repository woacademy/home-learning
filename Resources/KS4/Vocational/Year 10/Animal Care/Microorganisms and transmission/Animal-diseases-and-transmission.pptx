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C7B467-2EA2-443E-8ACC-DA7728F35C0D}">
  <a:tblStyle styleId="{48C7B467-2EA2-443E-8ACC-DA7728F35C0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{48C7B467-2EA2-443E-8ACC-DA7728F35C0D}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{48C7B467-2EA2-443E-8ACC-DA7728F35C0D}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{48C7B467-2EA2-443E-8ACC-DA7728F35C0D}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{48C7B467-2EA2-443E-8ACC-DA7728F35C0D}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{48C7B467-2EA2-443E-8ACC-DA7728F35C0D}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