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13A248-D7EB-441F-A548-F1CF0B4B1061}">
  <a:tblStyle styleId="{4B13A248-D7EB-441F-A548-F1CF0B4B10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{4B13A248-D7EB-441F-A548-F1CF0B4B1061}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{4B13A248-D7EB-441F-A548-F1CF0B4B1061}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{4B13A248-D7EB-441F-A548-F1CF0B4B1061}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{4B13A248-D7EB-441F-A548-F1CF0B4B1061}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{4B13A248-D7EB-441F-A548-F1CF0B4B1061}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