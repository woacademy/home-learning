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757ABDB-D3EE-49B5-899A-E6EFE8F1D476}">
  <a:tblStyle styleId="{C757ABDB-D3EE-49B5-899A-E6EFE8F1D476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6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Relationship Id="rId4" Type="http://schemas.openxmlformats.org/officeDocument/2006/relationships/image" Target="../media/image4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{C757ABDB-D3EE-49B5-899A-E6EFE8F1D476}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{C757ABDB-D3EE-49B5-899A-E6EFE8F1D476}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{C757ABDB-D3EE-49B5-899A-E6EFE8F1D476}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{C757ABDB-D3EE-49B5-899A-E6EFE8F1D476}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{C757ABDB-D3EE-49B5-899A-E6EFE8F1D476}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