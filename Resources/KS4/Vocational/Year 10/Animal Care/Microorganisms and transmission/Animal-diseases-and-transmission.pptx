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C93AE0-4210-407E-BF56-1498C9004BF7}">
  <a:tblStyle styleId="{32C93AE0-4210-407E-BF56-1498C9004B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{32C93AE0-4210-407E-BF56-1498C9004BF7}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{32C93AE0-4210-407E-BF56-1498C9004BF7}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{32C93AE0-4210-407E-BF56-1498C9004BF7}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{32C93AE0-4210-407E-BF56-1498C9004BF7}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{32C93AE0-4210-407E-BF56-1498C9004BF7}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