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7C2FD2-2F4C-4B3F-87FD-3F1C5A46CDAB}">
  <a:tblStyle styleId="{517C2FD2-2F4C-4B3F-87FD-3F1C5A46CDA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{517C2FD2-2F4C-4B3F-87FD-3F1C5A46CDAB}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{517C2FD2-2F4C-4B3F-87FD-3F1C5A46CDAB}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{517C2FD2-2F4C-4B3F-87FD-3F1C5A46CDAB}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{517C2FD2-2F4C-4B3F-87FD-3F1C5A46CDAB}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{517C2FD2-2F4C-4B3F-87FD-3F1C5A46CDAB}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