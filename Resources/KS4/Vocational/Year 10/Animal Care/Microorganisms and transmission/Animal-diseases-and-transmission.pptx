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79126B-7E30-44ED-9E74-4969106A2C21}">
  <a:tblStyle styleId="{6779126B-7E30-44ED-9E74-4969106A2C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{6779126B-7E30-44ED-9E74-4969106A2C21}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{6779126B-7E30-44ED-9E74-4969106A2C21}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{6779126B-7E30-44ED-9E74-4969106A2C21}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{6779126B-7E30-44ED-9E74-4969106A2C21}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{6779126B-7E30-44ED-9E74-4969106A2C21}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