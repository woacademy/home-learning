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32E6B-60B3-4E2D-A902-03683ED4CF4C}">
  <a:tblStyle styleId="{28932E6B-60B3-4E2D-A902-03683ED4CF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{28932E6B-60B3-4E2D-A902-03683ED4CF4C}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{28932E6B-60B3-4E2D-A902-03683ED4CF4C}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{28932E6B-60B3-4E2D-A902-03683ED4CF4C}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{28932E6B-60B3-4E2D-A902-03683ED4CF4C}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{28932E6B-60B3-4E2D-A902-03683ED4CF4C}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