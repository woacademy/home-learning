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5C98F0E-8CFB-4F3B-B7AC-94FD70A2ACDC}">
  <a:tblStyle styleId="{25C98F0E-8CFB-4F3B-B7AC-94FD70A2AC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{25C98F0E-8CFB-4F3B-B7AC-94FD70A2ACDC}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{25C98F0E-8CFB-4F3B-B7AC-94FD70A2ACDC}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{25C98F0E-8CFB-4F3B-B7AC-94FD70A2ACDC}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{25C98F0E-8CFB-4F3B-B7AC-94FD70A2ACDC}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{25C98F0E-8CFB-4F3B-B7AC-94FD70A2ACDC}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