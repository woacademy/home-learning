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D7F8C2-FE9B-43E5-9EEF-12CBFC91DB49}">
  <a:tblStyle styleId="{63D7F8C2-FE9B-43E5-9EEF-12CBFC91DB4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{63D7F8C2-FE9B-43E5-9EEF-12CBFC91DB49}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{63D7F8C2-FE9B-43E5-9EEF-12CBFC91DB49}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{63D7F8C2-FE9B-43E5-9EEF-12CBFC91DB49}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{63D7F8C2-FE9B-43E5-9EEF-12CBFC91DB49}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{63D7F8C2-FE9B-43E5-9EEF-12CBFC91DB49}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