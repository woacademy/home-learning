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8CD0826-CB40-430B-B243-9DE91C9BE16D}">
  <a:tblStyle styleId="{58CD0826-CB40-430B-B243-9DE91C9BE16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{58CD0826-CB40-430B-B243-9DE91C9BE16D}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{58CD0826-CB40-430B-B243-9DE91C9BE16D}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{58CD0826-CB40-430B-B243-9DE91C9BE16D}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{58CD0826-CB40-430B-B243-9DE91C9BE16D}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{58CD0826-CB40-430B-B243-9DE91C9BE16D}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