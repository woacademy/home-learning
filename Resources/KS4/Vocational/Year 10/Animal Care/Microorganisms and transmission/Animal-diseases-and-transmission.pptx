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093791-7445-4EE7-B2EA-10823BC9EAAE}">
  <a:tblStyle styleId="{ED093791-7445-4EE7-B2EA-10823BC9EAA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{ED093791-7445-4EE7-B2EA-10823BC9EAAE}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{ED093791-7445-4EE7-B2EA-10823BC9EAAE}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{ED093791-7445-4EE7-B2EA-10823BC9EAAE}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{ED093791-7445-4EE7-B2EA-10823BC9EAAE}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{ED093791-7445-4EE7-B2EA-10823BC9EAAE}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