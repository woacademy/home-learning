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7942112-8EE2-4F23-B643-9166F874B141}">
  <a:tblStyle styleId="{57942112-8EE2-4F23-B643-9166F874B1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{57942112-8EE2-4F23-B643-9166F874B141}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{57942112-8EE2-4F23-B643-9166F874B141}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{57942112-8EE2-4F23-B643-9166F874B141}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{57942112-8EE2-4F23-B643-9166F874B141}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{57942112-8EE2-4F23-B643-9166F874B141}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