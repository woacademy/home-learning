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8F65E-4F52-4848-9021-5012254CC81C}">
  <a:tblStyle styleId="{79B8F65E-4F52-4848-9021-5012254CC8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{79B8F65E-4F52-4848-9021-5012254CC81C}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{79B8F65E-4F52-4848-9021-5012254CC81C}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{79B8F65E-4F52-4848-9021-5012254CC81C}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{79B8F65E-4F52-4848-9021-5012254CC81C}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{79B8F65E-4F52-4848-9021-5012254CC81C}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