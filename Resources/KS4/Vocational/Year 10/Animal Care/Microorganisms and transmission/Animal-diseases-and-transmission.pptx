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5C9C092-6F13-4362-9D3B-8D20532803CE}">
  <a:tblStyle styleId="{E5C9C092-6F13-4362-9D3B-8D20532803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{E5C9C092-6F13-4362-9D3B-8D20532803CE}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{E5C9C092-6F13-4362-9D3B-8D20532803CE}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{E5C9C092-6F13-4362-9D3B-8D20532803CE}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{E5C9C092-6F13-4362-9D3B-8D20532803CE}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{E5C9C092-6F13-4362-9D3B-8D20532803CE}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