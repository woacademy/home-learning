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30DA1D-742F-46D1-A9C9-0BEB1DF78707}">
  <a:tblStyle styleId="{6F30DA1D-742F-46D1-A9C9-0BEB1DF787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{6F30DA1D-742F-46D1-A9C9-0BEB1DF78707}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{6F30DA1D-742F-46D1-A9C9-0BEB1DF78707}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{6F30DA1D-742F-46D1-A9C9-0BEB1DF78707}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{6F30DA1D-742F-46D1-A9C9-0BEB1DF78707}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{6F30DA1D-742F-46D1-A9C9-0BEB1DF78707}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