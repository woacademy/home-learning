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DC2ADD6-72B1-464D-A44A-6029A6EBAC14}">
  <a:tblStyle styleId="{DDC2ADD6-72B1-464D-A44A-6029A6EBAC1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{DDC2ADD6-72B1-464D-A44A-6029A6EBAC14}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{DDC2ADD6-72B1-464D-A44A-6029A6EBAC14}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{DDC2ADD6-72B1-464D-A44A-6029A6EBAC14}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{DDC2ADD6-72B1-464D-A44A-6029A6EBAC14}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{DDC2ADD6-72B1-464D-A44A-6029A6EBAC14}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