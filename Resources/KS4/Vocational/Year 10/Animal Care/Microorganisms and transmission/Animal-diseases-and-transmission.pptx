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B19E5D-44E3-4184-925A-0ACAA433D145}">
  <a:tblStyle styleId="{31B19E5D-44E3-4184-925A-0ACAA433D1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{31B19E5D-44E3-4184-925A-0ACAA433D145}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{31B19E5D-44E3-4184-925A-0ACAA433D145}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{31B19E5D-44E3-4184-925A-0ACAA433D145}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{31B19E5D-44E3-4184-925A-0ACAA433D145}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{31B19E5D-44E3-4184-925A-0ACAA433D145}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