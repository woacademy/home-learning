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F8606A-0344-4D0E-A80E-09ADA62A0E1A}">
  <a:tblStyle styleId="{36F8606A-0344-4D0E-A80E-09ADA62A0E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{36F8606A-0344-4D0E-A80E-09ADA62A0E1A}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{36F8606A-0344-4D0E-A80E-09ADA62A0E1A}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{36F8606A-0344-4D0E-A80E-09ADA62A0E1A}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{36F8606A-0344-4D0E-A80E-09ADA62A0E1A}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{36F8606A-0344-4D0E-A80E-09ADA62A0E1A}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