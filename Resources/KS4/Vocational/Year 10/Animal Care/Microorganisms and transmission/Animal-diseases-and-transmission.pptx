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CBBCD-B055-410D-AD35-D33EB966E9E9}">
  <a:tblStyle styleId="{3B6CBBCD-B055-410D-AD35-D33EB966E9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{3B6CBBCD-B055-410D-AD35-D33EB966E9E9}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{3B6CBBCD-B055-410D-AD35-D33EB966E9E9}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{3B6CBBCD-B055-410D-AD35-D33EB966E9E9}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{3B6CBBCD-B055-410D-AD35-D33EB966E9E9}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{3B6CBBCD-B055-410D-AD35-D33EB966E9E9}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