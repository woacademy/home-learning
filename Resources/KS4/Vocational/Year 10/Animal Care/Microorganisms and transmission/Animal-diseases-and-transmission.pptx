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4D7FA0-76D5-4942-BBCA-2C01A43043EA}">
  <a:tblStyle styleId="{384D7FA0-76D5-4942-BBCA-2C01A43043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{384D7FA0-76D5-4942-BBCA-2C01A43043EA}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{384D7FA0-76D5-4942-BBCA-2C01A43043EA}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{384D7FA0-76D5-4942-BBCA-2C01A43043EA}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{384D7FA0-76D5-4942-BBCA-2C01A43043EA}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{384D7FA0-76D5-4942-BBCA-2C01A43043EA}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