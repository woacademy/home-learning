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D93C45-C17D-411E-9497-3124FC3AA0B6}">
  <a:tblStyle styleId="{4BD93C45-C17D-411E-9497-3124FC3AA0B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{4BD93C45-C17D-411E-9497-3124FC3AA0B6}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{4BD93C45-C17D-411E-9497-3124FC3AA0B6}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{4BD93C45-C17D-411E-9497-3124FC3AA0B6}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{4BD93C45-C17D-411E-9497-3124FC3AA0B6}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{4BD93C45-C17D-411E-9497-3124FC3AA0B6}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