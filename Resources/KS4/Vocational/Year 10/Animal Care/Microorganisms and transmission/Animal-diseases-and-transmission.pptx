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F85F2-C6BE-46A0-9BC3-A8C2841BE404}">
  <a:tblStyle styleId="{377F85F2-C6BE-46A0-9BC3-A8C2841BE4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{377F85F2-C6BE-46A0-9BC3-A8C2841BE404}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{377F85F2-C6BE-46A0-9BC3-A8C2841BE404}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{377F85F2-C6BE-46A0-9BC3-A8C2841BE404}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{377F85F2-C6BE-46A0-9BC3-A8C2841BE404}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{377F85F2-C6BE-46A0-9BC3-A8C2841BE404}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