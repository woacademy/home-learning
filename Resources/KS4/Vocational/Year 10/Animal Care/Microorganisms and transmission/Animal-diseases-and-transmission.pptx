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5F6FBB-FE47-4B1F-9A09-185A3EDEE8BD}">
  <a:tblStyle styleId="{905F6FBB-FE47-4B1F-9A09-185A3EDEE8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{905F6FBB-FE47-4B1F-9A09-185A3EDEE8BD}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{905F6FBB-FE47-4B1F-9A09-185A3EDEE8BD}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{905F6FBB-FE47-4B1F-9A09-185A3EDEE8BD}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{905F6FBB-FE47-4B1F-9A09-185A3EDEE8BD}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{905F6FBB-FE47-4B1F-9A09-185A3EDEE8BD}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