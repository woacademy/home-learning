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27807A-1BED-4C38-BEF2-D5CAD383202E}">
  <a:tblStyle styleId="{C927807A-1BED-4C38-BEF2-D5CAD383202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{C927807A-1BED-4C38-BEF2-D5CAD383202E}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{C927807A-1BED-4C38-BEF2-D5CAD383202E}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{C927807A-1BED-4C38-BEF2-D5CAD383202E}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{C927807A-1BED-4C38-BEF2-D5CAD383202E}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{C927807A-1BED-4C38-BEF2-D5CAD383202E}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