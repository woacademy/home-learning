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CD8D676-D0A5-4597-9417-27FAD11002D2}">
  <a:tblStyle styleId="{9CD8D676-D0A5-4597-9417-27FAD11002D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{9CD8D676-D0A5-4597-9417-27FAD11002D2}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{9CD8D676-D0A5-4597-9417-27FAD11002D2}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{9CD8D676-D0A5-4597-9417-27FAD11002D2}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{9CD8D676-D0A5-4597-9417-27FAD11002D2}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{9CD8D676-D0A5-4597-9417-27FAD11002D2}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