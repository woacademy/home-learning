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FB54B0F-8AF0-4DAF-B02A-E01ADD1663E8}">
  <a:tblStyle styleId="{1FB54B0F-8AF0-4DAF-B02A-E01ADD1663E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{1FB54B0F-8AF0-4DAF-B02A-E01ADD1663E8}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{1FB54B0F-8AF0-4DAF-B02A-E01ADD1663E8}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{1FB54B0F-8AF0-4DAF-B02A-E01ADD1663E8}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{1FB54B0F-8AF0-4DAF-B02A-E01ADD1663E8}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{1FB54B0F-8AF0-4DAF-B02A-E01ADD1663E8}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