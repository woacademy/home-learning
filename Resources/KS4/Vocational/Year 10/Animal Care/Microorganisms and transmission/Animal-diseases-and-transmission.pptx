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86A8C7-0DA8-4354-A398-4E7269BDC6F1}">
  <a:tblStyle styleId="{7586A8C7-0DA8-4354-A398-4E7269BDC6F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{7586A8C7-0DA8-4354-A398-4E7269BDC6F1}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{7586A8C7-0DA8-4354-A398-4E7269BDC6F1}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{7586A8C7-0DA8-4354-A398-4E7269BDC6F1}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{7586A8C7-0DA8-4354-A398-4E7269BDC6F1}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{7586A8C7-0DA8-4354-A398-4E7269BDC6F1}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