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D49CEE-F304-487F-AB80-330EBA85A030}">
  <a:tblStyle styleId="{0AD49CEE-F304-487F-AB80-330EBA85A0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{0AD49CEE-F304-487F-AB80-330EBA85A030}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{0AD49CEE-F304-487F-AB80-330EBA85A030}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{0AD49CEE-F304-487F-AB80-330EBA85A030}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{0AD49CEE-F304-487F-AB80-330EBA85A030}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{0AD49CEE-F304-487F-AB80-330EBA85A030}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