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55CAF96-8AFA-46A7-87A3-777643ADB624}">
  <a:tblStyle styleId="{F55CAF96-8AFA-46A7-87A3-777643ADB6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{F55CAF96-8AFA-46A7-87A3-777643ADB624}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{F55CAF96-8AFA-46A7-87A3-777643ADB624}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{F55CAF96-8AFA-46A7-87A3-777643ADB624}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{F55CAF96-8AFA-46A7-87A3-777643ADB624}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{F55CAF96-8AFA-46A7-87A3-777643ADB624}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