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72DA81-D59B-4A26-9ADB-9CF3B7B66DB3}">
  <a:tblStyle styleId="{1172DA81-D59B-4A26-9ADB-9CF3B7B66D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{1172DA81-D59B-4A26-9ADB-9CF3B7B66DB3}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{1172DA81-D59B-4A26-9ADB-9CF3B7B66DB3}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{1172DA81-D59B-4A26-9ADB-9CF3B7B66DB3}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{1172DA81-D59B-4A26-9ADB-9CF3B7B66DB3}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{1172DA81-D59B-4A26-9ADB-9CF3B7B66DB3}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