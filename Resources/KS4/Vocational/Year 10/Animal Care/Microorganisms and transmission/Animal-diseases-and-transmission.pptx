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7DC81-C013-429F-861D-0862EE282CB4}">
  <a:tblStyle styleId="{1F77DC81-C013-429F-861D-0862EE282C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{1F77DC81-C013-429F-861D-0862EE282CB4}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{1F77DC81-C013-429F-861D-0862EE282CB4}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{1F77DC81-C013-429F-861D-0862EE282CB4}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{1F77DC81-C013-429F-861D-0862EE282CB4}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{1F77DC81-C013-429F-861D-0862EE282CB4}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