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F5425C-A378-4881-949B-4CA838B80638}">
  <a:tblStyle styleId="{B6F5425C-A378-4881-949B-4CA838B806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{B6F5425C-A378-4881-949B-4CA838B80638}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{B6F5425C-A378-4881-949B-4CA838B80638}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{B6F5425C-A378-4881-949B-4CA838B80638}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{B6F5425C-A378-4881-949B-4CA838B80638}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{B6F5425C-A378-4881-949B-4CA838B80638}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