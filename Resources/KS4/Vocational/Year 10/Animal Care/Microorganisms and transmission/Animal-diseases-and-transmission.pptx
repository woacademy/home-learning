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6A37D-A783-41A7-AD03-9A882C9FED4C}">
  <a:tblStyle styleId="{0356A37D-A783-41A7-AD03-9A882C9FED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{0356A37D-A783-41A7-AD03-9A882C9FED4C}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{0356A37D-A783-41A7-AD03-9A882C9FED4C}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{0356A37D-A783-41A7-AD03-9A882C9FED4C}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{0356A37D-A783-41A7-AD03-9A882C9FED4C}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{0356A37D-A783-41A7-AD03-9A882C9FED4C}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