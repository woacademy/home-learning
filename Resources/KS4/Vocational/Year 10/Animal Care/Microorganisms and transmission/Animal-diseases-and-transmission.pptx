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A20F94-94EE-4F17-BBE4-84A449BFB20F}">
  <a:tblStyle styleId="{25A20F94-94EE-4F17-BBE4-84A449BFB2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{25A20F94-94EE-4F17-BBE4-84A449BFB20F}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{25A20F94-94EE-4F17-BBE4-84A449BFB20F}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{25A20F94-94EE-4F17-BBE4-84A449BFB20F}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{25A20F94-94EE-4F17-BBE4-84A449BFB20F}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{25A20F94-94EE-4F17-BBE4-84A449BFB20F}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