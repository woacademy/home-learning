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282C57-1A4D-49B5-9A65-6698194E5907}">
  <a:tblStyle styleId="{34282C57-1A4D-49B5-9A65-6698194E59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{34282C57-1A4D-49B5-9A65-6698194E5907}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{34282C57-1A4D-49B5-9A65-6698194E5907}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{34282C57-1A4D-49B5-9A65-6698194E5907}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{34282C57-1A4D-49B5-9A65-6698194E5907}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{34282C57-1A4D-49B5-9A65-6698194E5907}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