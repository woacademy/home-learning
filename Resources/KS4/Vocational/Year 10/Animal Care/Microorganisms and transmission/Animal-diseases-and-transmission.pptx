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145FEDA-F0FE-447D-8AD5-9B6AD48D4A16}">
  <a:tblStyle styleId="{8145FEDA-F0FE-447D-8AD5-9B6AD48D4A1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{8145FEDA-F0FE-447D-8AD5-9B6AD48D4A16}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{8145FEDA-F0FE-447D-8AD5-9B6AD48D4A16}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{8145FEDA-F0FE-447D-8AD5-9B6AD48D4A16}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{8145FEDA-F0FE-447D-8AD5-9B6AD48D4A16}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{8145FEDA-F0FE-447D-8AD5-9B6AD48D4A16}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