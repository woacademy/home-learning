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BEFF4-B7EC-46D2-A5FA-E7D75A6AE0E2}">
  <a:tblStyle styleId="{DABBEFF4-B7EC-46D2-A5FA-E7D75A6AE0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{DABBEFF4-B7EC-46D2-A5FA-E7D75A6AE0E2}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{DABBEFF4-B7EC-46D2-A5FA-E7D75A6AE0E2}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{DABBEFF4-B7EC-46D2-A5FA-E7D75A6AE0E2}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{DABBEFF4-B7EC-46D2-A5FA-E7D75A6AE0E2}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{DABBEFF4-B7EC-46D2-A5FA-E7D75A6AE0E2}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