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C41CD7-F18B-41B7-A6AE-1BE251654340}">
  <a:tblStyle styleId="{1FC41CD7-F18B-41B7-A6AE-1BE2516543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{1FC41CD7-F18B-41B7-A6AE-1BE251654340}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{1FC41CD7-F18B-41B7-A6AE-1BE251654340}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{1FC41CD7-F18B-41B7-A6AE-1BE251654340}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{1FC41CD7-F18B-41B7-A6AE-1BE251654340}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{1FC41CD7-F18B-41B7-A6AE-1BE251654340}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