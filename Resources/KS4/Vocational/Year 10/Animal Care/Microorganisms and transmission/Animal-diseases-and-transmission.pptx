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8E9626-89AE-4CFB-A1C7-9EB7561D0FF3}">
  <a:tblStyle styleId="{4A8E9626-89AE-4CFB-A1C7-9EB7561D0F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{4A8E9626-89AE-4CFB-A1C7-9EB7561D0FF3}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{4A8E9626-89AE-4CFB-A1C7-9EB7561D0FF3}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{4A8E9626-89AE-4CFB-A1C7-9EB7561D0FF3}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{4A8E9626-89AE-4CFB-A1C7-9EB7561D0FF3}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{4A8E9626-89AE-4CFB-A1C7-9EB7561D0FF3}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