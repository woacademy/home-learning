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00BAA4C-EE3E-443A-9123-2590AF2DF274}">
  <a:tblStyle styleId="{500BAA4C-EE3E-443A-9123-2590AF2DF27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{500BAA4C-EE3E-443A-9123-2590AF2DF274}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{500BAA4C-EE3E-443A-9123-2590AF2DF274}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{500BAA4C-EE3E-443A-9123-2590AF2DF274}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{500BAA4C-EE3E-443A-9123-2590AF2DF274}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{500BAA4C-EE3E-443A-9123-2590AF2DF274}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