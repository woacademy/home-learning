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B29348-C544-494D-9A8F-1B41F396F3C8}">
  <a:tblStyle styleId="{C6B29348-C544-494D-9A8F-1B41F396F3C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{C6B29348-C544-494D-9A8F-1B41F396F3C8}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{C6B29348-C544-494D-9A8F-1B41F396F3C8}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{C6B29348-C544-494D-9A8F-1B41F396F3C8}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{C6B29348-C544-494D-9A8F-1B41F396F3C8}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{C6B29348-C544-494D-9A8F-1B41F396F3C8}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