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957EE8-9F5E-4792-8F9E-D5677EF58FE8}">
  <a:tblStyle styleId="{A3957EE8-9F5E-4792-8F9E-D5677EF58FE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{A3957EE8-9F5E-4792-8F9E-D5677EF58FE8}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{A3957EE8-9F5E-4792-8F9E-D5677EF58FE8}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{A3957EE8-9F5E-4792-8F9E-D5677EF58FE8}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{A3957EE8-9F5E-4792-8F9E-D5677EF58FE8}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{A3957EE8-9F5E-4792-8F9E-D5677EF58FE8}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