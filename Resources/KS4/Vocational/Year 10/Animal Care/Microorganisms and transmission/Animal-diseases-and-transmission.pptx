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13A101-C226-4532-B2C6-DEF15F5EA909}">
  <a:tblStyle styleId="{F513A101-C226-4532-B2C6-DEF15F5EA9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{F513A101-C226-4532-B2C6-DEF15F5EA909}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{F513A101-C226-4532-B2C6-DEF15F5EA909}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{F513A101-C226-4532-B2C6-DEF15F5EA909}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{F513A101-C226-4532-B2C6-DEF15F5EA909}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{F513A101-C226-4532-B2C6-DEF15F5EA909}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