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A722B25-D9AF-4130-BAC8-A836EE625AB4}">
  <a:tblStyle styleId="{EA722B25-D9AF-4130-BAC8-A836EE625AB4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{EA722B25-D9AF-4130-BAC8-A836EE625AB4}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{EA722B25-D9AF-4130-BAC8-A836EE625AB4}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{EA722B25-D9AF-4130-BAC8-A836EE625AB4}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{EA722B25-D9AF-4130-BAC8-A836EE625AB4}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{EA722B25-D9AF-4130-BAC8-A836EE625AB4}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