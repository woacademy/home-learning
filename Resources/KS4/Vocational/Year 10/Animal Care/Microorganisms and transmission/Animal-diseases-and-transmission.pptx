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50D809-6826-4543-8FDD-99DBF999A723}">
  <a:tblStyle styleId="{C050D809-6826-4543-8FDD-99DBF999A72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{C050D809-6826-4543-8FDD-99DBF999A723}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{C050D809-6826-4543-8FDD-99DBF999A723}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{C050D809-6826-4543-8FDD-99DBF999A723}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{C050D809-6826-4543-8FDD-99DBF999A723}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{C050D809-6826-4543-8FDD-99DBF999A723}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