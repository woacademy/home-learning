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869388-2533-4EDF-9F3C-882C2BF8CF17}">
  <a:tblStyle styleId="{67869388-2533-4EDF-9F3C-882C2BF8CF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{67869388-2533-4EDF-9F3C-882C2BF8CF17}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{67869388-2533-4EDF-9F3C-882C2BF8CF17}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{67869388-2533-4EDF-9F3C-882C2BF8CF17}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{67869388-2533-4EDF-9F3C-882C2BF8CF17}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{67869388-2533-4EDF-9F3C-882C2BF8CF17}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