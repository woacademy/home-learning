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DAD0C1-F5E0-4D7E-92B8-70B6849B5BB9}">
  <a:tblStyle styleId="{21DAD0C1-F5E0-4D7E-92B8-70B6849B5B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{21DAD0C1-F5E0-4D7E-92B8-70B6849B5BB9}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{21DAD0C1-F5E0-4D7E-92B8-70B6849B5BB9}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{21DAD0C1-F5E0-4D7E-92B8-70B6849B5BB9}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{21DAD0C1-F5E0-4D7E-92B8-70B6849B5BB9}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{21DAD0C1-F5E0-4D7E-92B8-70B6849B5BB9}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