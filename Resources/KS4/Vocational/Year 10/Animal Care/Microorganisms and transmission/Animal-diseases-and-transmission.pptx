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382EAF-88AA-4A28-94F3-6BF6CA595972}">
  <a:tblStyle styleId="{FD382EAF-88AA-4A28-94F3-6BF6CA5959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{FD382EAF-88AA-4A28-94F3-6BF6CA595972}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{FD382EAF-88AA-4A28-94F3-6BF6CA595972}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{FD382EAF-88AA-4A28-94F3-6BF6CA595972}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{FD382EAF-88AA-4A28-94F3-6BF6CA595972}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{FD382EAF-88AA-4A28-94F3-6BF6CA595972}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