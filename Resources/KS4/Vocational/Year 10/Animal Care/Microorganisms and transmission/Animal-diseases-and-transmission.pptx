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74FD93-AE9D-4D1D-957B-DD0988F7885D}">
  <a:tblStyle styleId="{D274FD93-AE9D-4D1D-957B-DD0988F7885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{D274FD93-AE9D-4D1D-957B-DD0988F7885D}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{D274FD93-AE9D-4D1D-957B-DD0988F7885D}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{D274FD93-AE9D-4D1D-957B-DD0988F7885D}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{D274FD93-AE9D-4D1D-957B-DD0988F7885D}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{D274FD93-AE9D-4D1D-957B-DD0988F7885D}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