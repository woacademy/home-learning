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258BDD-1591-4BFF-909D-D2342F24EC1D}">
  <a:tblStyle styleId="{E0258BDD-1591-4BFF-909D-D2342F24EC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{E0258BDD-1591-4BFF-909D-D2342F24EC1D}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{E0258BDD-1591-4BFF-909D-D2342F24EC1D}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{E0258BDD-1591-4BFF-909D-D2342F24EC1D}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{E0258BDD-1591-4BFF-909D-D2342F24EC1D}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{E0258BDD-1591-4BFF-909D-D2342F24EC1D}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