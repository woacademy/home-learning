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D751B5-4FBB-4729-B9D8-6D733999597B}">
  <a:tblStyle styleId="{E8D751B5-4FBB-4729-B9D8-6D733999597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{E8D751B5-4FBB-4729-B9D8-6D733999597B}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{E8D751B5-4FBB-4729-B9D8-6D733999597B}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{E8D751B5-4FBB-4729-B9D8-6D733999597B}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{E8D751B5-4FBB-4729-B9D8-6D733999597B}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{E8D751B5-4FBB-4729-B9D8-6D733999597B}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