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795BEA-8A9C-4BDE-AB7D-690720752B66}">
  <a:tblStyle styleId="{47795BEA-8A9C-4BDE-AB7D-690720752B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{47795BEA-8A9C-4BDE-AB7D-690720752B66}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{47795BEA-8A9C-4BDE-AB7D-690720752B66}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{47795BEA-8A9C-4BDE-AB7D-690720752B66}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{47795BEA-8A9C-4BDE-AB7D-690720752B66}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{47795BEA-8A9C-4BDE-AB7D-690720752B66}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