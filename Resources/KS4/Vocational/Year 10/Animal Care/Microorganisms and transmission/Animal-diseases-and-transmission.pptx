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2B8038-BAF8-4CE5-A9A3-271A81860613}">
  <a:tblStyle styleId="{BC2B8038-BAF8-4CE5-A9A3-271A818606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{BC2B8038-BAF8-4CE5-A9A3-271A81860613}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{BC2B8038-BAF8-4CE5-A9A3-271A81860613}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{BC2B8038-BAF8-4CE5-A9A3-271A81860613}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{BC2B8038-BAF8-4CE5-A9A3-271A81860613}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{BC2B8038-BAF8-4CE5-A9A3-271A81860613}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