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7D2F23-7F14-457F-8F18-DA24FAB8DE8B}">
  <a:tblStyle styleId="{297D2F23-7F14-457F-8F18-DA24FAB8DE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{297D2F23-7F14-457F-8F18-DA24FAB8DE8B}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{297D2F23-7F14-457F-8F18-DA24FAB8DE8B}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{297D2F23-7F14-457F-8F18-DA24FAB8DE8B}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{297D2F23-7F14-457F-8F18-DA24FAB8DE8B}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{297D2F23-7F14-457F-8F18-DA24FAB8DE8B}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