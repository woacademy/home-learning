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83365-34D2-4CEF-8F43-EBEAC487A9CD}">
  <a:tblStyle styleId="{56383365-34D2-4CEF-8F43-EBEAC487A9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{56383365-34D2-4CEF-8F43-EBEAC487A9CD}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{56383365-34D2-4CEF-8F43-EBEAC487A9CD}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{56383365-34D2-4CEF-8F43-EBEAC487A9CD}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{56383365-34D2-4CEF-8F43-EBEAC487A9CD}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{56383365-34D2-4CEF-8F43-EBEAC487A9CD}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