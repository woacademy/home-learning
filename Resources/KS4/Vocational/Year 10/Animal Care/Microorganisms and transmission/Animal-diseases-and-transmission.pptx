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2A8F2E-4F5D-44B3-8BB7-F3100E93DEEB}">
  <a:tblStyle styleId="{FA2A8F2E-4F5D-44B3-8BB7-F3100E93DEE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{FA2A8F2E-4F5D-44B3-8BB7-F3100E93DEEB}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{FA2A8F2E-4F5D-44B3-8BB7-F3100E93DEEB}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{FA2A8F2E-4F5D-44B3-8BB7-F3100E93DEEB}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{FA2A8F2E-4F5D-44B3-8BB7-F3100E93DEEB}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{FA2A8F2E-4F5D-44B3-8BB7-F3100E93DEEB}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