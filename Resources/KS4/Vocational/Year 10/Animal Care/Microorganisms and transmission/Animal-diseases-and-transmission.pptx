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B9685-15BF-4C8D-9697-925D45FC5C78}">
  <a:tblStyle styleId="{B5CB9685-15BF-4C8D-9697-925D45FC5C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{B5CB9685-15BF-4C8D-9697-925D45FC5C78}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{B5CB9685-15BF-4C8D-9697-925D45FC5C78}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{B5CB9685-15BF-4C8D-9697-925D45FC5C78}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{B5CB9685-15BF-4C8D-9697-925D45FC5C78}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{B5CB9685-15BF-4C8D-9697-925D45FC5C78}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