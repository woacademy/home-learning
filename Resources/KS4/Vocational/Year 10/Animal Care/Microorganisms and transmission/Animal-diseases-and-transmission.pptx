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70BF4E-48BB-4C15-A4CF-AECA6AA839F0}">
  <a:tblStyle styleId="{DA70BF4E-48BB-4C15-A4CF-AECA6AA839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{DA70BF4E-48BB-4C15-A4CF-AECA6AA839F0}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{DA70BF4E-48BB-4C15-A4CF-AECA6AA839F0}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{DA70BF4E-48BB-4C15-A4CF-AECA6AA839F0}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{DA70BF4E-48BB-4C15-A4CF-AECA6AA839F0}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{DA70BF4E-48BB-4C15-A4CF-AECA6AA839F0}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