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43B79F-90AF-4C4D-8139-A472D50BC385}">
  <a:tblStyle styleId="{4743B79F-90AF-4C4D-8139-A472D50BC3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{4743B79F-90AF-4C4D-8139-A472D50BC385}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{4743B79F-90AF-4C4D-8139-A472D50BC385}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{4743B79F-90AF-4C4D-8139-A472D50BC385}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{4743B79F-90AF-4C4D-8139-A472D50BC385}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{4743B79F-90AF-4C4D-8139-A472D50BC385}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