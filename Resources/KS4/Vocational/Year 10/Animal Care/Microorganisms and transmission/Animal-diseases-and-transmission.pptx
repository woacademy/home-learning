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05AB14-2420-4B25-8035-760F2E91F3D1}">
  <a:tblStyle styleId="{6D05AB14-2420-4B25-8035-760F2E91F3D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{6D05AB14-2420-4B25-8035-760F2E91F3D1}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{6D05AB14-2420-4B25-8035-760F2E91F3D1}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{6D05AB14-2420-4B25-8035-760F2E91F3D1}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{6D05AB14-2420-4B25-8035-760F2E91F3D1}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{6D05AB14-2420-4B25-8035-760F2E91F3D1}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