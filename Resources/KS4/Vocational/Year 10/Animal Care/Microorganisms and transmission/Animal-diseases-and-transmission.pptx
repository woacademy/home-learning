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C63A95-FCBA-47E7-9658-30E797129A32}">
  <a:tblStyle styleId="{12C63A95-FCBA-47E7-9658-30E797129A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{12C63A95-FCBA-47E7-9658-30E797129A32}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{12C63A95-FCBA-47E7-9658-30E797129A32}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{12C63A95-FCBA-47E7-9658-30E797129A32}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{12C63A95-FCBA-47E7-9658-30E797129A32}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{12C63A95-FCBA-47E7-9658-30E797129A32}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