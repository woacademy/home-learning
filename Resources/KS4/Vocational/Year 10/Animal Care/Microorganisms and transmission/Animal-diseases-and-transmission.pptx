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EC69D1-E92A-4C8A-A682-1BDD33A451CC}">
  <a:tblStyle styleId="{25EC69D1-E92A-4C8A-A682-1BDD33A451C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{25EC69D1-E92A-4C8A-A682-1BDD33A451CC}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{25EC69D1-E92A-4C8A-A682-1BDD33A451CC}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{25EC69D1-E92A-4C8A-A682-1BDD33A451CC}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{25EC69D1-E92A-4C8A-A682-1BDD33A451CC}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{25EC69D1-E92A-4C8A-A682-1BDD33A451CC}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