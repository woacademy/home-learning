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B5FA0D-D539-4099-9BCE-4394097ACA45}">
  <a:tblStyle styleId="{80B5FA0D-D539-4099-9BCE-4394097ACA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{80B5FA0D-D539-4099-9BCE-4394097ACA45}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{80B5FA0D-D539-4099-9BCE-4394097ACA45}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{80B5FA0D-D539-4099-9BCE-4394097ACA45}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{80B5FA0D-D539-4099-9BCE-4394097ACA45}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{80B5FA0D-D539-4099-9BCE-4394097ACA45}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