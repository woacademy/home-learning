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1BDCB5-4E0A-4F34-A41D-BFB74BAA338E}">
  <a:tblStyle styleId="{781BDCB5-4E0A-4F34-A41D-BFB74BAA338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{781BDCB5-4E0A-4F34-A41D-BFB74BAA338E}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{781BDCB5-4E0A-4F34-A41D-BFB74BAA338E}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{781BDCB5-4E0A-4F34-A41D-BFB74BAA338E}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{781BDCB5-4E0A-4F34-A41D-BFB74BAA338E}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{781BDCB5-4E0A-4F34-A41D-BFB74BAA338E}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