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EC0C68-827C-4E9A-B622-7E2F3BD46984}">
  <a:tblStyle styleId="{04EC0C68-827C-4E9A-B622-7E2F3BD469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{04EC0C68-827C-4E9A-B622-7E2F3BD46984}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{04EC0C68-827C-4E9A-B622-7E2F3BD46984}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{04EC0C68-827C-4E9A-B622-7E2F3BD46984}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{04EC0C68-827C-4E9A-B622-7E2F3BD46984}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{04EC0C68-827C-4E9A-B622-7E2F3BD46984}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