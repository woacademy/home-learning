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4893EA-2C40-463E-ACC1-519E2AEA20D1}">
  <a:tblStyle styleId="{D44893EA-2C40-463E-ACC1-519E2AEA20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{D44893EA-2C40-463E-ACC1-519E2AEA20D1}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{D44893EA-2C40-463E-ACC1-519E2AEA20D1}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{D44893EA-2C40-463E-ACC1-519E2AEA20D1}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{D44893EA-2C40-463E-ACC1-519E2AEA20D1}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{D44893EA-2C40-463E-ACC1-519E2AEA20D1}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