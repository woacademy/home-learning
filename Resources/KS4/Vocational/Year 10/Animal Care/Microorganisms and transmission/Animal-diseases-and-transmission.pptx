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0FC67F-769D-4E29-B821-F987076EF232}">
  <a:tblStyle styleId="{910FC67F-769D-4E29-B821-F987076EF23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{910FC67F-769D-4E29-B821-F987076EF232}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{910FC67F-769D-4E29-B821-F987076EF232}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{910FC67F-769D-4E29-B821-F987076EF232}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{910FC67F-769D-4E29-B821-F987076EF232}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{910FC67F-769D-4E29-B821-F987076EF232}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