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02C2AC-4E63-4ED4-ABD5-C30B5A1FA6E4}">
  <a:tblStyle styleId="{C802C2AC-4E63-4ED4-ABD5-C30B5A1FA6E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{C802C2AC-4E63-4ED4-ABD5-C30B5A1FA6E4}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{C802C2AC-4E63-4ED4-ABD5-C30B5A1FA6E4}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{C802C2AC-4E63-4ED4-ABD5-C30B5A1FA6E4}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{C802C2AC-4E63-4ED4-ABD5-C30B5A1FA6E4}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{C802C2AC-4E63-4ED4-ABD5-C30B5A1FA6E4}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