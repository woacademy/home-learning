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B440DB-FE29-411C-BA9E-67A8DD6442BB}">
  <a:tblStyle styleId="{A5B440DB-FE29-411C-BA9E-67A8DD6442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{A5B440DB-FE29-411C-BA9E-67A8DD6442BB}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{A5B440DB-FE29-411C-BA9E-67A8DD6442BB}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{A5B440DB-FE29-411C-BA9E-67A8DD6442BB}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{A5B440DB-FE29-411C-BA9E-67A8DD6442BB}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{A5B440DB-FE29-411C-BA9E-67A8DD6442BB}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