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426DA8-8EC1-45B4-9B2B-40663784032D}">
  <a:tblStyle styleId="{6B426DA8-8EC1-45B4-9B2B-40663784032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{6B426DA8-8EC1-45B4-9B2B-40663784032D}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{6B426DA8-8EC1-45B4-9B2B-40663784032D}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{6B426DA8-8EC1-45B4-9B2B-40663784032D}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{6B426DA8-8EC1-45B4-9B2B-40663784032D}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{6B426DA8-8EC1-45B4-9B2B-40663784032D}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