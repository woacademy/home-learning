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4F011B-5BE1-4A17-8F6A-6F36FE9B645A}">
  <a:tblStyle styleId="{424F011B-5BE1-4A17-8F6A-6F36FE9B645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{424F011B-5BE1-4A17-8F6A-6F36FE9B645A}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{424F011B-5BE1-4A17-8F6A-6F36FE9B645A}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{424F011B-5BE1-4A17-8F6A-6F36FE9B645A}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{424F011B-5BE1-4A17-8F6A-6F36FE9B645A}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{424F011B-5BE1-4A17-8F6A-6F36FE9B645A}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