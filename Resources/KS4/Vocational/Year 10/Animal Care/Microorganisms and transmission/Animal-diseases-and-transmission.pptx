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5D55F9-71D2-4DC2-9D8C-E99F8724921D}">
  <a:tblStyle styleId="{555D55F9-71D2-4DC2-9D8C-E99F872492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{555D55F9-71D2-4DC2-9D8C-E99F8724921D}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{555D55F9-71D2-4DC2-9D8C-E99F8724921D}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{555D55F9-71D2-4DC2-9D8C-E99F8724921D}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{555D55F9-71D2-4DC2-9D8C-E99F8724921D}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{555D55F9-71D2-4DC2-9D8C-E99F8724921D}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