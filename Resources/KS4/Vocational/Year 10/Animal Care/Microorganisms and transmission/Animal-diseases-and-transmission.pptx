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8C35BD-AF88-4FD8-BB1E-179B836ED13B}">
  <a:tblStyle styleId="{758C35BD-AF88-4FD8-BB1E-179B836ED1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{758C35BD-AF88-4FD8-BB1E-179B836ED13B}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{758C35BD-AF88-4FD8-BB1E-179B836ED13B}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{758C35BD-AF88-4FD8-BB1E-179B836ED13B}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{758C35BD-AF88-4FD8-BB1E-179B836ED13B}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{758C35BD-AF88-4FD8-BB1E-179B836ED13B}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