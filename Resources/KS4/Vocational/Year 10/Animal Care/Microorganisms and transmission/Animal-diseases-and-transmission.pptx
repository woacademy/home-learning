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6B0058-80B8-4D4D-A1A7-DB0FCDBD4801}">
  <a:tblStyle styleId="{566B0058-80B8-4D4D-A1A7-DB0FCDBD480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{566B0058-80B8-4D4D-A1A7-DB0FCDBD4801}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{566B0058-80B8-4D4D-A1A7-DB0FCDBD4801}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{566B0058-80B8-4D4D-A1A7-DB0FCDBD4801}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{566B0058-80B8-4D4D-A1A7-DB0FCDBD4801}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{566B0058-80B8-4D4D-A1A7-DB0FCDBD4801}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