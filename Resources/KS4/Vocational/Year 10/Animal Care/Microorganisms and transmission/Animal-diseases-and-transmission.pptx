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0B997C-8E69-4022-A825-28951109C3EC}">
  <a:tblStyle styleId="{700B997C-8E69-4022-A825-28951109C3E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{700B997C-8E69-4022-A825-28951109C3EC}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{700B997C-8E69-4022-A825-28951109C3EC}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{700B997C-8E69-4022-A825-28951109C3EC}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{700B997C-8E69-4022-A825-28951109C3EC}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{700B997C-8E69-4022-A825-28951109C3EC}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