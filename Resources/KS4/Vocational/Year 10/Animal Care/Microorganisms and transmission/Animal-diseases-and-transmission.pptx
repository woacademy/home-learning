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4CE135-4DCB-4246-8479-B8F00255F5C0}">
  <a:tblStyle styleId="{F34CE135-4DCB-4246-8479-B8F00255F5C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{F34CE135-4DCB-4246-8479-B8F00255F5C0}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{F34CE135-4DCB-4246-8479-B8F00255F5C0}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{F34CE135-4DCB-4246-8479-B8F00255F5C0}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{F34CE135-4DCB-4246-8479-B8F00255F5C0}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{F34CE135-4DCB-4246-8479-B8F00255F5C0}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