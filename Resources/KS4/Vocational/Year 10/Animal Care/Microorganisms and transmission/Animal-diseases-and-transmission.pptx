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051E2F-29FD-4EA6-AB4A-C5EEC30DE5B3}">
  <a:tblStyle styleId="{0F051E2F-29FD-4EA6-AB4A-C5EEC30DE5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{0F051E2F-29FD-4EA6-AB4A-C5EEC30DE5B3}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{0F051E2F-29FD-4EA6-AB4A-C5EEC30DE5B3}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{0F051E2F-29FD-4EA6-AB4A-C5EEC30DE5B3}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{0F051E2F-29FD-4EA6-AB4A-C5EEC30DE5B3}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{0F051E2F-29FD-4EA6-AB4A-C5EEC30DE5B3}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