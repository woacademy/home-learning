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F81156-8BEA-472B-BC8A-59B6BC7DDCF6}">
  <a:tblStyle styleId="{F1F81156-8BEA-472B-BC8A-59B6BC7DDC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{F1F81156-8BEA-472B-BC8A-59B6BC7DDCF6}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{F1F81156-8BEA-472B-BC8A-59B6BC7DDCF6}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{F1F81156-8BEA-472B-BC8A-59B6BC7DDCF6}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{F1F81156-8BEA-472B-BC8A-59B6BC7DDCF6}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{F1F81156-8BEA-472B-BC8A-59B6BC7DDCF6}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