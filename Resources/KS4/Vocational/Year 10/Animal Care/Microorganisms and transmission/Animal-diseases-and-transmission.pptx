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2EE8D86-4D12-434E-B216-8497802382ED}">
  <a:tblStyle styleId="{D2EE8D86-4D12-434E-B216-8497802382E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{D2EE8D86-4D12-434E-B216-8497802382ED}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{D2EE8D86-4D12-434E-B216-8497802382ED}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{D2EE8D86-4D12-434E-B216-8497802382ED}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{D2EE8D86-4D12-434E-B216-8497802382ED}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{D2EE8D86-4D12-434E-B216-8497802382ED}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