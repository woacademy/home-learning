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C4713A-411A-4860-AA9E-67C410A7DEBF}">
  <a:tblStyle styleId="{3BC4713A-411A-4860-AA9E-67C410A7DEB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{3BC4713A-411A-4860-AA9E-67C410A7DEBF}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{3BC4713A-411A-4860-AA9E-67C410A7DEBF}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{3BC4713A-411A-4860-AA9E-67C410A7DEBF}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{3BC4713A-411A-4860-AA9E-67C410A7DEBF}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{3BC4713A-411A-4860-AA9E-67C410A7DEBF}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