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51BE26-305F-4ADB-AC2B-97FD965E31CE}">
  <a:tblStyle styleId="{8251BE26-305F-4ADB-AC2B-97FD965E31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{8251BE26-305F-4ADB-AC2B-97FD965E31CE}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{8251BE26-305F-4ADB-AC2B-97FD965E31CE}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{8251BE26-305F-4ADB-AC2B-97FD965E31CE}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{8251BE26-305F-4ADB-AC2B-97FD965E31CE}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{8251BE26-305F-4ADB-AC2B-97FD965E31CE}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