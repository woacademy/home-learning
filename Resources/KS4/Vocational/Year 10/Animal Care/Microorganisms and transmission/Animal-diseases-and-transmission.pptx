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E5F4113-A347-4E8C-99A5-63CCEAD2F515}">
  <a:tblStyle styleId="{4E5F4113-A347-4E8C-99A5-63CCEAD2F5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{4E5F4113-A347-4E8C-99A5-63CCEAD2F515}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{4E5F4113-A347-4E8C-99A5-63CCEAD2F515}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{4E5F4113-A347-4E8C-99A5-63CCEAD2F515}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{4E5F4113-A347-4E8C-99A5-63CCEAD2F515}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{4E5F4113-A347-4E8C-99A5-63CCEAD2F515}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