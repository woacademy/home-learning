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61443-FA6A-4B95-8DC9-3DC791A63CC8}">
  <a:tblStyle styleId="{B5861443-FA6A-4B95-8DC9-3DC791A63C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{B5861443-FA6A-4B95-8DC9-3DC791A63CC8}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{B5861443-FA6A-4B95-8DC9-3DC791A63CC8}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{B5861443-FA6A-4B95-8DC9-3DC791A63CC8}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{B5861443-FA6A-4B95-8DC9-3DC791A63CC8}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{B5861443-FA6A-4B95-8DC9-3DC791A63CC8}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