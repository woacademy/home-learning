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3C9D1F-0569-4907-8A67-201BA11E7774}">
  <a:tblStyle styleId="{843C9D1F-0569-4907-8A67-201BA11E77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{843C9D1F-0569-4907-8A67-201BA11E7774}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{843C9D1F-0569-4907-8A67-201BA11E7774}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{843C9D1F-0569-4907-8A67-201BA11E7774}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{843C9D1F-0569-4907-8A67-201BA11E7774}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{843C9D1F-0569-4907-8A67-201BA11E7774}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