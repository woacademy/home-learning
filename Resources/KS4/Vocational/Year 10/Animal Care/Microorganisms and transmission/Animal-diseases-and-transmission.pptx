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8C814C-39EF-43DB-B406-12AB164591D2}">
  <a:tblStyle styleId="{338C814C-39EF-43DB-B406-12AB164591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{338C814C-39EF-43DB-B406-12AB164591D2}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{338C814C-39EF-43DB-B406-12AB164591D2}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{338C814C-39EF-43DB-B406-12AB164591D2}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{338C814C-39EF-43DB-B406-12AB164591D2}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{338C814C-39EF-43DB-B406-12AB164591D2}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