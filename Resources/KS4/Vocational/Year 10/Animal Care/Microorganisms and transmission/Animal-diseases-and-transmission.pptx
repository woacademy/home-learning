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F8E831-28C3-44C8-801D-468C4D986EBB}">
  <a:tblStyle styleId="{B3F8E831-28C3-44C8-801D-468C4D986E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{B3F8E831-28C3-44C8-801D-468C4D986EBB}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{B3F8E831-28C3-44C8-801D-468C4D986EBB}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{B3F8E831-28C3-44C8-801D-468C4D986EBB}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{B3F8E831-28C3-44C8-801D-468C4D986EBB}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{B3F8E831-28C3-44C8-801D-468C4D986EBB}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