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D4649F-8890-454E-9FF5-90EA731341AD}">
  <a:tblStyle styleId="{8FD4649F-8890-454E-9FF5-90EA731341A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{8FD4649F-8890-454E-9FF5-90EA731341AD}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{8FD4649F-8890-454E-9FF5-90EA731341AD}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{8FD4649F-8890-454E-9FF5-90EA731341AD}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{8FD4649F-8890-454E-9FF5-90EA731341AD}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{8FD4649F-8890-454E-9FF5-90EA731341AD}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