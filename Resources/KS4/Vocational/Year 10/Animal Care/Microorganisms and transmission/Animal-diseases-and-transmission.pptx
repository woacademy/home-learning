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D815424-39E0-4CF2-8937-96306CF68462}">
  <a:tblStyle styleId="{1D815424-39E0-4CF2-8937-96306CF6846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{1D815424-39E0-4CF2-8937-96306CF68462}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{1D815424-39E0-4CF2-8937-96306CF68462}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{1D815424-39E0-4CF2-8937-96306CF68462}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{1D815424-39E0-4CF2-8937-96306CF68462}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{1D815424-39E0-4CF2-8937-96306CF68462}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