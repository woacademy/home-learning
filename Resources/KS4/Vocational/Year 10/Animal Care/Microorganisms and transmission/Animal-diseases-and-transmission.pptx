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A48013-D585-4EE7-B10C-979D2B8612F3}">
  <a:tblStyle styleId="{D2A48013-D585-4EE7-B10C-979D2B8612F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{D2A48013-D585-4EE7-B10C-979D2B8612F3}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{D2A48013-D585-4EE7-B10C-979D2B8612F3}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{D2A48013-D585-4EE7-B10C-979D2B8612F3}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{D2A48013-D585-4EE7-B10C-979D2B8612F3}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{D2A48013-D585-4EE7-B10C-979D2B8612F3}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