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ECF150-41BE-4B08-8AC9-4E3DF0AF0A53}">
  <a:tblStyle styleId="{95ECF150-41BE-4B08-8AC9-4E3DF0AF0A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{95ECF150-41BE-4B08-8AC9-4E3DF0AF0A53}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{95ECF150-41BE-4B08-8AC9-4E3DF0AF0A53}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{95ECF150-41BE-4B08-8AC9-4E3DF0AF0A53}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{95ECF150-41BE-4B08-8AC9-4E3DF0AF0A53}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{95ECF150-41BE-4B08-8AC9-4E3DF0AF0A53}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