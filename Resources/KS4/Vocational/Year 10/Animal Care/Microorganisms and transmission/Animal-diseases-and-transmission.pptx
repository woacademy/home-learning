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0135F-62C9-4731-9B58-1ABDB82E4398}">
  <a:tblStyle styleId="{BE90135F-62C9-4731-9B58-1ABDB82E43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{BE90135F-62C9-4731-9B58-1ABDB82E4398}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{BE90135F-62C9-4731-9B58-1ABDB82E4398}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{BE90135F-62C9-4731-9B58-1ABDB82E4398}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{BE90135F-62C9-4731-9B58-1ABDB82E4398}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{BE90135F-62C9-4731-9B58-1ABDB82E4398}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