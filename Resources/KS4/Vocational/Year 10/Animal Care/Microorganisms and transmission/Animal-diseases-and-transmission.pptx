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880F71-1B4F-47BB-9DBE-DE741BB3A546}">
  <a:tblStyle styleId="{D1880F71-1B4F-47BB-9DBE-DE741BB3A5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{D1880F71-1B4F-47BB-9DBE-DE741BB3A546}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{D1880F71-1B4F-47BB-9DBE-DE741BB3A546}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{D1880F71-1B4F-47BB-9DBE-DE741BB3A546}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{D1880F71-1B4F-47BB-9DBE-DE741BB3A546}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{D1880F71-1B4F-47BB-9DBE-DE741BB3A546}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