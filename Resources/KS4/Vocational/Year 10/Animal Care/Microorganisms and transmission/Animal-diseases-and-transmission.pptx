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529297-EFC7-4083-B12B-7D3A55E29A60}">
  <a:tblStyle styleId="{B5529297-EFC7-4083-B12B-7D3A55E29A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{B5529297-EFC7-4083-B12B-7D3A55E29A60}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{B5529297-EFC7-4083-B12B-7D3A55E29A60}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{B5529297-EFC7-4083-B12B-7D3A55E29A60}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{B5529297-EFC7-4083-B12B-7D3A55E29A60}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{B5529297-EFC7-4083-B12B-7D3A55E29A60}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