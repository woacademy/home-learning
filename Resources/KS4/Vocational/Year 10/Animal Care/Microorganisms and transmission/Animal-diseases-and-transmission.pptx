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7570662-6938-4B20-BF6B-45D8888DAFD6}">
  <a:tblStyle styleId="{47570662-6938-4B20-BF6B-45D8888DAF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{47570662-6938-4B20-BF6B-45D8888DAFD6}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{47570662-6938-4B20-BF6B-45D8888DAFD6}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{47570662-6938-4B20-BF6B-45D8888DAFD6}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{47570662-6938-4B20-BF6B-45D8888DAFD6}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{47570662-6938-4B20-BF6B-45D8888DAFD6}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