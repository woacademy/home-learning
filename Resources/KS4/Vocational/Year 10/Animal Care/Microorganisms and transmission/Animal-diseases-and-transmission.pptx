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F2588C-4B40-4298-BE95-69B0F1D239D8}">
  <a:tblStyle styleId="{BEF2588C-4B40-4298-BE95-69B0F1D239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{BEF2588C-4B40-4298-BE95-69B0F1D239D8}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{BEF2588C-4B40-4298-BE95-69B0F1D239D8}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{BEF2588C-4B40-4298-BE95-69B0F1D239D8}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{BEF2588C-4B40-4298-BE95-69B0F1D239D8}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{BEF2588C-4B40-4298-BE95-69B0F1D239D8}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