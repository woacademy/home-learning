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112DC0-F9C9-4546-8F18-5EE650E611B4}">
  <a:tblStyle styleId="{73112DC0-F9C9-4546-8F18-5EE650E611B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{73112DC0-F9C9-4546-8F18-5EE650E611B4}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{73112DC0-F9C9-4546-8F18-5EE650E611B4}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{73112DC0-F9C9-4546-8F18-5EE650E611B4}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{73112DC0-F9C9-4546-8F18-5EE650E611B4}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{73112DC0-F9C9-4546-8F18-5EE650E611B4}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