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7FB451-FDAD-4BD3-847B-5C9BAF95B0AF}">
  <a:tblStyle styleId="{D07FB451-FDAD-4BD3-847B-5C9BAF95B0A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{D07FB451-FDAD-4BD3-847B-5C9BAF95B0AF}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{D07FB451-FDAD-4BD3-847B-5C9BAF95B0AF}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{D07FB451-FDAD-4BD3-847B-5C9BAF95B0AF}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{D07FB451-FDAD-4BD3-847B-5C9BAF95B0AF}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{D07FB451-FDAD-4BD3-847B-5C9BAF95B0AF}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