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3337B1-01E5-4560-A684-5E46EC4FD255}">
  <a:tblStyle styleId="{F03337B1-01E5-4560-A684-5E46EC4FD2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{F03337B1-01E5-4560-A684-5E46EC4FD255}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{F03337B1-01E5-4560-A684-5E46EC4FD255}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{F03337B1-01E5-4560-A684-5E46EC4FD255}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{F03337B1-01E5-4560-A684-5E46EC4FD255}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{F03337B1-01E5-4560-A684-5E46EC4FD255}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