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FDE51-87B4-43D1-AB74-3E37EDC26A8F}">
  <a:tblStyle styleId="{6BBFDE51-87B4-43D1-AB74-3E37EDC26A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{6BBFDE51-87B4-43D1-AB74-3E37EDC26A8F}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{6BBFDE51-87B4-43D1-AB74-3E37EDC26A8F}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{6BBFDE51-87B4-43D1-AB74-3E37EDC26A8F}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{6BBFDE51-87B4-43D1-AB74-3E37EDC26A8F}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{6BBFDE51-87B4-43D1-AB74-3E37EDC26A8F}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