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0C94B1-5DE6-40E8-9525-7A081A02640B}">
  <a:tblStyle styleId="{300C94B1-5DE6-40E8-9525-7A081A0264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{300C94B1-5DE6-40E8-9525-7A081A02640B}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{300C94B1-5DE6-40E8-9525-7A081A02640B}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{300C94B1-5DE6-40E8-9525-7A081A02640B}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{300C94B1-5DE6-40E8-9525-7A081A02640B}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{300C94B1-5DE6-40E8-9525-7A081A02640B}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