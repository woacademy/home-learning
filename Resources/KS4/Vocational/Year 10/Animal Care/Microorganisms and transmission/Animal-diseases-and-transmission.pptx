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A550E9-C970-4C7B-A78F-4FAC5A3769B9}">
  <a:tblStyle styleId="{CFA550E9-C970-4C7B-A78F-4FAC5A3769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{CFA550E9-C970-4C7B-A78F-4FAC5A3769B9}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{CFA550E9-C970-4C7B-A78F-4FAC5A3769B9}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{CFA550E9-C970-4C7B-A78F-4FAC5A3769B9}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{CFA550E9-C970-4C7B-A78F-4FAC5A3769B9}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{CFA550E9-C970-4C7B-A78F-4FAC5A3769B9}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