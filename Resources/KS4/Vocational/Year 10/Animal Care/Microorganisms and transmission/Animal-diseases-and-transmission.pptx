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29068B-DF5E-42E4-BD53-D43B6251EB6B}">
  <a:tblStyle styleId="{1829068B-DF5E-42E4-BD53-D43B6251EB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{1829068B-DF5E-42E4-BD53-D43B6251EB6B}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{1829068B-DF5E-42E4-BD53-D43B6251EB6B}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{1829068B-DF5E-42E4-BD53-D43B6251EB6B}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{1829068B-DF5E-42E4-BD53-D43B6251EB6B}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{1829068B-DF5E-42E4-BD53-D43B6251EB6B}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