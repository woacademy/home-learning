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ED3E13-9043-4A05-B438-36ECB97B976E}">
  <a:tblStyle styleId="{60ED3E13-9043-4A05-B438-36ECB97B976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{60ED3E13-9043-4A05-B438-36ECB97B976E}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{60ED3E13-9043-4A05-B438-36ECB97B976E}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{60ED3E13-9043-4A05-B438-36ECB97B976E}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{60ED3E13-9043-4A05-B438-36ECB97B976E}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{60ED3E13-9043-4A05-B438-36ECB97B976E}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