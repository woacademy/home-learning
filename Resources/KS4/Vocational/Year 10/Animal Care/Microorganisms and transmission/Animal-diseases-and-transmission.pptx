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BD8A48-5354-4B8B-8618-325C67F72CA0}">
  <a:tblStyle styleId="{31BD8A48-5354-4B8B-8618-325C67F72C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{31BD8A48-5354-4B8B-8618-325C67F72CA0}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{31BD8A48-5354-4B8B-8618-325C67F72CA0}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{31BD8A48-5354-4B8B-8618-325C67F72CA0}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{31BD8A48-5354-4B8B-8618-325C67F72CA0}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{31BD8A48-5354-4B8B-8618-325C67F72CA0}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