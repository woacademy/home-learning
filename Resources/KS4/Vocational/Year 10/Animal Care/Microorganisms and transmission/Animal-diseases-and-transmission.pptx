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05BE47-257F-479E-9BD9-B4710313A71F}">
  <a:tblStyle styleId="{8B05BE47-257F-479E-9BD9-B4710313A7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{8B05BE47-257F-479E-9BD9-B4710313A71F}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{8B05BE47-257F-479E-9BD9-B4710313A71F}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{8B05BE47-257F-479E-9BD9-B4710313A71F}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{8B05BE47-257F-479E-9BD9-B4710313A71F}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{8B05BE47-257F-479E-9BD9-B4710313A71F}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