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4BE49F-C6E4-4B99-B812-A23E73C320E6}">
  <a:tblStyle styleId="{774BE49F-C6E4-4B99-B812-A23E73C320E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{774BE49F-C6E4-4B99-B812-A23E73C320E6}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{774BE49F-C6E4-4B99-B812-A23E73C320E6}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{774BE49F-C6E4-4B99-B812-A23E73C320E6}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{774BE49F-C6E4-4B99-B812-A23E73C320E6}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{774BE49F-C6E4-4B99-B812-A23E73C320E6}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