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DCEF36-38BE-48E4-A697-CF68A0B8A9C6}">
  <a:tblStyle styleId="{42DCEF36-38BE-48E4-A697-CF68A0B8A9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{42DCEF36-38BE-48E4-A697-CF68A0B8A9C6}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{42DCEF36-38BE-48E4-A697-CF68A0B8A9C6}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{42DCEF36-38BE-48E4-A697-CF68A0B8A9C6}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{42DCEF36-38BE-48E4-A697-CF68A0B8A9C6}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{42DCEF36-38BE-48E4-A697-CF68A0B8A9C6}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