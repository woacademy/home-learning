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F6AEB-E5A8-4B71-8893-042340BA17FC}">
  <a:tblStyle styleId="{861F6AEB-E5A8-4B71-8893-042340BA17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{861F6AEB-E5A8-4B71-8893-042340BA17FC}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{861F6AEB-E5A8-4B71-8893-042340BA17FC}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{861F6AEB-E5A8-4B71-8893-042340BA17FC}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{861F6AEB-E5A8-4B71-8893-042340BA17FC}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{861F6AEB-E5A8-4B71-8893-042340BA17FC}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