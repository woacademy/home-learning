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9B2E3C-0012-49D1-BE8B-CD43BFD9ED3E}">
  <a:tblStyle styleId="{EC9B2E3C-0012-49D1-BE8B-CD43BFD9ED3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{EC9B2E3C-0012-49D1-BE8B-CD43BFD9ED3E}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{EC9B2E3C-0012-49D1-BE8B-CD43BFD9ED3E}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{EC9B2E3C-0012-49D1-BE8B-CD43BFD9ED3E}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{EC9B2E3C-0012-49D1-BE8B-CD43BFD9ED3E}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{EC9B2E3C-0012-49D1-BE8B-CD43BFD9ED3E}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