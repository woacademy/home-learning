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ABCE26-1CF6-4CAA-94A3-38AA86C7EFF3}">
  <a:tblStyle styleId="{16ABCE26-1CF6-4CAA-94A3-38AA86C7EF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{16ABCE26-1CF6-4CAA-94A3-38AA86C7EFF3}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{16ABCE26-1CF6-4CAA-94A3-38AA86C7EFF3}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{16ABCE26-1CF6-4CAA-94A3-38AA86C7EFF3}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{16ABCE26-1CF6-4CAA-94A3-38AA86C7EFF3}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{16ABCE26-1CF6-4CAA-94A3-38AA86C7EFF3}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