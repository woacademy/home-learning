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107302-1762-4E1D-8654-6064A0630873}">
  <a:tblStyle styleId="{57107302-1762-4E1D-8654-6064A06308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{57107302-1762-4E1D-8654-6064A0630873}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{57107302-1762-4E1D-8654-6064A0630873}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{57107302-1762-4E1D-8654-6064A0630873}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{57107302-1762-4E1D-8654-6064A0630873}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{57107302-1762-4E1D-8654-6064A0630873}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