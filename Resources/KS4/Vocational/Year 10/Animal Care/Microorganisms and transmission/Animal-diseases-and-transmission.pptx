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8A1E7E-CA95-4919-94A0-DFAAD6E4B7EB}">
  <a:tblStyle styleId="{8B8A1E7E-CA95-4919-94A0-DFAAD6E4B7E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{8B8A1E7E-CA95-4919-94A0-DFAAD6E4B7EB}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{8B8A1E7E-CA95-4919-94A0-DFAAD6E4B7EB}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{8B8A1E7E-CA95-4919-94A0-DFAAD6E4B7EB}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{8B8A1E7E-CA95-4919-94A0-DFAAD6E4B7EB}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{8B8A1E7E-CA95-4919-94A0-DFAAD6E4B7EB}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