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21A52E-85F4-4058-88AC-6ACCC6AD3448}">
  <a:tblStyle styleId="{AC21A52E-85F4-4058-88AC-6ACCC6AD34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{AC21A52E-85F4-4058-88AC-6ACCC6AD3448}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{AC21A52E-85F4-4058-88AC-6ACCC6AD3448}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{AC21A52E-85F4-4058-88AC-6ACCC6AD3448}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{AC21A52E-85F4-4058-88AC-6ACCC6AD3448}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{AC21A52E-85F4-4058-88AC-6ACCC6AD3448}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