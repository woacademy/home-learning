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97BCB-E33C-4F25-AD9D-B28713B89A13}">
  <a:tblStyle styleId="{11397BCB-E33C-4F25-AD9D-B28713B89A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{11397BCB-E33C-4F25-AD9D-B28713B89A13}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{11397BCB-E33C-4F25-AD9D-B28713B89A13}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{11397BCB-E33C-4F25-AD9D-B28713B89A13}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{11397BCB-E33C-4F25-AD9D-B28713B89A13}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{11397BCB-E33C-4F25-AD9D-B28713B89A13}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