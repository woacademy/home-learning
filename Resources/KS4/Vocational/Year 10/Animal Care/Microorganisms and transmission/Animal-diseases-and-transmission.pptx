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51CAFA-1A6F-4D0C-B897-FCEA0A9CC181}">
  <a:tblStyle styleId="{7F51CAFA-1A6F-4D0C-B897-FCEA0A9CC18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{7F51CAFA-1A6F-4D0C-B897-FCEA0A9CC181}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{7F51CAFA-1A6F-4D0C-B897-FCEA0A9CC181}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{7F51CAFA-1A6F-4D0C-B897-FCEA0A9CC181}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{7F51CAFA-1A6F-4D0C-B897-FCEA0A9CC181}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{7F51CAFA-1A6F-4D0C-B897-FCEA0A9CC181}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