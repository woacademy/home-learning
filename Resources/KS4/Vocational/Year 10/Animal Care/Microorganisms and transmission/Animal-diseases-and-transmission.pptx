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409ADE-DF3C-4114-9FB7-AB572A36291E}">
  <a:tblStyle styleId="{91409ADE-DF3C-4114-9FB7-AB572A36291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{91409ADE-DF3C-4114-9FB7-AB572A36291E}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{91409ADE-DF3C-4114-9FB7-AB572A36291E}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{91409ADE-DF3C-4114-9FB7-AB572A36291E}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{91409ADE-DF3C-4114-9FB7-AB572A36291E}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{91409ADE-DF3C-4114-9FB7-AB572A36291E}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