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1435FC-7BFA-40BB-A419-EEBD83512097}">
  <a:tblStyle styleId="{B11435FC-7BFA-40BB-A419-EEBD835120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{B11435FC-7BFA-40BB-A419-EEBD83512097}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{B11435FC-7BFA-40BB-A419-EEBD83512097}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{B11435FC-7BFA-40BB-A419-EEBD83512097}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{B11435FC-7BFA-40BB-A419-EEBD83512097}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{B11435FC-7BFA-40BB-A419-EEBD83512097}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