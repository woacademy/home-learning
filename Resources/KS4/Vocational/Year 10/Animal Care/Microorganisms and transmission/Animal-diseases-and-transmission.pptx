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035FAB-AC3F-44D6-96AF-F227107E3B0E}">
  <a:tblStyle styleId="{19035FAB-AC3F-44D6-96AF-F227107E3B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{19035FAB-AC3F-44D6-96AF-F227107E3B0E}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{19035FAB-AC3F-44D6-96AF-F227107E3B0E}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{19035FAB-AC3F-44D6-96AF-F227107E3B0E}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{19035FAB-AC3F-44D6-96AF-F227107E3B0E}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{19035FAB-AC3F-44D6-96AF-F227107E3B0E}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