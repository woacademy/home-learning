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8C0848-BE08-4F4D-B532-764B3D637EB1}">
  <a:tblStyle styleId="{938C0848-BE08-4F4D-B532-764B3D637E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{938C0848-BE08-4F4D-B532-764B3D637EB1}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{938C0848-BE08-4F4D-B532-764B3D637EB1}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{938C0848-BE08-4F4D-B532-764B3D637EB1}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{938C0848-BE08-4F4D-B532-764B3D637EB1}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{938C0848-BE08-4F4D-B532-764B3D637EB1}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