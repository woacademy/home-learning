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A586A4-D8F1-4108-802A-D4DFDE8C0493}">
  <a:tblStyle styleId="{C8A586A4-D8F1-4108-802A-D4DFDE8C049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{C8A586A4-D8F1-4108-802A-D4DFDE8C0493}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{C8A586A4-D8F1-4108-802A-D4DFDE8C0493}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{C8A586A4-D8F1-4108-802A-D4DFDE8C0493}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{C8A586A4-D8F1-4108-802A-D4DFDE8C0493}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{C8A586A4-D8F1-4108-802A-D4DFDE8C0493}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