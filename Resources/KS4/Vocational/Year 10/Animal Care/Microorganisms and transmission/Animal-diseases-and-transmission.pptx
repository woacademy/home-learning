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B97BE-34C6-455B-B8F5-7D92D54C8350}">
  <a:tblStyle styleId="{EF6B97BE-34C6-455B-B8F5-7D92D54C83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{EF6B97BE-34C6-455B-B8F5-7D92D54C8350}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{EF6B97BE-34C6-455B-B8F5-7D92D54C8350}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{EF6B97BE-34C6-455B-B8F5-7D92D54C8350}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{EF6B97BE-34C6-455B-B8F5-7D92D54C8350}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{EF6B97BE-34C6-455B-B8F5-7D92D54C8350}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