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DF9181-83ED-4E9C-9FF4-521A0EC479A5}">
  <a:tblStyle styleId="{86DF9181-83ED-4E9C-9FF4-521A0EC479A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{86DF9181-83ED-4E9C-9FF4-521A0EC479A5}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{86DF9181-83ED-4E9C-9FF4-521A0EC479A5}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{86DF9181-83ED-4E9C-9FF4-521A0EC479A5}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{86DF9181-83ED-4E9C-9FF4-521A0EC479A5}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{86DF9181-83ED-4E9C-9FF4-521A0EC479A5}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