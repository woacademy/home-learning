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0CAC35-FE24-4736-B80B-DDF4472BD508}">
  <a:tblStyle styleId="{3D0CAC35-FE24-4736-B80B-DDF4472BD5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{3D0CAC35-FE24-4736-B80B-DDF4472BD508}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{3D0CAC35-FE24-4736-B80B-DDF4472BD508}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{3D0CAC35-FE24-4736-B80B-DDF4472BD508}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{3D0CAC35-FE24-4736-B80B-DDF4472BD508}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{3D0CAC35-FE24-4736-B80B-DDF4472BD508}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