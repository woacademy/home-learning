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5CF2BD-9B88-403C-A232-9D3BEA54B3CC}">
  <a:tblStyle styleId="{D05CF2BD-9B88-403C-A232-9D3BEA54B3C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{D05CF2BD-9B88-403C-A232-9D3BEA54B3CC}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{D05CF2BD-9B88-403C-A232-9D3BEA54B3CC}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{D05CF2BD-9B88-403C-A232-9D3BEA54B3CC}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{D05CF2BD-9B88-403C-A232-9D3BEA54B3CC}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{D05CF2BD-9B88-403C-A232-9D3BEA54B3CC}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