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604BBB-66FC-47CC-AF3A-D70AB540090B}">
  <a:tblStyle styleId="{32604BBB-66FC-47CC-AF3A-D70AB54009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{32604BBB-66FC-47CC-AF3A-D70AB540090B}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{32604BBB-66FC-47CC-AF3A-D70AB540090B}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{32604BBB-66FC-47CC-AF3A-D70AB540090B}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{32604BBB-66FC-47CC-AF3A-D70AB540090B}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{32604BBB-66FC-47CC-AF3A-D70AB540090B}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