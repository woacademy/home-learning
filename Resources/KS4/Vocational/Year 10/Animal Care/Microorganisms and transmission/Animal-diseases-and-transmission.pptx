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A631EB-788C-4A23-BBA5-A08B68016BDC}">
  <a:tblStyle styleId="{99A631EB-788C-4A23-BBA5-A08B68016B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{99A631EB-788C-4A23-BBA5-A08B68016BDC}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{99A631EB-788C-4A23-BBA5-A08B68016BDC}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{99A631EB-788C-4A23-BBA5-A08B68016BDC}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{99A631EB-788C-4A23-BBA5-A08B68016BDC}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{99A631EB-788C-4A23-BBA5-A08B68016BDC}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