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1178E-389D-4149-9E9F-DF324723773B}">
  <a:tblStyle styleId="{F311178E-389D-4149-9E9F-DF32472377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{F311178E-389D-4149-9E9F-DF324723773B}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{F311178E-389D-4149-9E9F-DF324723773B}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{F311178E-389D-4149-9E9F-DF324723773B}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{F311178E-389D-4149-9E9F-DF324723773B}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{F311178E-389D-4149-9E9F-DF324723773B}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