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7F446-5F78-4EBB-B12D-59D20F65AD9A}">
  <a:tblStyle styleId="{0E67F446-5F78-4EBB-B12D-59D20F65AD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{0E67F446-5F78-4EBB-B12D-59D20F65AD9A}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{0E67F446-5F78-4EBB-B12D-59D20F65AD9A}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{0E67F446-5F78-4EBB-B12D-59D20F65AD9A}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{0E67F446-5F78-4EBB-B12D-59D20F65AD9A}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{0E67F446-5F78-4EBB-B12D-59D20F65AD9A}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