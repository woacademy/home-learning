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E0F86D-2606-47A6-9779-E5063BE12D3C}">
  <a:tblStyle styleId="{1BE0F86D-2606-47A6-9779-E5063BE12D3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{1BE0F86D-2606-47A6-9779-E5063BE12D3C}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{1BE0F86D-2606-47A6-9779-E5063BE12D3C}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{1BE0F86D-2606-47A6-9779-E5063BE12D3C}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{1BE0F86D-2606-47A6-9779-E5063BE12D3C}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{1BE0F86D-2606-47A6-9779-E5063BE12D3C}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