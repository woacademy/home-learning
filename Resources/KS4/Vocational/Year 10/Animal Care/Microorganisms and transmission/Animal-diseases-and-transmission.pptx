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5B6F00-F67F-4AB4-9C62-702B173BB909}">
  <a:tblStyle styleId="{425B6F00-F67F-4AB4-9C62-702B173BB9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{425B6F00-F67F-4AB4-9C62-702B173BB909}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{425B6F00-F67F-4AB4-9C62-702B173BB909}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{425B6F00-F67F-4AB4-9C62-702B173BB909}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{425B6F00-F67F-4AB4-9C62-702B173BB909}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{425B6F00-F67F-4AB4-9C62-702B173BB909}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