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8AC080-CA44-43AC-85B0-84400F6121D7}">
  <a:tblStyle styleId="{AD8AC080-CA44-43AC-85B0-84400F6121D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{AD8AC080-CA44-43AC-85B0-84400F6121D7}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{AD8AC080-CA44-43AC-85B0-84400F6121D7}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{AD8AC080-CA44-43AC-85B0-84400F6121D7}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{AD8AC080-CA44-43AC-85B0-84400F6121D7}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{AD8AC080-CA44-43AC-85B0-84400F6121D7}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