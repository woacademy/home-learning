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EE64EF-491A-4E87-B36F-5120690B8698}">
  <a:tblStyle styleId="{E2EE64EF-491A-4E87-B36F-5120690B869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{E2EE64EF-491A-4E87-B36F-5120690B8698}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{E2EE64EF-491A-4E87-B36F-5120690B8698}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{E2EE64EF-491A-4E87-B36F-5120690B8698}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{E2EE64EF-491A-4E87-B36F-5120690B8698}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{E2EE64EF-491A-4E87-B36F-5120690B8698}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