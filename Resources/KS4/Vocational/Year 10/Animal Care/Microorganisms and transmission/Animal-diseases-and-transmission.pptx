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80A97C-1DF6-4ACD-BC20-5EA1D6E367A6}">
  <a:tblStyle styleId="{D980A97C-1DF6-4ACD-BC20-5EA1D6E367A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{D980A97C-1DF6-4ACD-BC20-5EA1D6E367A6}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{D980A97C-1DF6-4ACD-BC20-5EA1D6E367A6}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{D980A97C-1DF6-4ACD-BC20-5EA1D6E367A6}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{D980A97C-1DF6-4ACD-BC20-5EA1D6E367A6}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{D980A97C-1DF6-4ACD-BC20-5EA1D6E367A6}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