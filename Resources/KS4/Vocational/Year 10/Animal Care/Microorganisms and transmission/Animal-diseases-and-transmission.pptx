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4527A6-5AEB-4229-A8EA-78DD2CD1B6A0}">
  <a:tblStyle styleId="{DA4527A6-5AEB-4229-A8EA-78DD2CD1B6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{DA4527A6-5AEB-4229-A8EA-78DD2CD1B6A0}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{DA4527A6-5AEB-4229-A8EA-78DD2CD1B6A0}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{DA4527A6-5AEB-4229-A8EA-78DD2CD1B6A0}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{DA4527A6-5AEB-4229-A8EA-78DD2CD1B6A0}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{DA4527A6-5AEB-4229-A8EA-78DD2CD1B6A0}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