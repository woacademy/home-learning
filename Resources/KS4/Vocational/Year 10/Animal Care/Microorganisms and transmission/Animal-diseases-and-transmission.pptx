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1ACA53-05E4-4D9C-AF58-28472D0F01E7}">
  <a:tblStyle styleId="{FB1ACA53-05E4-4D9C-AF58-28472D0F01E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{FB1ACA53-05E4-4D9C-AF58-28472D0F01E7}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{FB1ACA53-05E4-4D9C-AF58-28472D0F01E7}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{FB1ACA53-05E4-4D9C-AF58-28472D0F01E7}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{FB1ACA53-05E4-4D9C-AF58-28472D0F01E7}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{FB1ACA53-05E4-4D9C-AF58-28472D0F01E7}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