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87EB4C-EC5E-41A6-A36E-0E79384E69CF}">
  <a:tblStyle styleId="{BC87EB4C-EC5E-41A6-A36E-0E79384E69C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{BC87EB4C-EC5E-41A6-A36E-0E79384E69CF}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{BC87EB4C-EC5E-41A6-A36E-0E79384E69CF}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{BC87EB4C-EC5E-41A6-A36E-0E79384E69CF}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{BC87EB4C-EC5E-41A6-A36E-0E79384E69CF}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{BC87EB4C-EC5E-41A6-A36E-0E79384E69CF}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