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6F25F9-53C7-488A-8BD6-6D1976697C6A}">
  <a:tblStyle styleId="{976F25F9-53C7-488A-8BD6-6D1976697C6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{976F25F9-53C7-488A-8BD6-6D1976697C6A}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{976F25F9-53C7-488A-8BD6-6D1976697C6A}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{976F25F9-53C7-488A-8BD6-6D1976697C6A}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{976F25F9-53C7-488A-8BD6-6D1976697C6A}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{976F25F9-53C7-488A-8BD6-6D1976697C6A}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