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E2B85-8C66-4488-B666-D240A0EB790E}">
  <a:tblStyle styleId="{832E2B85-8C66-4488-B666-D240A0EB79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{832E2B85-8C66-4488-B666-D240A0EB790E}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{832E2B85-8C66-4488-B666-D240A0EB790E}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{832E2B85-8C66-4488-B666-D240A0EB790E}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{832E2B85-8C66-4488-B666-D240A0EB790E}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{832E2B85-8C66-4488-B666-D240A0EB790E}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