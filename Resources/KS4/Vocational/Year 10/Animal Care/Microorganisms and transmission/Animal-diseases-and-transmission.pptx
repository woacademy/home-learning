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952BFC-8935-42A4-A556-069C4495F9E3}">
  <a:tblStyle styleId="{12952BFC-8935-42A4-A556-069C4495F9E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{12952BFC-8935-42A4-A556-069C4495F9E3}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{12952BFC-8935-42A4-A556-069C4495F9E3}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{12952BFC-8935-42A4-A556-069C4495F9E3}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{12952BFC-8935-42A4-A556-069C4495F9E3}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{12952BFC-8935-42A4-A556-069C4495F9E3}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