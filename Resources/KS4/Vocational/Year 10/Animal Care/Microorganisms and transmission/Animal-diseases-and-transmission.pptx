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6A4556-E879-41A5-987B-2B483D8A6890}">
  <a:tblStyle styleId="{936A4556-E879-41A5-987B-2B483D8A68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{936A4556-E879-41A5-987B-2B483D8A6890}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{936A4556-E879-41A5-987B-2B483D8A6890}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{936A4556-E879-41A5-987B-2B483D8A6890}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{936A4556-E879-41A5-987B-2B483D8A6890}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{936A4556-E879-41A5-987B-2B483D8A6890}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