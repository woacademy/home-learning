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A71F6A-12EA-454D-976B-268E8050F890}">
  <a:tblStyle styleId="{D7A71F6A-12EA-454D-976B-268E8050F89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{D7A71F6A-12EA-454D-976B-268E8050F890}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{D7A71F6A-12EA-454D-976B-268E8050F890}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{D7A71F6A-12EA-454D-976B-268E8050F890}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{D7A71F6A-12EA-454D-976B-268E8050F890}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{D7A71F6A-12EA-454D-976B-268E8050F890}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