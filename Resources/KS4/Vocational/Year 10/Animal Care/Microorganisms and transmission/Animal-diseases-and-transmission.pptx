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D45D63-EE64-4A1F-AE2A-99948F8F5740}">
  <a:tblStyle styleId="{7FD45D63-EE64-4A1F-AE2A-99948F8F574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{7FD45D63-EE64-4A1F-AE2A-99948F8F5740}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{7FD45D63-EE64-4A1F-AE2A-99948F8F5740}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{7FD45D63-EE64-4A1F-AE2A-99948F8F5740}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{7FD45D63-EE64-4A1F-AE2A-99948F8F5740}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{7FD45D63-EE64-4A1F-AE2A-99948F8F5740}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