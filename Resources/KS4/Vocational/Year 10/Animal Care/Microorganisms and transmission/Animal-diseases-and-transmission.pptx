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84E0D6-3968-452D-B11B-B0EA7E20F7D3}">
  <a:tblStyle styleId="{B784E0D6-3968-452D-B11B-B0EA7E20F7D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{B784E0D6-3968-452D-B11B-B0EA7E20F7D3}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{B784E0D6-3968-452D-B11B-B0EA7E20F7D3}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{B784E0D6-3968-452D-B11B-B0EA7E20F7D3}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{B784E0D6-3968-452D-B11B-B0EA7E20F7D3}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{B784E0D6-3968-452D-B11B-B0EA7E20F7D3}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