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4EBA41-0A56-4810-8167-F2186E288590}">
  <a:tblStyle styleId="{DF4EBA41-0A56-4810-8167-F2186E2885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{DF4EBA41-0A56-4810-8167-F2186E288590}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{DF4EBA41-0A56-4810-8167-F2186E288590}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{DF4EBA41-0A56-4810-8167-F2186E288590}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{DF4EBA41-0A56-4810-8167-F2186E288590}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{DF4EBA41-0A56-4810-8167-F2186E288590}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