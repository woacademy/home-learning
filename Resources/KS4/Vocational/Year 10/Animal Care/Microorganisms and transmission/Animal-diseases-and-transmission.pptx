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A4B8E6-83F0-4306-A10F-C3C37A1655A3}">
  <a:tblStyle styleId="{EBA4B8E6-83F0-4306-A10F-C3C37A1655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{EBA4B8E6-83F0-4306-A10F-C3C37A1655A3}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{EBA4B8E6-83F0-4306-A10F-C3C37A1655A3}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{EBA4B8E6-83F0-4306-A10F-C3C37A1655A3}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{EBA4B8E6-83F0-4306-A10F-C3C37A1655A3}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{EBA4B8E6-83F0-4306-A10F-C3C37A1655A3}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