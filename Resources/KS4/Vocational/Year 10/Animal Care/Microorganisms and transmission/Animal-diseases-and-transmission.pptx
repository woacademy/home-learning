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379FE5-0964-484F-9A8A-8A234B5BE070}">
  <a:tblStyle styleId="{EE379FE5-0964-484F-9A8A-8A234B5BE0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{EE379FE5-0964-484F-9A8A-8A234B5BE070}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{EE379FE5-0964-484F-9A8A-8A234B5BE070}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{EE379FE5-0964-484F-9A8A-8A234B5BE070}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{EE379FE5-0964-484F-9A8A-8A234B5BE070}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{EE379FE5-0964-484F-9A8A-8A234B5BE070}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