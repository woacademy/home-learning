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CE6DC-6552-4933-94E8-D31A15BA8A09}">
  <a:tblStyle styleId="{312CE6DC-6552-4933-94E8-D31A15BA8A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{312CE6DC-6552-4933-94E8-D31A15BA8A09}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{312CE6DC-6552-4933-94E8-D31A15BA8A09}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{312CE6DC-6552-4933-94E8-D31A15BA8A09}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{312CE6DC-6552-4933-94E8-D31A15BA8A09}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{312CE6DC-6552-4933-94E8-D31A15BA8A09}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