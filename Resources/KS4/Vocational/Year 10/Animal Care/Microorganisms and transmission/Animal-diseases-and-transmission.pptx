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106528-D738-4DB9-B39F-0E93C7B2A35B}">
  <a:tblStyle styleId="{52106528-D738-4DB9-B39F-0E93C7B2A3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{52106528-D738-4DB9-B39F-0E93C7B2A35B}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{52106528-D738-4DB9-B39F-0E93C7B2A35B}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{52106528-D738-4DB9-B39F-0E93C7B2A35B}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{52106528-D738-4DB9-B39F-0E93C7B2A35B}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{52106528-D738-4DB9-B39F-0E93C7B2A35B}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