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586A8-A5A4-451C-B4BD-D6E9D8A05A9E}">
  <a:tblStyle styleId="{C6B586A8-A5A4-451C-B4BD-D6E9D8A05A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{C6B586A8-A5A4-451C-B4BD-D6E9D8A05A9E}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{C6B586A8-A5A4-451C-B4BD-D6E9D8A05A9E}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{C6B586A8-A5A4-451C-B4BD-D6E9D8A05A9E}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{C6B586A8-A5A4-451C-B4BD-D6E9D8A05A9E}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{C6B586A8-A5A4-451C-B4BD-D6E9D8A05A9E}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