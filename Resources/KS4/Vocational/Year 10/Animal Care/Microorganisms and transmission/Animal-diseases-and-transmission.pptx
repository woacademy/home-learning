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A356E9-8BB8-4055-B8EB-19F6241F2FDD}">
  <a:tblStyle styleId="{81A356E9-8BB8-4055-B8EB-19F6241F2F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{81A356E9-8BB8-4055-B8EB-19F6241F2FDD}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{81A356E9-8BB8-4055-B8EB-19F6241F2FDD}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{81A356E9-8BB8-4055-B8EB-19F6241F2FDD}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{81A356E9-8BB8-4055-B8EB-19F6241F2FDD}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{81A356E9-8BB8-4055-B8EB-19F6241F2FDD}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