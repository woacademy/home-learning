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56DDF6-2A3F-4CCC-BEBD-0456A39B04D4}">
  <a:tblStyle styleId="{BC56DDF6-2A3F-4CCC-BEBD-0456A39B04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{BC56DDF6-2A3F-4CCC-BEBD-0456A39B04D4}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{BC56DDF6-2A3F-4CCC-BEBD-0456A39B04D4}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{BC56DDF6-2A3F-4CCC-BEBD-0456A39B04D4}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{BC56DDF6-2A3F-4CCC-BEBD-0456A39B04D4}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{BC56DDF6-2A3F-4CCC-BEBD-0456A39B04D4}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