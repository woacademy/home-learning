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52C37E-A787-4912-9819-D6D4FD75EE67}">
  <a:tblStyle styleId="{C452C37E-A787-4912-9819-D6D4FD75EE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{C452C37E-A787-4912-9819-D6D4FD75EE67}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{C452C37E-A787-4912-9819-D6D4FD75EE67}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{C452C37E-A787-4912-9819-D6D4FD75EE67}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{C452C37E-A787-4912-9819-D6D4FD75EE67}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{C452C37E-A787-4912-9819-D6D4FD75EE67}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