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5D456-4BCE-4432-B54F-E80FC01CF690}">
  <a:tblStyle styleId="{5AF5D456-4BCE-4432-B54F-E80FC01CF6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{5AF5D456-4BCE-4432-B54F-E80FC01CF690}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{5AF5D456-4BCE-4432-B54F-E80FC01CF690}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{5AF5D456-4BCE-4432-B54F-E80FC01CF690}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{5AF5D456-4BCE-4432-B54F-E80FC01CF690}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{5AF5D456-4BCE-4432-B54F-E80FC01CF690}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