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23B3A-151B-4639-9B58-3DD85ACB14E4}">
  <a:tblStyle styleId="{7FE23B3A-151B-4639-9B58-3DD85ACB14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{7FE23B3A-151B-4639-9B58-3DD85ACB14E4}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{7FE23B3A-151B-4639-9B58-3DD85ACB14E4}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{7FE23B3A-151B-4639-9B58-3DD85ACB14E4}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{7FE23B3A-151B-4639-9B58-3DD85ACB14E4}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{7FE23B3A-151B-4639-9B58-3DD85ACB14E4}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