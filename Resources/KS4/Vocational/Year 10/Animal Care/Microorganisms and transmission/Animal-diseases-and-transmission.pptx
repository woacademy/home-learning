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E1D4D9-E176-4AE1-A591-45B90AE2BC2A}">
  <a:tblStyle styleId="{7EE1D4D9-E176-4AE1-A591-45B90AE2BC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{7EE1D4D9-E176-4AE1-A591-45B90AE2BC2A}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{7EE1D4D9-E176-4AE1-A591-45B90AE2BC2A}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{7EE1D4D9-E176-4AE1-A591-45B90AE2BC2A}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{7EE1D4D9-E176-4AE1-A591-45B90AE2BC2A}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{7EE1D4D9-E176-4AE1-A591-45B90AE2BC2A}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