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C5E8A2-558B-4E76-90A0-A5CB1A812CFB}">
  <a:tblStyle styleId="{88C5E8A2-558B-4E76-90A0-A5CB1A812C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{88C5E8A2-558B-4E76-90A0-A5CB1A812CFB}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{88C5E8A2-558B-4E76-90A0-A5CB1A812CFB}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{88C5E8A2-558B-4E76-90A0-A5CB1A812CFB}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{88C5E8A2-558B-4E76-90A0-A5CB1A812CFB}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{88C5E8A2-558B-4E76-90A0-A5CB1A812CFB}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