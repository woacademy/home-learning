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3D4AE8-B8EF-419F-A66A-BBFE97278BF3}">
  <a:tblStyle styleId="{7A3D4AE8-B8EF-419F-A66A-BBFE97278BF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{7A3D4AE8-B8EF-419F-A66A-BBFE97278BF3}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{7A3D4AE8-B8EF-419F-A66A-BBFE97278BF3}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{7A3D4AE8-B8EF-419F-A66A-BBFE97278BF3}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{7A3D4AE8-B8EF-419F-A66A-BBFE97278BF3}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{7A3D4AE8-B8EF-419F-A66A-BBFE97278BF3}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