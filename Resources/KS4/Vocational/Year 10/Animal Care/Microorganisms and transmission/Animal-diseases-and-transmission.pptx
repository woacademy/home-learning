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C3C81B-E72C-4569-9591-43C8A6D293D6}">
  <a:tblStyle styleId="{F6C3C81B-E72C-4569-9591-43C8A6D293D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{F6C3C81B-E72C-4569-9591-43C8A6D293D6}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{F6C3C81B-E72C-4569-9591-43C8A6D293D6}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{F6C3C81B-E72C-4569-9591-43C8A6D293D6}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{F6C3C81B-E72C-4569-9591-43C8A6D293D6}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{F6C3C81B-E72C-4569-9591-43C8A6D293D6}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