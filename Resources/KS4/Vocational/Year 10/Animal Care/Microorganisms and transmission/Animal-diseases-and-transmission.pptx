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3BE608-53F7-4E4E-B490-7C64B2A23AD6}">
  <a:tblStyle styleId="{193BE608-53F7-4E4E-B490-7C64B2A23A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{193BE608-53F7-4E4E-B490-7C64B2A23AD6}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{193BE608-53F7-4E4E-B490-7C64B2A23AD6}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{193BE608-53F7-4E4E-B490-7C64B2A23AD6}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{193BE608-53F7-4E4E-B490-7C64B2A23AD6}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{193BE608-53F7-4E4E-B490-7C64B2A23AD6}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