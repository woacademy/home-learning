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1B1AC4-FB74-40E6-8734-F08614C92595}">
  <a:tblStyle styleId="{621B1AC4-FB74-40E6-8734-F08614C9259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{621B1AC4-FB74-40E6-8734-F08614C92595}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{621B1AC4-FB74-40E6-8734-F08614C92595}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{621B1AC4-FB74-40E6-8734-F08614C92595}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{621B1AC4-FB74-40E6-8734-F08614C92595}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{621B1AC4-FB74-40E6-8734-F08614C92595}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