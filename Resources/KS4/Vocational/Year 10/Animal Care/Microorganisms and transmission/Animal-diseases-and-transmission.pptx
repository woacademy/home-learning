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BCBE30-0FA0-43AC-99C1-D5C8A1D2EE4D}">
  <a:tblStyle styleId="{DABCBE30-0FA0-43AC-99C1-D5C8A1D2EE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{DABCBE30-0FA0-43AC-99C1-D5C8A1D2EE4D}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{DABCBE30-0FA0-43AC-99C1-D5C8A1D2EE4D}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{DABCBE30-0FA0-43AC-99C1-D5C8A1D2EE4D}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{DABCBE30-0FA0-43AC-99C1-D5C8A1D2EE4D}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{DABCBE30-0FA0-43AC-99C1-D5C8A1D2EE4D}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