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6B7C112-9DA2-4CEC-9484-D751C375C279}">
  <a:tblStyle styleId="{26B7C112-9DA2-4CEC-9484-D751C375C27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{26B7C112-9DA2-4CEC-9484-D751C375C279}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{26B7C112-9DA2-4CEC-9484-D751C375C279}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{26B7C112-9DA2-4CEC-9484-D751C375C279}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{26B7C112-9DA2-4CEC-9484-D751C375C279}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{26B7C112-9DA2-4CEC-9484-D751C375C279}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