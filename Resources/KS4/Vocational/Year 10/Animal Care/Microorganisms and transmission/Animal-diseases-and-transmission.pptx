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F4B632-191B-40FA-B27C-FBA8B57C6373}">
  <a:tblStyle styleId="{F2F4B632-191B-40FA-B27C-FBA8B57C63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{F2F4B632-191B-40FA-B27C-FBA8B57C6373}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{F2F4B632-191B-40FA-B27C-FBA8B57C6373}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{F2F4B632-191B-40FA-B27C-FBA8B57C6373}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{F2F4B632-191B-40FA-B27C-FBA8B57C6373}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{F2F4B632-191B-40FA-B27C-FBA8B57C6373}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