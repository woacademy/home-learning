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8B44D4-43AF-4D73-B5E5-75E28FF061A0}">
  <a:tblStyle styleId="{8C8B44D4-43AF-4D73-B5E5-75E28FF061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{8C8B44D4-43AF-4D73-B5E5-75E28FF061A0}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{8C8B44D4-43AF-4D73-B5E5-75E28FF061A0}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{8C8B44D4-43AF-4D73-B5E5-75E28FF061A0}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{8C8B44D4-43AF-4D73-B5E5-75E28FF061A0}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{8C8B44D4-43AF-4D73-B5E5-75E28FF061A0}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