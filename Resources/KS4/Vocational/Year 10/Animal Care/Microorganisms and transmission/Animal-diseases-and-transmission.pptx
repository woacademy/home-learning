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46D494-79DE-4B75-A31B-63B92EAB377B}">
  <a:tblStyle styleId="{BE46D494-79DE-4B75-A31B-63B92EAB37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{BE46D494-79DE-4B75-A31B-63B92EAB377B}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{BE46D494-79DE-4B75-A31B-63B92EAB377B}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{BE46D494-79DE-4B75-A31B-63B92EAB377B}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{BE46D494-79DE-4B75-A31B-63B92EAB377B}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{BE46D494-79DE-4B75-A31B-63B92EAB377B}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