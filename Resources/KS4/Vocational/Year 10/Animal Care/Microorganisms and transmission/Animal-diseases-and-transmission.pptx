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3095F7-AC3A-4AA1-AA7E-36FB0BA18742}">
  <a:tblStyle styleId="{E03095F7-AC3A-4AA1-AA7E-36FB0BA187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{E03095F7-AC3A-4AA1-AA7E-36FB0BA18742}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{E03095F7-AC3A-4AA1-AA7E-36FB0BA18742}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{E03095F7-AC3A-4AA1-AA7E-36FB0BA18742}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{E03095F7-AC3A-4AA1-AA7E-36FB0BA18742}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{E03095F7-AC3A-4AA1-AA7E-36FB0BA18742}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