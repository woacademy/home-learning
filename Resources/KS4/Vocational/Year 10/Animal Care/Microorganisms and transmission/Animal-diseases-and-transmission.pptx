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8F778B-D90C-4BDE-8B2D-0B34AD62804D}">
  <a:tblStyle styleId="{EA8F778B-D90C-4BDE-8B2D-0B34AD6280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{EA8F778B-D90C-4BDE-8B2D-0B34AD62804D}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{EA8F778B-D90C-4BDE-8B2D-0B34AD62804D}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{EA8F778B-D90C-4BDE-8B2D-0B34AD62804D}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{EA8F778B-D90C-4BDE-8B2D-0B34AD62804D}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{EA8F778B-D90C-4BDE-8B2D-0B34AD62804D}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