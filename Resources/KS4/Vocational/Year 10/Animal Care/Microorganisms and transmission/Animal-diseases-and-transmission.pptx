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A4B1AD-E5CB-4874-A14B-1ACBB07BB58E}">
  <a:tblStyle styleId="{01A4B1AD-E5CB-4874-A14B-1ACBB07BB5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{01A4B1AD-E5CB-4874-A14B-1ACBB07BB58E}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{01A4B1AD-E5CB-4874-A14B-1ACBB07BB58E}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{01A4B1AD-E5CB-4874-A14B-1ACBB07BB58E}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{01A4B1AD-E5CB-4874-A14B-1ACBB07BB58E}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{01A4B1AD-E5CB-4874-A14B-1ACBB07BB58E}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