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2D3FD2-6995-4763-8B7A-5B42C2994ABF}">
  <a:tblStyle styleId="{842D3FD2-6995-4763-8B7A-5B42C2994A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{842D3FD2-6995-4763-8B7A-5B42C2994ABF}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{842D3FD2-6995-4763-8B7A-5B42C2994ABF}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{842D3FD2-6995-4763-8B7A-5B42C2994ABF}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{842D3FD2-6995-4763-8B7A-5B42C2994ABF}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{842D3FD2-6995-4763-8B7A-5B42C2994ABF}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