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FC18E4-3FE1-4466-BE68-5C7DE5981624}">
  <a:tblStyle styleId="{B5FC18E4-3FE1-4466-BE68-5C7DE59816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{B5FC18E4-3FE1-4466-BE68-5C7DE5981624}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{B5FC18E4-3FE1-4466-BE68-5C7DE5981624}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{B5FC18E4-3FE1-4466-BE68-5C7DE5981624}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{B5FC18E4-3FE1-4466-BE68-5C7DE5981624}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{B5FC18E4-3FE1-4466-BE68-5C7DE5981624}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