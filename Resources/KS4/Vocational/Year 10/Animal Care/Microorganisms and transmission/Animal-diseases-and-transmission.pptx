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78D3C6-566E-4867-A4B3-C69E3DF123B4}">
  <a:tblStyle styleId="{DA78D3C6-566E-4867-A4B3-C69E3DF123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{DA78D3C6-566E-4867-A4B3-C69E3DF123B4}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{DA78D3C6-566E-4867-A4B3-C69E3DF123B4}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{DA78D3C6-566E-4867-A4B3-C69E3DF123B4}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{DA78D3C6-566E-4867-A4B3-C69E3DF123B4}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{DA78D3C6-566E-4867-A4B3-C69E3DF123B4}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