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229B9D-951E-4554-902D-720040ADAE60}">
  <a:tblStyle styleId="{97229B9D-951E-4554-902D-720040ADAE6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{97229B9D-951E-4554-902D-720040ADAE60}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{97229B9D-951E-4554-902D-720040ADAE60}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{97229B9D-951E-4554-902D-720040ADAE60}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{97229B9D-951E-4554-902D-720040ADAE60}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{97229B9D-951E-4554-902D-720040ADAE60}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