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6F6A31-9619-459F-8C26-75BD46725648}">
  <a:tblStyle styleId="{256F6A31-9619-459F-8C26-75BD467256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{256F6A31-9619-459F-8C26-75BD46725648}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{256F6A31-9619-459F-8C26-75BD46725648}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{256F6A31-9619-459F-8C26-75BD46725648}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{256F6A31-9619-459F-8C26-75BD46725648}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{256F6A31-9619-459F-8C26-75BD46725648}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