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2C2956-E94E-42DF-8A99-4AE6A958B55D}">
  <a:tblStyle styleId="{2E2C2956-E94E-42DF-8A99-4AE6A958B55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{2E2C2956-E94E-42DF-8A99-4AE6A958B55D}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{2E2C2956-E94E-42DF-8A99-4AE6A958B55D}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{2E2C2956-E94E-42DF-8A99-4AE6A958B55D}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{2E2C2956-E94E-42DF-8A99-4AE6A958B55D}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{2E2C2956-E94E-42DF-8A99-4AE6A958B55D}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