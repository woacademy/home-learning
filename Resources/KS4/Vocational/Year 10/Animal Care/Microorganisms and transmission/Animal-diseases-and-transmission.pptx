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69B8F7D-3296-4C18-B4DC-543DA92C8516}">
  <a:tblStyle styleId="{E69B8F7D-3296-4C18-B4DC-543DA92C851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{E69B8F7D-3296-4C18-B4DC-543DA92C8516}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{E69B8F7D-3296-4C18-B4DC-543DA92C8516}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{E69B8F7D-3296-4C18-B4DC-543DA92C8516}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{E69B8F7D-3296-4C18-B4DC-543DA92C8516}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{E69B8F7D-3296-4C18-B4DC-543DA92C8516}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