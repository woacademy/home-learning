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ABE055-68DE-4DCE-8370-0D32E3AF3BEC}">
  <a:tblStyle styleId="{71ABE055-68DE-4DCE-8370-0D32E3AF3BE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{71ABE055-68DE-4DCE-8370-0D32E3AF3BEC}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{71ABE055-68DE-4DCE-8370-0D32E3AF3BEC}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{71ABE055-68DE-4DCE-8370-0D32E3AF3BEC}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{71ABE055-68DE-4DCE-8370-0D32E3AF3BEC}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{71ABE055-68DE-4DCE-8370-0D32E3AF3BEC}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