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0082A345-5B22-441E-A739-89F32FC10CA2}">
  <a:tblStyle styleId="{0082A345-5B22-441E-A739-89F32FC10CA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{0082A345-5B22-441E-A739-89F32FC10CA2}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{0082A345-5B22-441E-A739-89F32FC10CA2}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{0082A345-5B22-441E-A739-89F32FC10CA2}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{0082A345-5B22-441E-A739-89F32FC10CA2}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{0082A345-5B22-441E-A739-89F32FC10CA2}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