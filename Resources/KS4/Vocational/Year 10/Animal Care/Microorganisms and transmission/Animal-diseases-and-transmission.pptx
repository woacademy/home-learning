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81923C-470E-4BB5-ADE5-8ADBBCFB480E}">
  <a:tblStyle styleId="{1F81923C-470E-4BB5-ADE5-8ADBBCFB48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{1F81923C-470E-4BB5-ADE5-8ADBBCFB480E}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{1F81923C-470E-4BB5-ADE5-8ADBBCFB480E}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{1F81923C-470E-4BB5-ADE5-8ADBBCFB480E}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{1F81923C-470E-4BB5-ADE5-8ADBBCFB480E}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{1F81923C-470E-4BB5-ADE5-8ADBBCFB480E}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