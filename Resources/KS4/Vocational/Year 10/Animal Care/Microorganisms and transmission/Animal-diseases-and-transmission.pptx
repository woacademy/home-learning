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CD633A-8C90-47AD-9F98-1AB4273DCDE8}">
  <a:tblStyle styleId="{D6CD633A-8C90-47AD-9F98-1AB4273DCD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{D6CD633A-8C90-47AD-9F98-1AB4273DCDE8}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{D6CD633A-8C90-47AD-9F98-1AB4273DCDE8}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{D6CD633A-8C90-47AD-9F98-1AB4273DCDE8}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{D6CD633A-8C90-47AD-9F98-1AB4273DCDE8}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{D6CD633A-8C90-47AD-9F98-1AB4273DCDE8}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