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17E3BD-C3F3-4ADD-A75D-36E3CD0E6DA4}">
  <a:tblStyle styleId="{2C17E3BD-C3F3-4ADD-A75D-36E3CD0E6D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{2C17E3BD-C3F3-4ADD-A75D-36E3CD0E6DA4}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{2C17E3BD-C3F3-4ADD-A75D-36E3CD0E6DA4}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{2C17E3BD-C3F3-4ADD-A75D-36E3CD0E6DA4}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{2C17E3BD-C3F3-4ADD-A75D-36E3CD0E6DA4}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{2C17E3BD-C3F3-4ADD-A75D-36E3CD0E6DA4}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