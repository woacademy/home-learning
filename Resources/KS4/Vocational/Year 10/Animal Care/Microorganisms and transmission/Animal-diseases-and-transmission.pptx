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5B7B36-E792-4CE9-A43C-08B26A092B70}">
  <a:tblStyle styleId="{F85B7B36-E792-4CE9-A43C-08B26A092B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{F85B7B36-E792-4CE9-A43C-08B26A092B70}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{F85B7B36-E792-4CE9-A43C-08B26A092B70}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{F85B7B36-E792-4CE9-A43C-08B26A092B70}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{F85B7B36-E792-4CE9-A43C-08B26A092B70}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{F85B7B36-E792-4CE9-A43C-08B26A092B70}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