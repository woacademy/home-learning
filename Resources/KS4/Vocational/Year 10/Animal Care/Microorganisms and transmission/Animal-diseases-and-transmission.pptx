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854170-8B32-4FD4-912A-B6D6F477C0F3}">
  <a:tblStyle styleId="{40854170-8B32-4FD4-912A-B6D6F477C0F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{40854170-8B32-4FD4-912A-B6D6F477C0F3}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{40854170-8B32-4FD4-912A-B6D6F477C0F3}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{40854170-8B32-4FD4-912A-B6D6F477C0F3}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{40854170-8B32-4FD4-912A-B6D6F477C0F3}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{40854170-8B32-4FD4-912A-B6D6F477C0F3}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