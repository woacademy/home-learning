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A668D7-32DE-4247-B106-C87F27A36183}">
  <a:tblStyle styleId="{ECA668D7-32DE-4247-B106-C87F27A3618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{ECA668D7-32DE-4247-B106-C87F27A36183}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{ECA668D7-32DE-4247-B106-C87F27A36183}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{ECA668D7-32DE-4247-B106-C87F27A36183}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{ECA668D7-32DE-4247-B106-C87F27A36183}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{ECA668D7-32DE-4247-B106-C87F27A36183}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