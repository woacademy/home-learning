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B6DBD-BD07-4A4F-837A-EFF1AE124815}">
  <a:tblStyle styleId="{443B6DBD-BD07-4A4F-837A-EFF1AE1248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{443B6DBD-BD07-4A4F-837A-EFF1AE124815}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{443B6DBD-BD07-4A4F-837A-EFF1AE124815}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{443B6DBD-BD07-4A4F-837A-EFF1AE124815}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{443B6DBD-BD07-4A4F-837A-EFF1AE124815}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{443B6DBD-BD07-4A4F-837A-EFF1AE124815}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