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9CA327-8881-4EBA-A0E7-FF59EA415EC3}">
  <a:tblStyle styleId="{939CA327-8881-4EBA-A0E7-FF59EA415E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{939CA327-8881-4EBA-A0E7-FF59EA415EC3}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{939CA327-8881-4EBA-A0E7-FF59EA415EC3}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{939CA327-8881-4EBA-A0E7-FF59EA415EC3}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{939CA327-8881-4EBA-A0E7-FF59EA415EC3}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{939CA327-8881-4EBA-A0E7-FF59EA415EC3}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