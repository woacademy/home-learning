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2560B9-3915-4AE5-9B68-F9AC0AF9F0B1}">
  <a:tblStyle styleId="{B32560B9-3915-4AE5-9B68-F9AC0AF9F0B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{B32560B9-3915-4AE5-9B68-F9AC0AF9F0B1}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{B32560B9-3915-4AE5-9B68-F9AC0AF9F0B1}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{B32560B9-3915-4AE5-9B68-F9AC0AF9F0B1}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{B32560B9-3915-4AE5-9B68-F9AC0AF9F0B1}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{B32560B9-3915-4AE5-9B68-F9AC0AF9F0B1}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