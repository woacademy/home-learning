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41A057-1C85-42AC-9BED-C79855BBB622}">
  <a:tblStyle styleId="{A341A057-1C85-42AC-9BED-C79855BBB62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{A341A057-1C85-42AC-9BED-C79855BBB622}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{A341A057-1C85-42AC-9BED-C79855BBB622}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{A341A057-1C85-42AC-9BED-C79855BBB622}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{A341A057-1C85-42AC-9BED-C79855BBB622}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{A341A057-1C85-42AC-9BED-C79855BBB622}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