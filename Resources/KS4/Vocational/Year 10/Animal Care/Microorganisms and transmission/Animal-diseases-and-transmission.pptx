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C281E2-5859-4B94-954F-B8EBF5D5C37B}">
  <a:tblStyle styleId="{9FC281E2-5859-4B94-954F-B8EBF5D5C3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{9FC281E2-5859-4B94-954F-B8EBF5D5C37B}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{9FC281E2-5859-4B94-954F-B8EBF5D5C37B}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{9FC281E2-5859-4B94-954F-B8EBF5D5C37B}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{9FC281E2-5859-4B94-954F-B8EBF5D5C37B}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{9FC281E2-5859-4B94-954F-B8EBF5D5C37B}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