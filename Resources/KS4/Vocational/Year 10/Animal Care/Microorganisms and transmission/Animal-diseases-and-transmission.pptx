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B47EB1-4DAE-4A48-A8BC-3A8E81C12141}">
  <a:tblStyle styleId="{AAB47EB1-4DAE-4A48-A8BC-3A8E81C1214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{AAB47EB1-4DAE-4A48-A8BC-3A8E81C12141}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{AAB47EB1-4DAE-4A48-A8BC-3A8E81C12141}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{AAB47EB1-4DAE-4A48-A8BC-3A8E81C12141}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{AAB47EB1-4DAE-4A48-A8BC-3A8E81C12141}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{AAB47EB1-4DAE-4A48-A8BC-3A8E81C12141}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