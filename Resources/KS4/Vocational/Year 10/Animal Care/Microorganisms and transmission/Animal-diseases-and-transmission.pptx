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EC7B4D-C72C-485F-B6E2-00B3AF1A441E}">
  <a:tblStyle styleId="{A4EC7B4D-C72C-485F-B6E2-00B3AF1A441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{A4EC7B4D-C72C-485F-B6E2-00B3AF1A441E}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{A4EC7B4D-C72C-485F-B6E2-00B3AF1A441E}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{A4EC7B4D-C72C-485F-B6E2-00B3AF1A441E}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{A4EC7B4D-C72C-485F-B6E2-00B3AF1A441E}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{A4EC7B4D-C72C-485F-B6E2-00B3AF1A441E}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