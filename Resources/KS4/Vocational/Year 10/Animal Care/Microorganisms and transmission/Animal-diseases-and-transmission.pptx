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3BDA71-968C-4F2F-86FE-5F5D17792617}">
  <a:tblStyle styleId="{213BDA71-968C-4F2F-86FE-5F5D177926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{213BDA71-968C-4F2F-86FE-5F5D17792617}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{213BDA71-968C-4F2F-86FE-5F5D17792617}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{213BDA71-968C-4F2F-86FE-5F5D17792617}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{213BDA71-968C-4F2F-86FE-5F5D17792617}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{213BDA71-968C-4F2F-86FE-5F5D17792617}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