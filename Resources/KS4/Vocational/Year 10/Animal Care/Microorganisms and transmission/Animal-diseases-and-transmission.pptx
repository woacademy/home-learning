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BBC0F3-F1F6-4EC6-B83C-B73A3A1B1250}">
  <a:tblStyle styleId="{F1BBC0F3-F1F6-4EC6-B83C-B73A3A1B125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{F1BBC0F3-F1F6-4EC6-B83C-B73A3A1B1250}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{F1BBC0F3-F1F6-4EC6-B83C-B73A3A1B1250}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{F1BBC0F3-F1F6-4EC6-B83C-B73A3A1B1250}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{F1BBC0F3-F1F6-4EC6-B83C-B73A3A1B1250}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{F1BBC0F3-F1F6-4EC6-B83C-B73A3A1B1250}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