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AA3AC6-DC85-4296-8687-38107FF9B7D0}">
  <a:tblStyle styleId="{0DAA3AC6-DC85-4296-8687-38107FF9B7D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{0DAA3AC6-DC85-4296-8687-38107FF9B7D0}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{0DAA3AC6-DC85-4296-8687-38107FF9B7D0}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{0DAA3AC6-DC85-4296-8687-38107FF9B7D0}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{0DAA3AC6-DC85-4296-8687-38107FF9B7D0}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{0DAA3AC6-DC85-4296-8687-38107FF9B7D0}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