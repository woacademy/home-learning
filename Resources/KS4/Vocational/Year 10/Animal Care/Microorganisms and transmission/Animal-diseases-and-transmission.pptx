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695E88-FFAA-481E-948A-5364F5EFBC48}">
  <a:tblStyle styleId="{4E695E88-FFAA-481E-948A-5364F5EFBC4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{4E695E88-FFAA-481E-948A-5364F5EFBC48}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{4E695E88-FFAA-481E-948A-5364F5EFBC48}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{4E695E88-FFAA-481E-948A-5364F5EFBC48}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{4E695E88-FFAA-481E-948A-5364F5EFBC48}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{4E695E88-FFAA-481E-948A-5364F5EFBC48}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