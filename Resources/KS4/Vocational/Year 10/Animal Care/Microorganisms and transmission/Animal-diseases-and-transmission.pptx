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CF80B33-3511-4A3F-A45D-6324DFE333B8}">
  <a:tblStyle styleId="{CCF80B33-3511-4A3F-A45D-6324DFE333B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{CCF80B33-3511-4A3F-A45D-6324DFE333B8}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{CCF80B33-3511-4A3F-A45D-6324DFE333B8}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{CCF80B33-3511-4A3F-A45D-6324DFE333B8}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{CCF80B33-3511-4A3F-A45D-6324DFE333B8}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{CCF80B33-3511-4A3F-A45D-6324DFE333B8}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