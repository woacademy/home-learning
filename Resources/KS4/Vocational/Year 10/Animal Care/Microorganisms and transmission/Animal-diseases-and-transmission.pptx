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6A7DAC-47DC-489A-A4A0-958403DE5B54}">
  <a:tblStyle styleId="{626A7DAC-47DC-489A-A4A0-958403DE5B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{626A7DAC-47DC-489A-A4A0-958403DE5B54}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{626A7DAC-47DC-489A-A4A0-958403DE5B54}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{626A7DAC-47DC-489A-A4A0-958403DE5B54}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{626A7DAC-47DC-489A-A4A0-958403DE5B54}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{626A7DAC-47DC-489A-A4A0-958403DE5B54}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