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2EF316-0108-48B4-B97C-53C26983C09B}">
  <a:tblStyle styleId="{642EF316-0108-48B4-B97C-53C26983C0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{642EF316-0108-48B4-B97C-53C26983C09B}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{642EF316-0108-48B4-B97C-53C26983C09B}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{642EF316-0108-48B4-B97C-53C26983C09B}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{642EF316-0108-48B4-B97C-53C26983C09B}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{642EF316-0108-48B4-B97C-53C26983C09B}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