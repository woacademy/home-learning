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3B7FAA-5099-4D63-AF91-CE1F793BC5E2}">
  <a:tblStyle styleId="{093B7FAA-5099-4D63-AF91-CE1F793BC5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{093B7FAA-5099-4D63-AF91-CE1F793BC5E2}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{093B7FAA-5099-4D63-AF91-CE1F793BC5E2}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{093B7FAA-5099-4D63-AF91-CE1F793BC5E2}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{093B7FAA-5099-4D63-AF91-CE1F793BC5E2}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{093B7FAA-5099-4D63-AF91-CE1F793BC5E2}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