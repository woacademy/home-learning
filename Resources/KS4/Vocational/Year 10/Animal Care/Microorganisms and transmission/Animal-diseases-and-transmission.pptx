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BD2006-69F8-458F-BBCC-C3414EAE02B4}">
  <a:tblStyle styleId="{F2BD2006-69F8-458F-BBCC-C3414EAE02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{F2BD2006-69F8-458F-BBCC-C3414EAE02B4}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{F2BD2006-69F8-458F-BBCC-C3414EAE02B4}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{F2BD2006-69F8-458F-BBCC-C3414EAE02B4}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{F2BD2006-69F8-458F-BBCC-C3414EAE02B4}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{F2BD2006-69F8-458F-BBCC-C3414EAE02B4}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