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D2BABB-13F6-44F1-966D-6C49B5BF43F8}">
  <a:tblStyle styleId="{39D2BABB-13F6-44F1-966D-6C49B5BF43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{39D2BABB-13F6-44F1-966D-6C49B5BF43F8}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{39D2BABB-13F6-44F1-966D-6C49B5BF43F8}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{39D2BABB-13F6-44F1-966D-6C49B5BF43F8}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{39D2BABB-13F6-44F1-966D-6C49B5BF43F8}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{39D2BABB-13F6-44F1-966D-6C49B5BF43F8}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