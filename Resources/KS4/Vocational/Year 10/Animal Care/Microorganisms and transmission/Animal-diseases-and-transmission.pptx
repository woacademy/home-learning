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A10040-FA05-4945-BE03-105C0576EED1}">
  <a:tblStyle styleId="{1EA10040-FA05-4945-BE03-105C0576EED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{1EA10040-FA05-4945-BE03-105C0576EED1}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{1EA10040-FA05-4945-BE03-105C0576EED1}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{1EA10040-FA05-4945-BE03-105C0576EED1}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{1EA10040-FA05-4945-BE03-105C0576EED1}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{1EA10040-FA05-4945-BE03-105C0576EED1}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