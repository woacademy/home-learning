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431BCF-F45F-4867-B83C-3E549BA6A694}">
  <a:tblStyle styleId="{7D431BCF-F45F-4867-B83C-3E549BA6A69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{7D431BCF-F45F-4867-B83C-3E549BA6A694}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{7D431BCF-F45F-4867-B83C-3E549BA6A694}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{7D431BCF-F45F-4867-B83C-3E549BA6A694}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{7D431BCF-F45F-4867-B83C-3E549BA6A694}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{7D431BCF-F45F-4867-B83C-3E549BA6A694}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