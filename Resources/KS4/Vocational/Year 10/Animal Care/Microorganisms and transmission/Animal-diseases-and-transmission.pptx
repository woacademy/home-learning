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8747DF6-767F-41EB-BD76-553DEA43B1FB}">
  <a:tblStyle styleId="{B8747DF6-767F-41EB-BD76-553DEA43B1F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{B8747DF6-767F-41EB-BD76-553DEA43B1FB}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{B8747DF6-767F-41EB-BD76-553DEA43B1FB}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{B8747DF6-767F-41EB-BD76-553DEA43B1FB}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{B8747DF6-767F-41EB-BD76-553DEA43B1FB}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{B8747DF6-767F-41EB-BD76-553DEA43B1FB}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