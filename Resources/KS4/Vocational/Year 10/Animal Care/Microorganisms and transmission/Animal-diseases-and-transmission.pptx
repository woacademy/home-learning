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D39B36-B928-405B-94DD-8B437EB8860E}">
  <a:tblStyle styleId="{88D39B36-B928-405B-94DD-8B437EB8860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{88D39B36-B928-405B-94DD-8B437EB8860E}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{88D39B36-B928-405B-94DD-8B437EB8860E}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{88D39B36-B928-405B-94DD-8B437EB8860E}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{88D39B36-B928-405B-94DD-8B437EB8860E}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{88D39B36-B928-405B-94DD-8B437EB8860E}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