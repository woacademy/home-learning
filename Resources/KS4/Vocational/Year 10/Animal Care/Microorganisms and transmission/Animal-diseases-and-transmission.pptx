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0715FB-6E26-4A6D-A9DA-A8E139A711EC}">
  <a:tblStyle styleId="{280715FB-6E26-4A6D-A9DA-A8E139A711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{280715FB-6E26-4A6D-A9DA-A8E139A711EC}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{280715FB-6E26-4A6D-A9DA-A8E139A711EC}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{280715FB-6E26-4A6D-A9DA-A8E139A711EC}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{280715FB-6E26-4A6D-A9DA-A8E139A711EC}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{280715FB-6E26-4A6D-A9DA-A8E139A711EC}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