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D0B5A8-2DC2-4B67-B148-70F8AA97020A}">
  <a:tblStyle styleId="{EBD0B5A8-2DC2-4B67-B148-70F8AA9702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{EBD0B5A8-2DC2-4B67-B148-70F8AA97020A}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{EBD0B5A8-2DC2-4B67-B148-70F8AA97020A}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{EBD0B5A8-2DC2-4B67-B148-70F8AA97020A}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{EBD0B5A8-2DC2-4B67-B148-70F8AA97020A}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{EBD0B5A8-2DC2-4B67-B148-70F8AA97020A}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