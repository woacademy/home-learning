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0A31FC-C5B9-4B49-B810-700D30F83771}">
  <a:tblStyle styleId="{6E0A31FC-C5B9-4B49-B810-700D30F837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{6E0A31FC-C5B9-4B49-B810-700D30F83771}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{6E0A31FC-C5B9-4B49-B810-700D30F83771}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{6E0A31FC-C5B9-4B49-B810-700D30F83771}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{6E0A31FC-C5B9-4B49-B810-700D30F83771}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{6E0A31FC-C5B9-4B49-B810-700D30F83771}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