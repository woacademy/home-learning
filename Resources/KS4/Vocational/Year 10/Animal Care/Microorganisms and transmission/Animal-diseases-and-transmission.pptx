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253876-E195-48FA-A26C-21971BB29102}">
  <a:tblStyle styleId="{D6253876-E195-48FA-A26C-21971BB291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{D6253876-E195-48FA-A26C-21971BB29102}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{D6253876-E195-48FA-A26C-21971BB29102}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{D6253876-E195-48FA-A26C-21971BB29102}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{D6253876-E195-48FA-A26C-21971BB29102}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{D6253876-E195-48FA-A26C-21971BB29102}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