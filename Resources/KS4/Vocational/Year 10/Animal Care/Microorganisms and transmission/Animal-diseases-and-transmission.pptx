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0B938F-211B-4027-9E1D-47A105E51050}">
  <a:tblStyle styleId="{170B938F-211B-4027-9E1D-47A105E510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{170B938F-211B-4027-9E1D-47A105E51050}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{170B938F-211B-4027-9E1D-47A105E51050}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{170B938F-211B-4027-9E1D-47A105E51050}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{170B938F-211B-4027-9E1D-47A105E51050}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{170B938F-211B-4027-9E1D-47A105E51050}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