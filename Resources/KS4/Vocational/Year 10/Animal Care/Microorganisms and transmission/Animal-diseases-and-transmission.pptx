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6A0428-CDF2-4388-A9BF-A9E49C66AFCB}">
  <a:tblStyle styleId="{2E6A0428-CDF2-4388-A9BF-A9E49C66AF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{2E6A0428-CDF2-4388-A9BF-A9E49C66AFCB}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{2E6A0428-CDF2-4388-A9BF-A9E49C66AFCB}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{2E6A0428-CDF2-4388-A9BF-A9E49C66AFCB}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{2E6A0428-CDF2-4388-A9BF-A9E49C66AFCB}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{2E6A0428-CDF2-4388-A9BF-A9E49C66AFCB}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