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FEA4B8-93D1-45A8-8D71-F3316CFC554E}">
  <a:tblStyle styleId="{03FEA4B8-93D1-45A8-8D71-F3316CFC55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{03FEA4B8-93D1-45A8-8D71-F3316CFC554E}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{03FEA4B8-93D1-45A8-8D71-F3316CFC554E}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{03FEA4B8-93D1-45A8-8D71-F3316CFC554E}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{03FEA4B8-93D1-45A8-8D71-F3316CFC554E}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{03FEA4B8-93D1-45A8-8D71-F3316CFC554E}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