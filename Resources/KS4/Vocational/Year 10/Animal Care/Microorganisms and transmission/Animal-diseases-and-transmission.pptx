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04EB230-AAFD-489F-A48D-D40B8EDA6F4E}">
  <a:tblStyle styleId="{E04EB230-AAFD-489F-A48D-D40B8EDA6F4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{E04EB230-AAFD-489F-A48D-D40B8EDA6F4E}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{E04EB230-AAFD-489F-A48D-D40B8EDA6F4E}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{E04EB230-AAFD-489F-A48D-D40B8EDA6F4E}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{E04EB230-AAFD-489F-A48D-D40B8EDA6F4E}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{E04EB230-AAFD-489F-A48D-D40B8EDA6F4E}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