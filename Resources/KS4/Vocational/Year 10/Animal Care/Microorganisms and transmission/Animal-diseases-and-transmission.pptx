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F2A1DF-5448-4CD9-A9AB-15BA160FBCF7}">
  <a:tblStyle styleId="{9AF2A1DF-5448-4CD9-A9AB-15BA160FBC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{9AF2A1DF-5448-4CD9-A9AB-15BA160FBCF7}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{9AF2A1DF-5448-4CD9-A9AB-15BA160FBCF7}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{9AF2A1DF-5448-4CD9-A9AB-15BA160FBCF7}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{9AF2A1DF-5448-4CD9-A9AB-15BA160FBCF7}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{9AF2A1DF-5448-4CD9-A9AB-15BA160FBCF7}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