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2C5C43-A16F-4ECF-A6D5-3868140CE642}">
  <a:tblStyle styleId="{432C5C43-A16F-4ECF-A6D5-3868140CE6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{432C5C43-A16F-4ECF-A6D5-3868140CE642}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{432C5C43-A16F-4ECF-A6D5-3868140CE642}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{432C5C43-A16F-4ECF-A6D5-3868140CE642}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{432C5C43-A16F-4ECF-A6D5-3868140CE642}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{432C5C43-A16F-4ECF-A6D5-3868140CE642}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