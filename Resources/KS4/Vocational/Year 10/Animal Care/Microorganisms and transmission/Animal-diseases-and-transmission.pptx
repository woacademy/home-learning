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DF07FB-7C93-48E3-9F6B-BF2DF776CA55}">
  <a:tblStyle styleId="{40DF07FB-7C93-48E3-9F6B-BF2DF776CA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{40DF07FB-7C93-48E3-9F6B-BF2DF776CA55}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{40DF07FB-7C93-48E3-9F6B-BF2DF776CA55}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{40DF07FB-7C93-48E3-9F6B-BF2DF776CA55}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{40DF07FB-7C93-48E3-9F6B-BF2DF776CA55}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{40DF07FB-7C93-48E3-9F6B-BF2DF776CA55}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