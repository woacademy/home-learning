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AF36E-574E-4556-8EC1-CEFB5F3AA457}">
  <a:tblStyle styleId="{B4BAF36E-574E-4556-8EC1-CEFB5F3AA4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{B4BAF36E-574E-4556-8EC1-CEFB5F3AA457}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{B4BAF36E-574E-4556-8EC1-CEFB5F3AA457}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{B4BAF36E-574E-4556-8EC1-CEFB5F3AA457}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{B4BAF36E-574E-4556-8EC1-CEFB5F3AA457}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{B4BAF36E-574E-4556-8EC1-CEFB5F3AA457}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