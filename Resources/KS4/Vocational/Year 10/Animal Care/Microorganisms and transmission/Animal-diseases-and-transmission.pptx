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A0C197F-72C7-4A1F-9CE6-0C13DC53ABCB}">
  <a:tblStyle styleId="{1A0C197F-72C7-4A1F-9CE6-0C13DC53ABC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{1A0C197F-72C7-4A1F-9CE6-0C13DC53ABCB}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{1A0C197F-72C7-4A1F-9CE6-0C13DC53ABCB}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{1A0C197F-72C7-4A1F-9CE6-0C13DC53ABCB}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{1A0C197F-72C7-4A1F-9CE6-0C13DC53ABCB}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{1A0C197F-72C7-4A1F-9CE6-0C13DC53ABCB}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