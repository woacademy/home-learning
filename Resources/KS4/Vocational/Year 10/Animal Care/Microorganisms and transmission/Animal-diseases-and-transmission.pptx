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9969F1-36A8-4510-981C-521D99B50582}">
  <a:tblStyle styleId="{469969F1-36A8-4510-981C-521D99B5058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{469969F1-36A8-4510-981C-521D99B50582}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{469969F1-36A8-4510-981C-521D99B50582}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{469969F1-36A8-4510-981C-521D99B50582}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{469969F1-36A8-4510-981C-521D99B50582}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{469969F1-36A8-4510-981C-521D99B50582}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