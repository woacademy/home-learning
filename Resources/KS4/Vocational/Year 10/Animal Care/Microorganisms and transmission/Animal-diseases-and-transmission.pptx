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6C489C-A0B7-4105-8EF4-400A42BA5E7A}">
  <a:tblStyle styleId="{C16C489C-A0B7-4105-8EF4-400A42BA5E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{C16C489C-A0B7-4105-8EF4-400A42BA5E7A}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{C16C489C-A0B7-4105-8EF4-400A42BA5E7A}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{C16C489C-A0B7-4105-8EF4-400A42BA5E7A}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{C16C489C-A0B7-4105-8EF4-400A42BA5E7A}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{C16C489C-A0B7-4105-8EF4-400A42BA5E7A}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