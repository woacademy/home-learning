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22EE1-FA64-4077-9283-631B501FD999}">
  <a:tblStyle styleId="{D0422EE1-FA64-4077-9283-631B501FD9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{D0422EE1-FA64-4077-9283-631B501FD999}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{D0422EE1-FA64-4077-9283-631B501FD999}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{D0422EE1-FA64-4077-9283-631B501FD999}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{D0422EE1-FA64-4077-9283-631B501FD999}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{D0422EE1-FA64-4077-9283-631B501FD999}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