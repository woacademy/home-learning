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1DC25F-6986-44AC-A85F-16F3B4EBF8B2}">
  <a:tblStyle styleId="{D21DC25F-6986-44AC-A85F-16F3B4EBF8B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{D21DC25F-6986-44AC-A85F-16F3B4EBF8B2}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{D21DC25F-6986-44AC-A85F-16F3B4EBF8B2}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{D21DC25F-6986-44AC-A85F-16F3B4EBF8B2}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{D21DC25F-6986-44AC-A85F-16F3B4EBF8B2}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{D21DC25F-6986-44AC-A85F-16F3B4EBF8B2}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