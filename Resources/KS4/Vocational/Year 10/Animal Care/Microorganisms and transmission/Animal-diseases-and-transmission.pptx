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459B8-DA20-4466-935F-1F29777F6776}">
  <a:tblStyle styleId="{383459B8-DA20-4466-935F-1F29777F6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{383459B8-DA20-4466-935F-1F29777F6776}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{383459B8-DA20-4466-935F-1F29777F6776}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{383459B8-DA20-4466-935F-1F29777F6776}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{383459B8-DA20-4466-935F-1F29777F6776}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{383459B8-DA20-4466-935F-1F29777F6776}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