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D2FBEC-D230-4497-BE67-FF43CC915339}">
  <a:tblStyle styleId="{E1D2FBEC-D230-4497-BE67-FF43CC9153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{E1D2FBEC-D230-4497-BE67-FF43CC915339}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{E1D2FBEC-D230-4497-BE67-FF43CC915339}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{E1D2FBEC-D230-4497-BE67-FF43CC915339}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{E1D2FBEC-D230-4497-BE67-FF43CC915339}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{E1D2FBEC-D230-4497-BE67-FF43CC915339}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