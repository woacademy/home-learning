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42DA330-13CC-4105-B733-D0893C3CBD7C}">
  <a:tblStyle styleId="{A42DA330-13CC-4105-B733-D0893C3CBD7C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{A42DA330-13CC-4105-B733-D0893C3CBD7C}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{A42DA330-13CC-4105-B733-D0893C3CBD7C}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{A42DA330-13CC-4105-B733-D0893C3CBD7C}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{A42DA330-13CC-4105-B733-D0893C3CBD7C}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{A42DA330-13CC-4105-B733-D0893C3CBD7C}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