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286A89-FC14-4EC4-A0D7-8D74A1A4BB79}">
  <a:tblStyle styleId="{FF286A89-FC14-4EC4-A0D7-8D74A1A4BB7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{FF286A89-FC14-4EC4-A0D7-8D74A1A4BB79}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{FF286A89-FC14-4EC4-A0D7-8D74A1A4BB79}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{FF286A89-FC14-4EC4-A0D7-8D74A1A4BB79}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{FF286A89-FC14-4EC4-A0D7-8D74A1A4BB79}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{FF286A89-FC14-4EC4-A0D7-8D74A1A4BB79}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