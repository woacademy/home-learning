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46FD79-8EDD-4E30-842A-763AE27CCF28}">
  <a:tblStyle styleId="{8146FD79-8EDD-4E30-842A-763AE27CCF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{8146FD79-8EDD-4E30-842A-763AE27CCF28}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{8146FD79-8EDD-4E30-842A-763AE27CCF28}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{8146FD79-8EDD-4E30-842A-763AE27CCF28}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{8146FD79-8EDD-4E30-842A-763AE27CCF28}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{8146FD79-8EDD-4E30-842A-763AE27CCF28}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