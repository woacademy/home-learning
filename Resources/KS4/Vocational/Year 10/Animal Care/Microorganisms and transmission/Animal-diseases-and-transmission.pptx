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C91587-CC0B-4248-A096-8A709ECCDABE}">
  <a:tblStyle styleId="{72C91587-CC0B-4248-A096-8A709ECCDAB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{72C91587-CC0B-4248-A096-8A709ECCDABE}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{72C91587-CC0B-4248-A096-8A709ECCDABE}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{72C91587-CC0B-4248-A096-8A709ECCDABE}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{72C91587-CC0B-4248-A096-8A709ECCDABE}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{72C91587-CC0B-4248-A096-8A709ECCDABE}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