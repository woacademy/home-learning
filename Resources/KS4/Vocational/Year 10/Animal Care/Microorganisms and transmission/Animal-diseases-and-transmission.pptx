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9C69BBE-2FD1-4AC9-9326-4CB3577FFFB2}">
  <a:tblStyle styleId="{19C69BBE-2FD1-4AC9-9326-4CB3577FFFB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{19C69BBE-2FD1-4AC9-9326-4CB3577FFFB2}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{19C69BBE-2FD1-4AC9-9326-4CB3577FFFB2}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{19C69BBE-2FD1-4AC9-9326-4CB3577FFFB2}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{19C69BBE-2FD1-4AC9-9326-4CB3577FFFB2}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{19C69BBE-2FD1-4AC9-9326-4CB3577FFFB2}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