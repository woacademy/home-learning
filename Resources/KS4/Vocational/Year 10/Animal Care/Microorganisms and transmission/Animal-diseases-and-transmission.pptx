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8D1EE4-5A19-4738-8224-92CA56FC6E58}">
  <a:tblStyle styleId="{4B8D1EE4-5A19-4738-8224-92CA56FC6E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{4B8D1EE4-5A19-4738-8224-92CA56FC6E58}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{4B8D1EE4-5A19-4738-8224-92CA56FC6E58}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{4B8D1EE4-5A19-4738-8224-92CA56FC6E58}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{4B8D1EE4-5A19-4738-8224-92CA56FC6E58}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{4B8D1EE4-5A19-4738-8224-92CA56FC6E58}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