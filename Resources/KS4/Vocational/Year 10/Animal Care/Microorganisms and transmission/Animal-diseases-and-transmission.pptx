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30AFEA-DA53-4E26-82C7-E8AF77DFADDC}">
  <a:tblStyle styleId="{A630AFEA-DA53-4E26-82C7-E8AF77DFADD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{A630AFEA-DA53-4E26-82C7-E8AF77DFADDC}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{A630AFEA-DA53-4E26-82C7-E8AF77DFADDC}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{A630AFEA-DA53-4E26-82C7-E8AF77DFADDC}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{A630AFEA-DA53-4E26-82C7-E8AF77DFADDC}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{A630AFEA-DA53-4E26-82C7-E8AF77DFADDC}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