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7A23BF-DE31-4351-A3BD-1F65B919EB2D}">
  <a:tblStyle styleId="{F67A23BF-DE31-4351-A3BD-1F65B919EB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{F67A23BF-DE31-4351-A3BD-1F65B919EB2D}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{F67A23BF-DE31-4351-A3BD-1F65B919EB2D}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{F67A23BF-DE31-4351-A3BD-1F65B919EB2D}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{F67A23BF-DE31-4351-A3BD-1F65B919EB2D}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{F67A23BF-DE31-4351-A3BD-1F65B919EB2D}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