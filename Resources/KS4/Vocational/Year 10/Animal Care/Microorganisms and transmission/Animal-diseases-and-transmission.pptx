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38F241-CCBD-4091-B640-1C345E8C636B}">
  <a:tblStyle styleId="{7A38F241-CCBD-4091-B640-1C345E8C636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{7A38F241-CCBD-4091-B640-1C345E8C636B}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{7A38F241-CCBD-4091-B640-1C345E8C636B}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{7A38F241-CCBD-4091-B640-1C345E8C636B}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{7A38F241-CCBD-4091-B640-1C345E8C636B}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{7A38F241-CCBD-4091-B640-1C345E8C636B}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