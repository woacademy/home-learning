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C74BA-5F81-4DEE-B8B1-D815E90D9524}">
  <a:tblStyle styleId="{3DDC74BA-5F81-4DEE-B8B1-D815E90D95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{3DDC74BA-5F81-4DEE-B8B1-D815E90D9524}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{3DDC74BA-5F81-4DEE-B8B1-D815E90D9524}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{3DDC74BA-5F81-4DEE-B8B1-D815E90D9524}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{3DDC74BA-5F81-4DEE-B8B1-D815E90D9524}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{3DDC74BA-5F81-4DEE-B8B1-D815E90D9524}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