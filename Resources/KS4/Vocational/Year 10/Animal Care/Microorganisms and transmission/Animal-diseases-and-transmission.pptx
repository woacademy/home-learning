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991833-CE19-46F5-841C-1C570732730F}">
  <a:tblStyle styleId="{3A991833-CE19-46F5-841C-1C57073273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{3A991833-CE19-46F5-841C-1C570732730F}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{3A991833-CE19-46F5-841C-1C570732730F}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{3A991833-CE19-46F5-841C-1C570732730F}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{3A991833-CE19-46F5-841C-1C570732730F}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{3A991833-CE19-46F5-841C-1C570732730F}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