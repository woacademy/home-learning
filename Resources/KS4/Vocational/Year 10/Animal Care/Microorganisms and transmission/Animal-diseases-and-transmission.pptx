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3354B2-C872-4099-BD4F-41895038657B}">
  <a:tblStyle styleId="{2C3354B2-C872-4099-BD4F-4189503865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{2C3354B2-C872-4099-BD4F-41895038657B}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{2C3354B2-C872-4099-BD4F-41895038657B}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{2C3354B2-C872-4099-BD4F-41895038657B}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{2C3354B2-C872-4099-BD4F-41895038657B}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{2C3354B2-C872-4099-BD4F-41895038657B}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