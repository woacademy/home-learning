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669940-9961-4519-9115-C1C3A5B7F28C}">
  <a:tblStyle styleId="{40669940-9961-4519-9115-C1C3A5B7F2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{40669940-9961-4519-9115-C1C3A5B7F28C}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{40669940-9961-4519-9115-C1C3A5B7F28C}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{40669940-9961-4519-9115-C1C3A5B7F28C}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{40669940-9961-4519-9115-C1C3A5B7F28C}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{40669940-9961-4519-9115-C1C3A5B7F28C}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