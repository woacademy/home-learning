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0F4E90-1791-4390-8736-5A45809E6066}">
  <a:tblStyle styleId="{330F4E90-1791-4390-8736-5A45809E60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{330F4E90-1791-4390-8736-5A45809E6066}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{330F4E90-1791-4390-8736-5A45809E6066}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{330F4E90-1791-4390-8736-5A45809E6066}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{330F4E90-1791-4390-8736-5A45809E6066}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{330F4E90-1791-4390-8736-5A45809E6066}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