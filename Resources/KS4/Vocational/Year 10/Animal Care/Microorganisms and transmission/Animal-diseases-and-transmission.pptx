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68429-83A0-4948-8DB6-C41D647C4EDD}">
  <a:tblStyle styleId="{46968429-83A0-4948-8DB6-C41D647C4E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{46968429-83A0-4948-8DB6-C41D647C4EDD}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{46968429-83A0-4948-8DB6-C41D647C4EDD}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{46968429-83A0-4948-8DB6-C41D647C4EDD}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{46968429-83A0-4948-8DB6-C41D647C4EDD}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{46968429-83A0-4948-8DB6-C41D647C4EDD}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