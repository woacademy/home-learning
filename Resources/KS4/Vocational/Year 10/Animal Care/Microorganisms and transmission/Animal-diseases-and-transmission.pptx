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736FB4D-39C3-49AA-AAEC-5A3043750824}">
  <a:tblStyle styleId="{6736FB4D-39C3-49AA-AAEC-5A304375082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{6736FB4D-39C3-49AA-AAEC-5A3043750824}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{6736FB4D-39C3-49AA-AAEC-5A3043750824}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{6736FB4D-39C3-49AA-AAEC-5A3043750824}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{6736FB4D-39C3-49AA-AAEC-5A3043750824}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{6736FB4D-39C3-49AA-AAEC-5A3043750824}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