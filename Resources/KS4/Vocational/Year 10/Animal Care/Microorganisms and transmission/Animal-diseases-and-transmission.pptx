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DA5362-F7BF-4671-9BEA-2FB0FD7C5DB5}">
  <a:tblStyle styleId="{30DA5362-F7BF-4671-9BEA-2FB0FD7C5DB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{30DA5362-F7BF-4671-9BEA-2FB0FD7C5DB5}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{30DA5362-F7BF-4671-9BEA-2FB0FD7C5DB5}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{30DA5362-F7BF-4671-9BEA-2FB0FD7C5DB5}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{30DA5362-F7BF-4671-9BEA-2FB0FD7C5DB5}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{30DA5362-F7BF-4671-9BEA-2FB0FD7C5DB5}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