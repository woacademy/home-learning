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C20E69-1480-4FF0-A579-CD656FF510CD}">
  <a:tblStyle styleId="{75C20E69-1480-4FF0-A579-CD656FF510C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{75C20E69-1480-4FF0-A579-CD656FF510CD}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{75C20E69-1480-4FF0-A579-CD656FF510CD}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{75C20E69-1480-4FF0-A579-CD656FF510CD}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{75C20E69-1480-4FF0-A579-CD656FF510CD}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{75C20E69-1480-4FF0-A579-CD656FF510CD}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