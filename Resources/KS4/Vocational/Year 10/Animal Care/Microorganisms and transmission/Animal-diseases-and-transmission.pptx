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852D08-C6D6-41B1-916C-ECD157816DB9}">
  <a:tblStyle styleId="{2F852D08-C6D6-41B1-916C-ECD157816D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{2F852D08-C6D6-41B1-916C-ECD157816DB9}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{2F852D08-C6D6-41B1-916C-ECD157816DB9}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{2F852D08-C6D6-41B1-916C-ECD157816DB9}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{2F852D08-C6D6-41B1-916C-ECD157816DB9}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{2F852D08-C6D6-41B1-916C-ECD157816DB9}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