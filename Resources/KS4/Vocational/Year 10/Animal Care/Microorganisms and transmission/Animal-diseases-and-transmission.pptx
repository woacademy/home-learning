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4BB587-72EE-43D8-8F93-83F34FBFE017}">
  <a:tblStyle styleId="{FE4BB587-72EE-43D8-8F93-83F34FBFE01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{FE4BB587-72EE-43D8-8F93-83F34FBFE017}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{FE4BB587-72EE-43D8-8F93-83F34FBFE017}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{FE4BB587-72EE-43D8-8F93-83F34FBFE017}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{FE4BB587-72EE-43D8-8F93-83F34FBFE017}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{FE4BB587-72EE-43D8-8F93-83F34FBFE017}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