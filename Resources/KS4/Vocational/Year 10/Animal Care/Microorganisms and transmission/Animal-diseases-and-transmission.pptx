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1AECC6-3C0E-40F7-B873-2AF20D5BBFD0}">
  <a:tblStyle styleId="{181AECC6-3C0E-40F7-B873-2AF20D5BBF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{181AECC6-3C0E-40F7-B873-2AF20D5BBFD0}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{181AECC6-3C0E-40F7-B873-2AF20D5BBFD0}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{181AECC6-3C0E-40F7-B873-2AF20D5BBFD0}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{181AECC6-3C0E-40F7-B873-2AF20D5BBFD0}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{181AECC6-3C0E-40F7-B873-2AF20D5BBFD0}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