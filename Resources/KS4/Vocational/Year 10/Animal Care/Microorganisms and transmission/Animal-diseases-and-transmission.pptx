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E57A18-3B25-4A54-8D30-09BF23B0291B}">
  <a:tblStyle styleId="{E8E57A18-3B25-4A54-8D30-09BF23B029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{E8E57A18-3B25-4A54-8D30-09BF23B0291B}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{E8E57A18-3B25-4A54-8D30-09BF23B0291B}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{E8E57A18-3B25-4A54-8D30-09BF23B0291B}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{E8E57A18-3B25-4A54-8D30-09BF23B0291B}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{E8E57A18-3B25-4A54-8D30-09BF23B0291B}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