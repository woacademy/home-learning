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18D1591-24A0-4AA7-98C0-5504CD8925CC}">
  <a:tblStyle styleId="{418D1591-24A0-4AA7-98C0-5504CD8925C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{418D1591-24A0-4AA7-98C0-5504CD8925CC}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{418D1591-24A0-4AA7-98C0-5504CD8925CC}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{418D1591-24A0-4AA7-98C0-5504CD8925CC}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{418D1591-24A0-4AA7-98C0-5504CD8925CC}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{418D1591-24A0-4AA7-98C0-5504CD8925CC}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