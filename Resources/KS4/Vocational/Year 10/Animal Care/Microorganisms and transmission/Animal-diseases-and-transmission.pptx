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3D49AD-B7E9-4564-8D96-9CB9ED16FB37}">
  <a:tblStyle styleId="{B93D49AD-B7E9-4564-8D96-9CB9ED16FB3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{B93D49AD-B7E9-4564-8D96-9CB9ED16FB37}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{B93D49AD-B7E9-4564-8D96-9CB9ED16FB37}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{B93D49AD-B7E9-4564-8D96-9CB9ED16FB37}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{B93D49AD-B7E9-4564-8D96-9CB9ED16FB37}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{B93D49AD-B7E9-4564-8D96-9CB9ED16FB37}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