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B3F58-D68B-4378-88F8-9ED715291D41}">
  <a:tblStyle styleId="{248B3F58-D68B-4378-88F8-9ED715291D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{248B3F58-D68B-4378-88F8-9ED715291D41}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{248B3F58-D68B-4378-88F8-9ED715291D41}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{248B3F58-D68B-4378-88F8-9ED715291D41}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{248B3F58-D68B-4378-88F8-9ED715291D41}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{248B3F58-D68B-4378-88F8-9ED715291D41}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