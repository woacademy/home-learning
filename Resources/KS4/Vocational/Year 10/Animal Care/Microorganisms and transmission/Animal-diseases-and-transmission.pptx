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769382-794A-41AE-85D3-79A9D5FFC38A}">
  <a:tblStyle styleId="{98769382-794A-41AE-85D3-79A9D5FFC38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{98769382-794A-41AE-85D3-79A9D5FFC38A}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{98769382-794A-41AE-85D3-79A9D5FFC38A}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{98769382-794A-41AE-85D3-79A9D5FFC38A}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{98769382-794A-41AE-85D3-79A9D5FFC38A}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{98769382-794A-41AE-85D3-79A9D5FFC38A}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