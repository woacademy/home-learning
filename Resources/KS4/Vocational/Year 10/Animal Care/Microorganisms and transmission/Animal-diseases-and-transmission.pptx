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47FA7E5-A6C1-4450-84B2-F10A83FE152F}">
  <a:tblStyle styleId="{047FA7E5-A6C1-4450-84B2-F10A83FE152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{047FA7E5-A6C1-4450-84B2-F10A83FE152F}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{047FA7E5-A6C1-4450-84B2-F10A83FE152F}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{047FA7E5-A6C1-4450-84B2-F10A83FE152F}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{047FA7E5-A6C1-4450-84B2-F10A83FE152F}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{047FA7E5-A6C1-4450-84B2-F10A83FE152F}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