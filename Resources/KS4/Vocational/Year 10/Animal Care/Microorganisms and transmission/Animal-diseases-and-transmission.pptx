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C870B4-91D0-493A-A2FA-AEF18C77CCD4}">
  <a:tblStyle styleId="{96C870B4-91D0-493A-A2FA-AEF18C77CC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{96C870B4-91D0-493A-A2FA-AEF18C77CCD4}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{96C870B4-91D0-493A-A2FA-AEF18C77CCD4}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{96C870B4-91D0-493A-A2FA-AEF18C77CCD4}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{96C870B4-91D0-493A-A2FA-AEF18C77CCD4}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{96C870B4-91D0-493A-A2FA-AEF18C77CCD4}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