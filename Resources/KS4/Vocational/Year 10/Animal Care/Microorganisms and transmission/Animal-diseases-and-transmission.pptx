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4222D8B-7A50-486C-891B-BE02C7F1D6F5}">
  <a:tblStyle styleId="{E4222D8B-7A50-486C-891B-BE02C7F1D6F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{E4222D8B-7A50-486C-891B-BE02C7F1D6F5}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{E4222D8B-7A50-486C-891B-BE02C7F1D6F5}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{E4222D8B-7A50-486C-891B-BE02C7F1D6F5}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{E4222D8B-7A50-486C-891B-BE02C7F1D6F5}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{E4222D8B-7A50-486C-891B-BE02C7F1D6F5}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