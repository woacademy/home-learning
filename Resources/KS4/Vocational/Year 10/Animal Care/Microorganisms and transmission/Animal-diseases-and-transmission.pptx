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7C48EE-995C-401A-9746-2F97D083F08E}">
  <a:tblStyle styleId="{697C48EE-995C-401A-9746-2F97D083F0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{697C48EE-995C-401A-9746-2F97D083F08E}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{697C48EE-995C-401A-9746-2F97D083F08E}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{697C48EE-995C-401A-9746-2F97D083F08E}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{697C48EE-995C-401A-9746-2F97D083F08E}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{697C48EE-995C-401A-9746-2F97D083F08E}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