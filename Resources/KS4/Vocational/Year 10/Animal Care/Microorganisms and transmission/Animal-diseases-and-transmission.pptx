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6D80BE-0E8F-4858-ADA0-A9828460A00D}">
  <a:tblStyle styleId="{876D80BE-0E8F-4858-ADA0-A9828460A0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{876D80BE-0E8F-4858-ADA0-A9828460A00D}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{876D80BE-0E8F-4858-ADA0-A9828460A00D}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{876D80BE-0E8F-4858-ADA0-A9828460A00D}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{876D80BE-0E8F-4858-ADA0-A9828460A00D}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{876D80BE-0E8F-4858-ADA0-A9828460A00D}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