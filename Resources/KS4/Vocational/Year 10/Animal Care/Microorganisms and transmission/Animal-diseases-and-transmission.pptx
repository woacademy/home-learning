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EDFF9E8-12C3-4C50-AC7F-7D82C817C550}">
  <a:tblStyle styleId="{FEDFF9E8-12C3-4C50-AC7F-7D82C817C550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{FEDFF9E8-12C3-4C50-AC7F-7D82C817C550}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{FEDFF9E8-12C3-4C50-AC7F-7D82C817C550}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{FEDFF9E8-12C3-4C50-AC7F-7D82C817C550}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{FEDFF9E8-12C3-4C50-AC7F-7D82C817C550}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{FEDFF9E8-12C3-4C50-AC7F-7D82C817C550}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