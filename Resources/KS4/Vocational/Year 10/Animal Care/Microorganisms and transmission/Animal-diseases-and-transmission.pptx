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20C94F-2BAA-4779-9096-6774788FCE36}">
  <a:tblStyle styleId="{2820C94F-2BAA-4779-9096-6774788FCE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{2820C94F-2BAA-4779-9096-6774788FCE36}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{2820C94F-2BAA-4779-9096-6774788FCE36}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{2820C94F-2BAA-4779-9096-6774788FCE36}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{2820C94F-2BAA-4779-9096-6774788FCE36}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{2820C94F-2BAA-4779-9096-6774788FCE36}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