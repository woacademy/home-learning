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9B6D64-73D7-449F-849F-B4CDE6119B40}">
  <a:tblStyle styleId="{E19B6D64-73D7-449F-849F-B4CDE6119B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{E19B6D64-73D7-449F-849F-B4CDE6119B40}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{E19B6D64-73D7-449F-849F-B4CDE6119B40}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{E19B6D64-73D7-449F-849F-B4CDE6119B40}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{E19B6D64-73D7-449F-849F-B4CDE6119B40}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{E19B6D64-73D7-449F-849F-B4CDE6119B40}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