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4D8FF0C-81A1-4808-9AD0-66E6BE18A6BE}">
  <a:tblStyle styleId="{B4D8FF0C-81A1-4808-9AD0-66E6BE18A6B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{B4D8FF0C-81A1-4808-9AD0-66E6BE18A6BE}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{B4D8FF0C-81A1-4808-9AD0-66E6BE18A6BE}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{B4D8FF0C-81A1-4808-9AD0-66E6BE18A6BE}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{B4D8FF0C-81A1-4808-9AD0-66E6BE18A6BE}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{B4D8FF0C-81A1-4808-9AD0-66E6BE18A6BE}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