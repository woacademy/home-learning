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0E9792B-B688-4FB8-862D-7FD9F0070964}">
  <a:tblStyle styleId="{40E9792B-B688-4FB8-862D-7FD9F007096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{40E9792B-B688-4FB8-862D-7FD9F0070964}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{40E9792B-B688-4FB8-862D-7FD9F0070964}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{40E9792B-B688-4FB8-862D-7FD9F0070964}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{40E9792B-B688-4FB8-862D-7FD9F0070964}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{40E9792B-B688-4FB8-862D-7FD9F0070964}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