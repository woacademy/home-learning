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7FA2E5-B371-41D0-86B8-0AC6001BCF49}">
  <a:tblStyle styleId="{A47FA2E5-B371-41D0-86B8-0AC6001BCF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{A47FA2E5-B371-41D0-86B8-0AC6001BCF49}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{A47FA2E5-B371-41D0-86B8-0AC6001BCF49}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{A47FA2E5-B371-41D0-86B8-0AC6001BCF49}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{A47FA2E5-B371-41D0-86B8-0AC6001BCF49}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{A47FA2E5-B371-41D0-86B8-0AC6001BCF49}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