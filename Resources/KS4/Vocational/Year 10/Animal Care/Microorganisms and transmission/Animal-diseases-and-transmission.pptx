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869CAF-4B53-41BE-BA8E-31D2376C561B}">
  <a:tblStyle styleId="{EC869CAF-4B53-41BE-BA8E-31D2376C56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{EC869CAF-4B53-41BE-BA8E-31D2376C561B}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{EC869CAF-4B53-41BE-BA8E-31D2376C561B}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{EC869CAF-4B53-41BE-BA8E-31D2376C561B}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{EC869CAF-4B53-41BE-BA8E-31D2376C561B}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{EC869CAF-4B53-41BE-BA8E-31D2376C561B}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