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23EFB5-A675-43F7-810B-FC7759A21DFD}">
  <a:tblStyle styleId="{6623EFB5-A675-43F7-810B-FC7759A21D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{6623EFB5-A675-43F7-810B-FC7759A21DFD}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{6623EFB5-A675-43F7-810B-FC7759A21DFD}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{6623EFB5-A675-43F7-810B-FC7759A21DFD}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{6623EFB5-A675-43F7-810B-FC7759A21DFD}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{6623EFB5-A675-43F7-810B-FC7759A21DFD}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