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8C443F-73D2-4A24-BF5B-9D2BB26CFC7C}">
  <a:tblStyle styleId="{F48C443F-73D2-4A24-BF5B-9D2BB26CFC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{F48C443F-73D2-4A24-BF5B-9D2BB26CFC7C}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{F48C443F-73D2-4A24-BF5B-9D2BB26CFC7C}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{F48C443F-73D2-4A24-BF5B-9D2BB26CFC7C}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{F48C443F-73D2-4A24-BF5B-9D2BB26CFC7C}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{F48C443F-73D2-4A24-BF5B-9D2BB26CFC7C}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