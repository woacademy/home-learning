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00A3DD-7F92-43FF-A438-C532BB96BCC1}">
  <a:tblStyle styleId="{0900A3DD-7F92-43FF-A438-C532BB96BC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{0900A3DD-7F92-43FF-A438-C532BB96BCC1}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{0900A3DD-7F92-43FF-A438-C532BB96BCC1}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{0900A3DD-7F92-43FF-A438-C532BB96BCC1}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{0900A3DD-7F92-43FF-A438-C532BB96BCC1}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{0900A3DD-7F92-43FF-A438-C532BB96BCC1}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