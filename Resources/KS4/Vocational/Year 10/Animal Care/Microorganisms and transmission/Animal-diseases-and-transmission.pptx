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145C2-E27F-4DB1-8140-4B0C4BE1CC9C}">
  <a:tblStyle styleId="{A40145C2-E27F-4DB1-8140-4B0C4BE1CC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{A40145C2-E27F-4DB1-8140-4B0C4BE1CC9C}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{A40145C2-E27F-4DB1-8140-4B0C4BE1CC9C}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{A40145C2-E27F-4DB1-8140-4B0C4BE1CC9C}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{A40145C2-E27F-4DB1-8140-4B0C4BE1CC9C}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{A40145C2-E27F-4DB1-8140-4B0C4BE1CC9C}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