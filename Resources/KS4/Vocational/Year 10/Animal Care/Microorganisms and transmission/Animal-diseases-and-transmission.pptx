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995E3AA-455C-45B1-A041-C9994A026909}">
  <a:tblStyle styleId="{4995E3AA-455C-45B1-A041-C9994A02690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{4995E3AA-455C-45B1-A041-C9994A026909}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{4995E3AA-455C-45B1-A041-C9994A026909}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{4995E3AA-455C-45B1-A041-C9994A026909}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{4995E3AA-455C-45B1-A041-C9994A026909}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{4995E3AA-455C-45B1-A041-C9994A026909}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