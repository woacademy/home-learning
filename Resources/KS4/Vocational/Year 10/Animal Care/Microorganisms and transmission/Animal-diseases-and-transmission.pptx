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D5EC21-9CF5-4CA9-ADF8-E8EA0D162DDB}">
  <a:tblStyle styleId="{1ED5EC21-9CF5-4CA9-ADF8-E8EA0D162D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{1ED5EC21-9CF5-4CA9-ADF8-E8EA0D162DDB}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{1ED5EC21-9CF5-4CA9-ADF8-E8EA0D162DDB}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{1ED5EC21-9CF5-4CA9-ADF8-E8EA0D162DDB}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{1ED5EC21-9CF5-4CA9-ADF8-E8EA0D162DDB}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{1ED5EC21-9CF5-4CA9-ADF8-E8EA0D162DDB}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