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B66C62-D1C3-4695-8AAF-436CB51F9DCF}">
  <a:tblStyle styleId="{8FB66C62-D1C3-4695-8AAF-436CB51F9D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{8FB66C62-D1C3-4695-8AAF-436CB51F9DCF}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{8FB66C62-D1C3-4695-8AAF-436CB51F9DCF}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{8FB66C62-D1C3-4695-8AAF-436CB51F9DCF}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{8FB66C62-D1C3-4695-8AAF-436CB51F9DCF}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{8FB66C62-D1C3-4695-8AAF-436CB51F9DCF}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