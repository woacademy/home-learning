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2265CC-ADBA-44FB-82B6-0420E8A1A193}">
  <a:tblStyle styleId="{652265CC-ADBA-44FB-82B6-0420E8A1A19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{652265CC-ADBA-44FB-82B6-0420E8A1A193}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{652265CC-ADBA-44FB-82B6-0420E8A1A193}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{652265CC-ADBA-44FB-82B6-0420E8A1A193}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{652265CC-ADBA-44FB-82B6-0420E8A1A193}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{652265CC-ADBA-44FB-82B6-0420E8A1A193}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