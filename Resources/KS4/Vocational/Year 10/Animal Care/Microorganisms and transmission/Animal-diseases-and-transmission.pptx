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77732C8-9EDC-4625-AB9D-0226D4E589B1}">
  <a:tblStyle styleId="{877732C8-9EDC-4625-AB9D-0226D4E589B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{877732C8-9EDC-4625-AB9D-0226D4E589B1}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{877732C8-9EDC-4625-AB9D-0226D4E589B1}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{877732C8-9EDC-4625-AB9D-0226D4E589B1}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{877732C8-9EDC-4625-AB9D-0226D4E589B1}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{877732C8-9EDC-4625-AB9D-0226D4E589B1}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