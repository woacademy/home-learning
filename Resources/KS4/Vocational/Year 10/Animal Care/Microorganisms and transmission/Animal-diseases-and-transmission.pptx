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F4B3E-DCDB-4BC1-845E-EEA38603A210}">
  <a:tblStyle styleId="{1EDF4B3E-DCDB-4BC1-845E-EEA38603A2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{1EDF4B3E-DCDB-4BC1-845E-EEA38603A210}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{1EDF4B3E-DCDB-4BC1-845E-EEA38603A210}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{1EDF4B3E-DCDB-4BC1-845E-EEA38603A210}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{1EDF4B3E-DCDB-4BC1-845E-EEA38603A210}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{1EDF4B3E-DCDB-4BC1-845E-EEA38603A210}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