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174CAC-093D-4D16-982C-2229AE81ECEF}">
  <a:tblStyle styleId="{E8174CAC-093D-4D16-982C-2229AE81ECE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{E8174CAC-093D-4D16-982C-2229AE81ECEF}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{E8174CAC-093D-4D16-982C-2229AE81ECEF}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{E8174CAC-093D-4D16-982C-2229AE81ECEF}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{E8174CAC-093D-4D16-982C-2229AE81ECEF}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{E8174CAC-093D-4D16-982C-2229AE81ECEF}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