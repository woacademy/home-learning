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345073-6A9C-45D3-8480-D7BF5C01FA83}">
  <a:tblStyle styleId="{63345073-6A9C-45D3-8480-D7BF5C01FA8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{63345073-6A9C-45D3-8480-D7BF5C01FA83}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{63345073-6A9C-45D3-8480-D7BF5C01FA83}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{63345073-6A9C-45D3-8480-D7BF5C01FA83}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{63345073-6A9C-45D3-8480-D7BF5C01FA83}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{63345073-6A9C-45D3-8480-D7BF5C01FA83}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