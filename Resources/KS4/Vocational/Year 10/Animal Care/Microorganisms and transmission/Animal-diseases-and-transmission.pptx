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507D24-FC35-4E70-9F88-96E7300E3B16}">
  <a:tblStyle styleId="{A9507D24-FC35-4E70-9F88-96E7300E3B1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{A9507D24-FC35-4E70-9F88-96E7300E3B16}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{A9507D24-FC35-4E70-9F88-96E7300E3B16}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{A9507D24-FC35-4E70-9F88-96E7300E3B16}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{A9507D24-FC35-4E70-9F88-96E7300E3B16}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{A9507D24-FC35-4E70-9F88-96E7300E3B16}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