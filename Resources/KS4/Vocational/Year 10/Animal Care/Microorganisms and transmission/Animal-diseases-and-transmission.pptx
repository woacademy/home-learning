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19919A-26E8-42F7-99CC-D14CD41ED070}">
  <a:tblStyle styleId="{9719919A-26E8-42F7-99CC-D14CD41ED0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{9719919A-26E8-42F7-99CC-D14CD41ED070}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{9719919A-26E8-42F7-99CC-D14CD41ED070}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{9719919A-26E8-42F7-99CC-D14CD41ED070}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{9719919A-26E8-42F7-99CC-D14CD41ED070}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{9719919A-26E8-42F7-99CC-D14CD41ED070}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