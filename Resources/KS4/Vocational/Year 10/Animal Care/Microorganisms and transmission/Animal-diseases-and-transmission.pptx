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B0E07C-316A-4541-9178-32CCBF7CD130}">
  <a:tblStyle styleId="{D6B0E07C-316A-4541-9178-32CCBF7CD13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{D6B0E07C-316A-4541-9178-32CCBF7CD130}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{D6B0E07C-316A-4541-9178-32CCBF7CD130}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{D6B0E07C-316A-4541-9178-32CCBF7CD130}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{D6B0E07C-316A-4541-9178-32CCBF7CD130}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{D6B0E07C-316A-4541-9178-32CCBF7CD130}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