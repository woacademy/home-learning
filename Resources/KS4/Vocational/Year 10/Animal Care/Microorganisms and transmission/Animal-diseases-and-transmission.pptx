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00706DF-5113-4B4F-B912-CF4D5BF024C0}">
  <a:tblStyle styleId="{A00706DF-5113-4B4F-B912-CF4D5BF024C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{A00706DF-5113-4B4F-B912-CF4D5BF024C0}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{A00706DF-5113-4B4F-B912-CF4D5BF024C0}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{A00706DF-5113-4B4F-B912-CF4D5BF024C0}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{A00706DF-5113-4B4F-B912-CF4D5BF024C0}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{A00706DF-5113-4B4F-B912-CF4D5BF024C0}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