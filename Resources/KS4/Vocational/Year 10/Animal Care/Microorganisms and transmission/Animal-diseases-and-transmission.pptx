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445DDF-3B15-4FDA-B09B-9852C578B797}">
  <a:tblStyle styleId="{EB445DDF-3B15-4FDA-B09B-9852C578B7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{EB445DDF-3B15-4FDA-B09B-9852C578B797}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{EB445DDF-3B15-4FDA-B09B-9852C578B797}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{EB445DDF-3B15-4FDA-B09B-9852C578B797}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{EB445DDF-3B15-4FDA-B09B-9852C578B797}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{EB445DDF-3B15-4FDA-B09B-9852C578B797}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