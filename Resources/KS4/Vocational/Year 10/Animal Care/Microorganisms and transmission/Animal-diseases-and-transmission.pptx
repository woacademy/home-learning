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32D95F-2036-4459-A90A-238B86AEF3B3}">
  <a:tblStyle styleId="{8332D95F-2036-4459-A90A-238B86AEF3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{8332D95F-2036-4459-A90A-238B86AEF3B3}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{8332D95F-2036-4459-A90A-238B86AEF3B3}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{8332D95F-2036-4459-A90A-238B86AEF3B3}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{8332D95F-2036-4459-A90A-238B86AEF3B3}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{8332D95F-2036-4459-A90A-238B86AEF3B3}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