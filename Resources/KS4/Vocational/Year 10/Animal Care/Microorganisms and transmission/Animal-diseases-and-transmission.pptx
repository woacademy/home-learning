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DD8395-2F6D-4EEF-8542-4B58FBEA298F}">
  <a:tblStyle styleId="{EDDD8395-2F6D-4EEF-8542-4B58FBEA29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{EDDD8395-2F6D-4EEF-8542-4B58FBEA298F}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{EDDD8395-2F6D-4EEF-8542-4B58FBEA298F}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{EDDD8395-2F6D-4EEF-8542-4B58FBEA298F}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{EDDD8395-2F6D-4EEF-8542-4B58FBEA298F}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{EDDD8395-2F6D-4EEF-8542-4B58FBEA298F}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