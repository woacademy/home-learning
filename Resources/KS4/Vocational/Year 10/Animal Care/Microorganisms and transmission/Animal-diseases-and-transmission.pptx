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B803A3-7CEC-480A-92B8-8FC50E0644D8}">
  <a:tblStyle styleId="{1AB803A3-7CEC-480A-92B8-8FC50E0644D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{1AB803A3-7CEC-480A-92B8-8FC50E0644D8}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{1AB803A3-7CEC-480A-92B8-8FC50E0644D8}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{1AB803A3-7CEC-480A-92B8-8FC50E0644D8}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{1AB803A3-7CEC-480A-92B8-8FC50E0644D8}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{1AB803A3-7CEC-480A-92B8-8FC50E0644D8}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