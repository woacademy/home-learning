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08B91C-86C0-4C10-85B2-9CFE566E2D12}">
  <a:tblStyle styleId="{1D08B91C-86C0-4C10-85B2-9CFE566E2D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{1D08B91C-86C0-4C10-85B2-9CFE566E2D12}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{1D08B91C-86C0-4C10-85B2-9CFE566E2D12}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{1D08B91C-86C0-4C10-85B2-9CFE566E2D12}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{1D08B91C-86C0-4C10-85B2-9CFE566E2D12}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{1D08B91C-86C0-4C10-85B2-9CFE566E2D12}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