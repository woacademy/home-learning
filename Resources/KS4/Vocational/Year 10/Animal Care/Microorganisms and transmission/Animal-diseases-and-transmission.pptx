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616742-4719-4E0C-80B8-55B00E28BC7C}">
  <a:tblStyle styleId="{CA616742-4719-4E0C-80B8-55B00E28BC7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{CA616742-4719-4E0C-80B8-55B00E28BC7C}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{CA616742-4719-4E0C-80B8-55B00E28BC7C}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{CA616742-4719-4E0C-80B8-55B00E28BC7C}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{CA616742-4719-4E0C-80B8-55B00E28BC7C}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{CA616742-4719-4E0C-80B8-55B00E28BC7C}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