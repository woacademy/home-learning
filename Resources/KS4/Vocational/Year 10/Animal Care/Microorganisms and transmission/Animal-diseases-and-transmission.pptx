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38444B-2B6D-45A3-8C5E-CCCAD3989A09}">
  <a:tblStyle styleId="{2238444B-2B6D-45A3-8C5E-CCCAD3989A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{2238444B-2B6D-45A3-8C5E-CCCAD3989A09}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{2238444B-2B6D-45A3-8C5E-CCCAD3989A09}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{2238444B-2B6D-45A3-8C5E-CCCAD3989A09}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{2238444B-2B6D-45A3-8C5E-CCCAD3989A09}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{2238444B-2B6D-45A3-8C5E-CCCAD3989A09}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