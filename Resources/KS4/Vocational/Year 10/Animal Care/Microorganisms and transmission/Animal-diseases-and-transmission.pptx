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B68756-7A69-4446-A681-64E5DBF0E2C8}">
  <a:tblStyle styleId="{88B68756-7A69-4446-A681-64E5DBF0E2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{88B68756-7A69-4446-A681-64E5DBF0E2C8}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{88B68756-7A69-4446-A681-64E5DBF0E2C8}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{88B68756-7A69-4446-A681-64E5DBF0E2C8}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{88B68756-7A69-4446-A681-64E5DBF0E2C8}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{88B68756-7A69-4446-A681-64E5DBF0E2C8}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