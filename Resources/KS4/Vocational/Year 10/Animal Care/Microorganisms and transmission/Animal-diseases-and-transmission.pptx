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262FCB-A6E2-479F-8C09-DD1D0C2FB844}">
  <a:tblStyle styleId="{A4262FCB-A6E2-479F-8C09-DD1D0C2FB84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{A4262FCB-A6E2-479F-8C09-DD1D0C2FB844}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{A4262FCB-A6E2-479F-8C09-DD1D0C2FB844}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{A4262FCB-A6E2-479F-8C09-DD1D0C2FB844}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{A4262FCB-A6E2-479F-8C09-DD1D0C2FB844}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{A4262FCB-A6E2-479F-8C09-DD1D0C2FB844}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