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1E13D-6173-4D60-9F4A-06E4919F0120}">
  <a:tblStyle styleId="{B5C1E13D-6173-4D60-9F4A-06E4919F01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{B5C1E13D-6173-4D60-9F4A-06E4919F0120}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{B5C1E13D-6173-4D60-9F4A-06E4919F0120}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{B5C1E13D-6173-4D60-9F4A-06E4919F0120}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{B5C1E13D-6173-4D60-9F4A-06E4919F0120}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{B5C1E13D-6173-4D60-9F4A-06E4919F0120}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