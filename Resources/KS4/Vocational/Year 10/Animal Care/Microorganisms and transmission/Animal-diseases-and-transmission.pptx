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8A3C5-27DE-4203-AB63-D72C15EC59CE}">
  <a:tblStyle styleId="{6D08A3C5-27DE-4203-AB63-D72C15EC59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{6D08A3C5-27DE-4203-AB63-D72C15EC59CE}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{6D08A3C5-27DE-4203-AB63-D72C15EC59CE}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{6D08A3C5-27DE-4203-AB63-D72C15EC59CE}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{6D08A3C5-27DE-4203-AB63-D72C15EC59CE}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{6D08A3C5-27DE-4203-AB63-D72C15EC59CE}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