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C3F2E4-5A05-4F9A-841D-69FC042E3817}">
  <a:tblStyle styleId="{0CC3F2E4-5A05-4F9A-841D-69FC042E38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{0CC3F2E4-5A05-4F9A-841D-69FC042E3817}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{0CC3F2E4-5A05-4F9A-841D-69FC042E3817}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{0CC3F2E4-5A05-4F9A-841D-69FC042E3817}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{0CC3F2E4-5A05-4F9A-841D-69FC042E3817}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{0CC3F2E4-5A05-4F9A-841D-69FC042E3817}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