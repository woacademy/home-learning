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BD14DD-636D-4ACD-9504-9A50A533EC54}">
  <a:tblStyle styleId="{F7BD14DD-636D-4ACD-9504-9A50A533EC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{F7BD14DD-636D-4ACD-9504-9A50A533EC54}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{F7BD14DD-636D-4ACD-9504-9A50A533EC54}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{F7BD14DD-636D-4ACD-9504-9A50A533EC54}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{F7BD14DD-636D-4ACD-9504-9A50A533EC54}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{F7BD14DD-636D-4ACD-9504-9A50A533EC54}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