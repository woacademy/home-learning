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3BB544-29F3-4E9C-B5C6-075EDB4B938A}">
  <a:tblStyle styleId="{603BB544-29F3-4E9C-B5C6-075EDB4B93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{603BB544-29F3-4E9C-B5C6-075EDB4B938A}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{603BB544-29F3-4E9C-B5C6-075EDB4B938A}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{603BB544-29F3-4E9C-B5C6-075EDB4B938A}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{603BB544-29F3-4E9C-B5C6-075EDB4B938A}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{603BB544-29F3-4E9C-B5C6-075EDB4B938A}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