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6EFBC2-9973-4A69-93A5-F7B30C0C743E}">
  <a:tblStyle styleId="{C36EFBC2-9973-4A69-93A5-F7B30C0C74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{C36EFBC2-9973-4A69-93A5-F7B30C0C743E}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{C36EFBC2-9973-4A69-93A5-F7B30C0C743E}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{C36EFBC2-9973-4A69-93A5-F7B30C0C743E}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{C36EFBC2-9973-4A69-93A5-F7B30C0C743E}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{C36EFBC2-9973-4A69-93A5-F7B30C0C743E}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