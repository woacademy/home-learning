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CA792C-5D7D-4255-8328-7B98F91A98E9}">
  <a:tblStyle styleId="{74CA792C-5D7D-4255-8328-7B98F91A98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{74CA792C-5D7D-4255-8328-7B98F91A98E9}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{74CA792C-5D7D-4255-8328-7B98F91A98E9}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{74CA792C-5D7D-4255-8328-7B98F91A98E9}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{74CA792C-5D7D-4255-8328-7B98F91A98E9}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{74CA792C-5D7D-4255-8328-7B98F91A98E9}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