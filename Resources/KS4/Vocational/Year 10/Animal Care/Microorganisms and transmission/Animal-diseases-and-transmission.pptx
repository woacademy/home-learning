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13152-75AB-4FD9-A7CA-927F292FE5EE}">
  <a:tblStyle styleId="{9C513152-75AB-4FD9-A7CA-927F292FE5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{9C513152-75AB-4FD9-A7CA-927F292FE5EE}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{9C513152-75AB-4FD9-A7CA-927F292FE5EE}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{9C513152-75AB-4FD9-A7CA-927F292FE5EE}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{9C513152-75AB-4FD9-A7CA-927F292FE5EE}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{9C513152-75AB-4FD9-A7CA-927F292FE5EE}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