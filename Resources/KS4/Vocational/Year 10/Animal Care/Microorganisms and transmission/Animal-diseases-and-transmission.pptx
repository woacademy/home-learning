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544B5E-2C6F-41C9-AB89-C6FB9685D505}">
  <a:tblStyle styleId="{4F544B5E-2C6F-41C9-AB89-C6FB9685D50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{4F544B5E-2C6F-41C9-AB89-C6FB9685D505}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{4F544B5E-2C6F-41C9-AB89-C6FB9685D505}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{4F544B5E-2C6F-41C9-AB89-C6FB9685D505}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{4F544B5E-2C6F-41C9-AB89-C6FB9685D505}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{4F544B5E-2C6F-41C9-AB89-C6FB9685D505}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