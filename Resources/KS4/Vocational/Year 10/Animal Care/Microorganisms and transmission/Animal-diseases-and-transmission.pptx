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315EDD-8658-44A5-A395-6A3FE9F33A98}">
  <a:tblStyle styleId="{41315EDD-8658-44A5-A395-6A3FE9F33A9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{41315EDD-8658-44A5-A395-6A3FE9F33A98}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{41315EDD-8658-44A5-A395-6A3FE9F33A98}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{41315EDD-8658-44A5-A395-6A3FE9F33A98}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{41315EDD-8658-44A5-A395-6A3FE9F33A98}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{41315EDD-8658-44A5-A395-6A3FE9F33A98}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