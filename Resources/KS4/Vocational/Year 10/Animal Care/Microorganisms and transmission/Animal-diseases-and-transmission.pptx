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65ED41-331B-4CA2-9895-D906052EB77B}">
  <a:tblStyle styleId="{E665ED41-331B-4CA2-9895-D906052EB77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{E665ED41-331B-4CA2-9895-D906052EB77B}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{E665ED41-331B-4CA2-9895-D906052EB77B}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{E665ED41-331B-4CA2-9895-D906052EB77B}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{E665ED41-331B-4CA2-9895-D906052EB77B}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{E665ED41-331B-4CA2-9895-D906052EB77B}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