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FFD23F-4292-4DF2-BFBA-671C319DE073}">
  <a:tblStyle styleId="{80FFD23F-4292-4DF2-BFBA-671C319DE0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{80FFD23F-4292-4DF2-BFBA-671C319DE073}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{80FFD23F-4292-4DF2-BFBA-671C319DE073}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{80FFD23F-4292-4DF2-BFBA-671C319DE073}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{80FFD23F-4292-4DF2-BFBA-671C319DE073}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{80FFD23F-4292-4DF2-BFBA-671C319DE073}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