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2D296B-5D81-4817-B2B5-4719A256AC68}">
  <a:tblStyle styleId="{222D296B-5D81-4817-B2B5-4719A256AC6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{222D296B-5D81-4817-B2B5-4719A256AC68}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{222D296B-5D81-4817-B2B5-4719A256AC68}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{222D296B-5D81-4817-B2B5-4719A256AC68}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{222D296B-5D81-4817-B2B5-4719A256AC68}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{222D296B-5D81-4817-B2B5-4719A256AC68}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