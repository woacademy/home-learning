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49047B-4A43-497D-A13A-2B089DAC527A}">
  <a:tblStyle styleId="{FB49047B-4A43-497D-A13A-2B089DAC52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{FB49047B-4A43-497D-A13A-2B089DAC527A}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{FB49047B-4A43-497D-A13A-2B089DAC527A}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{FB49047B-4A43-497D-A13A-2B089DAC527A}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{FB49047B-4A43-497D-A13A-2B089DAC527A}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{FB49047B-4A43-497D-A13A-2B089DAC527A}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