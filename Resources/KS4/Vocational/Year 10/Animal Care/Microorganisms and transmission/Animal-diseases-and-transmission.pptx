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5815DF-E5B5-4ECD-9F18-64FB963DA01F}">
  <a:tblStyle styleId="{935815DF-E5B5-4ECD-9F18-64FB963DA0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{935815DF-E5B5-4ECD-9F18-64FB963DA01F}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{935815DF-E5B5-4ECD-9F18-64FB963DA01F}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{935815DF-E5B5-4ECD-9F18-64FB963DA01F}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{935815DF-E5B5-4ECD-9F18-64FB963DA01F}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{935815DF-E5B5-4ECD-9F18-64FB963DA01F}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