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B86B26-938B-432B-A5F4-6AE5482AD5D4}">
  <a:tblStyle styleId="{87B86B26-938B-432B-A5F4-6AE5482AD5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{87B86B26-938B-432B-A5F4-6AE5482AD5D4}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{87B86B26-938B-432B-A5F4-6AE5482AD5D4}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{87B86B26-938B-432B-A5F4-6AE5482AD5D4}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{87B86B26-938B-432B-A5F4-6AE5482AD5D4}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{87B86B26-938B-432B-A5F4-6AE5482AD5D4}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