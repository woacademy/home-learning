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787425-0A3C-4708-9E0C-6709EC984D8A}">
  <a:tblStyle styleId="{80787425-0A3C-4708-9E0C-6709EC984D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{80787425-0A3C-4708-9E0C-6709EC984D8A}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{80787425-0A3C-4708-9E0C-6709EC984D8A}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{80787425-0A3C-4708-9E0C-6709EC984D8A}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{80787425-0A3C-4708-9E0C-6709EC984D8A}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{80787425-0A3C-4708-9E0C-6709EC984D8A}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