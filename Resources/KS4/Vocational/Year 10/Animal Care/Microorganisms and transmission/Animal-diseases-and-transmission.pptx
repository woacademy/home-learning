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9A4D85-11BA-4C04-9F7A-6ECBC02E0427}">
  <a:tblStyle styleId="{4E9A4D85-11BA-4C04-9F7A-6ECBC02E042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{4E9A4D85-11BA-4C04-9F7A-6ECBC02E0427}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{4E9A4D85-11BA-4C04-9F7A-6ECBC02E0427}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{4E9A4D85-11BA-4C04-9F7A-6ECBC02E0427}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{4E9A4D85-11BA-4C04-9F7A-6ECBC02E0427}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{4E9A4D85-11BA-4C04-9F7A-6ECBC02E0427}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