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AF6348-16F7-4956-BEE6-2BB3508911F5}">
  <a:tblStyle styleId="{9DAF6348-16F7-4956-BEE6-2BB3508911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{9DAF6348-16F7-4956-BEE6-2BB3508911F5}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{9DAF6348-16F7-4956-BEE6-2BB3508911F5}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{9DAF6348-16F7-4956-BEE6-2BB3508911F5}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{9DAF6348-16F7-4956-BEE6-2BB3508911F5}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{9DAF6348-16F7-4956-BEE6-2BB3508911F5}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