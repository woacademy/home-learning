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2E4197-A919-4E78-BDE7-C842E206EB4B}">
  <a:tblStyle styleId="{CF2E4197-A919-4E78-BDE7-C842E206EB4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{CF2E4197-A919-4E78-BDE7-C842E206EB4B}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{CF2E4197-A919-4E78-BDE7-C842E206EB4B}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{CF2E4197-A919-4E78-BDE7-C842E206EB4B}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{CF2E4197-A919-4E78-BDE7-C842E206EB4B}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{CF2E4197-A919-4E78-BDE7-C842E206EB4B}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