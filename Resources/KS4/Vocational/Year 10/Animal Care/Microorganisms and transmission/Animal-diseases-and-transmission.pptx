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F9E7FB-5CEA-4FCC-9486-6B8FBFC7428C}">
  <a:tblStyle styleId="{99F9E7FB-5CEA-4FCC-9486-6B8FBFC742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{99F9E7FB-5CEA-4FCC-9486-6B8FBFC7428C}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{99F9E7FB-5CEA-4FCC-9486-6B8FBFC7428C}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{99F9E7FB-5CEA-4FCC-9486-6B8FBFC7428C}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{99F9E7FB-5CEA-4FCC-9486-6B8FBFC7428C}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{99F9E7FB-5CEA-4FCC-9486-6B8FBFC7428C}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