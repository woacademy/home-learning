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59549D-9EEC-4789-B9E5-EEC670985CC5}">
  <a:tblStyle styleId="{CD59549D-9EEC-4789-B9E5-EEC670985CC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{CD59549D-9EEC-4789-B9E5-EEC670985CC5}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{CD59549D-9EEC-4789-B9E5-EEC670985CC5}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{CD59549D-9EEC-4789-B9E5-EEC670985CC5}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{CD59549D-9EEC-4789-B9E5-EEC670985CC5}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{CD59549D-9EEC-4789-B9E5-EEC670985CC5}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