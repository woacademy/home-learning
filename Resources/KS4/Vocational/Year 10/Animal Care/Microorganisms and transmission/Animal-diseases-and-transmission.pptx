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F1A413-A26E-4A2C-8F8D-FB897B96BBA4}">
  <a:tblStyle styleId="{00F1A413-A26E-4A2C-8F8D-FB897B96BBA4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{00F1A413-A26E-4A2C-8F8D-FB897B96BBA4}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{00F1A413-A26E-4A2C-8F8D-FB897B96BBA4}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{00F1A413-A26E-4A2C-8F8D-FB897B96BBA4}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{00F1A413-A26E-4A2C-8F8D-FB897B96BBA4}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{00F1A413-A26E-4A2C-8F8D-FB897B96BBA4}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