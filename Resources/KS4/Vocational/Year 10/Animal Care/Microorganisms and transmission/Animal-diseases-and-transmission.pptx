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2760D-41E2-4D5C-9F07-1F064CCB67BC}">
  <a:tblStyle styleId="{F572760D-41E2-4D5C-9F07-1F064CCB67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{F572760D-41E2-4D5C-9F07-1F064CCB67BC}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{F572760D-41E2-4D5C-9F07-1F064CCB67BC}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{F572760D-41E2-4D5C-9F07-1F064CCB67BC}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{F572760D-41E2-4D5C-9F07-1F064CCB67BC}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{F572760D-41E2-4D5C-9F07-1F064CCB67BC}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