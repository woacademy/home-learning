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782080-30F3-4E72-80C4-A7E983D8B44B}">
  <a:tblStyle styleId="{AD782080-30F3-4E72-80C4-A7E983D8B4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{AD782080-30F3-4E72-80C4-A7E983D8B44B}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{AD782080-30F3-4E72-80C4-A7E983D8B44B}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{AD782080-30F3-4E72-80C4-A7E983D8B44B}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{AD782080-30F3-4E72-80C4-A7E983D8B44B}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{AD782080-30F3-4E72-80C4-A7E983D8B44B}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