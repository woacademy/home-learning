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C181EF-41BF-42D0-B176-6DCCE94E9CF7}">
  <a:tblStyle styleId="{36C181EF-41BF-42D0-B176-6DCCE94E9C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{36C181EF-41BF-42D0-B176-6DCCE94E9CF7}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{36C181EF-41BF-42D0-B176-6DCCE94E9CF7}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{36C181EF-41BF-42D0-B176-6DCCE94E9CF7}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{36C181EF-41BF-42D0-B176-6DCCE94E9CF7}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{36C181EF-41BF-42D0-B176-6DCCE94E9CF7}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