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20368D-7BA0-493E-B6F9-2A42D013C5BE}">
  <a:tblStyle styleId="{BE20368D-7BA0-493E-B6F9-2A42D013C5B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{BE20368D-7BA0-493E-B6F9-2A42D013C5BE}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{BE20368D-7BA0-493E-B6F9-2A42D013C5BE}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{BE20368D-7BA0-493E-B6F9-2A42D013C5BE}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{BE20368D-7BA0-493E-B6F9-2A42D013C5BE}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{BE20368D-7BA0-493E-B6F9-2A42D013C5BE}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