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049D22-6631-49B8-B134-65327C346882}">
  <a:tblStyle styleId="{56049D22-6631-49B8-B134-65327C3468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{56049D22-6631-49B8-B134-65327C346882}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{56049D22-6631-49B8-B134-65327C346882}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{56049D22-6631-49B8-B134-65327C346882}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{56049D22-6631-49B8-B134-65327C346882}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{56049D22-6631-49B8-B134-65327C346882}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