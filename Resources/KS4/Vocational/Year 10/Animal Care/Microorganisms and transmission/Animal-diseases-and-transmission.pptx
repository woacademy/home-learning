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8558F7-F689-426B-A3F9-D819C91DEBF8}">
  <a:tblStyle styleId="{028558F7-F689-426B-A3F9-D819C91DEBF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{028558F7-F689-426B-A3F9-D819C91DEBF8}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{028558F7-F689-426B-A3F9-D819C91DEBF8}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{028558F7-F689-426B-A3F9-D819C91DEBF8}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{028558F7-F689-426B-A3F9-D819C91DEBF8}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{028558F7-F689-426B-A3F9-D819C91DEBF8}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