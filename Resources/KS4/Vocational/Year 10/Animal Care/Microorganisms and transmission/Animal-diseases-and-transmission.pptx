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6D66A6-02EC-48DC-B7FE-3DAA2E731850}">
  <a:tblStyle styleId="{6E6D66A6-02EC-48DC-B7FE-3DAA2E73185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{6E6D66A6-02EC-48DC-B7FE-3DAA2E731850}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{6E6D66A6-02EC-48DC-B7FE-3DAA2E731850}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{6E6D66A6-02EC-48DC-B7FE-3DAA2E731850}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{6E6D66A6-02EC-48DC-B7FE-3DAA2E731850}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{6E6D66A6-02EC-48DC-B7FE-3DAA2E731850}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