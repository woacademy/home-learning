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36BF8E-E668-4B03-BA06-2E6A0BA89978}">
  <a:tblStyle styleId="{ED36BF8E-E668-4B03-BA06-2E6A0BA8997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{ED36BF8E-E668-4B03-BA06-2E6A0BA89978}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{ED36BF8E-E668-4B03-BA06-2E6A0BA89978}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{ED36BF8E-E668-4B03-BA06-2E6A0BA89978}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{ED36BF8E-E668-4B03-BA06-2E6A0BA89978}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{ED36BF8E-E668-4B03-BA06-2E6A0BA89978}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