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EACA82-B102-416F-82C4-86B9A638DDC1}">
  <a:tblStyle styleId="{F7EACA82-B102-416F-82C4-86B9A638DD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{F7EACA82-B102-416F-82C4-86B9A638DDC1}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{F7EACA82-B102-416F-82C4-86B9A638DDC1}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{F7EACA82-B102-416F-82C4-86B9A638DDC1}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{F7EACA82-B102-416F-82C4-86B9A638DDC1}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{F7EACA82-B102-416F-82C4-86B9A638DDC1}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