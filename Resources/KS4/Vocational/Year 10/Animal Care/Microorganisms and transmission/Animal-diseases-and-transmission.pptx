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442114-247F-4401-8B23-E682A6FE4586}">
  <a:tblStyle styleId="{A1442114-247F-4401-8B23-E682A6FE458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{A1442114-247F-4401-8B23-E682A6FE4586}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{A1442114-247F-4401-8B23-E682A6FE4586}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{A1442114-247F-4401-8B23-E682A6FE4586}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{A1442114-247F-4401-8B23-E682A6FE4586}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{A1442114-247F-4401-8B23-E682A6FE4586}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