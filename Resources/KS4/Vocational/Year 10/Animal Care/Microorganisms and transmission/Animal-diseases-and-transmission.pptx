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A1212F-1769-48AC-896C-B56D63077089}">
  <a:tblStyle styleId="{8DA1212F-1769-48AC-896C-B56D630770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{8DA1212F-1769-48AC-896C-B56D63077089}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{8DA1212F-1769-48AC-896C-B56D63077089}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{8DA1212F-1769-48AC-896C-B56D63077089}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{8DA1212F-1769-48AC-896C-B56D63077089}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{8DA1212F-1769-48AC-896C-B56D63077089}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