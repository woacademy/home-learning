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0323A-1043-44C4-A8C4-1D44D48E5590}">
  <a:tblStyle styleId="{4150323A-1043-44C4-A8C4-1D44D48E55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{4150323A-1043-44C4-A8C4-1D44D48E5590}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{4150323A-1043-44C4-A8C4-1D44D48E5590}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{4150323A-1043-44C4-A8C4-1D44D48E5590}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{4150323A-1043-44C4-A8C4-1D44D48E5590}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{4150323A-1043-44C4-A8C4-1D44D48E5590}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