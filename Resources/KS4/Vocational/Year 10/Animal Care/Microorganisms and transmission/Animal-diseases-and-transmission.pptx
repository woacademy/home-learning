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18BB49-972B-4610-8990-3D0411A539CB}">
  <a:tblStyle styleId="{F718BB49-972B-4610-8990-3D0411A539C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{F718BB49-972B-4610-8990-3D0411A539CB}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{F718BB49-972B-4610-8990-3D0411A539CB}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{F718BB49-972B-4610-8990-3D0411A539CB}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{F718BB49-972B-4610-8990-3D0411A539CB}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{F718BB49-972B-4610-8990-3D0411A539CB}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