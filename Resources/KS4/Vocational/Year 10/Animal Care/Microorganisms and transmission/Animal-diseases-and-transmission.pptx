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68D368-6A27-4348-B769-F55EBA5B2395}">
  <a:tblStyle styleId="{D168D368-6A27-4348-B769-F55EBA5B23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{D168D368-6A27-4348-B769-F55EBA5B2395}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{D168D368-6A27-4348-B769-F55EBA5B2395}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{D168D368-6A27-4348-B769-F55EBA5B2395}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{D168D368-6A27-4348-B769-F55EBA5B2395}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{D168D368-6A27-4348-B769-F55EBA5B2395}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