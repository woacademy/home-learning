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E3AF14-AE0B-4D2B-9E06-D2D4338FA5AA}">
  <a:tblStyle styleId="{90E3AF14-AE0B-4D2B-9E06-D2D4338FA5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{90E3AF14-AE0B-4D2B-9E06-D2D4338FA5AA}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{90E3AF14-AE0B-4D2B-9E06-D2D4338FA5AA}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{90E3AF14-AE0B-4D2B-9E06-D2D4338FA5AA}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{90E3AF14-AE0B-4D2B-9E06-D2D4338FA5AA}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{90E3AF14-AE0B-4D2B-9E06-D2D4338FA5AA}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