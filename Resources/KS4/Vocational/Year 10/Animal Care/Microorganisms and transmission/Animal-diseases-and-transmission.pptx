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32CD2F-8C19-44AF-92A8-58614A37EAD8}">
  <a:tblStyle styleId="{3F32CD2F-8C19-44AF-92A8-58614A37EAD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{3F32CD2F-8C19-44AF-92A8-58614A37EAD8}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{3F32CD2F-8C19-44AF-92A8-58614A37EAD8}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{3F32CD2F-8C19-44AF-92A8-58614A37EAD8}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{3F32CD2F-8C19-44AF-92A8-58614A37EAD8}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{3F32CD2F-8C19-44AF-92A8-58614A37EAD8}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