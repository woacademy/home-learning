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D6E50B3-5740-4D0B-8546-1FA262182D8D}">
  <a:tblStyle styleId="{2D6E50B3-5740-4D0B-8546-1FA262182D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{2D6E50B3-5740-4D0B-8546-1FA262182D8D}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{2D6E50B3-5740-4D0B-8546-1FA262182D8D}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{2D6E50B3-5740-4D0B-8546-1FA262182D8D}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{2D6E50B3-5740-4D0B-8546-1FA262182D8D}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{2D6E50B3-5740-4D0B-8546-1FA262182D8D}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