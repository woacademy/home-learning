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0E1CE-F79D-4EB6-AFFC-7935137C039C}">
  <a:tblStyle styleId="{F0B0E1CE-F79D-4EB6-AFFC-7935137C03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{F0B0E1CE-F79D-4EB6-AFFC-7935137C039C}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{F0B0E1CE-F79D-4EB6-AFFC-7935137C039C}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{F0B0E1CE-F79D-4EB6-AFFC-7935137C039C}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{F0B0E1CE-F79D-4EB6-AFFC-7935137C039C}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{F0B0E1CE-F79D-4EB6-AFFC-7935137C039C}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