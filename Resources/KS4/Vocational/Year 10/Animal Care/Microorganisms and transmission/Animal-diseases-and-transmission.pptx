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5EAFF4-B899-4022-9ACE-1EB8FDFB81BB}">
  <a:tblStyle styleId="{AB5EAFF4-B899-4022-9ACE-1EB8FDFB81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{AB5EAFF4-B899-4022-9ACE-1EB8FDFB81BB}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{AB5EAFF4-B899-4022-9ACE-1EB8FDFB81BB}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{AB5EAFF4-B899-4022-9ACE-1EB8FDFB81BB}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{AB5EAFF4-B899-4022-9ACE-1EB8FDFB81BB}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{AB5EAFF4-B899-4022-9ACE-1EB8FDFB81BB}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