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5693CE-D78B-4B2E-B4B7-0480E1CFD25E}">
  <a:tblStyle styleId="{4A5693CE-D78B-4B2E-B4B7-0480E1CFD2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{4A5693CE-D78B-4B2E-B4B7-0480E1CFD25E}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{4A5693CE-D78B-4B2E-B4B7-0480E1CFD25E}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{4A5693CE-D78B-4B2E-B4B7-0480E1CFD25E}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{4A5693CE-D78B-4B2E-B4B7-0480E1CFD25E}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{4A5693CE-D78B-4B2E-B4B7-0480E1CFD25E}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