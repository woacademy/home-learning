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B4717EA-0913-42B8-ADEE-2320D6B0EFA7}">
  <a:tblStyle styleId="{9B4717EA-0913-42B8-ADEE-2320D6B0EFA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{9B4717EA-0913-42B8-ADEE-2320D6B0EFA7}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{9B4717EA-0913-42B8-ADEE-2320D6B0EFA7}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{9B4717EA-0913-42B8-ADEE-2320D6B0EFA7}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{9B4717EA-0913-42B8-ADEE-2320D6B0EFA7}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{9B4717EA-0913-42B8-ADEE-2320D6B0EFA7}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