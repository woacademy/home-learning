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4710F-F250-45C9-8AE2-7CFDD7AC8CC4}">
  <a:tblStyle styleId="{27C4710F-F250-45C9-8AE2-7CFDD7AC8C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{27C4710F-F250-45C9-8AE2-7CFDD7AC8CC4}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{27C4710F-F250-45C9-8AE2-7CFDD7AC8CC4}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{27C4710F-F250-45C9-8AE2-7CFDD7AC8CC4}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{27C4710F-F250-45C9-8AE2-7CFDD7AC8CC4}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{27C4710F-F250-45C9-8AE2-7CFDD7AC8CC4}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