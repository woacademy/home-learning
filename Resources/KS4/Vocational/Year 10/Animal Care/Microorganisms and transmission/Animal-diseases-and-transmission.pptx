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D22A31E-09BB-4218-97CC-E9F695482CED}">
  <a:tblStyle styleId="{8D22A31E-09BB-4218-97CC-E9F695482CE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{8D22A31E-09BB-4218-97CC-E9F695482CED}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{8D22A31E-09BB-4218-97CC-E9F695482CED}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{8D22A31E-09BB-4218-97CC-E9F695482CED}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{8D22A31E-09BB-4218-97CC-E9F695482CED}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{8D22A31E-09BB-4218-97CC-E9F695482CED}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