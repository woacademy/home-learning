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8D5641-861B-45E2-BBE6-4A1D96C5D086}">
  <a:tblStyle styleId="{368D5641-861B-45E2-BBE6-4A1D96C5D08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{368D5641-861B-45E2-BBE6-4A1D96C5D086}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{368D5641-861B-45E2-BBE6-4A1D96C5D086}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{368D5641-861B-45E2-BBE6-4A1D96C5D086}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{368D5641-861B-45E2-BBE6-4A1D96C5D086}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{368D5641-861B-45E2-BBE6-4A1D96C5D086}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