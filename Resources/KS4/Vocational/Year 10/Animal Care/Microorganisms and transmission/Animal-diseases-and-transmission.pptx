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E94045-651D-4CD4-84DC-5C6ECF65604D}">
  <a:tblStyle styleId="{5DE94045-651D-4CD4-84DC-5C6ECF6560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{5DE94045-651D-4CD4-84DC-5C6ECF65604D}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{5DE94045-651D-4CD4-84DC-5C6ECF65604D}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{5DE94045-651D-4CD4-84DC-5C6ECF65604D}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{5DE94045-651D-4CD4-84DC-5C6ECF65604D}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{5DE94045-651D-4CD4-84DC-5C6ECF65604D}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