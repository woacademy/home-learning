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10B139-C0EE-4251-8F18-C83F681AE68D}">
  <a:tblStyle styleId="{4810B139-C0EE-4251-8F18-C83F681AE68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{4810B139-C0EE-4251-8F18-C83F681AE68D}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{4810B139-C0EE-4251-8F18-C83F681AE68D}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{4810B139-C0EE-4251-8F18-C83F681AE68D}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{4810B139-C0EE-4251-8F18-C83F681AE68D}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{4810B139-C0EE-4251-8F18-C83F681AE68D}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