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B69734-59CF-4462-B6AC-923C9B2C5224}">
  <a:tblStyle styleId="{9DB69734-59CF-4462-B6AC-923C9B2C522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{9DB69734-59CF-4462-B6AC-923C9B2C5224}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{9DB69734-59CF-4462-B6AC-923C9B2C5224}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{9DB69734-59CF-4462-B6AC-923C9B2C5224}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{9DB69734-59CF-4462-B6AC-923C9B2C5224}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{9DB69734-59CF-4462-B6AC-923C9B2C5224}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