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380168-8249-44B1-9E84-14EE198097B7}">
  <a:tblStyle styleId="{BD380168-8249-44B1-9E84-14EE198097B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{BD380168-8249-44B1-9E84-14EE198097B7}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{BD380168-8249-44B1-9E84-14EE198097B7}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{BD380168-8249-44B1-9E84-14EE198097B7}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{BD380168-8249-44B1-9E84-14EE198097B7}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{BD380168-8249-44B1-9E84-14EE198097B7}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