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B0D57-3AB4-43F5-80C3-BE4595BC15E1}">
  <a:tblStyle styleId="{DE2B0D57-3AB4-43F5-80C3-BE4595BC15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{DE2B0D57-3AB4-43F5-80C3-BE4595BC15E1}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{DE2B0D57-3AB4-43F5-80C3-BE4595BC15E1}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{DE2B0D57-3AB4-43F5-80C3-BE4595BC15E1}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{DE2B0D57-3AB4-43F5-80C3-BE4595BC15E1}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{DE2B0D57-3AB4-43F5-80C3-BE4595BC15E1}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