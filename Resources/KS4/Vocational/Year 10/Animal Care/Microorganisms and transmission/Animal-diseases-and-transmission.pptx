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41EA24-AAAE-4556-AD4D-7B395941A8E5}">
  <a:tblStyle styleId="{C741EA24-AAAE-4556-AD4D-7B395941A8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{C741EA24-AAAE-4556-AD4D-7B395941A8E5}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{C741EA24-AAAE-4556-AD4D-7B395941A8E5}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{C741EA24-AAAE-4556-AD4D-7B395941A8E5}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{C741EA24-AAAE-4556-AD4D-7B395941A8E5}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{C741EA24-AAAE-4556-AD4D-7B395941A8E5}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