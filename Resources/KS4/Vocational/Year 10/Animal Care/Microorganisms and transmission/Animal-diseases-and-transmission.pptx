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2CEB89C-E016-4D53-B208-87EF31100707}">
  <a:tblStyle styleId="{22CEB89C-E016-4D53-B208-87EF3110070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{22CEB89C-E016-4D53-B208-87EF31100707}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{22CEB89C-E016-4D53-B208-87EF31100707}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{22CEB89C-E016-4D53-B208-87EF31100707}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{22CEB89C-E016-4D53-B208-87EF31100707}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{22CEB89C-E016-4D53-B208-87EF31100707}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