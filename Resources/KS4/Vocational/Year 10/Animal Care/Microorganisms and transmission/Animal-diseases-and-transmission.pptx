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8A9C22-F528-420A-A177-0063013522CE}">
  <a:tblStyle styleId="{DF8A9C22-F528-420A-A177-0063013522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{DF8A9C22-F528-420A-A177-0063013522CE}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{DF8A9C22-F528-420A-A177-0063013522CE}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{DF8A9C22-F528-420A-A177-0063013522CE}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{DF8A9C22-F528-420A-A177-0063013522CE}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{DF8A9C22-F528-420A-A177-0063013522CE}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