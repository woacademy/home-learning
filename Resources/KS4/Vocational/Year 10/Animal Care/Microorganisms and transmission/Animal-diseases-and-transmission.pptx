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2EA78B-4304-4642-9BAB-83A9344CAB78}">
  <a:tblStyle styleId="{512EA78B-4304-4642-9BAB-83A9344CAB7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{512EA78B-4304-4642-9BAB-83A9344CAB78}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{512EA78B-4304-4642-9BAB-83A9344CAB78}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{512EA78B-4304-4642-9BAB-83A9344CAB78}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{512EA78B-4304-4642-9BAB-83A9344CAB78}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{512EA78B-4304-4642-9BAB-83A9344CAB78}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