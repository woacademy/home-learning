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83DBA2-319E-4097-A295-44400CBBF93E}">
  <a:tblStyle styleId="{E283DBA2-319E-4097-A295-44400CBBF9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{E283DBA2-319E-4097-A295-44400CBBF93E}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{E283DBA2-319E-4097-A295-44400CBBF93E}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{E283DBA2-319E-4097-A295-44400CBBF93E}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{E283DBA2-319E-4097-A295-44400CBBF93E}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{E283DBA2-319E-4097-A295-44400CBBF93E}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