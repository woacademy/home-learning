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17E584-F6DC-493D-A347-CC704E5686AA}">
  <a:tblStyle styleId="{F717E584-F6DC-493D-A347-CC704E5686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{F717E584-F6DC-493D-A347-CC704E5686AA}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{F717E584-F6DC-493D-A347-CC704E5686AA}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{F717E584-F6DC-493D-A347-CC704E5686AA}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{F717E584-F6DC-493D-A347-CC704E5686AA}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{F717E584-F6DC-493D-A347-CC704E5686AA}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