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EB0DB5-97CF-48DC-92E8-DBAAF67E8F6A}">
  <a:tblStyle styleId="{BAEB0DB5-97CF-48DC-92E8-DBAAF67E8F6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{BAEB0DB5-97CF-48DC-92E8-DBAAF67E8F6A}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{BAEB0DB5-97CF-48DC-92E8-DBAAF67E8F6A}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{BAEB0DB5-97CF-48DC-92E8-DBAAF67E8F6A}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{BAEB0DB5-97CF-48DC-92E8-DBAAF67E8F6A}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{BAEB0DB5-97CF-48DC-92E8-DBAAF67E8F6A}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