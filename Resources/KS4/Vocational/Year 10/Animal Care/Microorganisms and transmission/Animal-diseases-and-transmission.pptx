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31AFE5-3FC1-47C2-AA8C-61B9DC40CB9C}">
  <a:tblStyle styleId="{E731AFE5-3FC1-47C2-AA8C-61B9DC40CB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{E731AFE5-3FC1-47C2-AA8C-61B9DC40CB9C}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{E731AFE5-3FC1-47C2-AA8C-61B9DC40CB9C}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{E731AFE5-3FC1-47C2-AA8C-61B9DC40CB9C}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{E731AFE5-3FC1-47C2-AA8C-61B9DC40CB9C}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{E731AFE5-3FC1-47C2-AA8C-61B9DC40CB9C}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