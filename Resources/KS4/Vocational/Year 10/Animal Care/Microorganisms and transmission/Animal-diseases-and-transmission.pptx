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C3236E-6C12-4086-9C16-071C992AAC48}">
  <a:tblStyle styleId="{DAC3236E-6C12-4086-9C16-071C992AAC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{DAC3236E-6C12-4086-9C16-071C992AAC48}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{DAC3236E-6C12-4086-9C16-071C992AAC48}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{DAC3236E-6C12-4086-9C16-071C992AAC48}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{DAC3236E-6C12-4086-9C16-071C992AAC48}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{DAC3236E-6C12-4086-9C16-071C992AAC48}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