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7E54D-1AFF-4F54-94DD-C9F922E0C2B8}">
  <a:tblStyle styleId="{93B7E54D-1AFF-4F54-94DD-C9F922E0C2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{93B7E54D-1AFF-4F54-94DD-C9F922E0C2B8}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{93B7E54D-1AFF-4F54-94DD-C9F922E0C2B8}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{93B7E54D-1AFF-4F54-94DD-C9F922E0C2B8}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{93B7E54D-1AFF-4F54-94DD-C9F922E0C2B8}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{93B7E54D-1AFF-4F54-94DD-C9F922E0C2B8}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