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D07286-652A-41D5-A250-7F988110B55D}">
  <a:tblStyle styleId="{73D07286-652A-41D5-A250-7F988110B5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{73D07286-652A-41D5-A250-7F988110B55D}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{73D07286-652A-41D5-A250-7F988110B55D}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{73D07286-652A-41D5-A250-7F988110B55D}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{73D07286-652A-41D5-A250-7F988110B55D}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{73D07286-652A-41D5-A250-7F988110B55D}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