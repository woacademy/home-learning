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B94812-6F4E-43F1-B252-24DB5BACBE54}">
  <a:tblStyle styleId="{D4B94812-6F4E-43F1-B252-24DB5BACBE5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{D4B94812-6F4E-43F1-B252-24DB5BACBE54}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{D4B94812-6F4E-43F1-B252-24DB5BACBE54}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{D4B94812-6F4E-43F1-B252-24DB5BACBE54}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{D4B94812-6F4E-43F1-B252-24DB5BACBE54}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{D4B94812-6F4E-43F1-B252-24DB5BACBE54}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