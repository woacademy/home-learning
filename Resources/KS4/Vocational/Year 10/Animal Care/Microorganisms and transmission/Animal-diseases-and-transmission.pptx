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BC1FD88-DA04-47AB-8F8A-89888B8777E3}">
  <a:tblStyle styleId="{DBC1FD88-DA04-47AB-8F8A-89888B8777E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{DBC1FD88-DA04-47AB-8F8A-89888B8777E3}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{DBC1FD88-DA04-47AB-8F8A-89888B8777E3}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{DBC1FD88-DA04-47AB-8F8A-89888B8777E3}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{DBC1FD88-DA04-47AB-8F8A-89888B8777E3}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{DBC1FD88-DA04-47AB-8F8A-89888B8777E3}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