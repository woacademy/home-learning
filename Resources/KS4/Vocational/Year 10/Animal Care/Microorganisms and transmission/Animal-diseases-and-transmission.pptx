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897D04-64BA-440A-88CC-E7192B32271A}">
  <a:tblStyle styleId="{6D897D04-64BA-440A-88CC-E7192B32271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{6D897D04-64BA-440A-88CC-E7192B32271A}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{6D897D04-64BA-440A-88CC-E7192B32271A}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{6D897D04-64BA-440A-88CC-E7192B32271A}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{6D897D04-64BA-440A-88CC-E7192B32271A}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{6D897D04-64BA-440A-88CC-E7192B32271A}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