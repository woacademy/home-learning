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8A5969-34B0-4C05-BB15-80E39135429A}">
  <a:tblStyle styleId="{288A5969-34B0-4C05-BB15-80E3913542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{288A5969-34B0-4C05-BB15-80E39135429A}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{288A5969-34B0-4C05-BB15-80E39135429A}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{288A5969-34B0-4C05-BB15-80E39135429A}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{288A5969-34B0-4C05-BB15-80E39135429A}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{288A5969-34B0-4C05-BB15-80E39135429A}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