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425681-70F0-4C35-AAFE-3DE7011A4FBB}">
  <a:tblStyle styleId="{26425681-70F0-4C35-AAFE-3DE7011A4F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{26425681-70F0-4C35-AAFE-3DE7011A4FBB}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{26425681-70F0-4C35-AAFE-3DE7011A4FBB}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{26425681-70F0-4C35-AAFE-3DE7011A4FBB}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{26425681-70F0-4C35-AAFE-3DE7011A4FBB}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{26425681-70F0-4C35-AAFE-3DE7011A4FBB}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