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786760-DF8B-4BCC-AC42-D7116BA7130D}">
  <a:tblStyle styleId="{AA786760-DF8B-4BCC-AC42-D7116BA713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{AA786760-DF8B-4BCC-AC42-D7116BA7130D}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{AA786760-DF8B-4BCC-AC42-D7116BA7130D}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{AA786760-DF8B-4BCC-AC42-D7116BA7130D}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{AA786760-DF8B-4BCC-AC42-D7116BA7130D}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{AA786760-DF8B-4BCC-AC42-D7116BA7130D}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