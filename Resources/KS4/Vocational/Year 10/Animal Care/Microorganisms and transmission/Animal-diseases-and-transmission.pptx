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DB6673-FE12-4D6A-B29E-FC4845317BC7}">
  <a:tblStyle styleId="{ADDB6673-FE12-4D6A-B29E-FC4845317B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{ADDB6673-FE12-4D6A-B29E-FC4845317BC7}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{ADDB6673-FE12-4D6A-B29E-FC4845317BC7}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{ADDB6673-FE12-4D6A-B29E-FC4845317BC7}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{ADDB6673-FE12-4D6A-B29E-FC4845317BC7}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{ADDB6673-FE12-4D6A-B29E-FC4845317BC7}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