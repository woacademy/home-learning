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1DA935-858D-4D0A-B431-5842467632A4}">
  <a:tblStyle styleId="{BD1DA935-858D-4D0A-B431-5842467632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{BD1DA935-858D-4D0A-B431-5842467632A4}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{BD1DA935-858D-4D0A-B431-5842467632A4}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{BD1DA935-858D-4D0A-B431-5842467632A4}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{BD1DA935-858D-4D0A-B431-5842467632A4}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{BD1DA935-858D-4D0A-B431-5842467632A4}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