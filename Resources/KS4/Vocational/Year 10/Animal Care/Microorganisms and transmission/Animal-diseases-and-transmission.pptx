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510391-6025-4040-A6FD-FB086DE77C33}">
  <a:tblStyle styleId="{CF510391-6025-4040-A6FD-FB086DE77C3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{CF510391-6025-4040-A6FD-FB086DE77C33}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{CF510391-6025-4040-A6FD-FB086DE77C33}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{CF510391-6025-4040-A6FD-FB086DE77C33}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{CF510391-6025-4040-A6FD-FB086DE77C33}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{CF510391-6025-4040-A6FD-FB086DE77C33}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