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1A0502-26F4-4823-91BD-5FA06B300223}">
  <a:tblStyle styleId="{5F1A0502-26F4-4823-91BD-5FA06B3002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{5F1A0502-26F4-4823-91BD-5FA06B300223}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{5F1A0502-26F4-4823-91BD-5FA06B300223}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{5F1A0502-26F4-4823-91BD-5FA06B300223}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{5F1A0502-26F4-4823-91BD-5FA06B300223}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{5F1A0502-26F4-4823-91BD-5FA06B300223}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