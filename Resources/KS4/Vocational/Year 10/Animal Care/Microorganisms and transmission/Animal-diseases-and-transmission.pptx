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C886199D-EB78-40DF-B2B6-902BC71210FB}">
  <a:tblStyle styleId="{C886199D-EB78-40DF-B2B6-902BC71210FB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png"/><Relationship Id="rId4" Type="http://schemas.openxmlformats.org/officeDocument/2006/relationships/image" Target="../media/image4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{C886199D-EB78-40DF-B2B6-902BC71210FB}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{C886199D-EB78-40DF-B2B6-902BC71210FB}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{C886199D-EB78-40DF-B2B6-902BC71210FB}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{C886199D-EB78-40DF-B2B6-902BC71210FB}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{C886199D-EB78-40DF-B2B6-902BC71210FB}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