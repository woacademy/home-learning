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30E60A8-B3A1-4C89-8C21-D9FF13373A69}">
  <a:tblStyle styleId="{B30E60A8-B3A1-4C89-8C21-D9FF13373A6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{B30E60A8-B3A1-4C89-8C21-D9FF13373A69}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{B30E60A8-B3A1-4C89-8C21-D9FF13373A69}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{B30E60A8-B3A1-4C89-8C21-D9FF13373A69}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{B30E60A8-B3A1-4C89-8C21-D9FF13373A69}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{B30E60A8-B3A1-4C89-8C21-D9FF13373A69}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