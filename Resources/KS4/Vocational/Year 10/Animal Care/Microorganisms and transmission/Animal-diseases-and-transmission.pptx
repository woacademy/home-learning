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286C5F-03C0-4542-87C0-96803DAA2565}">
  <a:tblStyle styleId="{E1286C5F-03C0-4542-87C0-96803DAA25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{E1286C5F-03C0-4542-87C0-96803DAA2565}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{E1286C5F-03C0-4542-87C0-96803DAA2565}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{E1286C5F-03C0-4542-87C0-96803DAA2565}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{E1286C5F-03C0-4542-87C0-96803DAA2565}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{E1286C5F-03C0-4542-87C0-96803DAA2565}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