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0C4716-1BE4-4A0F-9401-6212B5861B56}">
  <a:tblStyle styleId="{F30C4716-1BE4-4A0F-9401-6212B5861B5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{F30C4716-1BE4-4A0F-9401-6212B5861B56}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{F30C4716-1BE4-4A0F-9401-6212B5861B56}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{F30C4716-1BE4-4A0F-9401-6212B5861B56}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{F30C4716-1BE4-4A0F-9401-6212B5861B56}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{F30C4716-1BE4-4A0F-9401-6212B5861B56}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