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2A37F2-2B69-4ECD-B30F-75200E1F13D4}">
  <a:tblStyle styleId="{EE2A37F2-2B69-4ECD-B30F-75200E1F13D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{EE2A37F2-2B69-4ECD-B30F-75200E1F13D4}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{EE2A37F2-2B69-4ECD-B30F-75200E1F13D4}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{EE2A37F2-2B69-4ECD-B30F-75200E1F13D4}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{EE2A37F2-2B69-4ECD-B30F-75200E1F13D4}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{EE2A37F2-2B69-4ECD-B30F-75200E1F13D4}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