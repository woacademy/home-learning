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8A0649-92B9-4BF6-AB70-8730ED97C8E9}">
  <a:tblStyle styleId="{408A0649-92B9-4BF6-AB70-8730ED97C8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{408A0649-92B9-4BF6-AB70-8730ED97C8E9}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{408A0649-92B9-4BF6-AB70-8730ED97C8E9}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{408A0649-92B9-4BF6-AB70-8730ED97C8E9}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{408A0649-92B9-4BF6-AB70-8730ED97C8E9}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{408A0649-92B9-4BF6-AB70-8730ED97C8E9}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