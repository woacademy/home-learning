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9F9820-74AB-4FA0-8357-F2889127DE18}">
  <a:tblStyle styleId="{F89F9820-74AB-4FA0-8357-F2889127DE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{F89F9820-74AB-4FA0-8357-F2889127DE18}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{F89F9820-74AB-4FA0-8357-F2889127DE18}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{F89F9820-74AB-4FA0-8357-F2889127DE18}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{F89F9820-74AB-4FA0-8357-F2889127DE18}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{F89F9820-74AB-4FA0-8357-F2889127DE18}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