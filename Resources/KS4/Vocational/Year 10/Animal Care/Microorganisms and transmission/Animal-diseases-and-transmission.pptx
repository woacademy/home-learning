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349F40-5A15-41E5-9F1E-9F8E517D8A5F}">
  <a:tblStyle styleId="{AA349F40-5A15-41E5-9F1E-9F8E517D8A5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{AA349F40-5A15-41E5-9F1E-9F8E517D8A5F}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{AA349F40-5A15-41E5-9F1E-9F8E517D8A5F}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{AA349F40-5A15-41E5-9F1E-9F8E517D8A5F}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{AA349F40-5A15-41E5-9F1E-9F8E517D8A5F}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{AA349F40-5A15-41E5-9F1E-9F8E517D8A5F}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