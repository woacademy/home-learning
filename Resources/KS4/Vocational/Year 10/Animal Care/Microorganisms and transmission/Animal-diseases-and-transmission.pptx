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02D75E8-EC72-47FA-A844-D34A6A1AF718}">
  <a:tblStyle styleId="{002D75E8-EC72-47FA-A844-D34A6A1AF718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{002D75E8-EC72-47FA-A844-D34A6A1AF718}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{002D75E8-EC72-47FA-A844-D34A6A1AF718}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{002D75E8-EC72-47FA-A844-D34A6A1AF718}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{002D75E8-EC72-47FA-A844-D34A6A1AF718}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{002D75E8-EC72-47FA-A844-D34A6A1AF718}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