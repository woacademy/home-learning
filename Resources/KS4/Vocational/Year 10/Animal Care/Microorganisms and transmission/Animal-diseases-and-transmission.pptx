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ED5B5B-A028-4132-91B8-442FAD1EE932}">
  <a:tblStyle styleId="{ADED5B5B-A028-4132-91B8-442FAD1EE9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{ADED5B5B-A028-4132-91B8-442FAD1EE932}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{ADED5B5B-A028-4132-91B8-442FAD1EE932}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{ADED5B5B-A028-4132-91B8-442FAD1EE932}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{ADED5B5B-A028-4132-91B8-442FAD1EE932}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{ADED5B5B-A028-4132-91B8-442FAD1EE932}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