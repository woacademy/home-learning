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AFC2EB-AB0D-4774-9324-6F4CE654B84D}">
  <a:tblStyle styleId="{8CAFC2EB-AB0D-4774-9324-6F4CE654B8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{8CAFC2EB-AB0D-4774-9324-6F4CE654B84D}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{8CAFC2EB-AB0D-4774-9324-6F4CE654B84D}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{8CAFC2EB-AB0D-4774-9324-6F4CE654B84D}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{8CAFC2EB-AB0D-4774-9324-6F4CE654B84D}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{8CAFC2EB-AB0D-4774-9324-6F4CE654B84D}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