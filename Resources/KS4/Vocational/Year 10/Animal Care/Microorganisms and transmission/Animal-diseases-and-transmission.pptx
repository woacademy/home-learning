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3D81A9-ED39-4E4E-9097-EEA877CE0880}">
  <a:tblStyle styleId="{993D81A9-ED39-4E4E-9097-EEA877CE088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{993D81A9-ED39-4E4E-9097-EEA877CE0880}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{993D81A9-ED39-4E4E-9097-EEA877CE0880}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{993D81A9-ED39-4E4E-9097-EEA877CE0880}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{993D81A9-ED39-4E4E-9097-EEA877CE0880}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{993D81A9-ED39-4E4E-9097-EEA877CE0880}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