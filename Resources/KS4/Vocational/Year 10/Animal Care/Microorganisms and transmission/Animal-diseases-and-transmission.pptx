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0B86E0-8107-4ADC-9666-FB849F8D4A51}">
  <a:tblStyle styleId="{630B86E0-8107-4ADC-9666-FB849F8D4A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{630B86E0-8107-4ADC-9666-FB849F8D4A51}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{630B86E0-8107-4ADC-9666-FB849F8D4A51}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{630B86E0-8107-4ADC-9666-FB849F8D4A51}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{630B86E0-8107-4ADC-9666-FB849F8D4A51}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{630B86E0-8107-4ADC-9666-FB849F8D4A51}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