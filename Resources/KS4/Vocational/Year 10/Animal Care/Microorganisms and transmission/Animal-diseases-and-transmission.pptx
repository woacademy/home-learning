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CBFFC-B82D-4461-9E9D-88EE4C2DCDF9}">
  <a:tblStyle styleId="{F5FCBFFC-B82D-4461-9E9D-88EE4C2DCD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{F5FCBFFC-B82D-4461-9E9D-88EE4C2DCDF9}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{F5FCBFFC-B82D-4461-9E9D-88EE4C2DCDF9}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{F5FCBFFC-B82D-4461-9E9D-88EE4C2DCDF9}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{F5FCBFFC-B82D-4461-9E9D-88EE4C2DCDF9}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{F5FCBFFC-B82D-4461-9E9D-88EE4C2DCDF9}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