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80A01A-28D5-4B82-B977-8D7A6B1FDF84}">
  <a:tblStyle styleId="{7180A01A-28D5-4B82-B977-8D7A6B1FDF8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{7180A01A-28D5-4B82-B977-8D7A6B1FDF84}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{7180A01A-28D5-4B82-B977-8D7A6B1FDF84}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{7180A01A-28D5-4B82-B977-8D7A6B1FDF84}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{7180A01A-28D5-4B82-B977-8D7A6B1FDF84}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{7180A01A-28D5-4B82-B977-8D7A6B1FDF84}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