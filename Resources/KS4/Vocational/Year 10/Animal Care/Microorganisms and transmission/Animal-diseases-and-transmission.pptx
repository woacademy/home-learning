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898336F-BDFE-4F25-AA9F-4ABF71C23593}">
  <a:tblStyle styleId="{6898336F-BDFE-4F25-AA9F-4ABF71C2359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{6898336F-BDFE-4F25-AA9F-4ABF71C23593}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{6898336F-BDFE-4F25-AA9F-4ABF71C23593}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{6898336F-BDFE-4F25-AA9F-4ABF71C23593}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{6898336F-BDFE-4F25-AA9F-4ABF71C23593}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{6898336F-BDFE-4F25-AA9F-4ABF71C23593}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