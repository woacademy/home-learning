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CF139A-C828-4DC1-BECD-9FE64AB3EC14}">
  <a:tblStyle styleId="{17CF139A-C828-4DC1-BECD-9FE64AB3EC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{17CF139A-C828-4DC1-BECD-9FE64AB3EC14}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{17CF139A-C828-4DC1-BECD-9FE64AB3EC14}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{17CF139A-C828-4DC1-BECD-9FE64AB3EC14}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{17CF139A-C828-4DC1-BECD-9FE64AB3EC14}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{17CF139A-C828-4DC1-BECD-9FE64AB3EC14}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