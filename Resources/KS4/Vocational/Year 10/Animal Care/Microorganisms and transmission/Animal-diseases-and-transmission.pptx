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C2884B-981F-4F2D-A410-2FC11F05E948}">
  <a:tblStyle styleId="{1AC2884B-981F-4F2D-A410-2FC11F05E9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{1AC2884B-981F-4F2D-A410-2FC11F05E948}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{1AC2884B-981F-4F2D-A410-2FC11F05E948}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{1AC2884B-981F-4F2D-A410-2FC11F05E948}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{1AC2884B-981F-4F2D-A410-2FC11F05E948}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{1AC2884B-981F-4F2D-A410-2FC11F05E948}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