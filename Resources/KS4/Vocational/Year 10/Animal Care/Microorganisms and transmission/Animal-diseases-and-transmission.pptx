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8952F6-3BBA-4AC2-BF48-5E3B39A8E4E2}">
  <a:tblStyle styleId="{1F8952F6-3BBA-4AC2-BF48-5E3B39A8E4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{1F8952F6-3BBA-4AC2-BF48-5E3B39A8E4E2}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{1F8952F6-3BBA-4AC2-BF48-5E3B39A8E4E2}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{1F8952F6-3BBA-4AC2-BF48-5E3B39A8E4E2}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{1F8952F6-3BBA-4AC2-BF48-5E3B39A8E4E2}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{1F8952F6-3BBA-4AC2-BF48-5E3B39A8E4E2}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