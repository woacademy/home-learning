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567483-7065-43B0-A0FB-B6B364EAA651}">
  <a:tblStyle styleId="{F1567483-7065-43B0-A0FB-B6B364EAA65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{F1567483-7065-43B0-A0FB-B6B364EAA651}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{F1567483-7065-43B0-A0FB-B6B364EAA651}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{F1567483-7065-43B0-A0FB-B6B364EAA651}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{F1567483-7065-43B0-A0FB-B6B364EAA651}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{F1567483-7065-43B0-A0FB-B6B364EAA651}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