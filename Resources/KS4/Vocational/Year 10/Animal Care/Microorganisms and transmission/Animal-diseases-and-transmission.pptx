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39D6B0-05BE-423D-9643-3CD2AF2C79CB}">
  <a:tblStyle styleId="{1F39D6B0-05BE-423D-9643-3CD2AF2C79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{1F39D6B0-05BE-423D-9643-3CD2AF2C79CB}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{1F39D6B0-05BE-423D-9643-3CD2AF2C79CB}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{1F39D6B0-05BE-423D-9643-3CD2AF2C79CB}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{1F39D6B0-05BE-423D-9643-3CD2AF2C79CB}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{1F39D6B0-05BE-423D-9643-3CD2AF2C79CB}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