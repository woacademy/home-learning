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503E70-F3BA-41DA-9EE7-4764FBC7F06D}">
  <a:tblStyle styleId="{F5503E70-F3BA-41DA-9EE7-4764FBC7F06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{F5503E70-F3BA-41DA-9EE7-4764FBC7F06D}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{F5503E70-F3BA-41DA-9EE7-4764FBC7F06D}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{F5503E70-F3BA-41DA-9EE7-4764FBC7F06D}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{F5503E70-F3BA-41DA-9EE7-4764FBC7F06D}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{F5503E70-F3BA-41DA-9EE7-4764FBC7F06D}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