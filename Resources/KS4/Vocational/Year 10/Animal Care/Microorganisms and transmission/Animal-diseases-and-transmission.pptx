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AF0F72-EFC6-42B2-9487-9F83B3C99AE1}">
  <a:tblStyle styleId="{33AF0F72-EFC6-42B2-9487-9F83B3C99AE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{33AF0F72-EFC6-42B2-9487-9F83B3C99AE1}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{33AF0F72-EFC6-42B2-9487-9F83B3C99AE1}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{33AF0F72-EFC6-42B2-9487-9F83B3C99AE1}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{33AF0F72-EFC6-42B2-9487-9F83B3C99AE1}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{33AF0F72-EFC6-42B2-9487-9F83B3C99AE1}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