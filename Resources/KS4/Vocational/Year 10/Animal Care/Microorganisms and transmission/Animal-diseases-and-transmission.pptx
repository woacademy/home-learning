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D78F4B-FD26-40F5-B435-B01A819D837B}">
  <a:tblStyle styleId="{1BD78F4B-FD26-40F5-B435-B01A819D837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{1BD78F4B-FD26-40F5-B435-B01A819D837B}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{1BD78F4B-FD26-40F5-B435-B01A819D837B}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{1BD78F4B-FD26-40F5-B435-B01A819D837B}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{1BD78F4B-FD26-40F5-B435-B01A819D837B}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{1BD78F4B-FD26-40F5-B435-B01A819D837B}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