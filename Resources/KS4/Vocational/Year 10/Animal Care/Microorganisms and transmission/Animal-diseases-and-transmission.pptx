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F9D5A-14CB-41FD-A6B9-50D394500C97}">
  <a:tblStyle styleId="{85BF9D5A-14CB-41FD-A6B9-50D394500C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{85BF9D5A-14CB-41FD-A6B9-50D394500C97}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{85BF9D5A-14CB-41FD-A6B9-50D394500C97}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{85BF9D5A-14CB-41FD-A6B9-50D394500C97}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{85BF9D5A-14CB-41FD-A6B9-50D394500C97}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{85BF9D5A-14CB-41FD-A6B9-50D394500C97}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