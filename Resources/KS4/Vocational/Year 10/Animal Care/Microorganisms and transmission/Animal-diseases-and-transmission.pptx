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15ED5C-F0D9-410B-90B1-105E364CD79F}">
  <a:tblStyle styleId="{5E15ED5C-F0D9-410B-90B1-105E364CD79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{5E15ED5C-F0D9-410B-90B1-105E364CD79F}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{5E15ED5C-F0D9-410B-90B1-105E364CD79F}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{5E15ED5C-F0D9-410B-90B1-105E364CD79F}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{5E15ED5C-F0D9-410B-90B1-105E364CD79F}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{5E15ED5C-F0D9-410B-90B1-105E364CD79F}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