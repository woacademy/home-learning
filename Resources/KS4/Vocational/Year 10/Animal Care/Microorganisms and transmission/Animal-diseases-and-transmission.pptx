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2BBE69-187F-4915-89DD-55EB0EF9C250}">
  <a:tblStyle styleId="{D02BBE69-187F-4915-89DD-55EB0EF9C25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{D02BBE69-187F-4915-89DD-55EB0EF9C250}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{D02BBE69-187F-4915-89DD-55EB0EF9C250}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{D02BBE69-187F-4915-89DD-55EB0EF9C250}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{D02BBE69-187F-4915-89DD-55EB0EF9C250}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{D02BBE69-187F-4915-89DD-55EB0EF9C250}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