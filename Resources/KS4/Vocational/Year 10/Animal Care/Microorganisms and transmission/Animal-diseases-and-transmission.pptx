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76BA83-D489-4B12-914D-CA9341306734}">
  <a:tblStyle styleId="{0E76BA83-D489-4B12-914D-CA934130673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{0E76BA83-D489-4B12-914D-CA9341306734}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{0E76BA83-D489-4B12-914D-CA9341306734}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{0E76BA83-D489-4B12-914D-CA9341306734}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{0E76BA83-D489-4B12-914D-CA9341306734}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{0E76BA83-D489-4B12-914D-CA9341306734}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