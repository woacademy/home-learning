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47F262-C287-4822-AA89-65E2B6A8820B}">
  <a:tblStyle styleId="{C247F262-C287-4822-AA89-65E2B6A8820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{C247F262-C287-4822-AA89-65E2B6A8820B}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{C247F262-C287-4822-AA89-65E2B6A8820B}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{C247F262-C287-4822-AA89-65E2B6A8820B}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{C247F262-C287-4822-AA89-65E2B6A8820B}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{C247F262-C287-4822-AA89-65E2B6A8820B}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