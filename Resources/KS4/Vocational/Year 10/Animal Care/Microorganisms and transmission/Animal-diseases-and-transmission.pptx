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B67C11-BDF4-4F30-9A89-878649A99B8A}">
  <a:tblStyle styleId="{E0B67C11-BDF4-4F30-9A89-878649A99B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{E0B67C11-BDF4-4F30-9A89-878649A99B8A}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{E0B67C11-BDF4-4F30-9A89-878649A99B8A}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{E0B67C11-BDF4-4F30-9A89-878649A99B8A}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{E0B67C11-BDF4-4F30-9A89-878649A99B8A}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{E0B67C11-BDF4-4F30-9A89-878649A99B8A}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