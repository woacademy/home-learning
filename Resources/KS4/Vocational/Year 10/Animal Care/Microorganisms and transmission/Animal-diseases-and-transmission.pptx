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2507BC-433D-4708-A7FD-0AFFE677B7D5}">
  <a:tblStyle styleId="{D12507BC-433D-4708-A7FD-0AFFE677B7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{D12507BC-433D-4708-A7FD-0AFFE677B7D5}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{D12507BC-433D-4708-A7FD-0AFFE677B7D5}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{D12507BC-433D-4708-A7FD-0AFFE677B7D5}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{D12507BC-433D-4708-A7FD-0AFFE677B7D5}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{D12507BC-433D-4708-A7FD-0AFFE677B7D5}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