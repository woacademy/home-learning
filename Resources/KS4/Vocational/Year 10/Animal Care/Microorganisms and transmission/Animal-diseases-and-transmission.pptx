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FD5EC8-A883-49A6-8CEA-0EC5B6FAA893}">
  <a:tblStyle styleId="{E3FD5EC8-A883-49A6-8CEA-0EC5B6FAA89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{E3FD5EC8-A883-49A6-8CEA-0EC5B6FAA893}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{E3FD5EC8-A883-49A6-8CEA-0EC5B6FAA893}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{E3FD5EC8-A883-49A6-8CEA-0EC5B6FAA893}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{E3FD5EC8-A883-49A6-8CEA-0EC5B6FAA893}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{E3FD5EC8-A883-49A6-8CEA-0EC5B6FAA893}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