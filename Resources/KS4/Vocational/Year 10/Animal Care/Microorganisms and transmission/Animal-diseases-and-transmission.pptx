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39CD380-F0D7-46B5-AB0D-9B4286ED203E}">
  <a:tblStyle styleId="{E39CD380-F0D7-46B5-AB0D-9B4286ED203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{E39CD380-F0D7-46B5-AB0D-9B4286ED203E}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{E39CD380-F0D7-46B5-AB0D-9B4286ED203E}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{E39CD380-F0D7-46B5-AB0D-9B4286ED203E}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{E39CD380-F0D7-46B5-AB0D-9B4286ED203E}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{E39CD380-F0D7-46B5-AB0D-9B4286ED203E}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