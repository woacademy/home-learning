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04ABE0-417C-45E0-84CF-DF5856433253}">
  <a:tblStyle styleId="{6C04ABE0-417C-45E0-84CF-DF585643325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{6C04ABE0-417C-45E0-84CF-DF5856433253}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{6C04ABE0-417C-45E0-84CF-DF5856433253}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{6C04ABE0-417C-45E0-84CF-DF5856433253}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{6C04ABE0-417C-45E0-84CF-DF5856433253}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{6C04ABE0-417C-45E0-84CF-DF5856433253}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