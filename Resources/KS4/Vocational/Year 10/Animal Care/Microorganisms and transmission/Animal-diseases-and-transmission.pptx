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456B83-AD2F-4963-86B9-3D439A2DA688}">
  <a:tblStyle styleId="{DE456B83-AD2F-4963-86B9-3D439A2DA68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{DE456B83-AD2F-4963-86B9-3D439A2DA688}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{DE456B83-AD2F-4963-86B9-3D439A2DA688}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{DE456B83-AD2F-4963-86B9-3D439A2DA688}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{DE456B83-AD2F-4963-86B9-3D439A2DA688}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{DE456B83-AD2F-4963-86B9-3D439A2DA688}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