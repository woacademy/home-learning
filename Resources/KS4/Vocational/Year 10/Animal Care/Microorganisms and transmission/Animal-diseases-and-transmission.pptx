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23AC13-E3E2-42BC-B3BF-23E262EAB542}">
  <a:tblStyle styleId="{3523AC13-E3E2-42BC-B3BF-23E262EAB5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{3523AC13-E3E2-42BC-B3BF-23E262EAB542}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{3523AC13-E3E2-42BC-B3BF-23E262EAB542}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{3523AC13-E3E2-42BC-B3BF-23E262EAB542}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{3523AC13-E3E2-42BC-B3BF-23E262EAB542}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{3523AC13-E3E2-42BC-B3BF-23E262EAB542}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