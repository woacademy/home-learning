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5223FA-CF50-4C42-BFE8-2499B2BC7870}">
  <a:tblStyle styleId="{B65223FA-CF50-4C42-BFE8-2499B2BC78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{B65223FA-CF50-4C42-BFE8-2499B2BC7870}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{B65223FA-CF50-4C42-BFE8-2499B2BC7870}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{B65223FA-CF50-4C42-BFE8-2499B2BC7870}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{B65223FA-CF50-4C42-BFE8-2499B2BC7870}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{B65223FA-CF50-4C42-BFE8-2499B2BC7870}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