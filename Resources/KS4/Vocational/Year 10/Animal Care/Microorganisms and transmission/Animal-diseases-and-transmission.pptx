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1023E-55E5-4B9F-AA49-3CE5B027E4DB}">
  <a:tblStyle styleId="{EEC1023E-55E5-4B9F-AA49-3CE5B027E4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{EEC1023E-55E5-4B9F-AA49-3CE5B027E4DB}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{EEC1023E-55E5-4B9F-AA49-3CE5B027E4DB}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{EEC1023E-55E5-4B9F-AA49-3CE5B027E4DB}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{EEC1023E-55E5-4B9F-AA49-3CE5B027E4DB}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{EEC1023E-55E5-4B9F-AA49-3CE5B027E4DB}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