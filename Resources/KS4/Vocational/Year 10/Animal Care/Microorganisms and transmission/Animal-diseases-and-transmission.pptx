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B41F191-D286-4B83-BF35-78884D14B600}">
  <a:tblStyle styleId="{9B41F191-D286-4B83-BF35-78884D14B600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{9B41F191-D286-4B83-BF35-78884D14B600}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{9B41F191-D286-4B83-BF35-78884D14B600}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{9B41F191-D286-4B83-BF35-78884D14B600}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{9B41F191-D286-4B83-BF35-78884D14B600}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{9B41F191-D286-4B83-BF35-78884D14B600}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