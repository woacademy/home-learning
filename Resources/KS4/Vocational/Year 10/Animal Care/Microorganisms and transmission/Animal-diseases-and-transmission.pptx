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17E64-FC9A-440C-8BAA-878A83A5D7A0}">
  <a:tblStyle styleId="{BA717E64-FC9A-440C-8BAA-878A83A5D7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{BA717E64-FC9A-440C-8BAA-878A83A5D7A0}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{BA717E64-FC9A-440C-8BAA-878A83A5D7A0}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{BA717E64-FC9A-440C-8BAA-878A83A5D7A0}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{BA717E64-FC9A-440C-8BAA-878A83A5D7A0}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{BA717E64-FC9A-440C-8BAA-878A83A5D7A0}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