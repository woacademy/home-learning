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22F395-1224-4C4E-A31C-BE42215BA47D}">
  <a:tblStyle styleId="{CF22F395-1224-4C4E-A31C-BE42215BA4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{CF22F395-1224-4C4E-A31C-BE42215BA47D}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{CF22F395-1224-4C4E-A31C-BE42215BA47D}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{CF22F395-1224-4C4E-A31C-BE42215BA47D}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{CF22F395-1224-4C4E-A31C-BE42215BA47D}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{CF22F395-1224-4C4E-A31C-BE42215BA47D}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