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98C9B1-CAC9-4BAE-A27B-E1AF78E25853}">
  <a:tblStyle styleId="{4E98C9B1-CAC9-4BAE-A27B-E1AF78E2585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{4E98C9B1-CAC9-4BAE-A27B-E1AF78E25853}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{4E98C9B1-CAC9-4BAE-A27B-E1AF78E25853}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{4E98C9B1-CAC9-4BAE-A27B-E1AF78E25853}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{4E98C9B1-CAC9-4BAE-A27B-E1AF78E25853}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{4E98C9B1-CAC9-4BAE-A27B-E1AF78E25853}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