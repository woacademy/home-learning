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9DAE97-0105-4E43-AF8F-BDF67F470FAE}">
  <a:tblStyle styleId="{1A9DAE97-0105-4E43-AF8F-BDF67F470FA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{1A9DAE97-0105-4E43-AF8F-BDF67F470FAE}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{1A9DAE97-0105-4E43-AF8F-BDF67F470FAE}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{1A9DAE97-0105-4E43-AF8F-BDF67F470FAE}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{1A9DAE97-0105-4E43-AF8F-BDF67F470FAE}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{1A9DAE97-0105-4E43-AF8F-BDF67F470FAE}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