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00990B-5DDC-455A-9C4E-6E11EE5BB833}">
  <a:tblStyle styleId="{7600990B-5DDC-455A-9C4E-6E11EE5BB8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{7600990B-5DDC-455A-9C4E-6E11EE5BB833}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{7600990B-5DDC-455A-9C4E-6E11EE5BB833}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{7600990B-5DDC-455A-9C4E-6E11EE5BB833}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{7600990B-5DDC-455A-9C4E-6E11EE5BB833}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{7600990B-5DDC-455A-9C4E-6E11EE5BB833}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