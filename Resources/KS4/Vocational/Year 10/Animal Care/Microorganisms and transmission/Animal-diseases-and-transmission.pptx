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89BD64-061B-4E54-86D0-F42E4D1E232B}">
  <a:tblStyle styleId="{1989BD64-061B-4E54-86D0-F42E4D1E23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{1989BD64-061B-4E54-86D0-F42E4D1E232B}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{1989BD64-061B-4E54-86D0-F42E4D1E232B}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{1989BD64-061B-4E54-86D0-F42E4D1E232B}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{1989BD64-061B-4E54-86D0-F42E4D1E232B}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{1989BD64-061B-4E54-86D0-F42E4D1E232B}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