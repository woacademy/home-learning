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BCBDF4-91EC-413A-9C09-930B15F77D09}">
  <a:tblStyle styleId="{7ABCBDF4-91EC-413A-9C09-930B15F77D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{7ABCBDF4-91EC-413A-9C09-930B15F77D09}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{7ABCBDF4-91EC-413A-9C09-930B15F77D09}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{7ABCBDF4-91EC-413A-9C09-930B15F77D09}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{7ABCBDF4-91EC-413A-9C09-930B15F77D09}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{7ABCBDF4-91EC-413A-9C09-930B15F77D09}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