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1DFC27-ECE6-42FB-9C9E-76CDCFF51D1D}">
  <a:tblStyle styleId="{581DFC27-ECE6-42FB-9C9E-76CDCFF51D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{581DFC27-ECE6-42FB-9C9E-76CDCFF51D1D}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{581DFC27-ECE6-42FB-9C9E-76CDCFF51D1D}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{581DFC27-ECE6-42FB-9C9E-76CDCFF51D1D}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{581DFC27-ECE6-42FB-9C9E-76CDCFF51D1D}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{581DFC27-ECE6-42FB-9C9E-76CDCFF51D1D}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