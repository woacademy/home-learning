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C46E36-3E3E-4B04-AA6D-383994B835F5}">
  <a:tblStyle styleId="{5BC46E36-3E3E-4B04-AA6D-383994B835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{5BC46E36-3E3E-4B04-AA6D-383994B835F5}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{5BC46E36-3E3E-4B04-AA6D-383994B835F5}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{5BC46E36-3E3E-4B04-AA6D-383994B835F5}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{5BC46E36-3E3E-4B04-AA6D-383994B835F5}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{5BC46E36-3E3E-4B04-AA6D-383994B835F5}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