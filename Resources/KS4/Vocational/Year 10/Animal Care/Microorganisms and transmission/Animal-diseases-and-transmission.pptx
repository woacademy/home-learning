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A8F01C-48A8-447B-BBF1-145608833B5B}">
  <a:tblStyle styleId="{47A8F01C-48A8-447B-BBF1-145608833B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{47A8F01C-48A8-447B-BBF1-145608833B5B}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{47A8F01C-48A8-447B-BBF1-145608833B5B}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{47A8F01C-48A8-447B-BBF1-145608833B5B}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{47A8F01C-48A8-447B-BBF1-145608833B5B}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{47A8F01C-48A8-447B-BBF1-145608833B5B}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