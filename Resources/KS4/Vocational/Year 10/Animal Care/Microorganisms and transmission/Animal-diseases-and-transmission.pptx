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92315-78C6-47EE-AF52-9BF2BE6D9DCE}">
  <a:tblStyle styleId="{2C092315-78C6-47EE-AF52-9BF2BE6D9D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{2C092315-78C6-47EE-AF52-9BF2BE6D9DCE}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{2C092315-78C6-47EE-AF52-9BF2BE6D9DCE}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{2C092315-78C6-47EE-AF52-9BF2BE6D9DCE}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{2C092315-78C6-47EE-AF52-9BF2BE6D9DCE}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{2C092315-78C6-47EE-AF52-9BF2BE6D9DCE}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