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C3CC65-BAB2-424A-A20C-508ECE12BA44}">
  <a:tblStyle styleId="{15C3CC65-BAB2-424A-A20C-508ECE12BA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{15C3CC65-BAB2-424A-A20C-508ECE12BA44}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{15C3CC65-BAB2-424A-A20C-508ECE12BA44}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{15C3CC65-BAB2-424A-A20C-508ECE12BA44}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{15C3CC65-BAB2-424A-A20C-508ECE12BA44}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{15C3CC65-BAB2-424A-A20C-508ECE12BA44}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