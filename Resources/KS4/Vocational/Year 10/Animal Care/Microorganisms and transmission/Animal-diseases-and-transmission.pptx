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13FB4E-22A0-434E-8F96-B72B89152DDD}">
  <a:tblStyle styleId="{3A13FB4E-22A0-434E-8F96-B72B89152DD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{3A13FB4E-22A0-434E-8F96-B72B89152DDD}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{3A13FB4E-22A0-434E-8F96-B72B89152DDD}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{3A13FB4E-22A0-434E-8F96-B72B89152DDD}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{3A13FB4E-22A0-434E-8F96-B72B89152DDD}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{3A13FB4E-22A0-434E-8F96-B72B89152DDD}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