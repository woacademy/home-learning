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D80773-90CB-44E6-97F1-D7BA812FB2FE}">
  <a:tblStyle styleId="{AED80773-90CB-44E6-97F1-D7BA812FB2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{AED80773-90CB-44E6-97F1-D7BA812FB2FE}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{AED80773-90CB-44E6-97F1-D7BA812FB2FE}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{AED80773-90CB-44E6-97F1-D7BA812FB2FE}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{AED80773-90CB-44E6-97F1-D7BA812FB2FE}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{AED80773-90CB-44E6-97F1-D7BA812FB2FE}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