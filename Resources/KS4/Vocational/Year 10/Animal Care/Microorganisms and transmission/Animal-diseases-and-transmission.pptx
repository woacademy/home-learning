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B8A581D-D5AB-42A7-8A1B-EA9C4554ED87}">
  <a:tblStyle styleId="{5B8A581D-D5AB-42A7-8A1B-EA9C4554ED8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{5B8A581D-D5AB-42A7-8A1B-EA9C4554ED87}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{5B8A581D-D5AB-42A7-8A1B-EA9C4554ED87}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{5B8A581D-D5AB-42A7-8A1B-EA9C4554ED87}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{5B8A581D-D5AB-42A7-8A1B-EA9C4554ED87}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{5B8A581D-D5AB-42A7-8A1B-EA9C4554ED87}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