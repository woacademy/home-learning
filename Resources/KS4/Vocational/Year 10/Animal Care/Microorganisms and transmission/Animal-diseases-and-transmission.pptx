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281A7E-A5AD-4A85-BDE5-0AEE34B81F2C}">
  <a:tblStyle styleId="{D4281A7E-A5AD-4A85-BDE5-0AEE34B81F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{D4281A7E-A5AD-4A85-BDE5-0AEE34B81F2C}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{D4281A7E-A5AD-4A85-BDE5-0AEE34B81F2C}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{D4281A7E-A5AD-4A85-BDE5-0AEE34B81F2C}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{D4281A7E-A5AD-4A85-BDE5-0AEE34B81F2C}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{D4281A7E-A5AD-4A85-BDE5-0AEE34B81F2C}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