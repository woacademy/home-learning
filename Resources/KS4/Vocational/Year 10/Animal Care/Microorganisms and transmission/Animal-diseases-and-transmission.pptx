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EE639-8C2A-492C-BC28-6F19690D1A9E}">
  <a:tblStyle styleId="{1F2EE639-8C2A-492C-BC28-6F19690D1A9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{1F2EE639-8C2A-492C-BC28-6F19690D1A9E}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{1F2EE639-8C2A-492C-BC28-6F19690D1A9E}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{1F2EE639-8C2A-492C-BC28-6F19690D1A9E}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{1F2EE639-8C2A-492C-BC28-6F19690D1A9E}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{1F2EE639-8C2A-492C-BC28-6F19690D1A9E}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