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5F307A-5B05-401A-A322-D3F34A226022}">
  <a:tblStyle styleId="{495F307A-5B05-401A-A322-D3F34A22602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{495F307A-5B05-401A-A322-D3F34A226022}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{495F307A-5B05-401A-A322-D3F34A226022}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{495F307A-5B05-401A-A322-D3F34A226022}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{495F307A-5B05-401A-A322-D3F34A226022}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{495F307A-5B05-401A-A322-D3F34A226022}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