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DD0DDF-AAA8-4ECF-B76C-A4DA3DF9C66F}">
  <a:tblStyle styleId="{F4DD0DDF-AAA8-4ECF-B76C-A4DA3DF9C6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{F4DD0DDF-AAA8-4ECF-B76C-A4DA3DF9C66F}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{F4DD0DDF-AAA8-4ECF-B76C-A4DA3DF9C66F}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{F4DD0DDF-AAA8-4ECF-B76C-A4DA3DF9C66F}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{F4DD0DDF-AAA8-4ECF-B76C-A4DA3DF9C66F}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{F4DD0DDF-AAA8-4ECF-B76C-A4DA3DF9C66F}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