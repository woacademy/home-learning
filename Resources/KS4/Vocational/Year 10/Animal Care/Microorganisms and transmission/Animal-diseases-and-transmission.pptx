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A0FEEC-4858-4883-B03F-8495C7DD1FE8}">
  <a:tblStyle styleId="{4DA0FEEC-4858-4883-B03F-8495C7DD1F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{4DA0FEEC-4858-4883-B03F-8495C7DD1FE8}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{4DA0FEEC-4858-4883-B03F-8495C7DD1FE8}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{4DA0FEEC-4858-4883-B03F-8495C7DD1FE8}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{4DA0FEEC-4858-4883-B03F-8495C7DD1FE8}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{4DA0FEEC-4858-4883-B03F-8495C7DD1FE8}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