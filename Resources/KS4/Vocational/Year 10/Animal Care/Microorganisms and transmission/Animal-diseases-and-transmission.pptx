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5CABC1F-F202-4E61-B605-CE37927327DE}">
  <a:tblStyle styleId="{35CABC1F-F202-4E61-B605-CE37927327D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{35CABC1F-F202-4E61-B605-CE37927327DE}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{35CABC1F-F202-4E61-B605-CE37927327DE}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{35CABC1F-F202-4E61-B605-CE37927327DE}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{35CABC1F-F202-4E61-B605-CE37927327DE}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{35CABC1F-F202-4E61-B605-CE37927327DE}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