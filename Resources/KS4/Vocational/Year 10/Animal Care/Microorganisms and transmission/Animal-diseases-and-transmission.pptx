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35B3FBA-FA30-4DDD-867E-AE89CC949CB0}">
  <a:tblStyle styleId="{F35B3FBA-FA30-4DDD-867E-AE89CC949CB0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6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3.png"/><Relationship Id="rId4" Type="http://schemas.openxmlformats.org/officeDocument/2006/relationships/image" Target="../media/image1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{F35B3FBA-FA30-4DDD-867E-AE89CC949CB0}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{F35B3FBA-FA30-4DDD-867E-AE89CC949CB0}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{F35B3FBA-FA30-4DDD-867E-AE89CC949CB0}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{F35B3FBA-FA30-4DDD-867E-AE89CC949CB0}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{F35B3FBA-FA30-4DDD-867E-AE89CC949CB0}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