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86E28B-8D7E-4D6F-8EDA-045F8318642F}">
  <a:tblStyle styleId="{2C86E28B-8D7E-4D6F-8EDA-045F8318642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{2C86E28B-8D7E-4D6F-8EDA-045F8318642F}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{2C86E28B-8D7E-4D6F-8EDA-045F8318642F}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{2C86E28B-8D7E-4D6F-8EDA-045F8318642F}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{2C86E28B-8D7E-4D6F-8EDA-045F8318642F}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{2C86E28B-8D7E-4D6F-8EDA-045F8318642F}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