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38759F-92AA-45D9-9E26-404992657E65}">
  <a:tblStyle styleId="{DF38759F-92AA-45D9-9E26-404992657E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{DF38759F-92AA-45D9-9E26-404992657E65}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{DF38759F-92AA-45D9-9E26-404992657E65}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{DF38759F-92AA-45D9-9E26-404992657E65}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{DF38759F-92AA-45D9-9E26-404992657E65}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{DF38759F-92AA-45D9-9E26-404992657E65}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