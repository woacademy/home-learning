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20B5E63-5449-4B86-A55C-8F34E40CEC64}">
  <a:tblStyle styleId="{320B5E63-5449-4B86-A55C-8F34E40CEC6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{320B5E63-5449-4B86-A55C-8F34E40CEC64}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{320B5E63-5449-4B86-A55C-8F34E40CEC64}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{320B5E63-5449-4B86-A55C-8F34E40CEC64}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{320B5E63-5449-4B86-A55C-8F34E40CEC64}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{320B5E63-5449-4B86-A55C-8F34E40CEC64}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