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DBAC7C-BB62-4F3B-B0EA-FC03E63A25A9}">
  <a:tblStyle styleId="{1EDBAC7C-BB62-4F3B-B0EA-FC03E63A25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{1EDBAC7C-BB62-4F3B-B0EA-FC03E63A25A9}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{1EDBAC7C-BB62-4F3B-B0EA-FC03E63A25A9}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{1EDBAC7C-BB62-4F3B-B0EA-FC03E63A25A9}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{1EDBAC7C-BB62-4F3B-B0EA-FC03E63A25A9}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{1EDBAC7C-BB62-4F3B-B0EA-FC03E63A25A9}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