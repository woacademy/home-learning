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875C70-6829-4058-A81F-27C6DE5F3355}">
  <a:tblStyle styleId="{8F875C70-6829-4058-A81F-27C6DE5F335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{8F875C70-6829-4058-A81F-27C6DE5F3355}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{8F875C70-6829-4058-A81F-27C6DE5F3355}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{8F875C70-6829-4058-A81F-27C6DE5F3355}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{8F875C70-6829-4058-A81F-27C6DE5F3355}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{8F875C70-6829-4058-A81F-27C6DE5F3355}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