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32C0F3-DE47-48DE-8B73-B4A5E002EF3F}">
  <a:tblStyle styleId="{7032C0F3-DE47-48DE-8B73-B4A5E002EF3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{7032C0F3-DE47-48DE-8B73-B4A5E002EF3F}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{7032C0F3-DE47-48DE-8B73-B4A5E002EF3F}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{7032C0F3-DE47-48DE-8B73-B4A5E002EF3F}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{7032C0F3-DE47-48DE-8B73-B4A5E002EF3F}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{7032C0F3-DE47-48DE-8B73-B4A5E002EF3F}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