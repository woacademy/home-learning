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C008B2-ADF0-4F0A-982F-9111A59FBF3F}">
  <a:tblStyle styleId="{F0C008B2-ADF0-4F0A-982F-9111A59FBF3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{F0C008B2-ADF0-4F0A-982F-9111A59FBF3F}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{F0C008B2-ADF0-4F0A-982F-9111A59FBF3F}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{F0C008B2-ADF0-4F0A-982F-9111A59FBF3F}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{F0C008B2-ADF0-4F0A-982F-9111A59FBF3F}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{F0C008B2-ADF0-4F0A-982F-9111A59FBF3F}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