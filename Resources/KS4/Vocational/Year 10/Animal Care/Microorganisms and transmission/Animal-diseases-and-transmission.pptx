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7A32A6-C4D4-49F7-824E-CF7E0E3E94B3}">
  <a:tblStyle styleId="{717A32A6-C4D4-49F7-824E-CF7E0E3E94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{717A32A6-C4D4-49F7-824E-CF7E0E3E94B3}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{717A32A6-C4D4-49F7-824E-CF7E0E3E94B3}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{717A32A6-C4D4-49F7-824E-CF7E0E3E94B3}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{717A32A6-C4D4-49F7-824E-CF7E0E3E94B3}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{717A32A6-C4D4-49F7-824E-CF7E0E3E94B3}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