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2D9C7-56A1-4BDE-859D-39A011AF6C07}">
  <a:tblStyle styleId="{EA42D9C7-56A1-4BDE-859D-39A011AF6C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{EA42D9C7-56A1-4BDE-859D-39A011AF6C07}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{EA42D9C7-56A1-4BDE-859D-39A011AF6C07}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{EA42D9C7-56A1-4BDE-859D-39A011AF6C07}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{EA42D9C7-56A1-4BDE-859D-39A011AF6C07}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{EA42D9C7-56A1-4BDE-859D-39A011AF6C07}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