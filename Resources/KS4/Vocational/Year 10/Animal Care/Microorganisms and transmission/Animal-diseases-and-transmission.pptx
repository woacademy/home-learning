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C372AE-3CBE-43B5-AB19-07E1C10A7C03}">
  <a:tblStyle styleId="{17C372AE-3CBE-43B5-AB19-07E1C10A7C0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{17C372AE-3CBE-43B5-AB19-07E1C10A7C03}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{17C372AE-3CBE-43B5-AB19-07E1C10A7C03}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{17C372AE-3CBE-43B5-AB19-07E1C10A7C03}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{17C372AE-3CBE-43B5-AB19-07E1C10A7C03}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{17C372AE-3CBE-43B5-AB19-07E1C10A7C03}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