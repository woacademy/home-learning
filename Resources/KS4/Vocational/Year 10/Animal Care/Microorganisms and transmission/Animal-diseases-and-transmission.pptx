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9ACBA9B-BAB1-4B30-98A6-9474F2BEEC59}">
  <a:tblStyle styleId="{79ACBA9B-BAB1-4B30-98A6-9474F2BEEC5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{79ACBA9B-BAB1-4B30-98A6-9474F2BEEC59}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{79ACBA9B-BAB1-4B30-98A6-9474F2BEEC59}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{79ACBA9B-BAB1-4B30-98A6-9474F2BEEC59}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{79ACBA9B-BAB1-4B30-98A6-9474F2BEEC59}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{79ACBA9B-BAB1-4B30-98A6-9474F2BEEC59}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