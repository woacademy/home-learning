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3F48F5F-82C0-4223-8212-27F0829A4FCB}">
  <a:tblStyle styleId="{A3F48F5F-82C0-4223-8212-27F0829A4FC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{A3F48F5F-82C0-4223-8212-27F0829A4FCB}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{A3F48F5F-82C0-4223-8212-27F0829A4FCB}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{A3F48F5F-82C0-4223-8212-27F0829A4FCB}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{A3F48F5F-82C0-4223-8212-27F0829A4FCB}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{A3F48F5F-82C0-4223-8212-27F0829A4FCB}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