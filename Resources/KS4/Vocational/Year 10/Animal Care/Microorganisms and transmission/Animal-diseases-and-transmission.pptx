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24A91D-AA94-492D-A2DD-3039F981A0EF}">
  <a:tblStyle styleId="{E824A91D-AA94-492D-A2DD-3039F981A0E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{E824A91D-AA94-492D-A2DD-3039F981A0EF}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{E824A91D-AA94-492D-A2DD-3039F981A0EF}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{E824A91D-AA94-492D-A2DD-3039F981A0EF}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{E824A91D-AA94-492D-A2DD-3039F981A0EF}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{E824A91D-AA94-492D-A2DD-3039F981A0EF}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