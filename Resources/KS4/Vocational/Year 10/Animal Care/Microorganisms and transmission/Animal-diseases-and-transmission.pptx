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A38C5-3D8C-4571-ADA0-8D60AF509E4C}">
  <a:tblStyle styleId="{B37A38C5-3D8C-4571-ADA0-8D60AF509E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{B37A38C5-3D8C-4571-ADA0-8D60AF509E4C}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{B37A38C5-3D8C-4571-ADA0-8D60AF509E4C}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{B37A38C5-3D8C-4571-ADA0-8D60AF509E4C}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{B37A38C5-3D8C-4571-ADA0-8D60AF509E4C}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{B37A38C5-3D8C-4571-ADA0-8D60AF509E4C}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