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263337-ED77-4FC7-9DC4-7325A0D52200}">
  <a:tblStyle styleId="{D4263337-ED77-4FC7-9DC4-7325A0D5220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{D4263337-ED77-4FC7-9DC4-7325A0D52200}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{D4263337-ED77-4FC7-9DC4-7325A0D52200}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{D4263337-ED77-4FC7-9DC4-7325A0D52200}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{D4263337-ED77-4FC7-9DC4-7325A0D52200}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{D4263337-ED77-4FC7-9DC4-7325A0D52200}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