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FDE3B-044B-4B04-A2F6-CCA25CB88BC7}">
  <a:tblStyle styleId="{737FDE3B-044B-4B04-A2F6-CCA25CB88B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{737FDE3B-044B-4B04-A2F6-CCA25CB88BC7}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{737FDE3B-044B-4B04-A2F6-CCA25CB88BC7}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{737FDE3B-044B-4B04-A2F6-CCA25CB88BC7}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{737FDE3B-044B-4B04-A2F6-CCA25CB88BC7}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{737FDE3B-044B-4B04-A2F6-CCA25CB88BC7}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