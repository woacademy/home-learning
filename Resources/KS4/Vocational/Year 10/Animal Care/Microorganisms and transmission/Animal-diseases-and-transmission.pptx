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79F00C1-F6CB-4B18-A00D-EA0E94123482}">
  <a:tblStyle styleId="{A79F00C1-F6CB-4B18-A00D-EA0E9412348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{A79F00C1-F6CB-4B18-A00D-EA0E94123482}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{A79F00C1-F6CB-4B18-A00D-EA0E94123482}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{A79F00C1-F6CB-4B18-A00D-EA0E94123482}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{A79F00C1-F6CB-4B18-A00D-EA0E94123482}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{A79F00C1-F6CB-4B18-A00D-EA0E94123482}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