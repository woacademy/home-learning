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396F15-E668-485F-A54B-0FDBCB38588E}">
  <a:tblStyle styleId="{38396F15-E668-485F-A54B-0FDBCB3858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{38396F15-E668-485F-A54B-0FDBCB38588E}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{38396F15-E668-485F-A54B-0FDBCB38588E}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{38396F15-E668-485F-A54B-0FDBCB38588E}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{38396F15-E668-485F-A54B-0FDBCB38588E}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{38396F15-E668-485F-A54B-0FDBCB38588E}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