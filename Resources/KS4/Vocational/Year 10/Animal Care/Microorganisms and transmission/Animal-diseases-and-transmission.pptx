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94EF20-B69D-4606-B3F3-A842A3EED397}">
  <a:tblStyle styleId="{0A94EF20-B69D-4606-B3F3-A842A3EED3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{0A94EF20-B69D-4606-B3F3-A842A3EED397}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{0A94EF20-B69D-4606-B3F3-A842A3EED397}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{0A94EF20-B69D-4606-B3F3-A842A3EED397}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{0A94EF20-B69D-4606-B3F3-A842A3EED397}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{0A94EF20-B69D-4606-B3F3-A842A3EED397}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