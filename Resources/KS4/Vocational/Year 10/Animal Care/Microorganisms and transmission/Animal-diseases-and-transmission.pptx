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6A9984-9101-4055-9A24-45099DE52EE5}">
  <a:tblStyle styleId="{366A9984-9101-4055-9A24-45099DE52E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{366A9984-9101-4055-9A24-45099DE52EE5}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{366A9984-9101-4055-9A24-45099DE52EE5}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{366A9984-9101-4055-9A24-45099DE52EE5}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{366A9984-9101-4055-9A24-45099DE52EE5}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{366A9984-9101-4055-9A24-45099DE52EE5}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