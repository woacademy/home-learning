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862A78-789B-49A0-B885-EC52F30EB5EF}">
  <a:tblStyle styleId="{F0862A78-789B-49A0-B885-EC52F30EB5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{F0862A78-789B-49A0-B885-EC52F30EB5EF}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{F0862A78-789B-49A0-B885-EC52F30EB5EF}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{F0862A78-789B-49A0-B885-EC52F30EB5EF}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{F0862A78-789B-49A0-B885-EC52F30EB5EF}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{F0862A78-789B-49A0-B885-EC52F30EB5EF}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