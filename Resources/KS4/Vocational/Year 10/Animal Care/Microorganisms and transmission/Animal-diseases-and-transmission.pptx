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F233FE-EC4F-4F03-A358-28FF32195728}">
  <a:tblStyle styleId="{A1F233FE-EC4F-4F03-A358-28FF3219572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{A1F233FE-EC4F-4F03-A358-28FF32195728}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{A1F233FE-EC4F-4F03-A358-28FF32195728}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{A1F233FE-EC4F-4F03-A358-28FF32195728}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{A1F233FE-EC4F-4F03-A358-28FF32195728}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{A1F233FE-EC4F-4F03-A358-28FF32195728}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