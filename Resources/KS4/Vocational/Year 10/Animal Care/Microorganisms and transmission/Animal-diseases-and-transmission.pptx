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AD7C3-F246-436D-AF24-3EB1928BAD0E}">
  <a:tblStyle styleId="{342AD7C3-F246-436D-AF24-3EB1928BAD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{342AD7C3-F246-436D-AF24-3EB1928BAD0E}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{342AD7C3-F246-436D-AF24-3EB1928BAD0E}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{342AD7C3-F246-436D-AF24-3EB1928BAD0E}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{342AD7C3-F246-436D-AF24-3EB1928BAD0E}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{342AD7C3-F246-436D-AF24-3EB1928BAD0E}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