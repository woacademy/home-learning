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42B7E1-2B0A-4AB1-AF50-B0EE80084743}">
  <a:tblStyle styleId="{B942B7E1-2B0A-4AB1-AF50-B0EE800847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{B942B7E1-2B0A-4AB1-AF50-B0EE80084743}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{B942B7E1-2B0A-4AB1-AF50-B0EE80084743}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{B942B7E1-2B0A-4AB1-AF50-B0EE80084743}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{B942B7E1-2B0A-4AB1-AF50-B0EE80084743}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{B942B7E1-2B0A-4AB1-AF50-B0EE80084743}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