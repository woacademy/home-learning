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9685D2-3D79-442E-83E6-4EC32B9F40FA}">
  <a:tblStyle styleId="{3D9685D2-3D79-442E-83E6-4EC32B9F40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{3D9685D2-3D79-442E-83E6-4EC32B9F40FA}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{3D9685D2-3D79-442E-83E6-4EC32B9F40FA}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{3D9685D2-3D79-442E-83E6-4EC32B9F40FA}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{3D9685D2-3D79-442E-83E6-4EC32B9F40FA}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{3D9685D2-3D79-442E-83E6-4EC32B9F40FA}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