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FD3092-2E11-41C9-982B-25EFE9471D3A}">
  <a:tblStyle styleId="{EBFD3092-2E11-41C9-982B-25EFE9471D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{EBFD3092-2E11-41C9-982B-25EFE9471D3A}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{EBFD3092-2E11-41C9-982B-25EFE9471D3A}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{EBFD3092-2E11-41C9-982B-25EFE9471D3A}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{EBFD3092-2E11-41C9-982B-25EFE9471D3A}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{EBFD3092-2E11-41C9-982B-25EFE9471D3A}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