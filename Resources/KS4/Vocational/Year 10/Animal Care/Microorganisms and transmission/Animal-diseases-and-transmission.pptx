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86929-1205-4491-8139-60028488927B}">
  <a:tblStyle styleId="{06586929-1205-4491-8139-6002848892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{06586929-1205-4491-8139-60028488927B}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{06586929-1205-4491-8139-60028488927B}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{06586929-1205-4491-8139-60028488927B}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{06586929-1205-4491-8139-60028488927B}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{06586929-1205-4491-8139-60028488927B}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