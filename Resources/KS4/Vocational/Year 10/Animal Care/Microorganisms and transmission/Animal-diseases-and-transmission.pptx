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E38FE7-CF82-4090-BDCB-36155A45C55F}">
  <a:tblStyle styleId="{AFE38FE7-CF82-4090-BDCB-36155A45C55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{AFE38FE7-CF82-4090-BDCB-36155A45C55F}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{AFE38FE7-CF82-4090-BDCB-36155A45C55F}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{AFE38FE7-CF82-4090-BDCB-36155A45C55F}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{AFE38FE7-CF82-4090-BDCB-36155A45C55F}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{AFE38FE7-CF82-4090-BDCB-36155A45C55F}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