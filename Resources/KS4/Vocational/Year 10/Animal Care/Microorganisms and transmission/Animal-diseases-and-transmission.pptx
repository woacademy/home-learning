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D655FB-EEB0-4490-B5CB-DEC26363732E}">
  <a:tblStyle styleId="{B9D655FB-EEB0-4490-B5CB-DEC26363732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{B9D655FB-EEB0-4490-B5CB-DEC26363732E}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{B9D655FB-EEB0-4490-B5CB-DEC26363732E}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{B9D655FB-EEB0-4490-B5CB-DEC26363732E}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{B9D655FB-EEB0-4490-B5CB-DEC26363732E}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{B9D655FB-EEB0-4490-B5CB-DEC26363732E}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