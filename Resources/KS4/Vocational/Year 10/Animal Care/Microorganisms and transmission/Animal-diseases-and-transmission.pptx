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F1675F-7C0F-428D-A337-E466900787CF}">
  <a:tblStyle styleId="{72F1675F-7C0F-428D-A337-E466900787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{72F1675F-7C0F-428D-A337-E466900787CF}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{72F1675F-7C0F-428D-A337-E466900787CF}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{72F1675F-7C0F-428D-A337-E466900787CF}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{72F1675F-7C0F-428D-A337-E466900787CF}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{72F1675F-7C0F-428D-A337-E466900787CF}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