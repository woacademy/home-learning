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AAA37F-E2D7-4E14-9CAE-D49CD66B6647}">
  <a:tblStyle styleId="{DCAAA37F-E2D7-4E14-9CAE-D49CD66B66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{DCAAA37F-E2D7-4E14-9CAE-D49CD66B6647}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{DCAAA37F-E2D7-4E14-9CAE-D49CD66B6647}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{DCAAA37F-E2D7-4E14-9CAE-D49CD66B6647}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{DCAAA37F-E2D7-4E14-9CAE-D49CD66B6647}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{DCAAA37F-E2D7-4E14-9CAE-D49CD66B6647}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