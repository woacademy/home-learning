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7F59F-43BB-4884-991A-6E5236962173}">
  <a:tblStyle styleId="{BD47F59F-43BB-4884-991A-6E52369621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{BD47F59F-43BB-4884-991A-6E5236962173}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{BD47F59F-43BB-4884-991A-6E5236962173}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{BD47F59F-43BB-4884-991A-6E5236962173}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{BD47F59F-43BB-4884-991A-6E5236962173}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{BD47F59F-43BB-4884-991A-6E5236962173}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