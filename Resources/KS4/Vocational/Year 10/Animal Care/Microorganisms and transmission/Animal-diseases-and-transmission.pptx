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A3E86C-EC16-4224-8C1A-2CCC9868B061}">
  <a:tblStyle styleId="{B6A3E86C-EC16-4224-8C1A-2CCC9868B06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{B6A3E86C-EC16-4224-8C1A-2CCC9868B061}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{B6A3E86C-EC16-4224-8C1A-2CCC9868B061}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{B6A3E86C-EC16-4224-8C1A-2CCC9868B061}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{B6A3E86C-EC16-4224-8C1A-2CCC9868B061}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{B6A3E86C-EC16-4224-8C1A-2CCC9868B061}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