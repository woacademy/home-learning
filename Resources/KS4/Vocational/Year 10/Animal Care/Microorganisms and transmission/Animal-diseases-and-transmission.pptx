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326704-3C5C-482D-9406-DBE0575633F2}">
  <a:tblStyle styleId="{8C326704-3C5C-482D-9406-DBE0575633F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{8C326704-3C5C-482D-9406-DBE0575633F2}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{8C326704-3C5C-482D-9406-DBE0575633F2}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{8C326704-3C5C-482D-9406-DBE0575633F2}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{8C326704-3C5C-482D-9406-DBE0575633F2}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{8C326704-3C5C-482D-9406-DBE0575633F2}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