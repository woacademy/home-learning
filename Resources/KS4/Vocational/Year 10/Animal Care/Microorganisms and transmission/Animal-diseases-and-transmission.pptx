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FA4C1-6C8B-44BE-A9EB-9930FFC8C007}">
  <a:tblStyle styleId="{D01FA4C1-6C8B-44BE-A9EB-9930FFC8C0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{D01FA4C1-6C8B-44BE-A9EB-9930FFC8C007}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{D01FA4C1-6C8B-44BE-A9EB-9930FFC8C007}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{D01FA4C1-6C8B-44BE-A9EB-9930FFC8C007}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{D01FA4C1-6C8B-44BE-A9EB-9930FFC8C007}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{D01FA4C1-6C8B-44BE-A9EB-9930FFC8C007}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