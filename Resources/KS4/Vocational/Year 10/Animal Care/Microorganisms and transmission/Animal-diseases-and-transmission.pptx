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CF2F61-D927-48D8-BA41-8C44FC4970A2}">
  <a:tblStyle styleId="{28CF2F61-D927-48D8-BA41-8C44FC4970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{28CF2F61-D927-48D8-BA41-8C44FC4970A2}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{28CF2F61-D927-48D8-BA41-8C44FC4970A2}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{28CF2F61-D927-48D8-BA41-8C44FC4970A2}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{28CF2F61-D927-48D8-BA41-8C44FC4970A2}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{28CF2F61-D927-48D8-BA41-8C44FC4970A2}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