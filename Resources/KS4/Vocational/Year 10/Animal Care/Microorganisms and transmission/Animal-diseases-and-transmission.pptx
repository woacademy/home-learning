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A5C5A6-A1D1-48CC-84FD-21D076F9EF5F}">
  <a:tblStyle styleId="{0CA5C5A6-A1D1-48CC-84FD-21D076F9EF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{0CA5C5A6-A1D1-48CC-84FD-21D076F9EF5F}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{0CA5C5A6-A1D1-48CC-84FD-21D076F9EF5F}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{0CA5C5A6-A1D1-48CC-84FD-21D076F9EF5F}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{0CA5C5A6-A1D1-48CC-84FD-21D076F9EF5F}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{0CA5C5A6-A1D1-48CC-84FD-21D076F9EF5F}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