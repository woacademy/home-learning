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C8F098-155D-4276-9192-FD11BF42FBE8}">
  <a:tblStyle styleId="{5BC8F098-155D-4276-9192-FD11BF42FB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{5BC8F098-155D-4276-9192-FD11BF42FBE8}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{5BC8F098-155D-4276-9192-FD11BF42FBE8}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{5BC8F098-155D-4276-9192-FD11BF42FBE8}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{5BC8F098-155D-4276-9192-FD11BF42FBE8}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{5BC8F098-155D-4276-9192-FD11BF42FBE8}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