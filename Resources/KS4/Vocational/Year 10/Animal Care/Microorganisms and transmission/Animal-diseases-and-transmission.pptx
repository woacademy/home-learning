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CF337E-087A-4743-8BCF-1E01AC3E8F67}">
  <a:tblStyle styleId="{D1CF337E-087A-4743-8BCF-1E01AC3E8F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{D1CF337E-087A-4743-8BCF-1E01AC3E8F67}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{D1CF337E-087A-4743-8BCF-1E01AC3E8F67}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{D1CF337E-087A-4743-8BCF-1E01AC3E8F67}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{D1CF337E-087A-4743-8BCF-1E01AC3E8F67}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{D1CF337E-087A-4743-8BCF-1E01AC3E8F67}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