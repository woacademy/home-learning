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22F201-CF20-40BC-8AAA-6A94B7764F5D}">
  <a:tblStyle styleId="{BC22F201-CF20-40BC-8AAA-6A94B7764F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{BC22F201-CF20-40BC-8AAA-6A94B7764F5D}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{BC22F201-CF20-40BC-8AAA-6A94B7764F5D}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{BC22F201-CF20-40BC-8AAA-6A94B7764F5D}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{BC22F201-CF20-40BC-8AAA-6A94B7764F5D}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{BC22F201-CF20-40BC-8AAA-6A94B7764F5D}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