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4AAEE2-6047-40C0-AC74-EEBFC7956ED3}">
  <a:tblStyle styleId="{4E4AAEE2-6047-40C0-AC74-EEBFC7956ED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{4E4AAEE2-6047-40C0-AC74-EEBFC7956ED3}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{4E4AAEE2-6047-40C0-AC74-EEBFC7956ED3}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{4E4AAEE2-6047-40C0-AC74-EEBFC7956ED3}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{4E4AAEE2-6047-40C0-AC74-EEBFC7956ED3}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{4E4AAEE2-6047-40C0-AC74-EEBFC7956ED3}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