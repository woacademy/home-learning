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F2D7A1-8401-447C-BFD9-E0FCDBF53645}">
  <a:tblStyle styleId="{6DF2D7A1-8401-447C-BFD9-E0FCDBF5364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{6DF2D7A1-8401-447C-BFD9-E0FCDBF53645}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{6DF2D7A1-8401-447C-BFD9-E0FCDBF53645}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{6DF2D7A1-8401-447C-BFD9-E0FCDBF53645}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{6DF2D7A1-8401-447C-BFD9-E0FCDBF53645}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{6DF2D7A1-8401-447C-BFD9-E0FCDBF53645}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