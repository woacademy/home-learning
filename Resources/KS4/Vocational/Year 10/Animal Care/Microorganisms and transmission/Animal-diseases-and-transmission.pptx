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A99EF0-1EB1-4B54-B3F3-6B59DBBCFC68}">
  <a:tblStyle styleId="{49A99EF0-1EB1-4B54-B3F3-6B59DBBCFC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{49A99EF0-1EB1-4B54-B3F3-6B59DBBCFC68}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{49A99EF0-1EB1-4B54-B3F3-6B59DBBCFC68}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{49A99EF0-1EB1-4B54-B3F3-6B59DBBCFC68}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{49A99EF0-1EB1-4B54-B3F3-6B59DBBCFC68}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{49A99EF0-1EB1-4B54-B3F3-6B59DBBCFC68}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