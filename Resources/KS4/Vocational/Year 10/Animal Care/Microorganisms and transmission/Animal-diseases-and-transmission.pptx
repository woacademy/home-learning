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E14C93F-3A9A-4537-883B-D6EAA8BB1041}">
  <a:tblStyle styleId="{AE14C93F-3A9A-4537-883B-D6EAA8BB104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{AE14C93F-3A9A-4537-883B-D6EAA8BB1041}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{AE14C93F-3A9A-4537-883B-D6EAA8BB1041}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{AE14C93F-3A9A-4537-883B-D6EAA8BB1041}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{AE14C93F-3A9A-4537-883B-D6EAA8BB1041}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{AE14C93F-3A9A-4537-883B-D6EAA8BB1041}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