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8BA493-8D61-4D4E-9305-578FB76E2046}">
  <a:tblStyle styleId="{CF8BA493-8D61-4D4E-9305-578FB76E204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{CF8BA493-8D61-4D4E-9305-578FB76E2046}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{CF8BA493-8D61-4D4E-9305-578FB76E2046}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{CF8BA493-8D61-4D4E-9305-578FB76E2046}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{CF8BA493-8D61-4D4E-9305-578FB76E2046}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{CF8BA493-8D61-4D4E-9305-578FB76E2046}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