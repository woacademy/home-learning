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3BB94B-974C-4A97-BED1-7AE64738F862}">
  <a:tblStyle styleId="{0C3BB94B-974C-4A97-BED1-7AE64738F8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{0C3BB94B-974C-4A97-BED1-7AE64738F862}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{0C3BB94B-974C-4A97-BED1-7AE64738F862}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{0C3BB94B-974C-4A97-BED1-7AE64738F862}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{0C3BB94B-974C-4A97-BED1-7AE64738F862}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{0C3BB94B-974C-4A97-BED1-7AE64738F862}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