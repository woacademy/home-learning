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EAAF8A-18D6-4954-920B-50F6157309D6}">
  <a:tblStyle styleId="{81EAAF8A-18D6-4954-920B-50F6157309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{81EAAF8A-18D6-4954-920B-50F6157309D6}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{81EAAF8A-18D6-4954-920B-50F6157309D6}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{81EAAF8A-18D6-4954-920B-50F6157309D6}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{81EAAF8A-18D6-4954-920B-50F6157309D6}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{81EAAF8A-18D6-4954-920B-50F6157309D6}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