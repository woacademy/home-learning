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971A6-34DB-4C9F-829E-218739F07F30}">
  <a:tblStyle styleId="{603971A6-34DB-4C9F-829E-218739F07F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{603971A6-34DB-4C9F-829E-218739F07F30}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{603971A6-34DB-4C9F-829E-218739F07F30}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{603971A6-34DB-4C9F-829E-218739F07F30}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{603971A6-34DB-4C9F-829E-218739F07F30}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{603971A6-34DB-4C9F-829E-218739F07F30}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