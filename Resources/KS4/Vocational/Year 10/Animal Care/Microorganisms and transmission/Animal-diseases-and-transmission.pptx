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5108D4-2265-4EF5-B307-0D81C64A596C}">
  <a:tblStyle styleId="{D15108D4-2265-4EF5-B307-0D81C64A596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{D15108D4-2265-4EF5-B307-0D81C64A596C}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{D15108D4-2265-4EF5-B307-0D81C64A596C}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{D15108D4-2265-4EF5-B307-0D81C64A596C}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{D15108D4-2265-4EF5-B307-0D81C64A596C}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{D15108D4-2265-4EF5-B307-0D81C64A596C}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