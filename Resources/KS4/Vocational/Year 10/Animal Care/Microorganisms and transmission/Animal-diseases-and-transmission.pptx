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BEA69E-3B64-4023-BE0A-DF1FA254236B}">
  <a:tblStyle styleId="{3EBEA69E-3B64-4023-BE0A-DF1FA254236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{3EBEA69E-3B64-4023-BE0A-DF1FA254236B}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{3EBEA69E-3B64-4023-BE0A-DF1FA254236B}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{3EBEA69E-3B64-4023-BE0A-DF1FA254236B}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{3EBEA69E-3B64-4023-BE0A-DF1FA254236B}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{3EBEA69E-3B64-4023-BE0A-DF1FA254236B}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