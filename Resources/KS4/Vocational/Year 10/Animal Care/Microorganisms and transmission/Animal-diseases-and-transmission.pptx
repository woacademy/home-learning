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F7C202-4431-45C8-B68F-43DABB9BAD8A}">
  <a:tblStyle styleId="{F2F7C202-4431-45C8-B68F-43DABB9BAD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{F2F7C202-4431-45C8-B68F-43DABB9BAD8A}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{F2F7C202-4431-45C8-B68F-43DABB9BAD8A}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{F2F7C202-4431-45C8-B68F-43DABB9BAD8A}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{F2F7C202-4431-45C8-B68F-43DABB9BAD8A}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{F2F7C202-4431-45C8-B68F-43DABB9BAD8A}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