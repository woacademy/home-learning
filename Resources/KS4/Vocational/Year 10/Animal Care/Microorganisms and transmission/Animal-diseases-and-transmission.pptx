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30EB71-614B-4220-B60E-519310B06104}">
  <a:tblStyle styleId="{8230EB71-614B-4220-B60E-519310B061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{8230EB71-614B-4220-B60E-519310B06104}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{8230EB71-614B-4220-B60E-519310B06104}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{8230EB71-614B-4220-B60E-519310B06104}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{8230EB71-614B-4220-B60E-519310B06104}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{8230EB71-614B-4220-B60E-519310B06104}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