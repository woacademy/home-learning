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C47F0C-CCF1-4D57-A0CF-DA93A3D9DBCA}">
  <a:tblStyle styleId="{B3C47F0C-CCF1-4D57-A0CF-DA93A3D9DB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{B3C47F0C-CCF1-4D57-A0CF-DA93A3D9DBCA}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{B3C47F0C-CCF1-4D57-A0CF-DA93A3D9DBCA}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{B3C47F0C-CCF1-4D57-A0CF-DA93A3D9DBCA}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{B3C47F0C-CCF1-4D57-A0CF-DA93A3D9DBCA}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{B3C47F0C-CCF1-4D57-A0CF-DA93A3D9DBCA}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