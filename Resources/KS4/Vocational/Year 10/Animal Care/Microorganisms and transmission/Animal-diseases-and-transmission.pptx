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B041F28-4A77-4C2E-BFD0-EB7772F86854}">
  <a:tblStyle styleId="{9B041F28-4A77-4C2E-BFD0-EB7772F868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{9B041F28-4A77-4C2E-BFD0-EB7772F86854}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{9B041F28-4A77-4C2E-BFD0-EB7772F86854}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{9B041F28-4A77-4C2E-BFD0-EB7772F86854}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{9B041F28-4A77-4C2E-BFD0-EB7772F86854}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{9B041F28-4A77-4C2E-BFD0-EB7772F86854}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