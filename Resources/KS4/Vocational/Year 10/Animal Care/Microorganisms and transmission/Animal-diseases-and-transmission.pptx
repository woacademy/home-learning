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EFA13-788A-4D28-9558-10A320FD7C7B}">
  <a:tblStyle styleId="{07BEFA13-788A-4D28-9558-10A320FD7C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{07BEFA13-788A-4D28-9558-10A320FD7C7B}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{07BEFA13-788A-4D28-9558-10A320FD7C7B}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{07BEFA13-788A-4D28-9558-10A320FD7C7B}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{07BEFA13-788A-4D28-9558-10A320FD7C7B}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{07BEFA13-788A-4D28-9558-10A320FD7C7B}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