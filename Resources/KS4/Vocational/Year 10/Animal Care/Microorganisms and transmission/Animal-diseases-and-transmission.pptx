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86538D-4C44-47E2-918B-7630305F79C8}">
  <a:tblStyle styleId="{0B86538D-4C44-47E2-918B-7630305F79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{0B86538D-4C44-47E2-918B-7630305F79C8}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{0B86538D-4C44-47E2-918B-7630305F79C8}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{0B86538D-4C44-47E2-918B-7630305F79C8}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{0B86538D-4C44-47E2-918B-7630305F79C8}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{0B86538D-4C44-47E2-918B-7630305F79C8}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