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04CE95-0A5D-4890-A011-4D9FC788D540}">
  <a:tblStyle styleId="{9304CE95-0A5D-4890-A011-4D9FC788D54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{9304CE95-0A5D-4890-A011-4D9FC788D540}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{9304CE95-0A5D-4890-A011-4D9FC788D540}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{9304CE95-0A5D-4890-A011-4D9FC788D540}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{9304CE95-0A5D-4890-A011-4D9FC788D540}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{9304CE95-0A5D-4890-A011-4D9FC788D540}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