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641475-73E9-4F74-B482-0DE887600924}">
  <a:tblStyle styleId="{CE641475-73E9-4F74-B482-0DE8876009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{CE641475-73E9-4F74-B482-0DE887600924}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{CE641475-73E9-4F74-B482-0DE887600924}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{CE641475-73E9-4F74-B482-0DE887600924}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{CE641475-73E9-4F74-B482-0DE887600924}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{CE641475-73E9-4F74-B482-0DE887600924}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