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8CD91D-E329-4B2A-AE79-F6358C22E306}">
  <a:tblStyle styleId="{E18CD91D-E329-4B2A-AE79-F6358C22E3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{E18CD91D-E329-4B2A-AE79-F6358C22E306}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{E18CD91D-E329-4B2A-AE79-F6358C22E306}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{E18CD91D-E329-4B2A-AE79-F6358C22E306}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{E18CD91D-E329-4B2A-AE79-F6358C22E306}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{E18CD91D-E329-4B2A-AE79-F6358C22E306}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