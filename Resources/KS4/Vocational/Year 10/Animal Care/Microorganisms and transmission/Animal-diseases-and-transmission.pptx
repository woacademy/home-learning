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0099BD-31F1-4F07-8FA1-92642A8F10D0}">
  <a:tblStyle styleId="{1A0099BD-31F1-4F07-8FA1-92642A8F10D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{1A0099BD-31F1-4F07-8FA1-92642A8F10D0}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{1A0099BD-31F1-4F07-8FA1-92642A8F10D0}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{1A0099BD-31F1-4F07-8FA1-92642A8F10D0}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{1A0099BD-31F1-4F07-8FA1-92642A8F10D0}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{1A0099BD-31F1-4F07-8FA1-92642A8F10D0}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