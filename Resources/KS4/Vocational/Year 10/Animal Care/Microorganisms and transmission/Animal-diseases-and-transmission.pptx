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5243D6-8E0A-4296-B758-B4FB495A50B8}">
  <a:tblStyle styleId="{895243D6-8E0A-4296-B758-B4FB495A50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{895243D6-8E0A-4296-B758-B4FB495A50B8}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{895243D6-8E0A-4296-B758-B4FB495A50B8}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{895243D6-8E0A-4296-B758-B4FB495A50B8}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{895243D6-8E0A-4296-B758-B4FB495A50B8}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{895243D6-8E0A-4296-B758-B4FB495A50B8}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