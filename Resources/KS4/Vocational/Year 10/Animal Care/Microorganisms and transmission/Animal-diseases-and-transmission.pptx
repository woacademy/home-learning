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1B8981-4CFB-423C-80B2-E4DC965B2BEC}">
  <a:tblStyle styleId="{BC1B8981-4CFB-423C-80B2-E4DC965B2B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{BC1B8981-4CFB-423C-80B2-E4DC965B2BEC}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{BC1B8981-4CFB-423C-80B2-E4DC965B2BEC}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{BC1B8981-4CFB-423C-80B2-E4DC965B2BEC}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{BC1B8981-4CFB-423C-80B2-E4DC965B2BEC}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{BC1B8981-4CFB-423C-80B2-E4DC965B2BEC}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