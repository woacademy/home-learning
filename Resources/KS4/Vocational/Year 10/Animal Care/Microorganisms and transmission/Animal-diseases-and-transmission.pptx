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6CA62A-A0A8-4313-B480-A372EA1BE440}">
  <a:tblStyle styleId="{326CA62A-A0A8-4313-B480-A372EA1BE44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{326CA62A-A0A8-4313-B480-A372EA1BE440}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{326CA62A-A0A8-4313-B480-A372EA1BE440}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{326CA62A-A0A8-4313-B480-A372EA1BE440}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{326CA62A-A0A8-4313-B480-A372EA1BE440}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{326CA62A-A0A8-4313-B480-A372EA1BE440}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