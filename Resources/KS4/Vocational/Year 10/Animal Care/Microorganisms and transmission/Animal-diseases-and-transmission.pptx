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58E072-E5AF-4988-850B-F5D0E1F4A700}">
  <a:tblStyle styleId="{B158E072-E5AF-4988-850B-F5D0E1F4A70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{B158E072-E5AF-4988-850B-F5D0E1F4A700}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{B158E072-E5AF-4988-850B-F5D0E1F4A700}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{B158E072-E5AF-4988-850B-F5D0E1F4A700}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{B158E072-E5AF-4988-850B-F5D0E1F4A700}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{B158E072-E5AF-4988-850B-F5D0E1F4A700}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