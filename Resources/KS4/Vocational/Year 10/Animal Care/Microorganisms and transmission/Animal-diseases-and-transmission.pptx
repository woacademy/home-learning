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CED5D8E-CB32-4551-A5F1-666D4956C7A9}">
  <a:tblStyle styleId="{5CED5D8E-CB32-4551-A5F1-666D4956C7A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{5CED5D8E-CB32-4551-A5F1-666D4956C7A9}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{5CED5D8E-CB32-4551-A5F1-666D4956C7A9}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{5CED5D8E-CB32-4551-A5F1-666D4956C7A9}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{5CED5D8E-CB32-4551-A5F1-666D4956C7A9}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{5CED5D8E-CB32-4551-A5F1-666D4956C7A9}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