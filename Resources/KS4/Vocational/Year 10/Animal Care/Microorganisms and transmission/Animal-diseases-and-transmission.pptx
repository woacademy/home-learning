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ACC0F3C-EF65-4810-BB5A-4FEEB34B963A}">
  <a:tblStyle styleId="{FACC0F3C-EF65-4810-BB5A-4FEEB34B963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{FACC0F3C-EF65-4810-BB5A-4FEEB34B963A}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{FACC0F3C-EF65-4810-BB5A-4FEEB34B963A}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{FACC0F3C-EF65-4810-BB5A-4FEEB34B963A}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{FACC0F3C-EF65-4810-BB5A-4FEEB34B963A}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{FACC0F3C-EF65-4810-BB5A-4FEEB34B963A}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