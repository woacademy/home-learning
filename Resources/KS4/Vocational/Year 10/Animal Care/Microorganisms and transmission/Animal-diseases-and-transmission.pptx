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332DCB-D504-41A7-946F-52263E42BF1E}">
  <a:tblStyle styleId="{BF332DCB-D504-41A7-946F-52263E42BF1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{BF332DCB-D504-41A7-946F-52263E42BF1E}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{BF332DCB-D504-41A7-946F-52263E42BF1E}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{BF332DCB-D504-41A7-946F-52263E42BF1E}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{BF332DCB-D504-41A7-946F-52263E42BF1E}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{BF332DCB-D504-41A7-946F-52263E42BF1E}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