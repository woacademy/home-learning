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51F8AF-52D0-49E7-821C-386A9340599D}">
  <a:tblStyle styleId="{1851F8AF-52D0-49E7-821C-386A9340599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{1851F8AF-52D0-49E7-821C-386A9340599D}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{1851F8AF-52D0-49E7-821C-386A9340599D}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{1851F8AF-52D0-49E7-821C-386A9340599D}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{1851F8AF-52D0-49E7-821C-386A9340599D}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{1851F8AF-52D0-49E7-821C-386A9340599D}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