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5DE375-D3C8-45A1-A751-BB6A3950B287}">
  <a:tblStyle styleId="{335DE375-D3C8-45A1-A751-BB6A3950B28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{335DE375-D3C8-45A1-A751-BB6A3950B287}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{335DE375-D3C8-45A1-A751-BB6A3950B287}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{335DE375-D3C8-45A1-A751-BB6A3950B287}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{335DE375-D3C8-45A1-A751-BB6A3950B287}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{335DE375-D3C8-45A1-A751-BB6A3950B287}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