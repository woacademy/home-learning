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02E63D-DCD6-4297-A344-2B8CD666E4AC}">
  <a:tblStyle styleId="{7402E63D-DCD6-4297-A344-2B8CD666E4A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{7402E63D-DCD6-4297-A344-2B8CD666E4AC}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{7402E63D-DCD6-4297-A344-2B8CD666E4AC}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{7402E63D-DCD6-4297-A344-2B8CD666E4AC}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{7402E63D-DCD6-4297-A344-2B8CD666E4AC}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{7402E63D-DCD6-4297-A344-2B8CD666E4AC}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