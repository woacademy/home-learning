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182D4D-D27F-462B-A1C7-D907649A4837}">
  <a:tblStyle styleId="{D9182D4D-D27F-462B-A1C7-D907649A48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{D9182D4D-D27F-462B-A1C7-D907649A4837}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{D9182D4D-D27F-462B-A1C7-D907649A4837}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{D9182D4D-D27F-462B-A1C7-D907649A4837}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{D9182D4D-D27F-462B-A1C7-D907649A4837}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{D9182D4D-D27F-462B-A1C7-D907649A4837}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