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F6BFAE-71C2-4745-9D03-722B88F8DD08}">
  <a:tblStyle styleId="{96F6BFAE-71C2-4745-9D03-722B88F8DD0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{96F6BFAE-71C2-4745-9D03-722B88F8DD08}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{96F6BFAE-71C2-4745-9D03-722B88F8DD08}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{96F6BFAE-71C2-4745-9D03-722B88F8DD08}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{96F6BFAE-71C2-4745-9D03-722B88F8DD08}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{96F6BFAE-71C2-4745-9D03-722B88F8DD08}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