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7DA71D-FCD9-41CF-9DB6-7D4446A9FD2D}">
  <a:tblStyle styleId="{FC7DA71D-FCD9-41CF-9DB6-7D4446A9FD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{FC7DA71D-FCD9-41CF-9DB6-7D4446A9FD2D}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{FC7DA71D-FCD9-41CF-9DB6-7D4446A9FD2D}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{FC7DA71D-FCD9-41CF-9DB6-7D4446A9FD2D}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{FC7DA71D-FCD9-41CF-9DB6-7D4446A9FD2D}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{FC7DA71D-FCD9-41CF-9DB6-7D4446A9FD2D}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