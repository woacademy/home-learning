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F33BCA-283F-47F3-8EF5-AB48120CE61B}">
  <a:tblStyle styleId="{C9F33BCA-283F-47F3-8EF5-AB48120CE6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{C9F33BCA-283F-47F3-8EF5-AB48120CE61B}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{C9F33BCA-283F-47F3-8EF5-AB48120CE61B}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{C9F33BCA-283F-47F3-8EF5-AB48120CE61B}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{C9F33BCA-283F-47F3-8EF5-AB48120CE61B}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{C9F33BCA-283F-47F3-8EF5-AB48120CE61B}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