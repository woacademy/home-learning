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073ED1-0AA7-4CCF-8408-1444479A4A6D}">
  <a:tblStyle styleId="{75073ED1-0AA7-4CCF-8408-1444479A4A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{75073ED1-0AA7-4CCF-8408-1444479A4A6D}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{75073ED1-0AA7-4CCF-8408-1444479A4A6D}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{75073ED1-0AA7-4CCF-8408-1444479A4A6D}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{75073ED1-0AA7-4CCF-8408-1444479A4A6D}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{75073ED1-0AA7-4CCF-8408-1444479A4A6D}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