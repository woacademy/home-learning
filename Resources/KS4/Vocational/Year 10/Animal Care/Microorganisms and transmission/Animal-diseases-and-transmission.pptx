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404D4B-B29C-4DB5-B73C-B836FA43ADAC}">
  <a:tblStyle styleId="{83404D4B-B29C-4DB5-B73C-B836FA43AD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{83404D4B-B29C-4DB5-B73C-B836FA43ADAC}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{83404D4B-B29C-4DB5-B73C-B836FA43ADAC}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{83404D4B-B29C-4DB5-B73C-B836FA43ADAC}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{83404D4B-B29C-4DB5-B73C-B836FA43ADAC}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{83404D4B-B29C-4DB5-B73C-B836FA43ADAC}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