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852F09-1F08-4191-8374-9112A8BB97A8}">
  <a:tblStyle styleId="{36852F09-1F08-4191-8374-9112A8BB97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{36852F09-1F08-4191-8374-9112A8BB97A8}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{36852F09-1F08-4191-8374-9112A8BB97A8}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{36852F09-1F08-4191-8374-9112A8BB97A8}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{36852F09-1F08-4191-8374-9112A8BB97A8}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{36852F09-1F08-4191-8374-9112A8BB97A8}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