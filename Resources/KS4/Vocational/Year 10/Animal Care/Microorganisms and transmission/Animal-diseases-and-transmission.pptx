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FBAEEA-291E-4B9A-B694-035ED410B27E}">
  <a:tblStyle styleId="{38FBAEEA-291E-4B9A-B694-035ED410B2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{38FBAEEA-291E-4B9A-B694-035ED410B27E}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{38FBAEEA-291E-4B9A-B694-035ED410B27E}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{38FBAEEA-291E-4B9A-B694-035ED410B27E}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{38FBAEEA-291E-4B9A-B694-035ED410B27E}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{38FBAEEA-291E-4B9A-B694-035ED410B27E}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