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823B5D-AFC7-4E67-A7DE-93ADADF52FF0}">
  <a:tblStyle styleId="{C4823B5D-AFC7-4E67-A7DE-93ADADF52FF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{C4823B5D-AFC7-4E67-A7DE-93ADADF52FF0}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{C4823B5D-AFC7-4E67-A7DE-93ADADF52FF0}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{C4823B5D-AFC7-4E67-A7DE-93ADADF52FF0}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{C4823B5D-AFC7-4E67-A7DE-93ADADF52FF0}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{C4823B5D-AFC7-4E67-A7DE-93ADADF52FF0}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