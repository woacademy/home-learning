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BC6C31-174A-47BB-B811-0711D28572E1}">
  <a:tblStyle styleId="{36BC6C31-174A-47BB-B811-0711D28572E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{36BC6C31-174A-47BB-B811-0711D28572E1}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{36BC6C31-174A-47BB-B811-0711D28572E1}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{36BC6C31-174A-47BB-B811-0711D28572E1}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{36BC6C31-174A-47BB-B811-0711D28572E1}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{36BC6C31-174A-47BB-B811-0711D28572E1}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