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DD5B3C-5724-441A-9655-15C7E196778C}">
  <a:tblStyle styleId="{EFDD5B3C-5724-441A-9655-15C7E196778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{EFDD5B3C-5724-441A-9655-15C7E196778C}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{EFDD5B3C-5724-441A-9655-15C7E196778C}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{EFDD5B3C-5724-441A-9655-15C7E196778C}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{EFDD5B3C-5724-441A-9655-15C7E196778C}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{EFDD5B3C-5724-441A-9655-15C7E196778C}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