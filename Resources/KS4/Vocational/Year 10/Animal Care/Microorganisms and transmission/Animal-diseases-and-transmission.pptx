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EC5B2-D6DD-4CC5-9A95-C804B54EC21C}">
  <a:tblStyle styleId="{035EC5B2-D6DD-4CC5-9A95-C804B54EC2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{035EC5B2-D6DD-4CC5-9A95-C804B54EC21C}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{035EC5B2-D6DD-4CC5-9A95-C804B54EC21C}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{035EC5B2-D6DD-4CC5-9A95-C804B54EC21C}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{035EC5B2-D6DD-4CC5-9A95-C804B54EC21C}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{035EC5B2-D6DD-4CC5-9A95-C804B54EC21C}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