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2A1685-ADC4-44E9-8CEA-09CA1202F154}">
  <a:tblStyle styleId="{8D2A1685-ADC4-44E9-8CEA-09CA1202F1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{8D2A1685-ADC4-44E9-8CEA-09CA1202F154}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{8D2A1685-ADC4-44E9-8CEA-09CA1202F154}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{8D2A1685-ADC4-44E9-8CEA-09CA1202F154}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{8D2A1685-ADC4-44E9-8CEA-09CA1202F154}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{8D2A1685-ADC4-44E9-8CEA-09CA1202F154}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