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E9C67A-8AA2-440F-8CB0-22475C5520A9}">
  <a:tblStyle styleId="{AFE9C67A-8AA2-440F-8CB0-22475C5520A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{AFE9C67A-8AA2-440F-8CB0-22475C5520A9}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{AFE9C67A-8AA2-440F-8CB0-22475C5520A9}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{AFE9C67A-8AA2-440F-8CB0-22475C5520A9}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{AFE9C67A-8AA2-440F-8CB0-22475C5520A9}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{AFE9C67A-8AA2-440F-8CB0-22475C5520A9}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