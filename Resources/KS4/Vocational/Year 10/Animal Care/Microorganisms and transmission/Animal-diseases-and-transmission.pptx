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6010BCC-BE63-4E5B-9039-A94BF8D68057}">
  <a:tblStyle styleId="{26010BCC-BE63-4E5B-9039-A94BF8D6805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{26010BCC-BE63-4E5B-9039-A94BF8D68057}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{26010BCC-BE63-4E5B-9039-A94BF8D68057}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{26010BCC-BE63-4E5B-9039-A94BF8D68057}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{26010BCC-BE63-4E5B-9039-A94BF8D68057}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{26010BCC-BE63-4E5B-9039-A94BF8D68057}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