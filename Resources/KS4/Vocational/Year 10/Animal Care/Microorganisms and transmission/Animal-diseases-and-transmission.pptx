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B397F5-8BFD-45D0-9912-14FDDC6FFBC9}">
  <a:tblStyle styleId="{4CB397F5-8BFD-45D0-9912-14FDDC6FFBC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{4CB397F5-8BFD-45D0-9912-14FDDC6FFBC9}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{4CB397F5-8BFD-45D0-9912-14FDDC6FFBC9}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{4CB397F5-8BFD-45D0-9912-14FDDC6FFBC9}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{4CB397F5-8BFD-45D0-9912-14FDDC6FFBC9}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{4CB397F5-8BFD-45D0-9912-14FDDC6FFBC9}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