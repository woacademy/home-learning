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C14EB3-3EE6-443C-B52F-0F0C8346E49D}">
  <a:tblStyle styleId="{BEC14EB3-3EE6-443C-B52F-0F0C8346E49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{BEC14EB3-3EE6-443C-B52F-0F0C8346E49D}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{BEC14EB3-3EE6-443C-B52F-0F0C8346E49D}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{BEC14EB3-3EE6-443C-B52F-0F0C8346E49D}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{BEC14EB3-3EE6-443C-B52F-0F0C8346E49D}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{BEC14EB3-3EE6-443C-B52F-0F0C8346E49D}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