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65028F-CAA9-4C8C-894D-7C88251ECFE9}">
  <a:tblStyle styleId="{4C65028F-CAA9-4C8C-894D-7C88251ECFE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{4C65028F-CAA9-4C8C-894D-7C88251ECFE9}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{4C65028F-CAA9-4C8C-894D-7C88251ECFE9}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{4C65028F-CAA9-4C8C-894D-7C88251ECFE9}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{4C65028F-CAA9-4C8C-894D-7C88251ECFE9}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{4C65028F-CAA9-4C8C-894D-7C88251ECFE9}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