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900532-D596-4ADD-9A36-59293A6AB485}">
  <a:tblStyle styleId="{DA900532-D596-4ADD-9A36-59293A6AB4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{DA900532-D596-4ADD-9A36-59293A6AB485}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{DA900532-D596-4ADD-9A36-59293A6AB485}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{DA900532-D596-4ADD-9A36-59293A6AB485}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{DA900532-D596-4ADD-9A36-59293A6AB485}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{DA900532-D596-4ADD-9A36-59293A6AB485}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