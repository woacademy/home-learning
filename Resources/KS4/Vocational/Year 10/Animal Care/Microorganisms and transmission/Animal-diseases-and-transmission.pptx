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42A137-AC0A-4EC2-8204-DF38E8D341F5}">
  <a:tblStyle styleId="{F042A137-AC0A-4EC2-8204-DF38E8D341F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{F042A137-AC0A-4EC2-8204-DF38E8D341F5}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{F042A137-AC0A-4EC2-8204-DF38E8D341F5}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{F042A137-AC0A-4EC2-8204-DF38E8D341F5}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{F042A137-AC0A-4EC2-8204-DF38E8D341F5}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{F042A137-AC0A-4EC2-8204-DF38E8D341F5}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