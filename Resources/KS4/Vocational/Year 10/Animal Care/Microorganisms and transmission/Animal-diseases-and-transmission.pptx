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1AE0BE-9E59-47B0-BBA2-E760CE0336D5}">
  <a:tblStyle styleId="{511AE0BE-9E59-47B0-BBA2-E760CE0336D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{511AE0BE-9E59-47B0-BBA2-E760CE0336D5}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{511AE0BE-9E59-47B0-BBA2-E760CE0336D5}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{511AE0BE-9E59-47B0-BBA2-E760CE0336D5}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{511AE0BE-9E59-47B0-BBA2-E760CE0336D5}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{511AE0BE-9E59-47B0-BBA2-E760CE0336D5}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