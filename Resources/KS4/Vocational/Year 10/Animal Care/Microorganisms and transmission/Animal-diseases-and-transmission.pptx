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48E999-7C6E-4A96-AA22-66B6D768E59E}">
  <a:tblStyle styleId="{1A48E999-7C6E-4A96-AA22-66B6D768E5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{1A48E999-7C6E-4A96-AA22-66B6D768E59E}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{1A48E999-7C6E-4A96-AA22-66B6D768E59E}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{1A48E999-7C6E-4A96-AA22-66B6D768E59E}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{1A48E999-7C6E-4A96-AA22-66B6D768E59E}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{1A48E999-7C6E-4A96-AA22-66B6D768E59E}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