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31D9C3-F8D0-408B-AAB8-A94DEDBF76E1}">
  <a:tblStyle styleId="{B631D9C3-F8D0-408B-AAB8-A94DEDBF76E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{B631D9C3-F8D0-408B-AAB8-A94DEDBF76E1}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{B631D9C3-F8D0-408B-AAB8-A94DEDBF76E1}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{B631D9C3-F8D0-408B-AAB8-A94DEDBF76E1}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{B631D9C3-F8D0-408B-AAB8-A94DEDBF76E1}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{B631D9C3-F8D0-408B-AAB8-A94DEDBF76E1}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