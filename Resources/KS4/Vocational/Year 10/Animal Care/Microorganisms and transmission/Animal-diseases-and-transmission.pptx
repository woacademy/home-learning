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B7556F-B801-4E28-B91E-9E70F5907E48}">
  <a:tblStyle styleId="{38B7556F-B801-4E28-B91E-9E70F5907E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{38B7556F-B801-4E28-B91E-9E70F5907E48}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{38B7556F-B801-4E28-B91E-9E70F5907E48}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{38B7556F-B801-4E28-B91E-9E70F5907E48}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{38B7556F-B801-4E28-B91E-9E70F5907E48}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{38B7556F-B801-4E28-B91E-9E70F5907E48}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