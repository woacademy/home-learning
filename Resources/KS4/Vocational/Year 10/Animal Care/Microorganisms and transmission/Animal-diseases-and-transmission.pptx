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E9456C-7103-48FA-BE8E-902A8D4F29D0}">
  <a:tblStyle styleId="{8BE9456C-7103-48FA-BE8E-902A8D4F29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{8BE9456C-7103-48FA-BE8E-902A8D4F29D0}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{8BE9456C-7103-48FA-BE8E-902A8D4F29D0}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{8BE9456C-7103-48FA-BE8E-902A8D4F29D0}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{8BE9456C-7103-48FA-BE8E-902A8D4F29D0}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{8BE9456C-7103-48FA-BE8E-902A8D4F29D0}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