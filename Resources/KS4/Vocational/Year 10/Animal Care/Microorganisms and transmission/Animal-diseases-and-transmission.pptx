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3C50BA-D8CB-4953-B18C-24114BA819D2}">
  <a:tblStyle styleId="{7A3C50BA-D8CB-4953-B18C-24114BA819D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{7A3C50BA-D8CB-4953-B18C-24114BA819D2}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{7A3C50BA-D8CB-4953-B18C-24114BA819D2}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{7A3C50BA-D8CB-4953-B18C-24114BA819D2}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{7A3C50BA-D8CB-4953-B18C-24114BA819D2}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{7A3C50BA-D8CB-4953-B18C-24114BA819D2}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