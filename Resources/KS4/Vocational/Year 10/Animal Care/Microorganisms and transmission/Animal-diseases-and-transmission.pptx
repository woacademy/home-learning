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76425-7881-4C04-8B34-64573C24994B}">
  <a:tblStyle styleId="{01F76425-7881-4C04-8B34-64573C2499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{01F76425-7881-4C04-8B34-64573C24994B}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{01F76425-7881-4C04-8B34-64573C24994B}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{01F76425-7881-4C04-8B34-64573C24994B}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{01F76425-7881-4C04-8B34-64573C24994B}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{01F76425-7881-4C04-8B34-64573C24994B}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