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5F38634-BB59-4065-8F19-93DD956E5A8B}">
  <a:tblStyle styleId="{35F38634-BB59-4065-8F19-93DD956E5A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{35F38634-BB59-4065-8F19-93DD956E5A8B}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{35F38634-BB59-4065-8F19-93DD956E5A8B}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{35F38634-BB59-4065-8F19-93DD956E5A8B}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{35F38634-BB59-4065-8F19-93DD956E5A8B}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{35F38634-BB59-4065-8F19-93DD956E5A8B}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