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BB7FDE-A666-4501-A2D9-4CDE2B2BC196}">
  <a:tblStyle styleId="{5BBB7FDE-A666-4501-A2D9-4CDE2B2BC19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{5BBB7FDE-A666-4501-A2D9-4CDE2B2BC196}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{5BBB7FDE-A666-4501-A2D9-4CDE2B2BC196}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{5BBB7FDE-A666-4501-A2D9-4CDE2B2BC196}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{5BBB7FDE-A666-4501-A2D9-4CDE2B2BC196}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{5BBB7FDE-A666-4501-A2D9-4CDE2B2BC196}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