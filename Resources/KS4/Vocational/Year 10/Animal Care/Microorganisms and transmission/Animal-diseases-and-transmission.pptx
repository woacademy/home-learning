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179550-6538-409C-93F8-B67F0CD43A6C}">
  <a:tblStyle styleId="{44179550-6538-409C-93F8-B67F0CD43A6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{44179550-6538-409C-93F8-B67F0CD43A6C}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{44179550-6538-409C-93F8-B67F0CD43A6C}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{44179550-6538-409C-93F8-B67F0CD43A6C}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{44179550-6538-409C-93F8-B67F0CD43A6C}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{44179550-6538-409C-93F8-B67F0CD43A6C}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