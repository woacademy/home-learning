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0BBFBF-E452-404D-8498-E3C17BC475EE}">
  <a:tblStyle styleId="{E20BBFBF-E452-404D-8498-E3C17BC475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{E20BBFBF-E452-404D-8498-E3C17BC475EE}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{E20BBFBF-E452-404D-8498-E3C17BC475EE}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{E20BBFBF-E452-404D-8498-E3C17BC475EE}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{E20BBFBF-E452-404D-8498-E3C17BC475EE}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{E20BBFBF-E452-404D-8498-E3C17BC475EE}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