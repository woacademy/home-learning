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1CF39B-E136-4BD0-9CB5-B641114826D1}">
  <a:tblStyle styleId="{FB1CF39B-E136-4BD0-9CB5-B641114826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{FB1CF39B-E136-4BD0-9CB5-B641114826D1}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{FB1CF39B-E136-4BD0-9CB5-B641114826D1}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{FB1CF39B-E136-4BD0-9CB5-B641114826D1}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{FB1CF39B-E136-4BD0-9CB5-B641114826D1}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{FB1CF39B-E136-4BD0-9CB5-B641114826D1}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