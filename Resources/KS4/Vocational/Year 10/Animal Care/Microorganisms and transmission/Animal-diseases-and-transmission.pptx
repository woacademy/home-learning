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F63B222-4C36-4D09-8A77-72BCDCD1DD0D}">
  <a:tblStyle styleId="{9F63B222-4C36-4D09-8A77-72BCDCD1DD0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{9F63B222-4C36-4D09-8A77-72BCDCD1DD0D}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{9F63B222-4C36-4D09-8A77-72BCDCD1DD0D}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{9F63B222-4C36-4D09-8A77-72BCDCD1DD0D}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{9F63B222-4C36-4D09-8A77-72BCDCD1DD0D}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{9F63B222-4C36-4D09-8A77-72BCDCD1DD0D}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