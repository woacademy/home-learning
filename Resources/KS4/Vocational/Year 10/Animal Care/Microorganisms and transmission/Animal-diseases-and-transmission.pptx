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3C1D68-3A01-47DD-ACFA-57E1ACCCCCF6}">
  <a:tblStyle styleId="{083C1D68-3A01-47DD-ACFA-57E1ACCCCCF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{083C1D68-3A01-47DD-ACFA-57E1ACCCCCF6}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{083C1D68-3A01-47DD-ACFA-57E1ACCCCCF6}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{083C1D68-3A01-47DD-ACFA-57E1ACCCCCF6}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{083C1D68-3A01-47DD-ACFA-57E1ACCCCCF6}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{083C1D68-3A01-47DD-ACFA-57E1ACCCCCF6}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