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65C0AB2-1F66-4F46-BB83-E9E53618E037}">
  <a:tblStyle styleId="{865C0AB2-1F66-4F46-BB83-E9E53618E03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{865C0AB2-1F66-4F46-BB83-E9E53618E037}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{865C0AB2-1F66-4F46-BB83-E9E53618E037}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{865C0AB2-1F66-4F46-BB83-E9E53618E037}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{865C0AB2-1F66-4F46-BB83-E9E53618E037}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{865C0AB2-1F66-4F46-BB83-E9E53618E037}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