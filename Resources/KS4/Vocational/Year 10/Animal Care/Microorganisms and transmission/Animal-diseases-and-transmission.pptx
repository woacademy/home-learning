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B6A097-EF87-403A-A1E4-B78766AB25B9}">
  <a:tblStyle styleId="{67B6A097-EF87-403A-A1E4-B78766AB25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{67B6A097-EF87-403A-A1E4-B78766AB25B9}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{67B6A097-EF87-403A-A1E4-B78766AB25B9}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{67B6A097-EF87-403A-A1E4-B78766AB25B9}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{67B6A097-EF87-403A-A1E4-B78766AB25B9}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{67B6A097-EF87-403A-A1E4-B78766AB25B9}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