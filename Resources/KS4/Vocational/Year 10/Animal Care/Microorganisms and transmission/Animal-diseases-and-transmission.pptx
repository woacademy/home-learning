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652B67-5529-4875-819C-C73176D4EDFD}">
  <a:tblStyle styleId="{5B652B67-5529-4875-819C-C73176D4ED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{5B652B67-5529-4875-819C-C73176D4EDFD}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{5B652B67-5529-4875-819C-C73176D4EDFD}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{5B652B67-5529-4875-819C-C73176D4EDFD}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{5B652B67-5529-4875-819C-C73176D4EDFD}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{5B652B67-5529-4875-819C-C73176D4EDFD}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