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55F098-5578-4E7F-A9FC-8F794AE59891}">
  <a:tblStyle styleId="{1F55F098-5578-4E7F-A9FC-8F794AE598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{1F55F098-5578-4E7F-A9FC-8F794AE59891}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{1F55F098-5578-4E7F-A9FC-8F794AE59891}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{1F55F098-5578-4E7F-A9FC-8F794AE59891}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{1F55F098-5578-4E7F-A9FC-8F794AE59891}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{1F55F098-5578-4E7F-A9FC-8F794AE59891}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