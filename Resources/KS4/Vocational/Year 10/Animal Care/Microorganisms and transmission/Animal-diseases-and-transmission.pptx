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6AF793-419F-4F18-9F05-C7E520E14CEA}">
  <a:tblStyle styleId="{9B6AF793-419F-4F18-9F05-C7E520E14C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{9B6AF793-419F-4F18-9F05-C7E520E14CEA}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{9B6AF793-419F-4F18-9F05-C7E520E14CEA}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{9B6AF793-419F-4F18-9F05-C7E520E14CEA}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{9B6AF793-419F-4F18-9F05-C7E520E14CEA}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{9B6AF793-419F-4F18-9F05-C7E520E14CEA}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