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74A795-248E-484F-9114-CF94A8DBF8F6}">
  <a:tblStyle styleId="{0474A795-248E-484F-9114-CF94A8DBF8F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{0474A795-248E-484F-9114-CF94A8DBF8F6}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{0474A795-248E-484F-9114-CF94A8DBF8F6}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{0474A795-248E-484F-9114-CF94A8DBF8F6}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{0474A795-248E-484F-9114-CF94A8DBF8F6}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{0474A795-248E-484F-9114-CF94A8DBF8F6}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