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F15F83C-B28F-46B1-9F85-1D2702BA3A54}">
  <a:tblStyle styleId="{AF15F83C-B28F-46B1-9F85-1D2702BA3A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{AF15F83C-B28F-46B1-9F85-1D2702BA3A54}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{AF15F83C-B28F-46B1-9F85-1D2702BA3A54}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{AF15F83C-B28F-46B1-9F85-1D2702BA3A54}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{AF15F83C-B28F-46B1-9F85-1D2702BA3A54}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{AF15F83C-B28F-46B1-9F85-1D2702BA3A54}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