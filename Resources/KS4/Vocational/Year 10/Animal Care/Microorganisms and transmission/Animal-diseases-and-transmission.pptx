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1EDCBA-64DB-483A-8CD2-9CAC097EE17B}">
  <a:tblStyle styleId="{121EDCBA-64DB-483A-8CD2-9CAC097EE17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{121EDCBA-64DB-483A-8CD2-9CAC097EE17B}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{121EDCBA-64DB-483A-8CD2-9CAC097EE17B}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{121EDCBA-64DB-483A-8CD2-9CAC097EE17B}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{121EDCBA-64DB-483A-8CD2-9CAC097EE17B}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{121EDCBA-64DB-483A-8CD2-9CAC097EE17B}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