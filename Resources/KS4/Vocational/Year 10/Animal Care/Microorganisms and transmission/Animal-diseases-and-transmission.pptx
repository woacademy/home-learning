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979206A-02F3-4485-BE03-03B78C82C9A8}">
  <a:tblStyle styleId="{7979206A-02F3-4485-BE03-03B78C82C9A8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{7979206A-02F3-4485-BE03-03B78C82C9A8}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{7979206A-02F3-4485-BE03-03B78C82C9A8}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{7979206A-02F3-4485-BE03-03B78C82C9A8}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{7979206A-02F3-4485-BE03-03B78C82C9A8}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{7979206A-02F3-4485-BE03-03B78C82C9A8}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