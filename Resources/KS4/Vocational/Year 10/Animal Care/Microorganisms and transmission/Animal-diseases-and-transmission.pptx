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CB0C0D-D6B9-42EB-856F-ED3BF88EEDF8}">
  <a:tblStyle styleId="{01CB0C0D-D6B9-42EB-856F-ED3BF88EED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{01CB0C0D-D6B9-42EB-856F-ED3BF88EEDF8}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{01CB0C0D-D6B9-42EB-856F-ED3BF88EEDF8}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{01CB0C0D-D6B9-42EB-856F-ED3BF88EEDF8}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{01CB0C0D-D6B9-42EB-856F-ED3BF88EEDF8}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{01CB0C0D-D6B9-42EB-856F-ED3BF88EEDF8}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