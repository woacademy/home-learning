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AA46B4-38ED-4834-A582-6307A9883262}">
  <a:tblStyle styleId="{2FAA46B4-38ED-4834-A582-6307A98832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{2FAA46B4-38ED-4834-A582-6307A9883262}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{2FAA46B4-38ED-4834-A582-6307A9883262}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{2FAA46B4-38ED-4834-A582-6307A9883262}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{2FAA46B4-38ED-4834-A582-6307A9883262}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{2FAA46B4-38ED-4834-A582-6307A9883262}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