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039299-D1CD-4810-9CD3-85DACED579A5}">
  <a:tblStyle styleId="{4A039299-D1CD-4810-9CD3-85DACED579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{4A039299-D1CD-4810-9CD3-85DACED579A5}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{4A039299-D1CD-4810-9CD3-85DACED579A5}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{4A039299-D1CD-4810-9CD3-85DACED579A5}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{4A039299-D1CD-4810-9CD3-85DACED579A5}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{4A039299-D1CD-4810-9CD3-85DACED579A5}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