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F2F31A-A037-43E3-8F76-F1F38BD6C289}">
  <a:tblStyle styleId="{B7F2F31A-A037-43E3-8F76-F1F38BD6C28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{B7F2F31A-A037-43E3-8F76-F1F38BD6C289}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{B7F2F31A-A037-43E3-8F76-F1F38BD6C289}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{B7F2F31A-A037-43E3-8F76-F1F38BD6C289}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{B7F2F31A-A037-43E3-8F76-F1F38BD6C289}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{B7F2F31A-A037-43E3-8F76-F1F38BD6C289}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