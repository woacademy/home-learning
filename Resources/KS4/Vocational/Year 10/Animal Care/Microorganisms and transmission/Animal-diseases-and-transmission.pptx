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7E2ECF-EC00-4B0E-9522-F09ACB33A7B7}">
  <a:tblStyle styleId="{147E2ECF-EC00-4B0E-9522-F09ACB33A7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{147E2ECF-EC00-4B0E-9522-F09ACB33A7B7}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{147E2ECF-EC00-4B0E-9522-F09ACB33A7B7}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{147E2ECF-EC00-4B0E-9522-F09ACB33A7B7}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{147E2ECF-EC00-4B0E-9522-F09ACB33A7B7}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{147E2ECF-EC00-4B0E-9522-F09ACB33A7B7}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