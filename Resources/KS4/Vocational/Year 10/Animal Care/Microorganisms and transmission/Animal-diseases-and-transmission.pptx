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7F936C-381E-466D-ACD2-10B4DB7FFEAD}">
  <a:tblStyle styleId="{B07F936C-381E-466D-ACD2-10B4DB7FFEA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{B07F936C-381E-466D-ACD2-10B4DB7FFEAD}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{B07F936C-381E-466D-ACD2-10B4DB7FFEAD}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{B07F936C-381E-466D-ACD2-10B4DB7FFEAD}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{B07F936C-381E-466D-ACD2-10B4DB7FFEAD}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{B07F936C-381E-466D-ACD2-10B4DB7FFEAD}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