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04917C-F2FD-43D9-8349-8C5E90E9B915}">
  <a:tblStyle styleId="{3404917C-F2FD-43D9-8349-8C5E90E9B9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{3404917C-F2FD-43D9-8349-8C5E90E9B915}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{3404917C-F2FD-43D9-8349-8C5E90E9B915}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{3404917C-F2FD-43D9-8349-8C5E90E9B915}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{3404917C-F2FD-43D9-8349-8C5E90E9B915}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{3404917C-F2FD-43D9-8349-8C5E90E9B915}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