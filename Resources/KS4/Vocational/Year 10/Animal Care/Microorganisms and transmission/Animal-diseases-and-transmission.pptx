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D801D-C912-4C9D-ACF9-450FADB8D8DD}">
  <a:tblStyle styleId="{894D801D-C912-4C9D-ACF9-450FADB8D8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{894D801D-C912-4C9D-ACF9-450FADB8D8DD}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{894D801D-C912-4C9D-ACF9-450FADB8D8DD}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{894D801D-C912-4C9D-ACF9-450FADB8D8DD}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{894D801D-C912-4C9D-ACF9-450FADB8D8DD}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{894D801D-C912-4C9D-ACF9-450FADB8D8DD}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