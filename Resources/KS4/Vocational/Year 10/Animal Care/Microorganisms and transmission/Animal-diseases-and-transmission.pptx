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6D1DF9-6550-4DDF-81BA-4D969432E343}">
  <a:tblStyle styleId="{8C6D1DF9-6550-4DDF-81BA-4D969432E3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{8C6D1DF9-6550-4DDF-81BA-4D969432E343}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{8C6D1DF9-6550-4DDF-81BA-4D969432E343}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{8C6D1DF9-6550-4DDF-81BA-4D969432E343}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{8C6D1DF9-6550-4DDF-81BA-4D969432E343}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{8C6D1DF9-6550-4DDF-81BA-4D969432E343}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