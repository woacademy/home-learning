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B59514-173B-4713-ABE0-A49B60C87D4E}">
  <a:tblStyle styleId="{1FB59514-173B-4713-ABE0-A49B60C87D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{1FB59514-173B-4713-ABE0-A49B60C87D4E}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{1FB59514-173B-4713-ABE0-A49B60C87D4E}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{1FB59514-173B-4713-ABE0-A49B60C87D4E}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{1FB59514-173B-4713-ABE0-A49B60C87D4E}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{1FB59514-173B-4713-ABE0-A49B60C87D4E}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