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5C27F6-C8A4-43D1-B013-E8981C20215F}">
  <a:tblStyle styleId="{D05C27F6-C8A4-43D1-B013-E8981C2021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{D05C27F6-C8A4-43D1-B013-E8981C20215F}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{D05C27F6-C8A4-43D1-B013-E8981C20215F}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{D05C27F6-C8A4-43D1-B013-E8981C20215F}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{D05C27F6-C8A4-43D1-B013-E8981C20215F}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{D05C27F6-C8A4-43D1-B013-E8981C20215F}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