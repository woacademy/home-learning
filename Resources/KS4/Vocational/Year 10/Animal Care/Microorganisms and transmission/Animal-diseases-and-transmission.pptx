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0C614E8-9A72-4052-B607-22E6AB2A1DA2}">
  <a:tblStyle styleId="{30C614E8-9A72-4052-B607-22E6AB2A1DA2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{30C614E8-9A72-4052-B607-22E6AB2A1DA2}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{30C614E8-9A72-4052-B607-22E6AB2A1DA2}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{30C614E8-9A72-4052-B607-22E6AB2A1DA2}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{30C614E8-9A72-4052-B607-22E6AB2A1DA2}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{30C614E8-9A72-4052-B607-22E6AB2A1DA2}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