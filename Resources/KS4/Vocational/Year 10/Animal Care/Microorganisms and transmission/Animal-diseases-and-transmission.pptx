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C512BE-9389-47D4-8860-201734619776}">
  <a:tblStyle styleId="{F1C512BE-9389-47D4-8860-2017346197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{F1C512BE-9389-47D4-8860-201734619776}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{F1C512BE-9389-47D4-8860-201734619776}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{F1C512BE-9389-47D4-8860-201734619776}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{F1C512BE-9389-47D4-8860-201734619776}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{F1C512BE-9389-47D4-8860-201734619776}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