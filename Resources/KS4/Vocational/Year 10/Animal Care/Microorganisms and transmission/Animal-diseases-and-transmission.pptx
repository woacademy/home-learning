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C3C0EA-02F3-48A6-A40F-59A039EB796A}">
  <a:tblStyle styleId="{22C3C0EA-02F3-48A6-A40F-59A039EB796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{22C3C0EA-02F3-48A6-A40F-59A039EB796A}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{22C3C0EA-02F3-48A6-A40F-59A039EB796A}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{22C3C0EA-02F3-48A6-A40F-59A039EB796A}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{22C3C0EA-02F3-48A6-A40F-59A039EB796A}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{22C3C0EA-02F3-48A6-A40F-59A039EB796A}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