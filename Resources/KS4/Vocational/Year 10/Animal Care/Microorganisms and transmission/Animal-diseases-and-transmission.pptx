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83D096D-E04A-4D78-AF5C-98FAC33DD0E6}">
  <a:tblStyle styleId="{083D096D-E04A-4D78-AF5C-98FAC33DD0E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{083D096D-E04A-4D78-AF5C-98FAC33DD0E6}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{083D096D-E04A-4D78-AF5C-98FAC33DD0E6}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{083D096D-E04A-4D78-AF5C-98FAC33DD0E6}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{083D096D-E04A-4D78-AF5C-98FAC33DD0E6}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{083D096D-E04A-4D78-AF5C-98FAC33DD0E6}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