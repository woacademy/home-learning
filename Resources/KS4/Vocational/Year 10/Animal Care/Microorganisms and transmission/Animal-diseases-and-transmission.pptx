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8FABED-D3BF-4C34-814F-A2582D49CD3E}">
  <a:tblStyle styleId="{848FABED-D3BF-4C34-814F-A2582D49CD3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{848FABED-D3BF-4C34-814F-A2582D49CD3E}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{848FABED-D3BF-4C34-814F-A2582D49CD3E}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{848FABED-D3BF-4C34-814F-A2582D49CD3E}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{848FABED-D3BF-4C34-814F-A2582D49CD3E}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{848FABED-D3BF-4C34-814F-A2582D49CD3E}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