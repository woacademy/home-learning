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9F4EE7-32A1-49E4-8B66-3AB980B90619}">
  <a:tblStyle styleId="{1D9F4EE7-32A1-49E4-8B66-3AB980B906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{1D9F4EE7-32A1-49E4-8B66-3AB980B90619}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{1D9F4EE7-32A1-49E4-8B66-3AB980B90619}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{1D9F4EE7-32A1-49E4-8B66-3AB980B90619}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{1D9F4EE7-32A1-49E4-8B66-3AB980B90619}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{1D9F4EE7-32A1-49E4-8B66-3AB980B90619}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