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2871C5-A6B4-4CD4-A5E8-4EA4446840F1}">
  <a:tblStyle styleId="{AC2871C5-A6B4-4CD4-A5E8-4EA4446840F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{AC2871C5-A6B4-4CD4-A5E8-4EA4446840F1}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{AC2871C5-A6B4-4CD4-A5E8-4EA4446840F1}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{AC2871C5-A6B4-4CD4-A5E8-4EA4446840F1}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{AC2871C5-A6B4-4CD4-A5E8-4EA4446840F1}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{AC2871C5-A6B4-4CD4-A5E8-4EA4446840F1}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