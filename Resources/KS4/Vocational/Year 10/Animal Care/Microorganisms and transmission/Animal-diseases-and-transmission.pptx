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902D83-DA77-4416-8EDB-87842F7B2688}">
  <a:tblStyle styleId="{01902D83-DA77-4416-8EDB-87842F7B268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{01902D83-DA77-4416-8EDB-87842F7B2688}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{01902D83-DA77-4416-8EDB-87842F7B2688}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{01902D83-DA77-4416-8EDB-87842F7B2688}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{01902D83-DA77-4416-8EDB-87842F7B2688}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{01902D83-DA77-4416-8EDB-87842F7B2688}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