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E91D388-0A9D-48BF-A1D3-F5D6ED432D7A}">
  <a:tblStyle styleId="{DE91D388-0A9D-48BF-A1D3-F5D6ED432D7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{DE91D388-0A9D-48BF-A1D3-F5D6ED432D7A}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{DE91D388-0A9D-48BF-A1D3-F5D6ED432D7A}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{DE91D388-0A9D-48BF-A1D3-F5D6ED432D7A}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{DE91D388-0A9D-48BF-A1D3-F5D6ED432D7A}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{DE91D388-0A9D-48BF-A1D3-F5D6ED432D7A}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