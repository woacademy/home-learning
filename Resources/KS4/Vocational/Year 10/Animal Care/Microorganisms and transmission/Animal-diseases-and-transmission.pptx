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A4678-4838-446C-92A1-6E8D2C1E507E}">
  <a:tblStyle styleId="{0AFA4678-4838-446C-92A1-6E8D2C1E50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{0AFA4678-4838-446C-92A1-6E8D2C1E507E}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{0AFA4678-4838-446C-92A1-6E8D2C1E507E}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{0AFA4678-4838-446C-92A1-6E8D2C1E507E}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{0AFA4678-4838-446C-92A1-6E8D2C1E507E}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{0AFA4678-4838-446C-92A1-6E8D2C1E507E}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