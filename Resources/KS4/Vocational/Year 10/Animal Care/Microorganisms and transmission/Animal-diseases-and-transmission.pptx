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4D55C2D-01B1-44FB-97DC-80CC21802CBD}">
  <a:tblStyle styleId="{24D55C2D-01B1-44FB-97DC-80CC21802C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{24D55C2D-01B1-44FB-97DC-80CC21802CBD}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{24D55C2D-01B1-44FB-97DC-80CC21802CBD}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{24D55C2D-01B1-44FB-97DC-80CC21802CBD}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{24D55C2D-01B1-44FB-97DC-80CC21802CBD}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{24D55C2D-01B1-44FB-97DC-80CC21802CBD}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