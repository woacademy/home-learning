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6D005D-387E-4645-A80C-1D4BBF0086BA}">
  <a:tblStyle styleId="{D06D005D-387E-4645-A80C-1D4BBF0086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{D06D005D-387E-4645-A80C-1D4BBF0086BA}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{D06D005D-387E-4645-A80C-1D4BBF0086BA}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{D06D005D-387E-4645-A80C-1D4BBF0086BA}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{D06D005D-387E-4645-A80C-1D4BBF0086BA}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{D06D005D-387E-4645-A80C-1D4BBF0086BA}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