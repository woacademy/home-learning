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792EFF-C177-4C64-B67D-2E3096F6DF4B}">
  <a:tblStyle styleId="{22792EFF-C177-4C64-B67D-2E3096F6DF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{22792EFF-C177-4C64-B67D-2E3096F6DF4B}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{22792EFF-C177-4C64-B67D-2E3096F6DF4B}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{22792EFF-C177-4C64-B67D-2E3096F6DF4B}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{22792EFF-C177-4C64-B67D-2E3096F6DF4B}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{22792EFF-C177-4C64-B67D-2E3096F6DF4B}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