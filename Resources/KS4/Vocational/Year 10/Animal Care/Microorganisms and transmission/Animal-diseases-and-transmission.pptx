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967D24-00E2-4C49-9EE7-DC0863702929}">
  <a:tblStyle styleId="{F6967D24-00E2-4C49-9EE7-DC08637029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{F6967D24-00E2-4C49-9EE7-DC0863702929}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{F6967D24-00E2-4C49-9EE7-DC0863702929}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{F6967D24-00E2-4C49-9EE7-DC0863702929}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{F6967D24-00E2-4C49-9EE7-DC0863702929}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{F6967D24-00E2-4C49-9EE7-DC0863702929}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