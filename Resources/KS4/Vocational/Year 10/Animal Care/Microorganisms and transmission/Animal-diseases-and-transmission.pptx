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D1B938-EF42-4D60-8955-092C114D3231}">
  <a:tblStyle styleId="{D7D1B938-EF42-4D60-8955-092C114D32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{D7D1B938-EF42-4D60-8955-092C114D3231}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{D7D1B938-EF42-4D60-8955-092C114D3231}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{D7D1B938-EF42-4D60-8955-092C114D3231}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{D7D1B938-EF42-4D60-8955-092C114D3231}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{D7D1B938-EF42-4D60-8955-092C114D3231}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