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26167D-A1FA-4129-B063-97756F099AB1}">
  <a:tblStyle styleId="{4926167D-A1FA-4129-B063-97756F099A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{4926167D-A1FA-4129-B063-97756F099AB1}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{4926167D-A1FA-4129-B063-97756F099AB1}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{4926167D-A1FA-4129-B063-97756F099AB1}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{4926167D-A1FA-4129-B063-97756F099AB1}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{4926167D-A1FA-4129-B063-97756F099AB1}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