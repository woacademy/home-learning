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8EBB748-E5A5-4CB3-9AFB-7AC78F39CEF5}">
  <a:tblStyle styleId="{68EBB748-E5A5-4CB3-9AFB-7AC78F39CEF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{68EBB748-E5A5-4CB3-9AFB-7AC78F39CEF5}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{68EBB748-E5A5-4CB3-9AFB-7AC78F39CEF5}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{68EBB748-E5A5-4CB3-9AFB-7AC78F39CEF5}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{68EBB748-E5A5-4CB3-9AFB-7AC78F39CEF5}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{68EBB748-E5A5-4CB3-9AFB-7AC78F39CEF5}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