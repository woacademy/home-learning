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3BC2C5-1889-40EE-9485-38B194A9D50D}">
  <a:tblStyle styleId="{703BC2C5-1889-40EE-9485-38B194A9D50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{703BC2C5-1889-40EE-9485-38B194A9D50D}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{703BC2C5-1889-40EE-9485-38B194A9D50D}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{703BC2C5-1889-40EE-9485-38B194A9D50D}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{703BC2C5-1889-40EE-9485-38B194A9D50D}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{703BC2C5-1889-40EE-9485-38B194A9D50D}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