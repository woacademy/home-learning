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088AF1-5E23-45CA-9014-ECB99EC69A89}">
  <a:tblStyle styleId="{0A088AF1-5E23-45CA-9014-ECB99EC69A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{0A088AF1-5E23-45CA-9014-ECB99EC69A89}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{0A088AF1-5E23-45CA-9014-ECB99EC69A89}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{0A088AF1-5E23-45CA-9014-ECB99EC69A89}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{0A088AF1-5E23-45CA-9014-ECB99EC69A89}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{0A088AF1-5E23-45CA-9014-ECB99EC69A89}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