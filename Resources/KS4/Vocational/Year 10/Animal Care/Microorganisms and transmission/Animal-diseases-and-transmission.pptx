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9DC2B-2609-4E3D-982B-33BDDC7FDA62}">
  <a:tblStyle styleId="{47F9DC2B-2609-4E3D-982B-33BDDC7FDA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{47F9DC2B-2609-4E3D-982B-33BDDC7FDA62}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{47F9DC2B-2609-4E3D-982B-33BDDC7FDA62}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{47F9DC2B-2609-4E3D-982B-33BDDC7FDA62}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{47F9DC2B-2609-4E3D-982B-33BDDC7FDA62}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{47F9DC2B-2609-4E3D-982B-33BDDC7FDA62}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