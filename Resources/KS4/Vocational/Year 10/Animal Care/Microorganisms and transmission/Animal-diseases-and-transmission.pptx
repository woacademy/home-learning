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530707-748E-4FA1-8FB6-A6C74C781AC3}">
  <a:tblStyle styleId="{58530707-748E-4FA1-8FB6-A6C74C781AC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{58530707-748E-4FA1-8FB6-A6C74C781AC3}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{58530707-748E-4FA1-8FB6-A6C74C781AC3}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{58530707-748E-4FA1-8FB6-A6C74C781AC3}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{58530707-748E-4FA1-8FB6-A6C74C781AC3}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{58530707-748E-4FA1-8FB6-A6C74C781AC3}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