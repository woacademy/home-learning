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2BD926-D7E6-4710-B27B-70E32ED2A29C}">
  <a:tblStyle styleId="{CC2BD926-D7E6-4710-B27B-70E32ED2A29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{CC2BD926-D7E6-4710-B27B-70E32ED2A29C}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{CC2BD926-D7E6-4710-B27B-70E32ED2A29C}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{CC2BD926-D7E6-4710-B27B-70E32ED2A29C}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{CC2BD926-D7E6-4710-B27B-70E32ED2A29C}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{CC2BD926-D7E6-4710-B27B-70E32ED2A29C}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