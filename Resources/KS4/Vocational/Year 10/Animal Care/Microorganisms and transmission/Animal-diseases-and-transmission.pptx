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9927EEC-3AFD-4793-A486-2714166CE28A}">
  <a:tblStyle styleId="{A9927EEC-3AFD-4793-A486-2714166CE28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{A9927EEC-3AFD-4793-A486-2714166CE28A}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{A9927EEC-3AFD-4793-A486-2714166CE28A}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{A9927EEC-3AFD-4793-A486-2714166CE28A}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{A9927EEC-3AFD-4793-A486-2714166CE28A}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{A9927EEC-3AFD-4793-A486-2714166CE28A}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