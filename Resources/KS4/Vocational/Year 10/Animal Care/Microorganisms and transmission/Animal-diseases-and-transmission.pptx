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A6B26A-C23A-49F3-9709-FCD519328684}">
  <a:tblStyle styleId="{4EA6B26A-C23A-49F3-9709-FCD5193286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{4EA6B26A-C23A-49F3-9709-FCD519328684}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{4EA6B26A-C23A-49F3-9709-FCD519328684}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{4EA6B26A-C23A-49F3-9709-FCD519328684}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{4EA6B26A-C23A-49F3-9709-FCD519328684}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{4EA6B26A-C23A-49F3-9709-FCD519328684}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