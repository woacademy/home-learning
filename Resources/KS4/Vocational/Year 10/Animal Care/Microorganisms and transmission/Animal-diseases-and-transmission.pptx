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9ECBCA-1FFC-41D7-8C76-6D4A918CCE72}">
  <a:tblStyle styleId="{C29ECBCA-1FFC-41D7-8C76-6D4A918CCE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{C29ECBCA-1FFC-41D7-8C76-6D4A918CCE72}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{C29ECBCA-1FFC-41D7-8C76-6D4A918CCE72}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{C29ECBCA-1FFC-41D7-8C76-6D4A918CCE72}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{C29ECBCA-1FFC-41D7-8C76-6D4A918CCE72}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{C29ECBCA-1FFC-41D7-8C76-6D4A918CCE72}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