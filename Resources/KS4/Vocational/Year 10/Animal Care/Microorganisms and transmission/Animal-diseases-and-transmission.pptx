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028840-44E0-4E42-BBF2-33995B23CF90}">
  <a:tblStyle styleId="{9E028840-44E0-4E42-BBF2-33995B23CF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{9E028840-44E0-4E42-BBF2-33995B23CF90}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{9E028840-44E0-4E42-BBF2-33995B23CF90}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{9E028840-44E0-4E42-BBF2-33995B23CF90}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{9E028840-44E0-4E42-BBF2-33995B23CF90}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{9E028840-44E0-4E42-BBF2-33995B23CF90}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