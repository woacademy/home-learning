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79643B-AB60-4849-94F8-C14A2AA8685C}">
  <a:tblStyle styleId="{2E79643B-AB60-4849-94F8-C14A2AA868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{2E79643B-AB60-4849-94F8-C14A2AA8685C}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{2E79643B-AB60-4849-94F8-C14A2AA8685C}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{2E79643B-AB60-4849-94F8-C14A2AA8685C}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{2E79643B-AB60-4849-94F8-C14A2AA8685C}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{2E79643B-AB60-4849-94F8-C14A2AA8685C}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