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70393D-9E10-47FC-BD71-1854E42FDABC}">
  <a:tblStyle styleId="{4370393D-9E10-47FC-BD71-1854E42FDAB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{4370393D-9E10-47FC-BD71-1854E42FDABC}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{4370393D-9E10-47FC-BD71-1854E42FDABC}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{4370393D-9E10-47FC-BD71-1854E42FDABC}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{4370393D-9E10-47FC-BD71-1854E42FDABC}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{4370393D-9E10-47FC-BD71-1854E42FDABC}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