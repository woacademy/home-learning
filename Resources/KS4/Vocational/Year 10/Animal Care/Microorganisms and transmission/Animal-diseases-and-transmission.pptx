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4B2B8-4887-46C8-BC74-F6608F8C1FBD}">
  <a:tblStyle styleId="{F534B2B8-4887-46C8-BC74-F6608F8C1F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{F534B2B8-4887-46C8-BC74-F6608F8C1FBD}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{F534B2B8-4887-46C8-BC74-F6608F8C1FBD}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{F534B2B8-4887-46C8-BC74-F6608F8C1FBD}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{F534B2B8-4887-46C8-BC74-F6608F8C1FBD}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{F534B2B8-4887-46C8-BC74-F6608F8C1FBD}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