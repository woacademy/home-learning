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8E6487-FCCD-4AE6-8666-D458DC7860E2}">
  <a:tblStyle styleId="{5D8E6487-FCCD-4AE6-8666-D458DC7860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{5D8E6487-FCCD-4AE6-8666-D458DC7860E2}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{5D8E6487-FCCD-4AE6-8666-D458DC7860E2}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{5D8E6487-FCCD-4AE6-8666-D458DC7860E2}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{5D8E6487-FCCD-4AE6-8666-D458DC7860E2}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{5D8E6487-FCCD-4AE6-8666-D458DC7860E2}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