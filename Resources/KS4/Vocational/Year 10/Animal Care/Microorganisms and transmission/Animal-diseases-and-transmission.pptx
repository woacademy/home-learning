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E9466C-CA1A-44DB-8B41-0BF6D6C24FE3}">
  <a:tblStyle styleId="{9EE9466C-CA1A-44DB-8B41-0BF6D6C24F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{9EE9466C-CA1A-44DB-8B41-0BF6D6C24FE3}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{9EE9466C-CA1A-44DB-8B41-0BF6D6C24FE3}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{9EE9466C-CA1A-44DB-8B41-0BF6D6C24FE3}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{9EE9466C-CA1A-44DB-8B41-0BF6D6C24FE3}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{9EE9466C-CA1A-44DB-8B41-0BF6D6C24FE3}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