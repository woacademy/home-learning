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F5772039-E2D6-4FA8-893E-9BD0209A156E}">
  <a:tblStyle styleId="{F5772039-E2D6-4FA8-893E-9BD0209A156E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3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{F5772039-E2D6-4FA8-893E-9BD0209A156E}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{F5772039-E2D6-4FA8-893E-9BD0209A156E}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{F5772039-E2D6-4FA8-893E-9BD0209A156E}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{F5772039-E2D6-4FA8-893E-9BD0209A156E}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{F5772039-E2D6-4FA8-893E-9BD0209A156E}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