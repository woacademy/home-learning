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720BA8-2EDB-43C2-A31F-24B926043D38}">
  <a:tblStyle styleId="{BD720BA8-2EDB-43C2-A31F-24B926043D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{BD720BA8-2EDB-43C2-A31F-24B926043D38}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{BD720BA8-2EDB-43C2-A31F-24B926043D38}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{BD720BA8-2EDB-43C2-A31F-24B926043D38}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{BD720BA8-2EDB-43C2-A31F-24B926043D38}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{BD720BA8-2EDB-43C2-A31F-24B926043D38}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