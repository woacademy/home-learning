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B3B09-5B0D-4085-B34B-1BA3CB231299}">
  <a:tblStyle styleId="{349B3B09-5B0D-4085-B34B-1BA3CB2312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{349B3B09-5B0D-4085-B34B-1BA3CB231299}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{349B3B09-5B0D-4085-B34B-1BA3CB231299}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{349B3B09-5B0D-4085-B34B-1BA3CB231299}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{349B3B09-5B0D-4085-B34B-1BA3CB231299}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{349B3B09-5B0D-4085-B34B-1BA3CB231299}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