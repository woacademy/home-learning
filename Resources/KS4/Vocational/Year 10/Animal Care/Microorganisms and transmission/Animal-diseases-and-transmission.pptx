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4CCD4D-66BC-4BC5-8E8C-2FF3C251F267}">
  <a:tblStyle styleId="{A84CCD4D-66BC-4BC5-8E8C-2FF3C251F2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{A84CCD4D-66BC-4BC5-8E8C-2FF3C251F267}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{A84CCD4D-66BC-4BC5-8E8C-2FF3C251F267}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{A84CCD4D-66BC-4BC5-8E8C-2FF3C251F267}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{A84CCD4D-66BC-4BC5-8E8C-2FF3C251F267}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{A84CCD4D-66BC-4BC5-8E8C-2FF3C251F267}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