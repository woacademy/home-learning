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1E5E67-90D1-4A83-AE17-DF82558D3C6B}">
  <a:tblStyle styleId="{1C1E5E67-90D1-4A83-AE17-DF82558D3C6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{1C1E5E67-90D1-4A83-AE17-DF82558D3C6B}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{1C1E5E67-90D1-4A83-AE17-DF82558D3C6B}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{1C1E5E67-90D1-4A83-AE17-DF82558D3C6B}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{1C1E5E67-90D1-4A83-AE17-DF82558D3C6B}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{1C1E5E67-90D1-4A83-AE17-DF82558D3C6B}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