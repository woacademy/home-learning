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728A3B-2FFB-4247-A3D5-A7B497DFFD71}">
  <a:tblStyle styleId="{13728A3B-2FFB-4247-A3D5-A7B497DFFD7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{13728A3B-2FFB-4247-A3D5-A7B497DFFD71}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{13728A3B-2FFB-4247-A3D5-A7B497DFFD71}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{13728A3B-2FFB-4247-A3D5-A7B497DFFD71}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{13728A3B-2FFB-4247-A3D5-A7B497DFFD71}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{13728A3B-2FFB-4247-A3D5-A7B497DFFD71}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