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64FB179-4049-49BB-AC51-98D6ADC029E6}">
  <a:tblStyle styleId="{764FB179-4049-49BB-AC51-98D6ADC029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{764FB179-4049-49BB-AC51-98D6ADC029E6}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{764FB179-4049-49BB-AC51-98D6ADC029E6}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{764FB179-4049-49BB-AC51-98D6ADC029E6}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{764FB179-4049-49BB-AC51-98D6ADC029E6}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{764FB179-4049-49BB-AC51-98D6ADC029E6}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