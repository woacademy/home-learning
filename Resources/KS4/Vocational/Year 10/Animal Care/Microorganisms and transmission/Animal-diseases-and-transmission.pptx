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200BCE-A800-4B8C-BACB-6B18F74CA88D}">
  <a:tblStyle styleId="{E8200BCE-A800-4B8C-BACB-6B18F74CA88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{E8200BCE-A800-4B8C-BACB-6B18F74CA88D}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{E8200BCE-A800-4B8C-BACB-6B18F74CA88D}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{E8200BCE-A800-4B8C-BACB-6B18F74CA88D}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{E8200BCE-A800-4B8C-BACB-6B18F74CA88D}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{E8200BCE-A800-4B8C-BACB-6B18F74CA88D}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