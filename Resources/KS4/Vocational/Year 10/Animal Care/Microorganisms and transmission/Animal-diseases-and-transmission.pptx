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9409D83-FE2A-4C56-8ED3-0508D8A34048}">
  <a:tblStyle styleId="{B9409D83-FE2A-4C56-8ED3-0508D8A3404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{B9409D83-FE2A-4C56-8ED3-0508D8A34048}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{B9409D83-FE2A-4C56-8ED3-0508D8A34048}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{B9409D83-FE2A-4C56-8ED3-0508D8A34048}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{B9409D83-FE2A-4C56-8ED3-0508D8A34048}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{B9409D83-FE2A-4C56-8ED3-0508D8A34048}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