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058021-54A5-4F91-B080-7C998214CF55}">
  <a:tblStyle styleId="{EB058021-54A5-4F91-B080-7C998214CF5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{EB058021-54A5-4F91-B080-7C998214CF55}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{EB058021-54A5-4F91-B080-7C998214CF55}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{EB058021-54A5-4F91-B080-7C998214CF55}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{EB058021-54A5-4F91-B080-7C998214CF55}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{EB058021-54A5-4F91-B080-7C998214CF55}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