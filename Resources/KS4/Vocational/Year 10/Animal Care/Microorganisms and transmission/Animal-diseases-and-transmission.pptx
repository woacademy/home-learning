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170D7A-A6EC-4BE7-938B-D06A5E9F7CA2}">
  <a:tblStyle styleId="{C1170D7A-A6EC-4BE7-938B-D06A5E9F7CA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{C1170D7A-A6EC-4BE7-938B-D06A5E9F7CA2}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{C1170D7A-A6EC-4BE7-938B-D06A5E9F7CA2}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{C1170D7A-A6EC-4BE7-938B-D06A5E9F7CA2}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{C1170D7A-A6EC-4BE7-938B-D06A5E9F7CA2}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{C1170D7A-A6EC-4BE7-938B-D06A5E9F7CA2}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