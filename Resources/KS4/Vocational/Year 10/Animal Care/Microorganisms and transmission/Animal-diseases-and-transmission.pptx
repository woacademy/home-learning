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FFB90F-3C87-4A37-9DFD-DFD96BD3A7CA}">
  <a:tblStyle styleId="{BFFFB90F-3C87-4A37-9DFD-DFD96BD3A7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{BFFFB90F-3C87-4A37-9DFD-DFD96BD3A7CA}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{BFFFB90F-3C87-4A37-9DFD-DFD96BD3A7CA}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{BFFFB90F-3C87-4A37-9DFD-DFD96BD3A7CA}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{BFFFB90F-3C87-4A37-9DFD-DFD96BD3A7CA}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{BFFFB90F-3C87-4A37-9DFD-DFD96BD3A7CA}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