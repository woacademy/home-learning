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C854AB-B37A-4E02-955E-E530B8B0DD9B}">
  <a:tblStyle styleId="{1DC854AB-B37A-4E02-955E-E530B8B0DD9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{1DC854AB-B37A-4E02-955E-E530B8B0DD9B}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{1DC854AB-B37A-4E02-955E-E530B8B0DD9B}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{1DC854AB-B37A-4E02-955E-E530B8B0DD9B}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{1DC854AB-B37A-4E02-955E-E530B8B0DD9B}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{1DC854AB-B37A-4E02-955E-E530B8B0DD9B}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