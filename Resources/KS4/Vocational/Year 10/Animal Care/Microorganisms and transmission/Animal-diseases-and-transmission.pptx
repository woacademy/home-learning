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3414EB-B961-490A-B285-890F8B434CCA}">
  <a:tblStyle styleId="{0E3414EB-B961-490A-B285-890F8B434C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{0E3414EB-B961-490A-B285-890F8B434CCA}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{0E3414EB-B961-490A-B285-890F8B434CCA}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{0E3414EB-B961-490A-B285-890F8B434CCA}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{0E3414EB-B961-490A-B285-890F8B434CCA}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{0E3414EB-B961-490A-B285-890F8B434CCA}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