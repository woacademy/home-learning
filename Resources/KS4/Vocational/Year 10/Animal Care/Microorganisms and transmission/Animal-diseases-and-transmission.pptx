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8A05D4-E589-4778-9E15-2E3B47570DFC}">
  <a:tblStyle styleId="{DE8A05D4-E589-4778-9E15-2E3B47570DF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{DE8A05D4-E589-4778-9E15-2E3B47570DFC}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{DE8A05D4-E589-4778-9E15-2E3B47570DFC}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{DE8A05D4-E589-4778-9E15-2E3B47570DFC}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{DE8A05D4-E589-4778-9E15-2E3B47570DFC}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{DE8A05D4-E589-4778-9E15-2E3B47570DFC}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