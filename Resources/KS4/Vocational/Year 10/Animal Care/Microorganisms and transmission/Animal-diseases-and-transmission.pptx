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30CD82-E454-4BC3-9217-926B516982AE}">
  <a:tblStyle styleId="{6030CD82-E454-4BC3-9217-926B516982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{6030CD82-E454-4BC3-9217-926B516982AE}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{6030CD82-E454-4BC3-9217-926B516982AE}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{6030CD82-E454-4BC3-9217-926B516982AE}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{6030CD82-E454-4BC3-9217-926B516982AE}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{6030CD82-E454-4BC3-9217-926B516982AE}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