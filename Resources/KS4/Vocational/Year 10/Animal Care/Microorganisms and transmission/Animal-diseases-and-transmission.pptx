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1BE8E8-1077-4B8D-849D-DD70752E14C2}">
  <a:tblStyle styleId="{691BE8E8-1077-4B8D-849D-DD70752E14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{691BE8E8-1077-4B8D-849D-DD70752E14C2}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{691BE8E8-1077-4B8D-849D-DD70752E14C2}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{691BE8E8-1077-4B8D-849D-DD70752E14C2}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{691BE8E8-1077-4B8D-849D-DD70752E14C2}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{691BE8E8-1077-4B8D-849D-DD70752E14C2}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