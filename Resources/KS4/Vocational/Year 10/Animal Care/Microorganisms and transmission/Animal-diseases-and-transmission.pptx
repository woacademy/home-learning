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A4BAFA-3A95-4B39-95B8-5EB753F18A7D}">
  <a:tblStyle styleId="{46A4BAFA-3A95-4B39-95B8-5EB753F18A7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{46A4BAFA-3A95-4B39-95B8-5EB753F18A7D}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{46A4BAFA-3A95-4B39-95B8-5EB753F18A7D}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{46A4BAFA-3A95-4B39-95B8-5EB753F18A7D}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{46A4BAFA-3A95-4B39-95B8-5EB753F18A7D}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{46A4BAFA-3A95-4B39-95B8-5EB753F18A7D}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