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15F64E-F719-4B3E-AD38-303F8BDAD666}">
  <a:tblStyle styleId="{2015F64E-F719-4B3E-AD38-303F8BDAD66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{2015F64E-F719-4B3E-AD38-303F8BDAD666}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{2015F64E-F719-4B3E-AD38-303F8BDAD666}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{2015F64E-F719-4B3E-AD38-303F8BDAD666}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{2015F64E-F719-4B3E-AD38-303F8BDAD666}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{2015F64E-F719-4B3E-AD38-303F8BDAD666}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