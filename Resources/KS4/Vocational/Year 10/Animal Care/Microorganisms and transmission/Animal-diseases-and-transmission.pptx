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47D2AF-13EB-4293-B5DD-A91E9578D959}">
  <a:tblStyle styleId="{8E47D2AF-13EB-4293-B5DD-A91E9578D9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{8E47D2AF-13EB-4293-B5DD-A91E9578D959}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{8E47D2AF-13EB-4293-B5DD-A91E9578D959}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{8E47D2AF-13EB-4293-B5DD-A91E9578D959}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{8E47D2AF-13EB-4293-B5DD-A91E9578D959}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{8E47D2AF-13EB-4293-B5DD-A91E9578D959}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