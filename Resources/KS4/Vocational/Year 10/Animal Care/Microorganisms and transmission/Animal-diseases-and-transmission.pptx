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2D640E-FBCB-493F-B66D-DACD12DE1B26}">
  <a:tblStyle styleId="{5F2D640E-FBCB-493F-B66D-DACD12DE1B2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{5F2D640E-FBCB-493F-B66D-DACD12DE1B26}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{5F2D640E-FBCB-493F-B66D-DACD12DE1B26}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{5F2D640E-FBCB-493F-B66D-DACD12DE1B26}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{5F2D640E-FBCB-493F-B66D-DACD12DE1B26}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{5F2D640E-FBCB-493F-B66D-DACD12DE1B26}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