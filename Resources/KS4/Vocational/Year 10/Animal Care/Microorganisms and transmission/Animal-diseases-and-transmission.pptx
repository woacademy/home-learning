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796234F-F5B3-4133-AA63-7492CBAB28DC}">
  <a:tblStyle styleId="{0796234F-F5B3-4133-AA63-7492CBAB28D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{0796234F-F5B3-4133-AA63-7492CBAB28DC}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{0796234F-F5B3-4133-AA63-7492CBAB28DC}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{0796234F-F5B3-4133-AA63-7492CBAB28DC}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{0796234F-F5B3-4133-AA63-7492CBAB28DC}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{0796234F-F5B3-4133-AA63-7492CBAB28DC}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