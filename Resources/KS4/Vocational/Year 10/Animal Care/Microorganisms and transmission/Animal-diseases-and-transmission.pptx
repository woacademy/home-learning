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DB9223-1280-4F3D-9734-3950CD397840}">
  <a:tblStyle styleId="{24DB9223-1280-4F3D-9734-3950CD3978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{24DB9223-1280-4F3D-9734-3950CD397840}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{24DB9223-1280-4F3D-9734-3950CD397840}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{24DB9223-1280-4F3D-9734-3950CD397840}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{24DB9223-1280-4F3D-9734-3950CD397840}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{24DB9223-1280-4F3D-9734-3950CD397840}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