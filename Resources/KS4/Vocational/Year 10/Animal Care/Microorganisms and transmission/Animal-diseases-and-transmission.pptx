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24A8F01-B0AA-4223-A9E1-F3D7753847F3}">
  <a:tblStyle styleId="{A24A8F01-B0AA-4223-A9E1-F3D7753847F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{A24A8F01-B0AA-4223-A9E1-F3D7753847F3}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{A24A8F01-B0AA-4223-A9E1-F3D7753847F3}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{A24A8F01-B0AA-4223-A9E1-F3D7753847F3}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{A24A8F01-B0AA-4223-A9E1-F3D7753847F3}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{A24A8F01-B0AA-4223-A9E1-F3D7753847F3}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