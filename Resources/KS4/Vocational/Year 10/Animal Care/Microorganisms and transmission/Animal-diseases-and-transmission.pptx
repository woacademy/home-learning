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BBA221-F5CA-4917-AB2C-6A8B67B3F100}">
  <a:tblStyle styleId="{D7BBA221-F5CA-4917-AB2C-6A8B67B3F1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{D7BBA221-F5CA-4917-AB2C-6A8B67B3F100}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{D7BBA221-F5CA-4917-AB2C-6A8B67B3F100}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{D7BBA221-F5CA-4917-AB2C-6A8B67B3F100}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{D7BBA221-F5CA-4917-AB2C-6A8B67B3F100}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{D7BBA221-F5CA-4917-AB2C-6A8B67B3F100}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