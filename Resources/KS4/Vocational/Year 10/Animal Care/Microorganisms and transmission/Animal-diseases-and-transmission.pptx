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FE94C9-7701-4107-85B7-AEB0B66B751C}">
  <a:tblStyle styleId="{3CFE94C9-7701-4107-85B7-AEB0B66B751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{3CFE94C9-7701-4107-85B7-AEB0B66B751C}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{3CFE94C9-7701-4107-85B7-AEB0B66B751C}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{3CFE94C9-7701-4107-85B7-AEB0B66B751C}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{3CFE94C9-7701-4107-85B7-AEB0B66B751C}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{3CFE94C9-7701-4107-85B7-AEB0B66B751C}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