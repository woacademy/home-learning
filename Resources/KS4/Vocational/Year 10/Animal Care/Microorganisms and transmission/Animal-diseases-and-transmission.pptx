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1E3B6D-AE3C-4429-BAA8-07ACB5EC9846}">
  <a:tblStyle styleId="{A11E3B6D-AE3C-4429-BAA8-07ACB5EC984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{A11E3B6D-AE3C-4429-BAA8-07ACB5EC9846}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{A11E3B6D-AE3C-4429-BAA8-07ACB5EC9846}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{A11E3B6D-AE3C-4429-BAA8-07ACB5EC9846}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{A11E3B6D-AE3C-4429-BAA8-07ACB5EC9846}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{A11E3B6D-AE3C-4429-BAA8-07ACB5EC9846}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