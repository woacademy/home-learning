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B60F6A-5E3E-4C49-BF31-E979F754BEB0}">
  <a:tblStyle styleId="{81B60F6A-5E3E-4C49-BF31-E979F754BE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{81B60F6A-5E3E-4C49-BF31-E979F754BEB0}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{81B60F6A-5E3E-4C49-BF31-E979F754BEB0}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{81B60F6A-5E3E-4C49-BF31-E979F754BEB0}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{81B60F6A-5E3E-4C49-BF31-E979F754BEB0}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{81B60F6A-5E3E-4C49-BF31-E979F754BEB0}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