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D8E96D-820F-451D-A4AA-3B2FBBBD5C73}">
  <a:tblStyle styleId="{C9D8E96D-820F-451D-A4AA-3B2FBBBD5C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{C9D8E96D-820F-451D-A4AA-3B2FBBBD5C73}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{C9D8E96D-820F-451D-A4AA-3B2FBBBD5C73}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{C9D8E96D-820F-451D-A4AA-3B2FBBBD5C73}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{C9D8E96D-820F-451D-A4AA-3B2FBBBD5C73}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{C9D8E96D-820F-451D-A4AA-3B2FBBBD5C73}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