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4DF7D7-1BEB-4E0C-8DB2-8CE222F51649}">
  <a:tblStyle styleId="{CE4DF7D7-1BEB-4E0C-8DB2-8CE222F5164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{CE4DF7D7-1BEB-4E0C-8DB2-8CE222F51649}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{CE4DF7D7-1BEB-4E0C-8DB2-8CE222F51649}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{CE4DF7D7-1BEB-4E0C-8DB2-8CE222F51649}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{CE4DF7D7-1BEB-4E0C-8DB2-8CE222F51649}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{CE4DF7D7-1BEB-4E0C-8DB2-8CE222F51649}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