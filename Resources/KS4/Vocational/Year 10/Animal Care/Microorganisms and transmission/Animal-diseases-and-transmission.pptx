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42EFA6-249B-4DDA-97C6-B601640DF289}">
  <a:tblStyle styleId="{A942EFA6-249B-4DDA-97C6-B601640DF28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{A942EFA6-249B-4DDA-97C6-B601640DF289}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{A942EFA6-249B-4DDA-97C6-B601640DF289}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{A942EFA6-249B-4DDA-97C6-B601640DF289}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{A942EFA6-249B-4DDA-97C6-B601640DF289}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{A942EFA6-249B-4DDA-97C6-B601640DF289}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