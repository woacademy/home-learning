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BDBE62-E10D-471D-A4DD-01C7E2C651CA}">
  <a:tblStyle styleId="{1FBDBE62-E10D-471D-A4DD-01C7E2C651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{1FBDBE62-E10D-471D-A4DD-01C7E2C651CA}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{1FBDBE62-E10D-471D-A4DD-01C7E2C651CA}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{1FBDBE62-E10D-471D-A4DD-01C7E2C651CA}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{1FBDBE62-E10D-471D-A4DD-01C7E2C651CA}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{1FBDBE62-E10D-471D-A4DD-01C7E2C651CA}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