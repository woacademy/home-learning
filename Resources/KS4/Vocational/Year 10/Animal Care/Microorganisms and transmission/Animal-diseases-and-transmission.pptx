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BB253-57BA-4D6E-AF3C-79469FBDEC2A}">
  <a:tblStyle styleId="{C33BB253-57BA-4D6E-AF3C-79469FBDEC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{C33BB253-57BA-4D6E-AF3C-79469FBDEC2A}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{C33BB253-57BA-4D6E-AF3C-79469FBDEC2A}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{C33BB253-57BA-4D6E-AF3C-79469FBDEC2A}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{C33BB253-57BA-4D6E-AF3C-79469FBDEC2A}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{C33BB253-57BA-4D6E-AF3C-79469FBDEC2A}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