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83858A-A513-4E0C-9762-229083A77FDD}">
  <a:tblStyle styleId="{7983858A-A513-4E0C-9762-229083A77FD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{7983858A-A513-4E0C-9762-229083A77FDD}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{7983858A-A513-4E0C-9762-229083A77FDD}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{7983858A-A513-4E0C-9762-229083A77FDD}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{7983858A-A513-4E0C-9762-229083A77FDD}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{7983858A-A513-4E0C-9762-229083A77FDD}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