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491A1-6AFB-4D42-AC6A-E7BE9FC11AF5}">
  <a:tblStyle styleId="{028491A1-6AFB-4D42-AC6A-E7BE9FC11A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{028491A1-6AFB-4D42-AC6A-E7BE9FC11AF5}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{028491A1-6AFB-4D42-AC6A-E7BE9FC11AF5}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{028491A1-6AFB-4D42-AC6A-E7BE9FC11AF5}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{028491A1-6AFB-4D42-AC6A-E7BE9FC11AF5}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{028491A1-6AFB-4D42-AC6A-E7BE9FC11AF5}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