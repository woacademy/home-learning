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306B6D-32F5-42E4-922B-EA65BCE6FEE1}">
  <a:tblStyle styleId="{D5306B6D-32F5-42E4-922B-EA65BCE6FEE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{D5306B6D-32F5-42E4-922B-EA65BCE6FEE1}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{D5306B6D-32F5-42E4-922B-EA65BCE6FEE1}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{D5306B6D-32F5-42E4-922B-EA65BCE6FEE1}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{D5306B6D-32F5-42E4-922B-EA65BCE6FEE1}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{D5306B6D-32F5-42E4-922B-EA65BCE6FEE1}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