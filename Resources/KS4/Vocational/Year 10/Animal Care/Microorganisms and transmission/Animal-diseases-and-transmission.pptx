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AA8BC9-E843-42E3-BED9-7BC4B7F7BCAA}">
  <a:tblStyle styleId="{F5AA8BC9-E843-42E3-BED9-7BC4B7F7BCA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{F5AA8BC9-E843-42E3-BED9-7BC4B7F7BCAA}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{F5AA8BC9-E843-42E3-BED9-7BC4B7F7BCAA}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{F5AA8BC9-E843-42E3-BED9-7BC4B7F7BCAA}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{F5AA8BC9-E843-42E3-BED9-7BC4B7F7BCAA}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{F5AA8BC9-E843-42E3-BED9-7BC4B7F7BCAA}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