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04278D-A885-4815-9B88-608CE3A8EB90}">
  <a:tblStyle styleId="{F004278D-A885-4815-9B88-608CE3A8EB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{F004278D-A885-4815-9B88-608CE3A8EB90}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{F004278D-A885-4815-9B88-608CE3A8EB90}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{F004278D-A885-4815-9B88-608CE3A8EB90}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{F004278D-A885-4815-9B88-608CE3A8EB90}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{F004278D-A885-4815-9B88-608CE3A8EB90}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