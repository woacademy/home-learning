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4D8F0-3CB2-422D-A5DF-B40308F69C9A}">
  <a:tblStyle styleId="{B954D8F0-3CB2-422D-A5DF-B40308F69C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{B954D8F0-3CB2-422D-A5DF-B40308F69C9A}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{B954D8F0-3CB2-422D-A5DF-B40308F69C9A}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{B954D8F0-3CB2-422D-A5DF-B40308F69C9A}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{B954D8F0-3CB2-422D-A5DF-B40308F69C9A}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{B954D8F0-3CB2-422D-A5DF-B40308F69C9A}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