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5CCB50-E02C-4724-8D59-F4AA823BD18C}">
  <a:tblStyle styleId="{745CCB50-E02C-4724-8D59-F4AA823BD1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{745CCB50-E02C-4724-8D59-F4AA823BD18C}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{745CCB50-E02C-4724-8D59-F4AA823BD18C}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{745CCB50-E02C-4724-8D59-F4AA823BD18C}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{745CCB50-E02C-4724-8D59-F4AA823BD18C}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{745CCB50-E02C-4724-8D59-F4AA823BD18C}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