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ACDBA2-70AC-4735-8637-AED2170A09D3}">
  <a:tblStyle styleId="{26ACDBA2-70AC-4735-8637-AED2170A09D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{26ACDBA2-70AC-4735-8637-AED2170A09D3}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{26ACDBA2-70AC-4735-8637-AED2170A09D3}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{26ACDBA2-70AC-4735-8637-AED2170A09D3}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{26ACDBA2-70AC-4735-8637-AED2170A09D3}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{26ACDBA2-70AC-4735-8637-AED2170A09D3}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