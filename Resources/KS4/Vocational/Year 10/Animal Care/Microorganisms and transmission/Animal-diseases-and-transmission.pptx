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8B7E1F-5A26-4463-8F5E-995F84295657}">
  <a:tblStyle styleId="{5D8B7E1F-5A26-4463-8F5E-995F8429565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{5D8B7E1F-5A26-4463-8F5E-995F84295657}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{5D8B7E1F-5A26-4463-8F5E-995F84295657}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{5D8B7E1F-5A26-4463-8F5E-995F84295657}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{5D8B7E1F-5A26-4463-8F5E-995F84295657}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{5D8B7E1F-5A26-4463-8F5E-995F84295657}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