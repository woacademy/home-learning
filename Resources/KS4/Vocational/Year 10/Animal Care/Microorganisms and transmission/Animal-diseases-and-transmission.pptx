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92DD3C-0BB8-49BD-8A7C-957905D4AAB6}">
  <a:tblStyle styleId="{8092DD3C-0BB8-49BD-8A7C-957905D4AAB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{8092DD3C-0BB8-49BD-8A7C-957905D4AAB6}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{8092DD3C-0BB8-49BD-8A7C-957905D4AAB6}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{8092DD3C-0BB8-49BD-8A7C-957905D4AAB6}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{8092DD3C-0BB8-49BD-8A7C-957905D4AAB6}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{8092DD3C-0BB8-49BD-8A7C-957905D4AAB6}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