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77DC0F-23FF-4750-BF99-2F6154E35F23}">
  <a:tblStyle styleId="{8277DC0F-23FF-4750-BF99-2F6154E35F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{8277DC0F-23FF-4750-BF99-2F6154E35F23}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{8277DC0F-23FF-4750-BF99-2F6154E35F23}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{8277DC0F-23FF-4750-BF99-2F6154E35F23}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{8277DC0F-23FF-4750-BF99-2F6154E35F23}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{8277DC0F-23FF-4750-BF99-2F6154E35F23}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