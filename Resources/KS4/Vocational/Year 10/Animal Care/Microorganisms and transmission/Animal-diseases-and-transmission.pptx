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5AA64D5-FA36-4C17-A8B0-4DA0EC5501AA}">
  <a:tblStyle styleId="{F5AA64D5-FA36-4C17-A8B0-4DA0EC5501A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{F5AA64D5-FA36-4C17-A8B0-4DA0EC5501AA}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{F5AA64D5-FA36-4C17-A8B0-4DA0EC5501AA}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{F5AA64D5-FA36-4C17-A8B0-4DA0EC5501AA}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{F5AA64D5-FA36-4C17-A8B0-4DA0EC5501AA}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{F5AA64D5-FA36-4C17-A8B0-4DA0EC5501AA}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