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240FEB8-A310-4E44-81CB-EFB184779DF8}">
  <a:tblStyle styleId="{D240FEB8-A310-4E44-81CB-EFB184779D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{D240FEB8-A310-4E44-81CB-EFB184779DF8}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{D240FEB8-A310-4E44-81CB-EFB184779DF8}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{D240FEB8-A310-4E44-81CB-EFB184779DF8}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{D240FEB8-A310-4E44-81CB-EFB184779DF8}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{D240FEB8-A310-4E44-81CB-EFB184779DF8}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