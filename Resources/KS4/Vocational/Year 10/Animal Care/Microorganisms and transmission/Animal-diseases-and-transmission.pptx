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37FA1E-D2FA-4C0D-9453-682E648815E2}">
  <a:tblStyle styleId="{6C37FA1E-D2FA-4C0D-9453-682E648815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{6C37FA1E-D2FA-4C0D-9453-682E648815E2}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{6C37FA1E-D2FA-4C0D-9453-682E648815E2}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{6C37FA1E-D2FA-4C0D-9453-682E648815E2}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{6C37FA1E-D2FA-4C0D-9453-682E648815E2}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{6C37FA1E-D2FA-4C0D-9453-682E648815E2}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