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F414AE2-D766-4E5E-9F73-A2A64DD13225}">
  <a:tblStyle styleId="{2F414AE2-D766-4E5E-9F73-A2A64DD13225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{2F414AE2-D766-4E5E-9F73-A2A64DD13225}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{2F414AE2-D766-4E5E-9F73-A2A64DD13225}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{2F414AE2-D766-4E5E-9F73-A2A64DD13225}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{2F414AE2-D766-4E5E-9F73-A2A64DD13225}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{2F414AE2-D766-4E5E-9F73-A2A64DD13225}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