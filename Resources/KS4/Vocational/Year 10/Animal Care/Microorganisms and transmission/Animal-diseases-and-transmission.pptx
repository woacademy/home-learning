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183D90-CDB1-4F09-9FA1-CA293C34898B}">
  <a:tblStyle styleId="{65183D90-CDB1-4F09-9FA1-CA293C3489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{65183D90-CDB1-4F09-9FA1-CA293C34898B}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{65183D90-CDB1-4F09-9FA1-CA293C34898B}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{65183D90-CDB1-4F09-9FA1-CA293C34898B}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{65183D90-CDB1-4F09-9FA1-CA293C34898B}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{65183D90-CDB1-4F09-9FA1-CA293C34898B}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