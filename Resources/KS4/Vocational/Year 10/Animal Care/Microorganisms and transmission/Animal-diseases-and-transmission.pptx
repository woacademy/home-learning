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80D55E-267B-45CF-820B-D72D7A76AD65}">
  <a:tblStyle styleId="{8580D55E-267B-45CF-820B-D72D7A76AD6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{8580D55E-267B-45CF-820B-D72D7A76AD65}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{8580D55E-267B-45CF-820B-D72D7A76AD65}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{8580D55E-267B-45CF-820B-D72D7A76AD65}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{8580D55E-267B-45CF-820B-D72D7A76AD65}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{8580D55E-267B-45CF-820B-D72D7A76AD65}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