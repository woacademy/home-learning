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C038E0-1F09-4624-8C92-0DFA732BDF8A}">
  <a:tblStyle styleId="{0FC038E0-1F09-4624-8C92-0DFA732BDF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{0FC038E0-1F09-4624-8C92-0DFA732BDF8A}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{0FC038E0-1F09-4624-8C92-0DFA732BDF8A}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{0FC038E0-1F09-4624-8C92-0DFA732BDF8A}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{0FC038E0-1F09-4624-8C92-0DFA732BDF8A}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{0FC038E0-1F09-4624-8C92-0DFA732BDF8A}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