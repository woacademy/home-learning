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24C0A5-E4D6-485E-AACA-18B6320D034B}">
  <a:tblStyle styleId="{3C24C0A5-E4D6-485E-AACA-18B6320D034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{3C24C0A5-E4D6-485E-AACA-18B6320D034B}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{3C24C0A5-E4D6-485E-AACA-18B6320D034B}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{3C24C0A5-E4D6-485E-AACA-18B6320D034B}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{3C24C0A5-E4D6-485E-AACA-18B6320D034B}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{3C24C0A5-E4D6-485E-AACA-18B6320D034B}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