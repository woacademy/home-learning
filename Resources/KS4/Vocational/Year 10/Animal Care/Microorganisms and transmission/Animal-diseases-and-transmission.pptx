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4AD4FA-6256-488F-8CD5-C7BF891BC52D}">
  <a:tblStyle styleId="{BC4AD4FA-6256-488F-8CD5-C7BF891BC5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{BC4AD4FA-6256-488F-8CD5-C7BF891BC52D}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{BC4AD4FA-6256-488F-8CD5-C7BF891BC52D}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{BC4AD4FA-6256-488F-8CD5-C7BF891BC52D}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{BC4AD4FA-6256-488F-8CD5-C7BF891BC52D}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{BC4AD4FA-6256-488F-8CD5-C7BF891BC52D}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