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082E933-F7EE-4221-9BBA-1431A36C4E7D}">
  <a:tblStyle styleId="{7082E933-F7EE-4221-9BBA-1431A36C4E7D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{7082E933-F7EE-4221-9BBA-1431A36C4E7D}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{7082E933-F7EE-4221-9BBA-1431A36C4E7D}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{7082E933-F7EE-4221-9BBA-1431A36C4E7D}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{7082E933-F7EE-4221-9BBA-1431A36C4E7D}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{7082E933-F7EE-4221-9BBA-1431A36C4E7D}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