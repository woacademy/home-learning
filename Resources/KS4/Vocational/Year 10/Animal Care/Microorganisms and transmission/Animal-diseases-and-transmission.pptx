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6ACCB0-E10A-4B29-8F3F-5B278F205DCA}">
  <a:tblStyle styleId="{1F6ACCB0-E10A-4B29-8F3F-5B278F205D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{1F6ACCB0-E10A-4B29-8F3F-5B278F205DCA}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{1F6ACCB0-E10A-4B29-8F3F-5B278F205DCA}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{1F6ACCB0-E10A-4B29-8F3F-5B278F205DCA}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{1F6ACCB0-E10A-4B29-8F3F-5B278F205DCA}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{1F6ACCB0-E10A-4B29-8F3F-5B278F205DCA}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