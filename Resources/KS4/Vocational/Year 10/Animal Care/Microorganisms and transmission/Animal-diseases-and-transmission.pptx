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834351-66ED-4AEE-869A-5D4022119A53}">
  <a:tblStyle styleId="{4D834351-66ED-4AEE-869A-5D4022119A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{4D834351-66ED-4AEE-869A-5D4022119A53}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{4D834351-66ED-4AEE-869A-5D4022119A53}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{4D834351-66ED-4AEE-869A-5D4022119A53}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{4D834351-66ED-4AEE-869A-5D4022119A53}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{4D834351-66ED-4AEE-869A-5D4022119A53}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