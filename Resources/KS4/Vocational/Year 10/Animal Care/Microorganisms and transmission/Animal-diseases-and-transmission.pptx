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4092D8-6EA4-4D31-AF25-3C77F3526819}">
  <a:tblStyle styleId="{8D4092D8-6EA4-4D31-AF25-3C77F352681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{8D4092D8-6EA4-4D31-AF25-3C77F3526819}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{8D4092D8-6EA4-4D31-AF25-3C77F3526819}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{8D4092D8-6EA4-4D31-AF25-3C77F3526819}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{8D4092D8-6EA4-4D31-AF25-3C77F3526819}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{8D4092D8-6EA4-4D31-AF25-3C77F3526819}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