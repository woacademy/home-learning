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DA4708-9A70-483C-AB45-80232363F3AD}">
  <a:tblStyle styleId="{4CDA4708-9A70-483C-AB45-80232363F3A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{4CDA4708-9A70-483C-AB45-80232363F3AD}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{4CDA4708-9A70-483C-AB45-80232363F3AD}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{4CDA4708-9A70-483C-AB45-80232363F3AD}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{4CDA4708-9A70-483C-AB45-80232363F3AD}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{4CDA4708-9A70-483C-AB45-80232363F3AD}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