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DB244B-1FFA-493B-B44E-40EA66FBB4E3}">
  <a:tblStyle styleId="{CCDB244B-1FFA-493B-B44E-40EA66FBB4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{CCDB244B-1FFA-493B-B44E-40EA66FBB4E3}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{CCDB244B-1FFA-493B-B44E-40EA66FBB4E3}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{CCDB244B-1FFA-493B-B44E-40EA66FBB4E3}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{CCDB244B-1FFA-493B-B44E-40EA66FBB4E3}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{CCDB244B-1FFA-493B-B44E-40EA66FBB4E3}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