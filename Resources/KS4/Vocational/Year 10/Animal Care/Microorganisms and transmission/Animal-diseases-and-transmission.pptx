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4E700B-BF26-4CDD-B16A-9AF3EE5C1B5D}">
  <a:tblStyle styleId="{7B4E700B-BF26-4CDD-B16A-9AF3EE5C1B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{7B4E700B-BF26-4CDD-B16A-9AF3EE5C1B5D}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{7B4E700B-BF26-4CDD-B16A-9AF3EE5C1B5D}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{7B4E700B-BF26-4CDD-B16A-9AF3EE5C1B5D}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{7B4E700B-BF26-4CDD-B16A-9AF3EE5C1B5D}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{7B4E700B-BF26-4CDD-B16A-9AF3EE5C1B5D}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