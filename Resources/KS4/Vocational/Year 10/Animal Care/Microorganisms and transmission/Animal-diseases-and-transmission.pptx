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8A12A67-BE52-4D7E-BF17-E37F8C662B81}">
  <a:tblStyle styleId="{A8A12A67-BE52-4D7E-BF17-E37F8C662B8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{A8A12A67-BE52-4D7E-BF17-E37F8C662B81}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{A8A12A67-BE52-4D7E-BF17-E37F8C662B81}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{A8A12A67-BE52-4D7E-BF17-E37F8C662B81}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{A8A12A67-BE52-4D7E-BF17-E37F8C662B81}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{A8A12A67-BE52-4D7E-BF17-E37F8C662B81}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