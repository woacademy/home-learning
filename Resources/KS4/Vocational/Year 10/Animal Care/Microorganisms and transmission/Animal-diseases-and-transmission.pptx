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D44AD9-E237-433A-92CB-50169FB9040E}">
  <a:tblStyle styleId="{79D44AD9-E237-433A-92CB-50169FB904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{79D44AD9-E237-433A-92CB-50169FB9040E}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{79D44AD9-E237-433A-92CB-50169FB9040E}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{79D44AD9-E237-433A-92CB-50169FB9040E}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{79D44AD9-E237-433A-92CB-50169FB9040E}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{79D44AD9-E237-433A-92CB-50169FB9040E}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