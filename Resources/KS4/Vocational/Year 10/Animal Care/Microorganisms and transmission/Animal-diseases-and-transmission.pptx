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D3C9C5-4A54-43FE-A737-DF229B58C01D}">
  <a:tblStyle styleId="{92D3C9C5-4A54-43FE-A737-DF229B58C0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{92D3C9C5-4A54-43FE-A737-DF229B58C01D}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{92D3C9C5-4A54-43FE-A737-DF229B58C01D}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{92D3C9C5-4A54-43FE-A737-DF229B58C01D}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{92D3C9C5-4A54-43FE-A737-DF229B58C01D}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{92D3C9C5-4A54-43FE-A737-DF229B58C01D}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