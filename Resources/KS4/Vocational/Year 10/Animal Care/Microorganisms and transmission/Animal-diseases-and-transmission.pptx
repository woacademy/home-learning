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56779C-B34B-412C-8455-B11E5DF31611}">
  <a:tblStyle styleId="{EC56779C-B34B-412C-8455-B11E5DF316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{EC56779C-B34B-412C-8455-B11E5DF31611}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{EC56779C-B34B-412C-8455-B11E5DF31611}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{EC56779C-B34B-412C-8455-B11E5DF31611}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{EC56779C-B34B-412C-8455-B11E5DF31611}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{EC56779C-B34B-412C-8455-B11E5DF31611}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