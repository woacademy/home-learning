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E569D3-1F09-4083-9061-E2C5538C7FD9}">
  <a:tblStyle styleId="{5CE569D3-1F09-4083-9061-E2C5538C7FD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{5CE569D3-1F09-4083-9061-E2C5538C7FD9}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{5CE569D3-1F09-4083-9061-E2C5538C7FD9}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{5CE569D3-1F09-4083-9061-E2C5538C7FD9}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{5CE569D3-1F09-4083-9061-E2C5538C7FD9}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{5CE569D3-1F09-4083-9061-E2C5538C7FD9}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