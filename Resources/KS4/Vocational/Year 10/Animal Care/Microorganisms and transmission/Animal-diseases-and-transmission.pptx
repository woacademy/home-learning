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3C2481-D681-41B6-9F89-6290CF23A9E1}">
  <a:tblStyle styleId="{A73C2481-D681-41B6-9F89-6290CF23A9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{A73C2481-D681-41B6-9F89-6290CF23A9E1}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{A73C2481-D681-41B6-9F89-6290CF23A9E1}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{A73C2481-D681-41B6-9F89-6290CF23A9E1}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{A73C2481-D681-41B6-9F89-6290CF23A9E1}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{A73C2481-D681-41B6-9F89-6290CF23A9E1}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