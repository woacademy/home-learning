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71EEA9-F29F-4CDC-A07B-6D9DC80D7CBC}">
  <a:tblStyle styleId="{3E71EEA9-F29F-4CDC-A07B-6D9DC80D7C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{3E71EEA9-F29F-4CDC-A07B-6D9DC80D7CBC}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{3E71EEA9-F29F-4CDC-A07B-6D9DC80D7CBC}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{3E71EEA9-F29F-4CDC-A07B-6D9DC80D7CBC}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{3E71EEA9-F29F-4CDC-A07B-6D9DC80D7CBC}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{3E71EEA9-F29F-4CDC-A07B-6D9DC80D7CBC}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