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BA5A89-8E44-40BB-ABBC-4C57821EFCFE}">
  <a:tblStyle styleId="{56BA5A89-8E44-40BB-ABBC-4C57821EFC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{56BA5A89-8E44-40BB-ABBC-4C57821EFCFE}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{56BA5A89-8E44-40BB-ABBC-4C57821EFCFE}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{56BA5A89-8E44-40BB-ABBC-4C57821EFCFE}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{56BA5A89-8E44-40BB-ABBC-4C57821EFCFE}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{56BA5A89-8E44-40BB-ABBC-4C57821EFCFE}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