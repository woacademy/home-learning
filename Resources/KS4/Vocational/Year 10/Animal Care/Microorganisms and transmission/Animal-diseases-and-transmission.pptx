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8193ED-A721-42AF-BEF7-06A916C94C88}">
  <a:tblStyle styleId="{638193ED-A721-42AF-BEF7-06A916C94C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{638193ED-A721-42AF-BEF7-06A916C94C88}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{638193ED-A721-42AF-BEF7-06A916C94C88}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{638193ED-A721-42AF-BEF7-06A916C94C88}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{638193ED-A721-42AF-BEF7-06A916C94C88}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{638193ED-A721-42AF-BEF7-06A916C94C88}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