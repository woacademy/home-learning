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DD9F30-081F-413E-986D-EDA20E836855}">
  <a:tblStyle styleId="{E9DD9F30-081F-413E-986D-EDA20E8368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{E9DD9F30-081F-413E-986D-EDA20E836855}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{E9DD9F30-081F-413E-986D-EDA20E836855}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{E9DD9F30-081F-413E-986D-EDA20E836855}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{E9DD9F30-081F-413E-986D-EDA20E836855}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{E9DD9F30-081F-413E-986D-EDA20E836855}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