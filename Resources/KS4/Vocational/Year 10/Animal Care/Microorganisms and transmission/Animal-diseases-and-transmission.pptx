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F3EDBC-B358-4A45-805F-3FFED89D93A0}">
  <a:tblStyle styleId="{B8F3EDBC-B358-4A45-805F-3FFED89D93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{B8F3EDBC-B358-4A45-805F-3FFED89D93A0}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{B8F3EDBC-B358-4A45-805F-3FFED89D93A0}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{B8F3EDBC-B358-4A45-805F-3FFED89D93A0}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{B8F3EDBC-B358-4A45-805F-3FFED89D93A0}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{B8F3EDBC-B358-4A45-805F-3FFED89D93A0}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