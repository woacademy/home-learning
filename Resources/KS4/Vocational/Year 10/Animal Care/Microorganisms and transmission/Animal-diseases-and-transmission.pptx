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37BC11-F7A2-4264-A1AF-4278F62199F4}">
  <a:tblStyle styleId="{FD37BC11-F7A2-4264-A1AF-4278F62199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{FD37BC11-F7A2-4264-A1AF-4278F62199F4}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{FD37BC11-F7A2-4264-A1AF-4278F62199F4}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{FD37BC11-F7A2-4264-A1AF-4278F62199F4}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{FD37BC11-F7A2-4264-A1AF-4278F62199F4}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{FD37BC11-F7A2-4264-A1AF-4278F62199F4}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