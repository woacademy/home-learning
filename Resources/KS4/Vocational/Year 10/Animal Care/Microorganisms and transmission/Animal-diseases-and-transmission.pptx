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B20631-0708-40A3-9BC8-5843CDFC4707}">
  <a:tblStyle styleId="{63B20631-0708-40A3-9BC8-5843CDFC47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{63B20631-0708-40A3-9BC8-5843CDFC4707}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{63B20631-0708-40A3-9BC8-5843CDFC4707}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{63B20631-0708-40A3-9BC8-5843CDFC4707}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{63B20631-0708-40A3-9BC8-5843CDFC4707}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{63B20631-0708-40A3-9BC8-5843CDFC4707}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