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9FFFB-0271-462C-92CF-5424ACEDA284}">
  <a:tblStyle styleId="{8D49FFFB-0271-462C-92CF-5424ACEDA2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{8D49FFFB-0271-462C-92CF-5424ACEDA284}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{8D49FFFB-0271-462C-92CF-5424ACEDA284}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{8D49FFFB-0271-462C-92CF-5424ACEDA284}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{8D49FFFB-0271-462C-92CF-5424ACEDA284}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{8D49FFFB-0271-462C-92CF-5424ACEDA284}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