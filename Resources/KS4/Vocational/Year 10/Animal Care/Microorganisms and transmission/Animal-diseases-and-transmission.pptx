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55A628-9F50-4C05-A51C-C41D5261420B}">
  <a:tblStyle styleId="{9855A628-9F50-4C05-A51C-C41D5261420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{9855A628-9F50-4C05-A51C-C41D5261420B}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{9855A628-9F50-4C05-A51C-C41D5261420B}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{9855A628-9F50-4C05-A51C-C41D5261420B}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{9855A628-9F50-4C05-A51C-C41D5261420B}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{9855A628-9F50-4C05-A51C-C41D5261420B}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