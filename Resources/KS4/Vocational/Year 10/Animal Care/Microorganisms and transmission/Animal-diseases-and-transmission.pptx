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25B30E-F4E6-45A4-A607-B4D009278CBB}">
  <a:tblStyle styleId="{AB25B30E-F4E6-45A4-A607-B4D009278C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{AB25B30E-F4E6-45A4-A607-B4D009278CBB}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{AB25B30E-F4E6-45A4-A607-B4D009278CBB}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{AB25B30E-F4E6-45A4-A607-B4D009278CBB}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{AB25B30E-F4E6-45A4-A607-B4D009278CBB}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{AB25B30E-F4E6-45A4-A607-B4D009278CBB}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