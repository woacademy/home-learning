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F61A8D-7646-47BC-B3F0-53697556B605}">
  <a:tblStyle styleId="{ACF61A8D-7646-47BC-B3F0-53697556B60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{ACF61A8D-7646-47BC-B3F0-53697556B605}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{ACF61A8D-7646-47BC-B3F0-53697556B605}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{ACF61A8D-7646-47BC-B3F0-53697556B605}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{ACF61A8D-7646-47BC-B3F0-53697556B605}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{ACF61A8D-7646-47BC-B3F0-53697556B605}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