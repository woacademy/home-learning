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D0A7F6-F539-450A-99D0-E5B54409A802}">
  <a:tblStyle styleId="{3DD0A7F6-F539-450A-99D0-E5B54409A80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{3DD0A7F6-F539-450A-99D0-E5B54409A802}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{3DD0A7F6-F539-450A-99D0-E5B54409A802}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{3DD0A7F6-F539-450A-99D0-E5B54409A802}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{3DD0A7F6-F539-450A-99D0-E5B54409A802}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{3DD0A7F6-F539-450A-99D0-E5B54409A802}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