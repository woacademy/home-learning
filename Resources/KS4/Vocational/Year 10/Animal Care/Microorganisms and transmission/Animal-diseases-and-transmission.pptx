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AD5707-CC29-4FA2-8B0F-B9B3BF125B2E}">
  <a:tblStyle styleId="{CAAD5707-CC29-4FA2-8B0F-B9B3BF125B2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{CAAD5707-CC29-4FA2-8B0F-B9B3BF125B2E}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{CAAD5707-CC29-4FA2-8B0F-B9B3BF125B2E}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{CAAD5707-CC29-4FA2-8B0F-B9B3BF125B2E}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{CAAD5707-CC29-4FA2-8B0F-B9B3BF125B2E}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{CAAD5707-CC29-4FA2-8B0F-B9B3BF125B2E}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