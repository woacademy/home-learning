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91FC7-0D3B-4F8B-9BE1-2D1A4721CD73}">
  <a:tblStyle styleId="{8C491FC7-0D3B-4F8B-9BE1-2D1A4721CD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{8C491FC7-0D3B-4F8B-9BE1-2D1A4721CD73}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{8C491FC7-0D3B-4F8B-9BE1-2D1A4721CD73}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{8C491FC7-0D3B-4F8B-9BE1-2D1A4721CD73}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{8C491FC7-0D3B-4F8B-9BE1-2D1A4721CD73}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{8C491FC7-0D3B-4F8B-9BE1-2D1A4721CD73}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