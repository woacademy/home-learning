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5047B0-D872-463B-8D29-8873B32CFF4C}">
  <a:tblStyle styleId="{875047B0-D872-463B-8D29-8873B32CFF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{875047B0-D872-463B-8D29-8873B32CFF4C}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{875047B0-D872-463B-8D29-8873B32CFF4C}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{875047B0-D872-463B-8D29-8873B32CFF4C}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{875047B0-D872-463B-8D29-8873B32CFF4C}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{875047B0-D872-463B-8D29-8873B32CFF4C}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