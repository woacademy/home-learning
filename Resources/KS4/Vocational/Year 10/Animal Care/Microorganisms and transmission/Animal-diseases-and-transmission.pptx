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BE97B0-9467-4F11-8940-42015C694173}">
  <a:tblStyle styleId="{3EBE97B0-9467-4F11-8940-42015C69417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{3EBE97B0-9467-4F11-8940-42015C694173}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{3EBE97B0-9467-4F11-8940-42015C694173}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{3EBE97B0-9467-4F11-8940-42015C694173}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{3EBE97B0-9467-4F11-8940-42015C694173}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{3EBE97B0-9467-4F11-8940-42015C694173}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