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DC6D6F-A9DC-4A29-8F8E-0080398705CF}">
  <a:tblStyle styleId="{3BDC6D6F-A9DC-4A29-8F8E-0080398705C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{3BDC6D6F-A9DC-4A29-8F8E-0080398705CF}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{3BDC6D6F-A9DC-4A29-8F8E-0080398705CF}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{3BDC6D6F-A9DC-4A29-8F8E-0080398705CF}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{3BDC6D6F-A9DC-4A29-8F8E-0080398705CF}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{3BDC6D6F-A9DC-4A29-8F8E-0080398705CF}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