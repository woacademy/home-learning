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BC2346-6EA4-449E-B92A-B7FF0AEAC26F}">
  <a:tblStyle styleId="{ACBC2346-6EA4-449E-B92A-B7FF0AEAC2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{ACBC2346-6EA4-449E-B92A-B7FF0AEAC26F}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{ACBC2346-6EA4-449E-B92A-B7FF0AEAC26F}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{ACBC2346-6EA4-449E-B92A-B7FF0AEAC26F}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{ACBC2346-6EA4-449E-B92A-B7FF0AEAC26F}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{ACBC2346-6EA4-449E-B92A-B7FF0AEAC26F}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