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9272FD-8EBC-4640-A936-92C0D2E15D36}">
  <a:tblStyle styleId="{429272FD-8EBC-4640-A936-92C0D2E15D3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{429272FD-8EBC-4640-A936-92C0D2E15D36}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{429272FD-8EBC-4640-A936-92C0D2E15D36}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{429272FD-8EBC-4640-A936-92C0D2E15D36}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{429272FD-8EBC-4640-A936-92C0D2E15D36}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{429272FD-8EBC-4640-A936-92C0D2E15D36}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