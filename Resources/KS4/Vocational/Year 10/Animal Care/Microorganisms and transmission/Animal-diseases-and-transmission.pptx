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22AC1D4-E953-41A5-BB52-C3C3F21E4989}">
  <a:tblStyle styleId="{C22AC1D4-E953-41A5-BB52-C3C3F21E4989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{C22AC1D4-E953-41A5-BB52-C3C3F21E4989}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{C22AC1D4-E953-41A5-BB52-C3C3F21E4989}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{C22AC1D4-E953-41A5-BB52-C3C3F21E4989}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{C22AC1D4-E953-41A5-BB52-C3C3F21E4989}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{C22AC1D4-E953-41A5-BB52-C3C3F21E4989}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