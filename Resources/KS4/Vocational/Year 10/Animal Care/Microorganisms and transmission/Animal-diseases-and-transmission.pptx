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792357-5772-4FFA-B3BB-4DDEC6288220}">
  <a:tblStyle styleId="{93792357-5772-4FFA-B3BB-4DDEC628822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{93792357-5772-4FFA-B3BB-4DDEC6288220}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{93792357-5772-4FFA-B3BB-4DDEC6288220}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{93792357-5772-4FFA-B3BB-4DDEC6288220}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{93792357-5772-4FFA-B3BB-4DDEC6288220}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{93792357-5772-4FFA-B3BB-4DDEC6288220}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