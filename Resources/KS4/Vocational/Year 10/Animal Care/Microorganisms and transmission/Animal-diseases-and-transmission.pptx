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342C93-D6A0-415A-B50A-F93F99D2E157}">
  <a:tblStyle styleId="{AF342C93-D6A0-415A-B50A-F93F99D2E1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{AF342C93-D6A0-415A-B50A-F93F99D2E157}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{AF342C93-D6A0-415A-B50A-F93F99D2E157}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{AF342C93-D6A0-415A-B50A-F93F99D2E157}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{AF342C93-D6A0-415A-B50A-F93F99D2E157}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{AF342C93-D6A0-415A-B50A-F93F99D2E157}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