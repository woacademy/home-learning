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9554AE-183B-41C3-A036-D6CC6EA7C338}">
  <a:tblStyle styleId="{299554AE-183B-41C3-A036-D6CC6EA7C3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{299554AE-183B-41C3-A036-D6CC6EA7C338}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{299554AE-183B-41C3-A036-D6CC6EA7C338}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{299554AE-183B-41C3-A036-D6CC6EA7C338}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{299554AE-183B-41C3-A036-D6CC6EA7C338}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{299554AE-183B-41C3-A036-D6CC6EA7C338}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