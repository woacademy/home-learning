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81CC57-88C7-4061-895E-990EBE6E5823}">
  <a:tblStyle styleId="{B481CC57-88C7-4061-895E-990EBE6E58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{B481CC57-88C7-4061-895E-990EBE6E5823}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{B481CC57-88C7-4061-895E-990EBE6E5823}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{B481CC57-88C7-4061-895E-990EBE6E5823}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{B481CC57-88C7-4061-895E-990EBE6E5823}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{B481CC57-88C7-4061-895E-990EBE6E5823}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