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9AFDA8-A48C-4006-854D-2E4F91EF0C09}">
  <a:tblStyle styleId="{339AFDA8-A48C-4006-854D-2E4F91EF0C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{339AFDA8-A48C-4006-854D-2E4F91EF0C09}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{339AFDA8-A48C-4006-854D-2E4F91EF0C09}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{339AFDA8-A48C-4006-854D-2E4F91EF0C09}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{339AFDA8-A48C-4006-854D-2E4F91EF0C09}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{339AFDA8-A48C-4006-854D-2E4F91EF0C09}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