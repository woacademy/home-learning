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D2361E-BB15-45DD-842A-94ADD60DCFDB}">
  <a:tblStyle styleId="{DBD2361E-BB15-45DD-842A-94ADD60DCF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{DBD2361E-BB15-45DD-842A-94ADD60DCFDB}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{DBD2361E-BB15-45DD-842A-94ADD60DCFDB}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{DBD2361E-BB15-45DD-842A-94ADD60DCFDB}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{DBD2361E-BB15-45DD-842A-94ADD60DCFDB}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{DBD2361E-BB15-45DD-842A-94ADD60DCFDB}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