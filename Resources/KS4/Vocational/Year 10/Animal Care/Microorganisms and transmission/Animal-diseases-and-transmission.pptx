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43C17F-F943-45CC-9706-3B08812D44BA}">
  <a:tblStyle styleId="{A043C17F-F943-45CC-9706-3B08812D44B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{A043C17F-F943-45CC-9706-3B08812D44BA}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{A043C17F-F943-45CC-9706-3B08812D44BA}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{A043C17F-F943-45CC-9706-3B08812D44BA}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{A043C17F-F943-45CC-9706-3B08812D44BA}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{A043C17F-F943-45CC-9706-3B08812D44BA}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