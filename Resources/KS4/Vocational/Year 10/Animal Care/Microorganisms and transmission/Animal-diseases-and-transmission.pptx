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F940E-9E06-468A-A971-BB49D1FA84F3}">
  <a:tblStyle styleId="{6B3F940E-9E06-468A-A971-BB49D1FA84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{6B3F940E-9E06-468A-A971-BB49D1FA84F3}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{6B3F940E-9E06-468A-A971-BB49D1FA84F3}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{6B3F940E-9E06-468A-A971-BB49D1FA84F3}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{6B3F940E-9E06-468A-A971-BB49D1FA84F3}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{6B3F940E-9E06-468A-A971-BB49D1FA84F3}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