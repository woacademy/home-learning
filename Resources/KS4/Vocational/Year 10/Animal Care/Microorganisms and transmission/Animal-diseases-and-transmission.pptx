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37F1D50-B60C-4D7F-BFB3-F8305E1956A9}">
  <a:tblStyle styleId="{937F1D50-B60C-4D7F-BFB3-F8305E1956A9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{937F1D50-B60C-4D7F-BFB3-F8305E1956A9}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{937F1D50-B60C-4D7F-BFB3-F8305E1956A9}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{937F1D50-B60C-4D7F-BFB3-F8305E1956A9}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{937F1D50-B60C-4D7F-BFB3-F8305E1956A9}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{937F1D50-B60C-4D7F-BFB3-F8305E1956A9}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