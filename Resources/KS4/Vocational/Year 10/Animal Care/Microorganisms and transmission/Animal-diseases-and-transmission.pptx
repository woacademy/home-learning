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C03BF7-3CAC-43CB-801F-C1A997E58A74}">
  <a:tblStyle styleId="{13C03BF7-3CAC-43CB-801F-C1A997E58A7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{13C03BF7-3CAC-43CB-801F-C1A997E58A74}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{13C03BF7-3CAC-43CB-801F-C1A997E58A74}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{13C03BF7-3CAC-43CB-801F-C1A997E58A74}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{13C03BF7-3CAC-43CB-801F-C1A997E58A74}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{13C03BF7-3CAC-43CB-801F-C1A997E58A74}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