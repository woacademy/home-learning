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414F1B-251F-415F-BC1C-061B05B60CBE}">
  <a:tblStyle styleId="{16414F1B-251F-415F-BC1C-061B05B60C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{16414F1B-251F-415F-BC1C-061B05B60CBE}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{16414F1B-251F-415F-BC1C-061B05B60CBE}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{16414F1B-251F-415F-BC1C-061B05B60CBE}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{16414F1B-251F-415F-BC1C-061B05B60CBE}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{16414F1B-251F-415F-BC1C-061B05B60CBE}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