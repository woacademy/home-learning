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A5AA31-0765-48D4-945D-0F9E6A97415E}">
  <a:tblStyle styleId="{CBA5AA31-0765-48D4-945D-0F9E6A9741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{CBA5AA31-0765-48D4-945D-0F9E6A97415E}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{CBA5AA31-0765-48D4-945D-0F9E6A97415E}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{CBA5AA31-0765-48D4-945D-0F9E6A97415E}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{CBA5AA31-0765-48D4-945D-0F9E6A97415E}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{CBA5AA31-0765-48D4-945D-0F9E6A97415E}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