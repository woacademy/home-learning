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C6BC7BC-9829-4CF4-A0B0-0074EB39482C}">
  <a:tblStyle styleId="{6C6BC7BC-9829-4CF4-A0B0-0074EB3948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{6C6BC7BC-9829-4CF4-A0B0-0074EB39482C}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{6C6BC7BC-9829-4CF4-A0B0-0074EB39482C}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{6C6BC7BC-9829-4CF4-A0B0-0074EB39482C}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{6C6BC7BC-9829-4CF4-A0B0-0074EB39482C}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{6C6BC7BC-9829-4CF4-A0B0-0074EB39482C}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