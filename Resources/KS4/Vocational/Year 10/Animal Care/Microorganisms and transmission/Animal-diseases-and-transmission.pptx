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9C8444-2182-4331-B5B4-ADA3EB10D76B}">
  <a:tblStyle styleId="{399C8444-2182-4331-B5B4-ADA3EB10D7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{399C8444-2182-4331-B5B4-ADA3EB10D76B}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{399C8444-2182-4331-B5B4-ADA3EB10D76B}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{399C8444-2182-4331-B5B4-ADA3EB10D76B}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{399C8444-2182-4331-B5B4-ADA3EB10D76B}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{399C8444-2182-4331-B5B4-ADA3EB10D76B}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