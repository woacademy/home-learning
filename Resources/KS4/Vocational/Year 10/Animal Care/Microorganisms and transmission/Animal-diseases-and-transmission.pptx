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2E085C-0DB3-42F0-A0CE-38BEEA00ACE7}">
  <a:tblStyle styleId="{BE2E085C-0DB3-42F0-A0CE-38BEEA00AC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{BE2E085C-0DB3-42F0-A0CE-38BEEA00ACE7}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{BE2E085C-0DB3-42F0-A0CE-38BEEA00ACE7}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{BE2E085C-0DB3-42F0-A0CE-38BEEA00ACE7}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{BE2E085C-0DB3-42F0-A0CE-38BEEA00ACE7}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{BE2E085C-0DB3-42F0-A0CE-38BEEA00ACE7}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