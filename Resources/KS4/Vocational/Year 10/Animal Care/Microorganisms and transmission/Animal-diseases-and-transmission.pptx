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F2187C-DAF5-4763-8808-98A2CABAE743}">
  <a:tblStyle styleId="{C1F2187C-DAF5-4763-8808-98A2CABAE7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{C1F2187C-DAF5-4763-8808-98A2CABAE743}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{C1F2187C-DAF5-4763-8808-98A2CABAE743}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{C1F2187C-DAF5-4763-8808-98A2CABAE743}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{C1F2187C-DAF5-4763-8808-98A2CABAE743}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{C1F2187C-DAF5-4763-8808-98A2CABAE743}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