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217E38-5069-495D-B04D-DB478B6DFCD5}">
  <a:tblStyle styleId="{5B217E38-5069-495D-B04D-DB478B6DFC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{5B217E38-5069-495D-B04D-DB478B6DFCD5}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{5B217E38-5069-495D-B04D-DB478B6DFCD5}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{5B217E38-5069-495D-B04D-DB478B6DFCD5}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{5B217E38-5069-495D-B04D-DB478B6DFCD5}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{5B217E38-5069-495D-B04D-DB478B6DFCD5}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