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59D3A01-E3B3-4D87-9010-0A8036B55267}">
  <a:tblStyle styleId="{E59D3A01-E3B3-4D87-9010-0A8036B5526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{E59D3A01-E3B3-4D87-9010-0A8036B55267}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{E59D3A01-E3B3-4D87-9010-0A8036B55267}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{E59D3A01-E3B3-4D87-9010-0A8036B55267}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{E59D3A01-E3B3-4D87-9010-0A8036B55267}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{E59D3A01-E3B3-4D87-9010-0A8036B55267}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