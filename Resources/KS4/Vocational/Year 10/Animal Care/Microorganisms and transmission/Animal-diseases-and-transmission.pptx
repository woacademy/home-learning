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327797-4598-442C-A31D-B7A3A624748A}">
  <a:tblStyle styleId="{66327797-4598-442C-A31D-B7A3A62474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{66327797-4598-442C-A31D-B7A3A624748A}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{66327797-4598-442C-A31D-B7A3A624748A}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{66327797-4598-442C-A31D-B7A3A624748A}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{66327797-4598-442C-A31D-B7A3A624748A}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{66327797-4598-442C-A31D-B7A3A624748A}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