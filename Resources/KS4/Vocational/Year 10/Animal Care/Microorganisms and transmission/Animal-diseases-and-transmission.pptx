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96B11E-2FD3-4AFD-8CAB-26D6EF3968BF}">
  <a:tblStyle styleId="{9E96B11E-2FD3-4AFD-8CAB-26D6EF3968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{9E96B11E-2FD3-4AFD-8CAB-26D6EF3968BF}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{9E96B11E-2FD3-4AFD-8CAB-26D6EF3968BF}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{9E96B11E-2FD3-4AFD-8CAB-26D6EF3968BF}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{9E96B11E-2FD3-4AFD-8CAB-26D6EF3968BF}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{9E96B11E-2FD3-4AFD-8CAB-26D6EF3968BF}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