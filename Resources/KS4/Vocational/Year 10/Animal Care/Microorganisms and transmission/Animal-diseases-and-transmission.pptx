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CFB78-732F-4C3C-B977-B0DAE6BF630F}">
  <a:tblStyle styleId="{47CCFB78-732F-4C3C-B977-B0DAE6BF63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{47CCFB78-732F-4C3C-B977-B0DAE6BF630F}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{47CCFB78-732F-4C3C-B977-B0DAE6BF630F}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{47CCFB78-732F-4C3C-B977-B0DAE6BF630F}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{47CCFB78-732F-4C3C-B977-B0DAE6BF630F}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{47CCFB78-732F-4C3C-B977-B0DAE6BF630F}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