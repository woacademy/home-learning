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CE3F254-58C1-4CFF-9555-A5F8F46FBB9A}">
  <a:tblStyle styleId="{CCE3F254-58C1-4CFF-9555-A5F8F46FBB9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{CCE3F254-58C1-4CFF-9555-A5F8F46FBB9A}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{CCE3F254-58C1-4CFF-9555-A5F8F46FBB9A}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{CCE3F254-58C1-4CFF-9555-A5F8F46FBB9A}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{CCE3F254-58C1-4CFF-9555-A5F8F46FBB9A}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{CCE3F254-58C1-4CFF-9555-A5F8F46FBB9A}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