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82AAD12-C941-49E2-A549-4BE694F6B985}">
  <a:tblStyle styleId="{682AAD12-C941-49E2-A549-4BE694F6B9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{682AAD12-C941-49E2-A549-4BE694F6B985}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{682AAD12-C941-49E2-A549-4BE694F6B985}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{682AAD12-C941-49E2-A549-4BE694F6B985}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{682AAD12-C941-49E2-A549-4BE694F6B985}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{682AAD12-C941-49E2-A549-4BE694F6B985}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