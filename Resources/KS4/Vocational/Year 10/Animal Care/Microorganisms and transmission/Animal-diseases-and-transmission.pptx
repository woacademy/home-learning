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757BFE-3A33-45F7-88CE-56840DF99720}">
  <a:tblStyle styleId="{75757BFE-3A33-45F7-88CE-56840DF997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{75757BFE-3A33-45F7-88CE-56840DF99720}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{75757BFE-3A33-45F7-88CE-56840DF99720}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{75757BFE-3A33-45F7-88CE-56840DF99720}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{75757BFE-3A33-45F7-88CE-56840DF99720}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{75757BFE-3A33-45F7-88CE-56840DF99720}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