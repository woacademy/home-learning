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252F0F-785B-4734-B953-B50394DE922A}">
  <a:tblStyle styleId="{6A252F0F-785B-4734-B953-B50394DE92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{6A252F0F-785B-4734-B953-B50394DE922A}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{6A252F0F-785B-4734-B953-B50394DE922A}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{6A252F0F-785B-4734-B953-B50394DE922A}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{6A252F0F-785B-4734-B953-B50394DE922A}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{6A252F0F-785B-4734-B953-B50394DE922A}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