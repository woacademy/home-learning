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EA25290-2172-47B7-A778-78EDBF2FADA4}">
  <a:tblStyle styleId="{2EA25290-2172-47B7-A778-78EDBF2FAD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{2EA25290-2172-47B7-A778-78EDBF2FADA4}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{2EA25290-2172-47B7-A778-78EDBF2FADA4}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{2EA25290-2172-47B7-A778-78EDBF2FADA4}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{2EA25290-2172-47B7-A778-78EDBF2FADA4}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{2EA25290-2172-47B7-A778-78EDBF2FADA4}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