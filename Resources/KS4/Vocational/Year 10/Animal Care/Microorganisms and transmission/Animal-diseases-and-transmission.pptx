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8CCE1-2960-4A3F-9880-621F793DCB23}">
  <a:tblStyle styleId="{6A88CCE1-2960-4A3F-9880-621F793DCB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{6A88CCE1-2960-4A3F-9880-621F793DCB23}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{6A88CCE1-2960-4A3F-9880-621F793DCB23}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{6A88CCE1-2960-4A3F-9880-621F793DCB23}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{6A88CCE1-2960-4A3F-9880-621F793DCB23}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{6A88CCE1-2960-4A3F-9880-621F793DCB23}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