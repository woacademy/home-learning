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65BB90-F60D-4FC6-9D76-64C0EE879276}">
  <a:tblStyle styleId="{9265BB90-F60D-4FC6-9D76-64C0EE8792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{9265BB90-F60D-4FC6-9D76-64C0EE879276}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{9265BB90-F60D-4FC6-9D76-64C0EE879276}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{9265BB90-F60D-4FC6-9D76-64C0EE879276}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{9265BB90-F60D-4FC6-9D76-64C0EE879276}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{9265BB90-F60D-4FC6-9D76-64C0EE879276}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