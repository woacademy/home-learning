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D34144-184E-4CCB-96D0-3D225580278E}">
  <a:tblStyle styleId="{EFD34144-184E-4CCB-96D0-3D22558027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{EFD34144-184E-4CCB-96D0-3D225580278E}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{EFD34144-184E-4CCB-96D0-3D225580278E}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{EFD34144-184E-4CCB-96D0-3D225580278E}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{EFD34144-184E-4CCB-96D0-3D225580278E}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{EFD34144-184E-4CCB-96D0-3D225580278E}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