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2CDA9E0-5334-4731-A1C4-04ADAC2DDB90}">
  <a:tblStyle styleId="{22CDA9E0-5334-4731-A1C4-04ADAC2DDB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{22CDA9E0-5334-4731-A1C4-04ADAC2DDB90}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{22CDA9E0-5334-4731-A1C4-04ADAC2DDB90}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{22CDA9E0-5334-4731-A1C4-04ADAC2DDB90}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{22CDA9E0-5334-4731-A1C4-04ADAC2DDB90}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{22CDA9E0-5334-4731-A1C4-04ADAC2DDB90}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