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B2E44BA-CFD6-4344-AFD5-3133FA2B7546}">
  <a:tblStyle styleId="{0B2E44BA-CFD6-4344-AFD5-3133FA2B754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{0B2E44BA-CFD6-4344-AFD5-3133FA2B7546}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{0B2E44BA-CFD6-4344-AFD5-3133FA2B7546}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{0B2E44BA-CFD6-4344-AFD5-3133FA2B7546}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{0B2E44BA-CFD6-4344-AFD5-3133FA2B7546}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{0B2E44BA-CFD6-4344-AFD5-3133FA2B7546}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