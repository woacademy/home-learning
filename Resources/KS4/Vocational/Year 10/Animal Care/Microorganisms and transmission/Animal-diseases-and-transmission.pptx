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25275-2687-4BBA-A884-875B40C940C1}">
  <a:tblStyle styleId="{5CE25275-2687-4BBA-A884-875B40C940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{5CE25275-2687-4BBA-A884-875B40C940C1}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{5CE25275-2687-4BBA-A884-875B40C940C1}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{5CE25275-2687-4BBA-A884-875B40C940C1}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{5CE25275-2687-4BBA-A884-875B40C940C1}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{5CE25275-2687-4BBA-A884-875B40C940C1}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