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9AF0F3E-EC8D-461A-A57F-A3930E2FF06B}">
  <a:tblStyle styleId="{69AF0F3E-EC8D-461A-A57F-A3930E2FF06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{69AF0F3E-EC8D-461A-A57F-A3930E2FF06B}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{69AF0F3E-EC8D-461A-A57F-A3930E2FF06B}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{69AF0F3E-EC8D-461A-A57F-A3930E2FF06B}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{69AF0F3E-EC8D-461A-A57F-A3930E2FF06B}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{69AF0F3E-EC8D-461A-A57F-A3930E2FF06B}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