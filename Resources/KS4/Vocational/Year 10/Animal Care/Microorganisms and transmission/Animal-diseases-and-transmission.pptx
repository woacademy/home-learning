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B11751-5A94-4107-B48D-AF57BE6EE99B}">
  <a:tblStyle styleId="{CEB11751-5A94-4107-B48D-AF57BE6EE99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{CEB11751-5A94-4107-B48D-AF57BE6EE99B}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{CEB11751-5A94-4107-B48D-AF57BE6EE99B}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{CEB11751-5A94-4107-B48D-AF57BE6EE99B}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{CEB11751-5A94-4107-B48D-AF57BE6EE99B}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{CEB11751-5A94-4107-B48D-AF57BE6EE99B}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