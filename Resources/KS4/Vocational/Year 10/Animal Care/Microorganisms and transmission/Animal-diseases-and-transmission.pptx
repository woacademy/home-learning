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0ED9A4F-3D67-42D5-B049-2B75FB074D57}">
  <a:tblStyle styleId="{60ED9A4F-3D67-42D5-B049-2B75FB074D5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{60ED9A4F-3D67-42D5-B049-2B75FB074D57}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{60ED9A4F-3D67-42D5-B049-2B75FB074D57}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{60ED9A4F-3D67-42D5-B049-2B75FB074D57}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{60ED9A4F-3D67-42D5-B049-2B75FB074D57}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{60ED9A4F-3D67-42D5-B049-2B75FB074D57}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