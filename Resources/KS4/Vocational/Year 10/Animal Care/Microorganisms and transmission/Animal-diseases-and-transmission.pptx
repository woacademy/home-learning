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C5A600-45B8-4FFC-A432-015A3191BC7F}">
  <a:tblStyle styleId="{ADC5A600-45B8-4FFC-A432-015A3191BC7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{ADC5A600-45B8-4FFC-A432-015A3191BC7F}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{ADC5A600-45B8-4FFC-A432-015A3191BC7F}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{ADC5A600-45B8-4FFC-A432-015A3191BC7F}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{ADC5A600-45B8-4FFC-A432-015A3191BC7F}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{ADC5A600-45B8-4FFC-A432-015A3191BC7F}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