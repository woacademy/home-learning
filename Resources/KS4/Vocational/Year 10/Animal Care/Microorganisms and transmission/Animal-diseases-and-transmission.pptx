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14C2C6E-C33B-46EA-A6BD-7EF50D6802B7}">
  <a:tblStyle styleId="{214C2C6E-C33B-46EA-A6BD-7EF50D6802B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{214C2C6E-C33B-46EA-A6BD-7EF50D6802B7}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{214C2C6E-C33B-46EA-A6BD-7EF50D6802B7}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{214C2C6E-C33B-46EA-A6BD-7EF50D6802B7}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{214C2C6E-C33B-46EA-A6BD-7EF50D6802B7}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{214C2C6E-C33B-46EA-A6BD-7EF50D6802B7}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