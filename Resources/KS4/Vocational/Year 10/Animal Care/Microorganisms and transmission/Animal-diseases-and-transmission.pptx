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697AA3-573C-4E75-821D-288EDF4E9318}">
  <a:tblStyle styleId="{FE697AA3-573C-4E75-821D-288EDF4E93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{FE697AA3-573C-4E75-821D-288EDF4E9318}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{FE697AA3-573C-4E75-821D-288EDF4E9318}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{FE697AA3-573C-4E75-821D-288EDF4E9318}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{FE697AA3-573C-4E75-821D-288EDF4E9318}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{FE697AA3-573C-4E75-821D-288EDF4E9318}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