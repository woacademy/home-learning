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24FBF05-69B2-41E5-87DA-CF1C40BE20CE}">
  <a:tblStyle styleId="{E24FBF05-69B2-41E5-87DA-CF1C40BE20C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{E24FBF05-69B2-41E5-87DA-CF1C40BE20CE}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{E24FBF05-69B2-41E5-87DA-CF1C40BE20CE}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{E24FBF05-69B2-41E5-87DA-CF1C40BE20CE}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{E24FBF05-69B2-41E5-87DA-CF1C40BE20CE}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{E24FBF05-69B2-41E5-87DA-CF1C40BE20CE}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