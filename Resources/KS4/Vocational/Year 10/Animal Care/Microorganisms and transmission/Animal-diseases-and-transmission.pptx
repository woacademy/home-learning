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BE8042-C7A6-4B6D-923D-E8FB098BB05D}">
  <a:tblStyle styleId="{77BE8042-C7A6-4B6D-923D-E8FB098BB0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{77BE8042-C7A6-4B6D-923D-E8FB098BB05D}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{77BE8042-C7A6-4B6D-923D-E8FB098BB05D}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{77BE8042-C7A6-4B6D-923D-E8FB098BB05D}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{77BE8042-C7A6-4B6D-923D-E8FB098BB05D}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{77BE8042-C7A6-4B6D-923D-E8FB098BB05D}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