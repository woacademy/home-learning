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C16583-2681-4BC8-B5F3-8F208C3E82E1}">
  <a:tblStyle styleId="{BCC16583-2681-4BC8-B5F3-8F208C3E82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{BCC16583-2681-4BC8-B5F3-8F208C3E82E1}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{BCC16583-2681-4BC8-B5F3-8F208C3E82E1}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{BCC16583-2681-4BC8-B5F3-8F208C3E82E1}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{BCC16583-2681-4BC8-B5F3-8F208C3E82E1}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{BCC16583-2681-4BC8-B5F3-8F208C3E82E1}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