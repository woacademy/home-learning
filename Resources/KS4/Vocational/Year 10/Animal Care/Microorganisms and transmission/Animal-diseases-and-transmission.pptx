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DB620C-3913-4808-A888-995AA1382F15}">
  <a:tblStyle styleId="{68DB620C-3913-4808-A888-995AA1382F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{68DB620C-3913-4808-A888-995AA1382F15}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{68DB620C-3913-4808-A888-995AA1382F15}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{68DB620C-3913-4808-A888-995AA1382F15}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{68DB620C-3913-4808-A888-995AA1382F15}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{68DB620C-3913-4808-A888-995AA1382F15}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