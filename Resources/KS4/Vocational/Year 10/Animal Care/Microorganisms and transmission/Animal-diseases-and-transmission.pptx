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70AEEF8-A78A-4438-90E1-D99625B857D4}">
  <a:tblStyle styleId="{670AEEF8-A78A-4438-90E1-D99625B857D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{670AEEF8-A78A-4438-90E1-D99625B857D4}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{670AEEF8-A78A-4438-90E1-D99625B857D4}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{670AEEF8-A78A-4438-90E1-D99625B857D4}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{670AEEF8-A78A-4438-90E1-D99625B857D4}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{670AEEF8-A78A-4438-90E1-D99625B857D4}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