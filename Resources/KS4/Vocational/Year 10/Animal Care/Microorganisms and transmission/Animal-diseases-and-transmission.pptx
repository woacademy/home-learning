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BC34B-129E-440B-98D2-6EAA6431A42C}">
  <a:tblStyle styleId="{DC2BC34B-129E-440B-98D2-6EAA6431A4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{DC2BC34B-129E-440B-98D2-6EAA6431A42C}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{DC2BC34B-129E-440B-98D2-6EAA6431A42C}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{DC2BC34B-129E-440B-98D2-6EAA6431A42C}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{DC2BC34B-129E-440B-98D2-6EAA6431A42C}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{DC2BC34B-129E-440B-98D2-6EAA6431A42C}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