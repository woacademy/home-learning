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B0A69C-5AE1-4C1F-9216-E311063873DC}">
  <a:tblStyle styleId="{16B0A69C-5AE1-4C1F-9216-E311063873D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{16B0A69C-5AE1-4C1F-9216-E311063873DC}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{16B0A69C-5AE1-4C1F-9216-E311063873DC}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{16B0A69C-5AE1-4C1F-9216-E311063873DC}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{16B0A69C-5AE1-4C1F-9216-E311063873DC}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{16B0A69C-5AE1-4C1F-9216-E311063873DC}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