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D13850-9A74-4AED-B6A3-E220EA39C714}">
  <a:tblStyle styleId="{FAD13850-9A74-4AED-B6A3-E220EA39C7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{FAD13850-9A74-4AED-B6A3-E220EA39C714}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{FAD13850-9A74-4AED-B6A3-E220EA39C714}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{FAD13850-9A74-4AED-B6A3-E220EA39C714}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{FAD13850-9A74-4AED-B6A3-E220EA39C714}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{FAD13850-9A74-4AED-B6A3-E220EA39C714}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