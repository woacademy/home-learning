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92691-EF48-4EDA-B920-E785512EC286}">
  <a:tblStyle styleId="{48D92691-EF48-4EDA-B920-E785512EC2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{48D92691-EF48-4EDA-B920-E785512EC286}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{48D92691-EF48-4EDA-B920-E785512EC286}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{48D92691-EF48-4EDA-B920-E785512EC286}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{48D92691-EF48-4EDA-B920-E785512EC286}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{48D92691-EF48-4EDA-B920-E785512EC286}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