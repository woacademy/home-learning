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EE6E05C-328E-40C1-92D2-235C370D9699}">
  <a:tblStyle styleId="{5EE6E05C-328E-40C1-92D2-235C370D969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{5EE6E05C-328E-40C1-92D2-235C370D9699}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{5EE6E05C-328E-40C1-92D2-235C370D9699}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{5EE6E05C-328E-40C1-92D2-235C370D9699}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{5EE6E05C-328E-40C1-92D2-235C370D9699}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{5EE6E05C-328E-40C1-92D2-235C370D9699}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