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502B55-3066-4B8B-A41F-F3700CB5D8CC}">
  <a:tblStyle styleId="{D9502B55-3066-4B8B-A41F-F3700CB5D8C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{D9502B55-3066-4B8B-A41F-F3700CB5D8CC}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{D9502B55-3066-4B8B-A41F-F3700CB5D8CC}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{D9502B55-3066-4B8B-A41F-F3700CB5D8CC}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{D9502B55-3066-4B8B-A41F-F3700CB5D8CC}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{D9502B55-3066-4B8B-A41F-F3700CB5D8CC}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