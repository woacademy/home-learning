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13F0F9-894C-4A2E-91FC-035BE6FA82E4}">
  <a:tblStyle styleId="{3E13F0F9-894C-4A2E-91FC-035BE6FA82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{3E13F0F9-894C-4A2E-91FC-035BE6FA82E4}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{3E13F0F9-894C-4A2E-91FC-035BE6FA82E4}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{3E13F0F9-894C-4A2E-91FC-035BE6FA82E4}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{3E13F0F9-894C-4A2E-91FC-035BE6FA82E4}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{3E13F0F9-894C-4A2E-91FC-035BE6FA82E4}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