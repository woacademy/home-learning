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AA4E73-F9E5-474B-89BA-6710BBFE88DF}">
  <a:tblStyle styleId="{8CAA4E73-F9E5-474B-89BA-6710BBFE88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{8CAA4E73-F9E5-474B-89BA-6710BBFE88DF}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{8CAA4E73-F9E5-474B-89BA-6710BBFE88DF}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{8CAA4E73-F9E5-474B-89BA-6710BBFE88DF}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{8CAA4E73-F9E5-474B-89BA-6710BBFE88DF}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{8CAA4E73-F9E5-474B-89BA-6710BBFE88DF}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