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A28603-709F-4B90-A9AF-1AE057B60ED3}">
  <a:tblStyle styleId="{A6A28603-709F-4B90-A9AF-1AE057B60E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{A6A28603-709F-4B90-A9AF-1AE057B60ED3}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{A6A28603-709F-4B90-A9AF-1AE057B60ED3}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{A6A28603-709F-4B90-A9AF-1AE057B60ED3}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{A6A28603-709F-4B90-A9AF-1AE057B60ED3}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{A6A28603-709F-4B90-A9AF-1AE057B60ED3}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